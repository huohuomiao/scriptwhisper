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ppt/tags/tag7.xml" ContentType="application/vnd.openxmlformats-officedocument.presentationml.tags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6" r:id="rId4"/>
    <p:sldId id="331" r:id="rId5"/>
    <p:sldId id="332" r:id="rId6"/>
    <p:sldId id="334" r:id="rId7"/>
    <p:sldId id="335" r:id="rId8"/>
    <p:sldId id="339" r:id="rId9"/>
    <p:sldId id="336" r:id="rId10"/>
    <p:sldId id="337" r:id="rId11"/>
    <p:sldId id="338" r:id="rId12"/>
    <p:sldId id="309" r:id="rId13"/>
    <p:sldId id="310" r:id="rId14"/>
    <p:sldId id="315" r:id="rId15"/>
    <p:sldId id="313" r:id="rId16"/>
    <p:sldId id="317" r:id="rId17"/>
    <p:sldId id="329" r:id="rId18"/>
    <p:sldId id="319" r:id="rId19"/>
    <p:sldId id="327" r:id="rId20"/>
    <p:sldId id="326" r:id="rId21"/>
    <p:sldId id="322" r:id="rId22"/>
    <p:sldId id="323" r:id="rId23"/>
    <p:sldId id="324" r:id="rId24"/>
    <p:sldId id="325" r:id="rId25"/>
    <p:sldId id="285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4A4EE3E-A92F-4C5F-8B6C-4E1C00B88B07}">
          <p14:sldIdLst>
            <p14:sldId id="256"/>
            <p14:sldId id="257"/>
            <p14:sldId id="286"/>
            <p14:sldId id="331"/>
            <p14:sldId id="332"/>
            <p14:sldId id="334"/>
            <p14:sldId id="335"/>
            <p14:sldId id="339"/>
            <p14:sldId id="336"/>
            <p14:sldId id="337"/>
            <p14:sldId id="338"/>
            <p14:sldId id="309"/>
            <p14:sldId id="310"/>
            <p14:sldId id="315"/>
            <p14:sldId id="313"/>
            <p14:sldId id="317"/>
            <p14:sldId id="329"/>
            <p14:sldId id="319"/>
            <p14:sldId id="327"/>
            <p14:sldId id="326"/>
            <p14:sldId id="322"/>
            <p14:sldId id="323"/>
            <p14:sldId id="324"/>
            <p14:sldId id="325"/>
          </p14:sldIdLst>
        </p14:section>
        <p14:section name="无标题节" id="{37246721-A1E7-42EC-8ABD-C60CA6BBCE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2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000F"/>
    <a:srgbClr val="FFFFFF"/>
    <a:srgbClr val="1C334E"/>
    <a:srgbClr val="CCFFFF"/>
    <a:srgbClr val="CCECFF"/>
    <a:srgbClr val="FF9933"/>
    <a:srgbClr val="6699FF"/>
    <a:srgbClr val="00CC66"/>
    <a:srgbClr val="FF9900"/>
    <a:srgbClr val="D9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621" autoAdjust="0"/>
  </p:normalViewPr>
  <p:slideViewPr>
    <p:cSldViewPr showGuides="1">
      <p:cViewPr varScale="1">
        <p:scale>
          <a:sx n="90" d="100"/>
          <a:sy n="90" d="100"/>
        </p:scale>
        <p:origin x="1494" y="84"/>
      </p:cViewPr>
      <p:guideLst>
        <p:guide orient="horz" pos="2199"/>
        <p:guide pos="28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性能</c:f>
              <c:strCache>
                <c:ptCount val="1"/>
                <c:pt idx="0">
                  <c:v>性能</c:v>
                </c:pt>
              </c:strCache>
            </c:strRef>
          </c:tx>
          <c:spPr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1-E6EC-4F84-8428-70DDBE204D90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3-E6EC-4F84-8428-70DDBE204D90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5-E6EC-4F84-8428-70DDBE204D90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7-E6EC-4F84-8428-70DDBE204D90}"/>
              </c:ext>
            </c:extLst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6EC-4F84-8428-70DDBE204D90}"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92.6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6EC-4F84-8428-70DDBE204D90}"/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150.8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6EC-4F84-8428-70DDBE204D90}"/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220.4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E6EC-4F84-8428-70DDBE204D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早期基线</c:v>
                </c:pt>
                <c:pt idx="1">
                  <c:v>Skill 版本</c:v>
                </c:pt>
                <c:pt idx="2">
                  <c:v>手写优化版</c:v>
                </c:pt>
                <c:pt idx="3">
                  <c:v>PyTorch (厂商)</c:v>
                </c:pt>
              </c:strCache>
            </c:strRef>
          </c:cat>
          <c:val>
            <c:numRef>
              <c:f>'Chart Data'!$B$2:$B$5</c:f>
              <c:numCache>
                <c:formatCode>0.##</c:formatCode>
                <c:ptCount val="4"/>
                <c:pt idx="0">
                  <c:v>12.6</c:v>
                </c:pt>
                <c:pt idx="1">
                  <c:v>92.6</c:v>
                </c:pt>
                <c:pt idx="2">
                  <c:v>150.80000000000001</c:v>
                </c:pt>
                <c:pt idx="3">
                  <c:v>220.4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EC-4F84-8428-70DDBE204D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w="9525" cap="flat" cmpd="sng" algn="ctr">
              <a:solidFill>
                <a:srgbClr val="E5EDF7"/>
              </a:solidFill>
              <a:prstDash val="solid"/>
              <a:round/>
            </a:ln>
          </c:spPr>
        </c:majorGridlines>
        <c:numFmt formatCode="0.##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92e8392-fb0a-4671-a51f-e8c61a91ee6c}"/>
      </c:ext>
    </c:extLst>
  </c:chart>
  <c:spPr>
    <a:noFill/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LayerNorm</c:f>
              <c:strCache>
                <c:ptCount val="1"/>
                <c:pt idx="0">
                  <c:v>LayerNorm</c:v>
                </c:pt>
              </c:strCache>
            </c:strRef>
          </c:tx>
          <c:spPr>
            <a:solidFill>
              <a:srgbClr val="C4BD9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AD-40FC-857E-88439AD678E6}"/>
            </c:ext>
          </c:extLst>
        </c:ser>
        <c:ser>
          <c:idx val="1"/>
          <c:order val="1"/>
          <c:tx>
            <c:strRef>
              <c:f>Softmax</c:f>
              <c:strCache>
                <c:ptCount val="1"/>
                <c:pt idx="0">
                  <c:v>Softmax</c:v>
                </c:pt>
              </c:strCache>
            </c:strRef>
          </c:tx>
          <c:spPr>
            <a:solidFill>
              <a:srgbClr val="4F81B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1.2</c:v>
                </c:pt>
                <c:pt idx="1">
                  <c:v>3.2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BAD-40FC-857E-88439AD678E6}"/>
            </c:ext>
          </c:extLst>
        </c:ser>
        <c:ser>
          <c:idx val="2"/>
          <c:order val="2"/>
          <c:tx>
            <c:strRef>
              <c:f>MatMul</c:f>
              <c:strCache>
                <c:ptCount val="1"/>
                <c:pt idx="0">
                  <c:v>MatMul</c:v>
                </c:pt>
              </c:strCache>
            </c:strRef>
          </c:tx>
          <c:spPr>
            <a:solidFill>
              <a:srgbClr val="0D0D0D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1.8</c:v>
                </c:pt>
                <c:pt idx="1">
                  <c:v>4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BAD-40FC-857E-88439AD678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65" b="0" i="0" u="none" strike="noStrike" kern="1200" baseline="0">
                <a:solidFill>
                  <a:srgbClr val="242424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w="4763" cap="flat" cmpd="sng" algn="ctr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242424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zero"/>
    <c:showDLblsOverMax val="1"/>
    <c:extLst>
      <c:ext uri="{0b15fc19-7d7d-44ad-8c2d-2c3a37ce22c3}">
        <chartProps xmlns="https://web.wps.cn/et/2018/main" chartId="{6aabcb56-5ddf-4d63-9750-b34d24ad7e42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/>
            <a:t>自我介绍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实习期间工作总结与个人发展计划</a:t>
          </a:r>
          <a:endParaRPr sz="1800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/>
            <a:t>自我介绍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/>
            <a:t>实习期间工作总结与个人发展计划</a:t>
          </a:r>
          <a:endParaRPr sz="1800" kern="1200" dirty="0"/>
        </a:p>
      </dsp:txBody>
      <dsp:txXfrm>
        <a:off x="349472" y="2879962"/>
        <a:ext cx="4177856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4FED9-3A6F-41BA-8FF6-39438EA9BD0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C9F5-C5B3-4F9C-AB2F-06E1DBE394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28CE1-A9CD-4F41-A4DB-3C7991DDFF33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  <a:t>1</a:t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00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17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硬件架构的差异和原</a:t>
            </a:r>
            <a:r>
              <a:rPr lang="en-US" altLang="zh-CN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</a:t>
            </a: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各种专属信息相互耦合，无法简单修改复用。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第一阶段明确目标平台（GPU、MLU、Ascend或其他</a:t>
            </a:r>
            <a:r>
              <a:rPr dirty="0"/>
              <a:t>）、</a:t>
            </a:r>
            <a:r>
              <a:rPr dirty="0" err="1"/>
              <a:t>编程后端（Triton、CUDA</a:t>
            </a:r>
            <a:r>
              <a:rPr dirty="0"/>
              <a:t> C、BANG </a:t>
            </a:r>
            <a:r>
              <a:rPr dirty="0" err="1"/>
              <a:t>C、Ascend</a:t>
            </a:r>
            <a:r>
              <a:rPr dirty="0"/>
              <a:t> </a:t>
            </a:r>
            <a:r>
              <a:rPr dirty="0" err="1"/>
              <a:t>C等</a:t>
            </a:r>
            <a:r>
              <a:rPr dirty="0"/>
              <a:t>）、环境版本及算子需求。精度示例为FP16、BF16、FP32，性能指标为相对基线或绝对值。第二阶段复用已验证的方法，不重新设计流程。第三阶段补齐可执行机制：执行阶段生成Kernel/Test/Script，经编译、运行、精度、性能Gate检查，PASS进入下一阶段，FAIL进入自动或人工Retry，也可Fallback；保留Artifact并利用Cache加速迭代。第四阶段按规范封装为&lt;platform&gt;-operator V0。第五阶段依次检查L1基础能力、L2平台行为、L3典型算子，并输出测试结果与问题清单。第六阶段根据结果持续优化，形成稳定、可恢复、可复用且工程规范完善的Skill。后续扩展算子类型、Shape、精度、平台及社区分享。验证失败时分别定位Workflow、Platform </a:t>
            </a:r>
            <a:r>
              <a:rPr dirty="0" err="1"/>
              <a:t>Knowledge、Optimization问题，修改流程、补充平台知识、完善优化规则后重新测试，直至满足要求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25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anose="02010609060101010101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500">
                <a:solidFill>
                  <a:srgbClr val="FF0000"/>
                </a:solidFill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ED75-4792-49C9-96DE-52CEC5167801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1125538"/>
            <a:ext cx="8418512" cy="503976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3C77-157B-4068-91CA-B8A816C91099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29EAC0-EE8D-413D-A21B-0D2A72478F42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1968E-894F-4211-B0BF-63EE4DA3F7B9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A7CA4D-2171-408E-A939-F36EE516B6A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DD1D4-B7E5-4098-8F5C-EB7642E9FDE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5AE5E8-78B1-4C3B-BC84-D093E810BF5A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0483DA-DF80-4B08-ACB7-D0B629795B5C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1915-0E22-43AE-BDDF-AED20E46C431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960EE9-FF42-4359-8489-CF7EF7090110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C52341-E375-4B05-82D0-BA6978ED3076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内页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ECCDF-A69F-4AEA-A1AD-E760662E1A1D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>
          <a:xfrm>
            <a:off x="792460" y="4509046"/>
            <a:ext cx="7415213" cy="792162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转正答辩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99" name="副标题 4"/>
          <p:cNvSpPr>
            <a:spLocks noGrp="1"/>
          </p:cNvSpPr>
          <p:nvPr>
            <p:ph type="subTitle" idx="1"/>
          </p:nvPr>
        </p:nvSpPr>
        <p:spPr>
          <a:xfrm>
            <a:off x="1403648" y="5445596"/>
            <a:ext cx="6192837" cy="647700"/>
          </a:xfrm>
        </p:spPr>
        <p:txBody>
          <a:bodyPr/>
          <a:lstStyle/>
          <a:p>
            <a:pPr>
              <a:defRPr/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霍子昂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2026/09/23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矩形 3"/>
          <p:cNvSpPr/>
          <p:nvPr/>
        </p:nvSpPr>
        <p:spPr>
          <a:xfrm>
            <a:off x="618823" y="1554212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618823" y="2996278"/>
            <a:ext cx="207199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实习工作职责</a:t>
            </a:r>
            <a:r>
              <a:rPr lang="en-US" altLang="zh-CN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核心贡献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30081" y="1910372"/>
          <a:ext cx="7683839" cy="877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7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实习部门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智能计算平台部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并行计算平台组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实习岗位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加速算子开发工程师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实习时间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毕业院校、学历、专业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西安电子科技大学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硕士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仪器科学与技术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9649" y="3290818"/>
            <a:ext cx="7996807" cy="23878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工作内容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、进行基础算子开发与模型推理简单优化；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、负责寒武纪算子开发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的优化；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总结了一个开发算子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的开发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并多平台验证。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核心贡献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、完成算子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架构优化：通过平台知识解耦、上下文精简、按需优化、分层验证及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复用；</a:t>
            </a:r>
            <a:endParaRPr kumimoji="1"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、构建动态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算子开发方案：形成动态支持、自动化参数搜索、多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适配的完整演进路线；</a:t>
            </a:r>
            <a:endParaRPr kumimoji="1"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、总结跨平台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开发方法，并在多个平台上完成算子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开发与验证。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4"/>
          <a:srcRect l="5443" t="24548" r="85167" b="60680"/>
          <a:stretch>
            <a:fillRect/>
          </a:stretch>
        </p:blipFill>
        <p:spPr>
          <a:xfrm>
            <a:off x="1248098" y="2757714"/>
            <a:ext cx="1614170" cy="1429385"/>
          </a:xfrm>
          <a:prstGeom prst="rect">
            <a:avLst/>
          </a:prstGeom>
        </p:spPr>
      </p:pic>
      <p:sp>
        <p:nvSpPr>
          <p:cNvPr id="31" name="s2-obj20"/>
          <p:cNvSpPr>
            <a:spLocks noGrp="1"/>
          </p:cNvSpPr>
          <p:nvPr/>
        </p:nvSpPr>
        <p:spPr>
          <a:xfrm>
            <a:off x="5287888" y="1481849"/>
            <a:ext cx="2552700" cy="485775"/>
          </a:xfrm>
          <a:prstGeom prst="roundRect">
            <a:avLst>
              <a:gd name="adj" fmla="val 15686"/>
            </a:avLst>
          </a:prstGeom>
          <a:solidFill>
            <a:srgbClr val="C5DDFD"/>
          </a:solidFill>
          <a:ln w="9525">
            <a:solidFill>
              <a:srgbClr val="83B1FD"/>
            </a:solidFill>
          </a:ln>
        </p:spPr>
      </p:sp>
      <p:sp>
        <p:nvSpPr>
          <p:cNvPr id="32" name="s2-obj21"/>
          <p:cNvSpPr>
            <a:spLocks noGrp="1"/>
          </p:cNvSpPr>
          <p:nvPr/>
        </p:nvSpPr>
        <p:spPr>
          <a:xfrm>
            <a:off x="5364088" y="1510424"/>
            <a:ext cx="2400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GDRAM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(80GB)</a:t>
            </a:r>
          </a:p>
        </p:txBody>
      </p:sp>
      <p:sp>
        <p:nvSpPr>
          <p:cNvPr id="33" name="s2-obj22"/>
          <p:cNvSpPr>
            <a:spLocks noGrp="1"/>
          </p:cNvSpPr>
          <p:nvPr/>
        </p:nvSpPr>
        <p:spPr>
          <a:xfrm>
            <a:off x="5078338" y="2453399"/>
            <a:ext cx="2971800" cy="485775"/>
          </a:xfrm>
          <a:prstGeom prst="roundRect">
            <a:avLst>
              <a:gd name="adj" fmla="val 15686"/>
            </a:avLst>
          </a:prstGeom>
          <a:solidFill>
            <a:srgbClr val="6FA5F8"/>
          </a:solidFill>
          <a:ln w="0">
            <a:noFill/>
          </a:ln>
        </p:spPr>
      </p:sp>
      <p:sp>
        <p:nvSpPr>
          <p:cNvPr id="34" name="s2-obj23"/>
          <p:cNvSpPr>
            <a:spLocks noGrp="1"/>
          </p:cNvSpPr>
          <p:nvPr/>
        </p:nvSpPr>
        <p:spPr>
          <a:xfrm>
            <a:off x="5154538" y="2481974"/>
            <a:ext cx="2819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Cluster SRAM</a:t>
            </a:r>
          </a:p>
          <a:p>
            <a:pPr algn="ctr">
              <a:def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 MiB / Cluster)</a:t>
            </a:r>
          </a:p>
        </p:txBody>
      </p:sp>
      <p:sp>
        <p:nvSpPr>
          <p:cNvPr id="35" name="s2-line24"/>
          <p:cNvSpPr>
            <a:spLocks noGrp="1"/>
          </p:cNvSpPr>
          <p:nvPr/>
        </p:nvSpPr>
        <p:spPr>
          <a:xfrm>
            <a:off x="6564238" y="1967624"/>
            <a:ext cx="9525" cy="457200"/>
          </a:xfrm>
          <a:custGeom>
            <a:avLst/>
            <a:gdLst/>
            <a:ahLst/>
            <a:cxnLst/>
            <a:rect l="0" t="0" r="0" b="0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9050">
            <a:solidFill>
              <a:srgbClr val="417BC8"/>
            </a:solidFill>
            <a:prstDash val="solid"/>
          </a:ln>
        </p:spPr>
      </p:sp>
      <p:sp>
        <p:nvSpPr>
          <p:cNvPr id="36" name="s2-path25"/>
          <p:cNvSpPr>
            <a:spLocks noGrp="1"/>
          </p:cNvSpPr>
          <p:nvPr/>
        </p:nvSpPr>
        <p:spPr>
          <a:xfrm>
            <a:off x="6517089" y="2339099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417BC8"/>
          </a:solidFill>
          <a:ln w="9525">
            <a:noFill/>
          </a:ln>
        </p:spPr>
      </p:sp>
      <p:sp>
        <p:nvSpPr>
          <p:cNvPr id="37" name="s2-obj26"/>
          <p:cNvSpPr>
            <a:spLocks noGrp="1"/>
          </p:cNvSpPr>
          <p:nvPr/>
        </p:nvSpPr>
        <p:spPr>
          <a:xfrm>
            <a:off x="6764263" y="2024774"/>
            <a:ext cx="14763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IO-DMA</a:t>
            </a:r>
          </a:p>
        </p:txBody>
      </p:sp>
      <p:sp>
        <p:nvSpPr>
          <p:cNvPr id="39" name="s2-obj28"/>
          <p:cNvSpPr>
            <a:spLocks noGrp="1"/>
          </p:cNvSpPr>
          <p:nvPr/>
        </p:nvSpPr>
        <p:spPr>
          <a:xfrm>
            <a:off x="4954513" y="3463049"/>
            <a:ext cx="1495425" cy="485775"/>
          </a:xfrm>
          <a:prstGeom prst="roundRect">
            <a:avLst>
              <a:gd name="adj" fmla="val 15686"/>
            </a:avLst>
          </a:prstGeom>
          <a:solidFill>
            <a:srgbClr val="2CA9A0"/>
          </a:solidFill>
          <a:ln w="0">
            <a:noFill/>
          </a:ln>
        </p:spPr>
      </p:sp>
      <p:sp>
        <p:nvSpPr>
          <p:cNvPr id="40" name="s2-obj29"/>
          <p:cNvSpPr>
            <a:spLocks noGrp="1"/>
          </p:cNvSpPr>
          <p:nvPr/>
        </p:nvSpPr>
        <p:spPr>
          <a:xfrm>
            <a:off x="5030713" y="3491624"/>
            <a:ext cx="13430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NRAM</a:t>
            </a:r>
          </a:p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 KiB / Core)</a:t>
            </a:r>
          </a:p>
        </p:txBody>
      </p:sp>
      <p:sp>
        <p:nvSpPr>
          <p:cNvPr id="41" name="s2-obj30"/>
          <p:cNvSpPr>
            <a:spLocks noGrp="1"/>
          </p:cNvSpPr>
          <p:nvPr/>
        </p:nvSpPr>
        <p:spPr>
          <a:xfrm>
            <a:off x="6659488" y="3463049"/>
            <a:ext cx="1495425" cy="485775"/>
          </a:xfrm>
          <a:prstGeom prst="roundRect">
            <a:avLst>
              <a:gd name="adj" fmla="val 15686"/>
            </a:avLst>
          </a:prstGeom>
          <a:solidFill>
            <a:srgbClr val="9989DF"/>
          </a:solidFill>
          <a:ln w="0">
            <a:noFill/>
          </a:ln>
        </p:spPr>
      </p:sp>
      <p:sp>
        <p:nvSpPr>
          <p:cNvPr id="42" name="s2-obj31"/>
          <p:cNvSpPr>
            <a:spLocks noGrp="1"/>
          </p:cNvSpPr>
          <p:nvPr/>
        </p:nvSpPr>
        <p:spPr>
          <a:xfrm>
            <a:off x="6735688" y="3491624"/>
            <a:ext cx="13430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WRAM</a:t>
            </a:r>
          </a:p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 KiB / Core)</a:t>
            </a:r>
          </a:p>
        </p:txBody>
      </p:sp>
      <p:sp>
        <p:nvSpPr>
          <p:cNvPr id="43" name="s2-line32"/>
          <p:cNvSpPr>
            <a:spLocks noGrp="1"/>
          </p:cNvSpPr>
          <p:nvPr/>
        </p:nvSpPr>
        <p:spPr>
          <a:xfrm>
            <a:off x="5240263" y="2948699"/>
            <a:ext cx="9525" cy="495300"/>
          </a:xfrm>
          <a:custGeom>
            <a:avLst/>
            <a:gdLst/>
            <a:ahLst/>
            <a:cxnLst/>
            <a:rect l="0" t="0" r="0" b="0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9050">
            <a:solidFill>
              <a:srgbClr val="2CA9A0"/>
            </a:solidFill>
            <a:prstDash val="solid"/>
          </a:ln>
        </p:spPr>
      </p:sp>
      <p:sp>
        <p:nvSpPr>
          <p:cNvPr id="44" name="s2-path33"/>
          <p:cNvSpPr>
            <a:spLocks noGrp="1"/>
          </p:cNvSpPr>
          <p:nvPr/>
        </p:nvSpPr>
        <p:spPr>
          <a:xfrm>
            <a:off x="5193114" y="3358274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9A0"/>
          </a:solidFill>
          <a:ln w="9525">
            <a:noFill/>
          </a:ln>
        </p:spPr>
      </p:sp>
      <p:sp>
        <p:nvSpPr>
          <p:cNvPr id="45" name="s2-line34"/>
          <p:cNvSpPr>
            <a:spLocks noGrp="1"/>
          </p:cNvSpPr>
          <p:nvPr/>
        </p:nvSpPr>
        <p:spPr>
          <a:xfrm>
            <a:off x="6954763" y="2948699"/>
            <a:ext cx="9525" cy="495300"/>
          </a:xfrm>
          <a:custGeom>
            <a:avLst/>
            <a:gdLst/>
            <a:ahLst/>
            <a:cxnLst/>
            <a:rect l="0" t="0" r="0" b="0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9050">
            <a:solidFill>
              <a:srgbClr val="7258D7"/>
            </a:solidFill>
            <a:prstDash val="solid"/>
          </a:ln>
        </p:spPr>
      </p:sp>
      <p:sp>
        <p:nvSpPr>
          <p:cNvPr id="51" name="s2-obj40"/>
          <p:cNvSpPr>
            <a:spLocks noGrp="1"/>
          </p:cNvSpPr>
          <p:nvPr/>
        </p:nvSpPr>
        <p:spPr>
          <a:xfrm>
            <a:off x="5087863" y="4234574"/>
            <a:ext cx="2867025" cy="438150"/>
          </a:xfrm>
          <a:prstGeom prst="roundRect">
            <a:avLst>
              <a:gd name="adj" fmla="val 17391"/>
            </a:avLst>
          </a:prstGeom>
          <a:solidFill>
            <a:srgbClr val="F8DEAD"/>
          </a:solidFill>
          <a:ln w="0">
            <a:noFill/>
          </a:ln>
        </p:spPr>
      </p:sp>
      <p:sp>
        <p:nvSpPr>
          <p:cNvPr id="52" name="s2-obj41"/>
          <p:cNvSpPr>
            <a:spLocks noGrp="1"/>
          </p:cNvSpPr>
          <p:nvPr/>
        </p:nvSpPr>
        <p:spPr>
          <a:xfrm>
            <a:off x="5164063" y="4263149"/>
            <a:ext cx="2714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TFU / 计算</a:t>
            </a:r>
            <a:r>
              <a:rPr lang="zh-CN"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单元</a:t>
            </a:r>
          </a:p>
        </p:txBody>
      </p:sp>
      <p:graphicFrame>
        <p:nvGraphicFramePr>
          <p:cNvPr id="63" name="表格 6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3700606"/>
              </p:ext>
            </p:extLst>
          </p:nvPr>
        </p:nvGraphicFramePr>
        <p:xfrm>
          <a:off x="1232710" y="5215649"/>
          <a:ext cx="694396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实测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GDRAM-&gt;SRAM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SRAM-&gt;NRAM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SRAM-&gt;WRAM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 smtClean="0"/>
                        <a:t>传输能力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1.83TB/s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699GB/s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668GB/s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实测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TFU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add/mul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exp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 smtClean="0"/>
                        <a:t>计算能力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6.76TFLOPS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96GOPS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58GOPS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s2-path35"/>
          <p:cNvSpPr>
            <a:spLocks noGrp="1"/>
          </p:cNvSpPr>
          <p:nvPr/>
        </p:nvSpPr>
        <p:spPr>
          <a:xfrm>
            <a:off x="6898724" y="3424949"/>
            <a:ext cx="94298" cy="85725"/>
          </a:xfrm>
          <a:custGeom>
            <a:avLst/>
            <a:gdLst/>
            <a:ahLst/>
            <a:cxnLst/>
            <a:rect l="0" t="0" r="0" b="0"/>
            <a:pathLst>
              <a:path w="94298" h="85725">
                <a:moveTo>
                  <a:pt x="47149" y="85725"/>
                </a:moveTo>
                <a:lnTo>
                  <a:pt x="9429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58D7"/>
          </a:solidFill>
          <a:ln w="9525">
            <a:noFill/>
          </a:ln>
        </p:spPr>
      </p:sp>
      <p:sp>
        <p:nvSpPr>
          <p:cNvPr id="75" name="s2-line42"/>
          <p:cNvSpPr>
            <a:spLocks noGrp="1"/>
          </p:cNvSpPr>
          <p:nvPr/>
        </p:nvSpPr>
        <p:spPr>
          <a:xfrm>
            <a:off x="5674603" y="3967874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2CA9A0"/>
            </a:solidFill>
            <a:prstDash val="solid"/>
          </a:ln>
        </p:spPr>
      </p:sp>
      <p:sp>
        <p:nvSpPr>
          <p:cNvPr id="80" name="s2-path43"/>
          <p:cNvSpPr>
            <a:spLocks noGrp="1"/>
          </p:cNvSpPr>
          <p:nvPr/>
        </p:nvSpPr>
        <p:spPr>
          <a:xfrm>
            <a:off x="5627454" y="4139324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9A0"/>
          </a:solidFill>
          <a:ln w="9525">
            <a:noFill/>
          </a:ln>
        </p:spPr>
      </p:sp>
      <p:sp>
        <p:nvSpPr>
          <p:cNvPr id="90" name="s2-line44"/>
          <p:cNvSpPr>
            <a:spLocks noGrp="1"/>
          </p:cNvSpPr>
          <p:nvPr/>
        </p:nvSpPr>
        <p:spPr>
          <a:xfrm>
            <a:off x="7398628" y="3967874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7258D7"/>
            </a:solidFill>
            <a:prstDash val="solid"/>
          </a:ln>
        </p:spPr>
      </p:sp>
      <p:sp>
        <p:nvSpPr>
          <p:cNvPr id="95" name="s2-path45"/>
          <p:cNvSpPr>
            <a:spLocks noGrp="1"/>
          </p:cNvSpPr>
          <p:nvPr/>
        </p:nvSpPr>
        <p:spPr>
          <a:xfrm>
            <a:off x="7351479" y="4139324"/>
            <a:ext cx="94298" cy="85725"/>
          </a:xfrm>
          <a:custGeom>
            <a:avLst/>
            <a:gdLst/>
            <a:ahLst/>
            <a:cxnLst/>
            <a:rect l="0" t="0" r="0" b="0"/>
            <a:pathLst>
              <a:path w="94298" h="85725">
                <a:moveTo>
                  <a:pt x="47149" y="85725"/>
                </a:moveTo>
                <a:lnTo>
                  <a:pt x="9429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58D7"/>
          </a:solidFill>
          <a:ln w="9525">
            <a:noFill/>
          </a:ln>
        </p:spPr>
      </p:sp>
      <p:sp>
        <p:nvSpPr>
          <p:cNvPr id="30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616129" y="1698852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寒武纪</a:t>
            </a:r>
            <a:r>
              <a:rPr lang="en-US" altLang="zh-CN" sz="1575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MLU+triton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s2-obj88"/>
          <p:cNvSpPr>
            <a:spLocks noGrp="1"/>
          </p:cNvSpPr>
          <p:nvPr/>
        </p:nvSpPr>
        <p:spPr>
          <a:xfrm>
            <a:off x="1020972" y="2639521"/>
            <a:ext cx="7028815" cy="1685925"/>
          </a:xfrm>
          <a:prstGeom prst="roundRect">
            <a:avLst>
              <a:gd name="adj" fmla="val 4520"/>
            </a:avLst>
          </a:prstGeom>
          <a:gradFill>
            <a:gsLst>
              <a:gs pos="0">
                <a:srgbClr val="F3F8FE"/>
              </a:gs>
              <a:gs pos="100000">
                <a:srgbClr val="FAFCFF"/>
              </a:gs>
            </a:gsLst>
            <a:lin ang="5400000"/>
          </a:gradFill>
          <a:ln w="0">
            <a:noFill/>
          </a:ln>
        </p:spPr>
      </p:sp>
      <p:sp>
        <p:nvSpPr>
          <p:cNvPr id="6" name="s2-obj89"/>
          <p:cNvSpPr>
            <a:spLocks noGrp="1"/>
          </p:cNvSpPr>
          <p:nvPr/>
        </p:nvSpPr>
        <p:spPr>
          <a:xfrm>
            <a:off x="1049547" y="2715721"/>
            <a:ext cx="47625" cy="238125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1268F8"/>
              </a:gs>
              <a:gs pos="100000">
                <a:srgbClr val="AECFFD"/>
              </a:gs>
            </a:gsLst>
            <a:lin ang="5400000"/>
          </a:gradFill>
          <a:ln w="0">
            <a:noFill/>
          </a:ln>
        </p:spPr>
      </p:sp>
      <p:sp>
        <p:nvSpPr>
          <p:cNvPr id="7" name="s2-obj90"/>
          <p:cNvSpPr>
            <a:spLocks noGrp="1"/>
          </p:cNvSpPr>
          <p:nvPr/>
        </p:nvSpPr>
        <p:spPr>
          <a:xfrm>
            <a:off x="1230522" y="2268681"/>
            <a:ext cx="73056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流水与重叠示意</a:t>
            </a:r>
          </a:p>
        </p:txBody>
      </p:sp>
      <p:sp>
        <p:nvSpPr>
          <p:cNvPr id="8" name="s2-obj91"/>
          <p:cNvSpPr>
            <a:spLocks noGrp="1"/>
          </p:cNvSpPr>
          <p:nvPr/>
        </p:nvSpPr>
        <p:spPr>
          <a:xfrm>
            <a:off x="1192422" y="3039571"/>
            <a:ext cx="1762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ST1: 串行执行</a:t>
            </a:r>
          </a:p>
        </p:txBody>
      </p:sp>
      <p:sp>
        <p:nvSpPr>
          <p:cNvPr id="9" name="s2-obj92"/>
          <p:cNvSpPr>
            <a:spLocks noGrp="1"/>
          </p:cNvSpPr>
          <p:nvPr/>
        </p:nvSpPr>
        <p:spPr>
          <a:xfrm>
            <a:off x="1192422" y="3582496"/>
            <a:ext cx="1762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ST2: 双缓冲（重叠）</a:t>
            </a:r>
          </a:p>
        </p:txBody>
      </p:sp>
      <p:sp>
        <p:nvSpPr>
          <p:cNvPr id="10" name="s2-obj93"/>
          <p:cNvSpPr>
            <a:spLocks noGrp="1"/>
          </p:cNvSpPr>
          <p:nvPr/>
        </p:nvSpPr>
        <p:spPr>
          <a:xfrm>
            <a:off x="265927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11" name="s2-obj94"/>
          <p:cNvSpPr>
            <a:spLocks noGrp="1"/>
          </p:cNvSpPr>
          <p:nvPr/>
        </p:nvSpPr>
        <p:spPr>
          <a:xfrm>
            <a:off x="273547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</a:p>
        </p:txBody>
      </p:sp>
      <p:sp>
        <p:nvSpPr>
          <p:cNvPr id="12" name="s2-obj95"/>
          <p:cNvSpPr>
            <a:spLocks noGrp="1"/>
          </p:cNvSpPr>
          <p:nvPr/>
        </p:nvSpPr>
        <p:spPr>
          <a:xfrm>
            <a:off x="382132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0CFBB"/>
          </a:solidFill>
          <a:ln w="0">
            <a:noFill/>
          </a:ln>
        </p:spPr>
      </p:sp>
      <p:sp>
        <p:nvSpPr>
          <p:cNvPr id="13" name="s2-obj96"/>
          <p:cNvSpPr>
            <a:spLocks noGrp="1"/>
          </p:cNvSpPr>
          <p:nvPr/>
        </p:nvSpPr>
        <p:spPr>
          <a:xfrm>
            <a:off x="389752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</a:p>
        </p:txBody>
      </p:sp>
      <p:sp>
        <p:nvSpPr>
          <p:cNvPr id="14" name="s2-obj97"/>
          <p:cNvSpPr>
            <a:spLocks noGrp="1"/>
          </p:cNvSpPr>
          <p:nvPr/>
        </p:nvSpPr>
        <p:spPr>
          <a:xfrm>
            <a:off x="498337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15" name="s2-obj98"/>
          <p:cNvSpPr>
            <a:spLocks noGrp="1"/>
          </p:cNvSpPr>
          <p:nvPr/>
        </p:nvSpPr>
        <p:spPr>
          <a:xfrm>
            <a:off x="505957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</a:p>
        </p:txBody>
      </p:sp>
      <p:sp>
        <p:nvSpPr>
          <p:cNvPr id="16" name="s2-obj99"/>
          <p:cNvSpPr>
            <a:spLocks noGrp="1"/>
          </p:cNvSpPr>
          <p:nvPr/>
        </p:nvSpPr>
        <p:spPr>
          <a:xfrm>
            <a:off x="614542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0CFBB"/>
          </a:solidFill>
          <a:ln w="0">
            <a:noFill/>
          </a:ln>
        </p:spPr>
      </p:sp>
      <p:sp>
        <p:nvSpPr>
          <p:cNvPr id="17" name="s2-obj100"/>
          <p:cNvSpPr>
            <a:spLocks noGrp="1"/>
          </p:cNvSpPr>
          <p:nvPr/>
        </p:nvSpPr>
        <p:spPr>
          <a:xfrm>
            <a:off x="622162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</a:p>
        </p:txBody>
      </p:sp>
      <p:sp>
        <p:nvSpPr>
          <p:cNvPr id="18" name="s2-line101"/>
          <p:cNvSpPr>
            <a:spLocks noGrp="1"/>
          </p:cNvSpPr>
          <p:nvPr/>
        </p:nvSpPr>
        <p:spPr>
          <a:xfrm>
            <a:off x="2697372" y="3420571"/>
            <a:ext cx="4943475" cy="9525"/>
          </a:xfrm>
          <a:custGeom>
            <a:avLst/>
            <a:gdLst/>
            <a:ahLst/>
            <a:cxnLst/>
            <a:rect l="0" t="0" r="0" b="0"/>
            <a:pathLst>
              <a:path w="4943475" h="9525">
                <a:moveTo>
                  <a:pt x="0" y="0"/>
                </a:moveTo>
                <a:lnTo>
                  <a:pt x="4943475" y="0"/>
                </a:lnTo>
              </a:path>
            </a:pathLst>
          </a:custGeom>
          <a:noFill/>
          <a:ln w="9525">
            <a:solidFill>
              <a:srgbClr val="B0C7E5"/>
            </a:solidFill>
            <a:prstDash val="solid"/>
          </a:ln>
        </p:spPr>
      </p:sp>
      <p:sp>
        <p:nvSpPr>
          <p:cNvPr id="19" name="s2-path102"/>
          <p:cNvSpPr>
            <a:spLocks noGrp="1"/>
          </p:cNvSpPr>
          <p:nvPr/>
        </p:nvSpPr>
        <p:spPr>
          <a:xfrm>
            <a:off x="7555122" y="3373422"/>
            <a:ext cx="85725" cy="94298"/>
          </a:xfrm>
          <a:custGeom>
            <a:avLst/>
            <a:gdLst/>
            <a:ahLst/>
            <a:cxnLst/>
            <a:rect l="0" t="0" r="0" b="0"/>
            <a:pathLst>
              <a:path w="85725" h="94298">
                <a:moveTo>
                  <a:pt x="85725" y="47149"/>
                </a:moveTo>
                <a:lnTo>
                  <a:pt x="0" y="0"/>
                </a:lnTo>
                <a:lnTo>
                  <a:pt x="0" y="94298"/>
                </a:lnTo>
                <a:close/>
              </a:path>
            </a:pathLst>
          </a:custGeom>
          <a:solidFill>
            <a:srgbClr val="B0C7E5"/>
          </a:solidFill>
          <a:ln w="9525">
            <a:noFill/>
          </a:ln>
        </p:spPr>
      </p:sp>
      <p:sp>
        <p:nvSpPr>
          <p:cNvPr id="21" name="s2-obj104"/>
          <p:cNvSpPr>
            <a:spLocks noGrp="1"/>
          </p:cNvSpPr>
          <p:nvPr/>
        </p:nvSpPr>
        <p:spPr>
          <a:xfrm>
            <a:off x="2687847" y="3544396"/>
            <a:ext cx="1419225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22" name="s2-obj105"/>
          <p:cNvSpPr>
            <a:spLocks noGrp="1"/>
          </p:cNvSpPr>
          <p:nvPr/>
        </p:nvSpPr>
        <p:spPr>
          <a:xfrm>
            <a:off x="2764047" y="3572971"/>
            <a:ext cx="12668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0</a:t>
            </a:r>
          </a:p>
        </p:txBody>
      </p:sp>
      <p:sp>
        <p:nvSpPr>
          <p:cNvPr id="23" name="s2-obj106"/>
          <p:cNvSpPr>
            <a:spLocks noGrp="1"/>
          </p:cNvSpPr>
          <p:nvPr/>
        </p:nvSpPr>
        <p:spPr>
          <a:xfrm>
            <a:off x="4116597" y="3544396"/>
            <a:ext cx="1743075" cy="266700"/>
          </a:xfrm>
          <a:prstGeom prst="roundRect">
            <a:avLst>
              <a:gd name="adj" fmla="val 28571"/>
            </a:avLst>
          </a:prstGeom>
          <a:solidFill>
            <a:srgbClr val="83CCBE"/>
          </a:solidFill>
          <a:ln w="0">
            <a:noFill/>
          </a:ln>
        </p:spPr>
      </p:sp>
      <p:sp>
        <p:nvSpPr>
          <p:cNvPr id="24" name="s2-obj107"/>
          <p:cNvSpPr>
            <a:spLocks noGrp="1"/>
          </p:cNvSpPr>
          <p:nvPr/>
        </p:nvSpPr>
        <p:spPr>
          <a:xfrm>
            <a:off x="4192797" y="3572971"/>
            <a:ext cx="1590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 0</a:t>
            </a:r>
          </a:p>
        </p:txBody>
      </p:sp>
      <p:sp>
        <p:nvSpPr>
          <p:cNvPr id="25" name="s2-obj108"/>
          <p:cNvSpPr>
            <a:spLocks noGrp="1"/>
          </p:cNvSpPr>
          <p:nvPr/>
        </p:nvSpPr>
        <p:spPr>
          <a:xfrm>
            <a:off x="4116597" y="3811096"/>
            <a:ext cx="1352550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26" name="s2-obj109"/>
          <p:cNvSpPr>
            <a:spLocks noGrp="1"/>
          </p:cNvSpPr>
          <p:nvPr/>
        </p:nvSpPr>
        <p:spPr>
          <a:xfrm>
            <a:off x="4192797" y="3839671"/>
            <a:ext cx="1200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1</a:t>
            </a:r>
          </a:p>
        </p:txBody>
      </p:sp>
      <p:sp>
        <p:nvSpPr>
          <p:cNvPr id="28" name="s2-obj110"/>
          <p:cNvSpPr>
            <a:spLocks noGrp="1"/>
          </p:cNvSpPr>
          <p:nvPr/>
        </p:nvSpPr>
        <p:spPr>
          <a:xfrm>
            <a:off x="5869197" y="3814906"/>
            <a:ext cx="1857375" cy="266700"/>
          </a:xfrm>
          <a:prstGeom prst="roundRect">
            <a:avLst>
              <a:gd name="adj" fmla="val 28571"/>
            </a:avLst>
          </a:prstGeom>
          <a:solidFill>
            <a:srgbClr val="83CCBE"/>
          </a:solidFill>
          <a:ln w="0">
            <a:noFill/>
          </a:ln>
        </p:spPr>
      </p:sp>
      <p:sp>
        <p:nvSpPr>
          <p:cNvPr id="29" name="s2-obj111"/>
          <p:cNvSpPr>
            <a:spLocks noGrp="1"/>
          </p:cNvSpPr>
          <p:nvPr/>
        </p:nvSpPr>
        <p:spPr>
          <a:xfrm>
            <a:off x="5945397" y="3843481"/>
            <a:ext cx="17049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 1</a:t>
            </a:r>
          </a:p>
        </p:txBody>
      </p:sp>
      <p:sp>
        <p:nvSpPr>
          <p:cNvPr id="48" name="s1-obj41"/>
          <p:cNvSpPr>
            <a:spLocks noGrp="1"/>
          </p:cNvSpPr>
          <p:nvPr/>
        </p:nvSpPr>
        <p:spPr>
          <a:xfrm>
            <a:off x="1409559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49" name="s1-obj42"/>
          <p:cNvSpPr>
            <a:spLocks noGrp="1"/>
          </p:cNvSpPr>
          <p:nvPr/>
        </p:nvSpPr>
        <p:spPr>
          <a:xfrm>
            <a:off x="1447659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Tiling</a:t>
            </a:r>
          </a:p>
        </p:txBody>
      </p:sp>
      <p:sp>
        <p:nvSpPr>
          <p:cNvPr id="50" name="s1-obj43"/>
          <p:cNvSpPr>
            <a:spLocks noGrp="1"/>
          </p:cNvSpPr>
          <p:nvPr/>
        </p:nvSpPr>
        <p:spPr>
          <a:xfrm>
            <a:off x="1447659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分块策略</a:t>
            </a:r>
          </a:p>
        </p:txBody>
      </p:sp>
      <p:sp>
        <p:nvSpPr>
          <p:cNvPr id="3" name="s1-obj44"/>
          <p:cNvSpPr>
            <a:spLocks noGrp="1"/>
          </p:cNvSpPr>
          <p:nvPr/>
        </p:nvSpPr>
        <p:spPr>
          <a:xfrm>
            <a:off x="2971659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4" name="s1-obj45"/>
          <p:cNvSpPr>
            <a:spLocks noGrp="1"/>
          </p:cNvSpPr>
          <p:nvPr/>
        </p:nvSpPr>
        <p:spPr>
          <a:xfrm>
            <a:off x="3009759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Reduction</a:t>
            </a:r>
          </a:p>
        </p:txBody>
      </p:sp>
      <p:sp>
        <p:nvSpPr>
          <p:cNvPr id="20" name="s1-obj46"/>
          <p:cNvSpPr>
            <a:spLocks noGrp="1"/>
          </p:cNvSpPr>
          <p:nvPr/>
        </p:nvSpPr>
        <p:spPr>
          <a:xfrm>
            <a:off x="3009759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归约优化</a:t>
            </a:r>
          </a:p>
        </p:txBody>
      </p:sp>
      <p:sp>
        <p:nvSpPr>
          <p:cNvPr id="30" name="s1-obj47"/>
          <p:cNvSpPr>
            <a:spLocks noGrp="1"/>
          </p:cNvSpPr>
          <p:nvPr/>
        </p:nvSpPr>
        <p:spPr>
          <a:xfrm>
            <a:off x="4533759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38" name="s1-obj48"/>
          <p:cNvSpPr>
            <a:spLocks noGrp="1"/>
          </p:cNvSpPr>
          <p:nvPr/>
        </p:nvSpPr>
        <p:spPr>
          <a:xfrm>
            <a:off x="4571859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Grid</a:t>
            </a:r>
          </a:p>
        </p:txBody>
      </p:sp>
      <p:sp>
        <p:nvSpPr>
          <p:cNvPr id="47" name="s1-obj49"/>
          <p:cNvSpPr>
            <a:spLocks noGrp="1"/>
          </p:cNvSpPr>
          <p:nvPr/>
        </p:nvSpPr>
        <p:spPr>
          <a:xfrm>
            <a:off x="4571859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并行策略</a:t>
            </a:r>
          </a:p>
        </p:txBody>
      </p:sp>
      <p:sp>
        <p:nvSpPr>
          <p:cNvPr id="60" name="s1-obj53"/>
          <p:cNvSpPr>
            <a:spLocks noGrp="1"/>
          </p:cNvSpPr>
          <p:nvPr/>
        </p:nvSpPr>
        <p:spPr>
          <a:xfrm>
            <a:off x="6139674" y="4992973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61" name="s1-obj54"/>
          <p:cNvSpPr>
            <a:spLocks noGrp="1"/>
          </p:cNvSpPr>
          <p:nvPr/>
        </p:nvSpPr>
        <p:spPr>
          <a:xfrm>
            <a:off x="6177774" y="5097748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Fusion</a:t>
            </a:r>
          </a:p>
        </p:txBody>
      </p:sp>
      <p:sp>
        <p:nvSpPr>
          <p:cNvPr id="62" name="s1-obj55"/>
          <p:cNvSpPr>
            <a:spLocks noGrp="1"/>
          </p:cNvSpPr>
          <p:nvPr/>
        </p:nvSpPr>
        <p:spPr>
          <a:xfrm>
            <a:off x="6177774" y="5459698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算子融合</a:t>
            </a:r>
          </a:p>
        </p:txBody>
      </p:sp>
      <p:sp>
        <p:nvSpPr>
          <p:cNvPr id="64" name="s2-obj108"/>
          <p:cNvSpPr>
            <a:spLocks noGrp="1"/>
          </p:cNvSpPr>
          <p:nvPr/>
        </p:nvSpPr>
        <p:spPr>
          <a:xfrm>
            <a:off x="5834272" y="3536141"/>
            <a:ext cx="1352550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65" name="s2-obj109"/>
          <p:cNvSpPr>
            <a:spLocks noGrp="1"/>
          </p:cNvSpPr>
          <p:nvPr/>
        </p:nvSpPr>
        <p:spPr>
          <a:xfrm>
            <a:off x="5910472" y="3564716"/>
            <a:ext cx="1200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</a:t>
            </a:r>
            <a:r>
              <a:rPr lang="en-US"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</a:p>
        </p:txBody>
      </p:sp>
      <p:sp>
        <p:nvSpPr>
          <p:cNvPr id="44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395288" y="1762042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多级缓存优化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395288" y="4424602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其他优化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" name="s3-obj7"/>
          <p:cNvSpPr>
            <a:spLocks noGrp="1"/>
          </p:cNvSpPr>
          <p:nvPr/>
        </p:nvSpPr>
        <p:spPr>
          <a:xfrm>
            <a:off x="542925" y="1795145"/>
            <a:ext cx="7972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MatMul：分块与流水优化</a:t>
            </a:r>
          </a:p>
        </p:txBody>
      </p:sp>
      <p:sp>
        <p:nvSpPr>
          <p:cNvPr id="10" name="s3-obj9"/>
          <p:cNvSpPr>
            <a:spLocks noGrp="1"/>
          </p:cNvSpPr>
          <p:nvPr/>
        </p:nvSpPr>
        <p:spPr>
          <a:xfrm>
            <a:off x="8860155" y="2214245"/>
            <a:ext cx="47625" cy="352425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1268F8"/>
              </a:gs>
              <a:gs pos="100000">
                <a:srgbClr val="AECFFD"/>
              </a:gs>
            </a:gsLst>
            <a:lin ang="5400000"/>
          </a:gradFill>
          <a:ln w="0">
            <a:noFill/>
          </a:ln>
        </p:spPr>
      </p:sp>
      <p:graphicFrame>
        <p:nvGraphicFramePr>
          <p:cNvPr id="98" name="Chart"/>
          <p:cNvGraphicFramePr/>
          <p:nvPr>
            <p:extLst>
              <p:ext uri="{D42A27DB-BD31-4B8C-83A1-F6EECF244321}">
                <p14:modId xmlns:p14="http://schemas.microsoft.com/office/powerpoint/2010/main" val="398538969"/>
              </p:ext>
            </p:extLst>
          </p:nvPr>
        </p:nvGraphicFramePr>
        <p:xfrm>
          <a:off x="693420" y="2337980"/>
          <a:ext cx="4467225" cy="214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3-obj12"/>
          <p:cNvSpPr>
            <a:spLocks noGrp="1"/>
          </p:cNvSpPr>
          <p:nvPr/>
        </p:nvSpPr>
        <p:spPr>
          <a:xfrm>
            <a:off x="4393882" y="2214154"/>
            <a:ext cx="8763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 dirty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TFLOPS</a:t>
            </a:r>
          </a:p>
        </p:txBody>
      </p:sp>
      <p:sp>
        <p:nvSpPr>
          <p:cNvPr id="15" name="s3-obj13"/>
          <p:cNvSpPr>
            <a:spLocks noGrp="1"/>
          </p:cNvSpPr>
          <p:nvPr/>
        </p:nvSpPr>
        <p:spPr>
          <a:xfrm>
            <a:off x="5562600" y="2490470"/>
            <a:ext cx="228600" cy="228600"/>
          </a:xfrm>
          <a:prstGeom prst="ellipse">
            <a:avLst/>
          </a:prstGeom>
          <a:solidFill>
            <a:srgbClr val="0055DA"/>
          </a:solidFill>
          <a:ln w="0">
            <a:noFill/>
          </a:ln>
        </p:spPr>
      </p:sp>
      <p:sp>
        <p:nvSpPr>
          <p:cNvPr id="16" name="s3-obj14"/>
          <p:cNvSpPr>
            <a:spLocks noGrp="1"/>
          </p:cNvSpPr>
          <p:nvPr/>
        </p:nvSpPr>
        <p:spPr>
          <a:xfrm>
            <a:off x="5562600" y="248094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✓</a:t>
            </a:r>
          </a:p>
        </p:txBody>
      </p:sp>
      <p:sp>
        <p:nvSpPr>
          <p:cNvPr id="17" name="s3-obj15"/>
          <p:cNvSpPr>
            <a:spLocks noGrp="1"/>
          </p:cNvSpPr>
          <p:nvPr/>
        </p:nvSpPr>
        <p:spPr>
          <a:xfrm>
            <a:off x="5886450" y="2423795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45" b="0" dirty="0" err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扩大有效</a:t>
            </a:r>
            <a:r>
              <a:rPr sz="1545" b="0" dirty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545" b="0" dirty="0" err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Tile，提高数据复用</a:t>
            </a:r>
            <a:endParaRPr sz="1545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s3-obj16"/>
          <p:cNvSpPr>
            <a:spLocks noGrp="1"/>
          </p:cNvSpPr>
          <p:nvPr/>
        </p:nvSpPr>
        <p:spPr>
          <a:xfrm>
            <a:off x="5562600" y="2871470"/>
            <a:ext cx="228600" cy="228600"/>
          </a:xfrm>
          <a:prstGeom prst="ellipse">
            <a:avLst/>
          </a:prstGeom>
          <a:solidFill>
            <a:srgbClr val="0055DA"/>
          </a:solidFill>
          <a:ln w="0">
            <a:noFill/>
          </a:ln>
        </p:spPr>
      </p:sp>
      <p:sp>
        <p:nvSpPr>
          <p:cNvPr id="19" name="s3-obj17"/>
          <p:cNvSpPr>
            <a:spLocks noGrp="1"/>
          </p:cNvSpPr>
          <p:nvPr/>
        </p:nvSpPr>
        <p:spPr>
          <a:xfrm>
            <a:off x="5562600" y="286194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✓</a:t>
            </a:r>
          </a:p>
        </p:txBody>
      </p:sp>
      <p:sp>
        <p:nvSpPr>
          <p:cNvPr id="20" name="s3-obj18"/>
          <p:cNvSpPr>
            <a:spLocks noGrp="1"/>
          </p:cNvSpPr>
          <p:nvPr/>
        </p:nvSpPr>
        <p:spPr>
          <a:xfrm>
            <a:off x="5886450" y="279527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575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双缓冲提高计算单元利用率</a:t>
            </a:r>
            <a:endParaRPr sz="1575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s3-obj20"/>
          <p:cNvSpPr>
            <a:spLocks noGrp="1"/>
          </p:cNvSpPr>
          <p:nvPr/>
        </p:nvSpPr>
        <p:spPr>
          <a:xfrm>
            <a:off x="5734050" y="3442970"/>
            <a:ext cx="2752725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3000" b="1" dirty="0">
              <a:solidFill>
                <a:srgbClr val="0055D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s3-obj21"/>
          <p:cNvSpPr>
            <a:spLocks noGrp="1"/>
          </p:cNvSpPr>
          <p:nvPr/>
        </p:nvSpPr>
        <p:spPr>
          <a:xfrm>
            <a:off x="5674511" y="365252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30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30" b="0" dirty="0" err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达到厂商</a:t>
            </a:r>
            <a:r>
              <a:rPr sz="1730" b="0" dirty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GEMM 的 68.4%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628430"/>
              </p:ext>
            </p:extLst>
          </p:nvPr>
        </p:nvGraphicFramePr>
        <p:xfrm>
          <a:off x="713020" y="4910137"/>
          <a:ext cx="7417435" cy="140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手写算子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softmax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layernorm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flashattention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官方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3-obj15"/>
          <p:cNvSpPr>
            <a:spLocks noGrp="1"/>
          </p:cNvSpPr>
          <p:nvPr/>
        </p:nvSpPr>
        <p:spPr>
          <a:xfrm>
            <a:off x="1357788" y="4357370"/>
            <a:ext cx="4528661" cy="376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基础基线     </a:t>
            </a:r>
            <a:r>
              <a:rPr lang="en-US" altLang="zh-CN" sz="130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en-US" altLang="zh-CN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ile/Grid       </a:t>
            </a:r>
            <a:r>
              <a:rPr lang="zh-CN" altLang="en-US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多级缓冲      官方算子</a:t>
            </a:r>
            <a:endParaRPr sz="1300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Nano-</a:t>
            </a:r>
            <a:r>
              <a:rPr lang="en-US" altLang="zh-CN"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模型部署推理优化</a:t>
            </a:r>
            <a:endParaRPr lang="en-US" altLang="zh-CN" sz="21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435210" y="1773444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背景：在</a:t>
            </a:r>
            <a:r>
              <a:rPr lang="en-US" altLang="zh-CN" sz="1575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mlu</a:t>
            </a: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平台使用</a:t>
            </a:r>
            <a:r>
              <a:rPr lang="en-US" altLang="zh-CN" sz="1575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vllm</a:t>
            </a: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进行部署推理时经常遇到下面的问题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text_171_上下文重复"/>
          <p:cNvSpPr>
            <a:spLocks noGrp="1"/>
          </p:cNvSpPr>
          <p:nvPr/>
        </p:nvSpPr>
        <p:spPr>
          <a:xfrm>
            <a:off x="1037008" y="2575899"/>
            <a:ext cx="2356661" cy="29912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相同请求重复计算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_176_调度过多"/>
          <p:cNvSpPr>
            <a:spLocks noGrp="1"/>
          </p:cNvSpPr>
          <p:nvPr/>
        </p:nvSpPr>
        <p:spPr>
          <a:xfrm>
            <a:off x="1037008" y="3146482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复用前缀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</a:t>
            </a:r>
            <a:r>
              <a: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显存压力大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_181_优化不稳"/>
          <p:cNvSpPr>
            <a:spLocks noGrp="1"/>
          </p:cNvSpPr>
          <p:nvPr/>
        </p:nvSpPr>
        <p:spPr>
          <a:xfrm>
            <a:off x="1037008" y="3639400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O</a:t>
            </a:r>
            <a:r>
              <a: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ffload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645372" y="2685804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645371" y="3205693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645372" y="3697202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p4-o25">
            <a:extLst>
              <a:ext uri="{FF2B5EF4-FFF2-40B4-BE49-F238E27FC236}">
                <a16:creationId xmlns:a16="http://schemas.microsoft.com/office/drawing/2014/main" id="{CA992D99-9050-4AB2-8B27-370E3423C058}"/>
              </a:ext>
            </a:extLst>
          </p:cNvPr>
          <p:cNvSpPr>
            <a:spLocks noGrp="1"/>
          </p:cNvSpPr>
          <p:nvPr/>
        </p:nvSpPr>
        <p:spPr>
          <a:xfrm>
            <a:off x="2215339" y="5008984"/>
            <a:ext cx="2647950" cy="1323975"/>
          </a:xfrm>
          <a:prstGeom prst="roundRect">
            <a:avLst>
              <a:gd name="adj" fmla="val 5036"/>
            </a:avLst>
          </a:prstGeom>
          <a:solidFill>
            <a:srgbClr val="F7FAFE"/>
          </a:solidFill>
          <a:ln w="9525">
            <a:solidFill>
              <a:srgbClr val="D8E5F3"/>
            </a:solidFill>
          </a:ln>
        </p:spPr>
      </p:sp>
      <p:sp>
        <p:nvSpPr>
          <p:cNvPr id="137" name="p4-o26">
            <a:extLst>
              <a:ext uri="{FF2B5EF4-FFF2-40B4-BE49-F238E27FC236}">
                <a16:creationId xmlns:a16="http://schemas.microsoft.com/office/drawing/2014/main" id="{1E59FA89-77D3-43DF-8C8A-8464615B2838}"/>
              </a:ext>
            </a:extLst>
          </p:cNvPr>
          <p:cNvSpPr>
            <a:spLocks noGrp="1"/>
          </p:cNvSpPr>
          <p:nvPr/>
        </p:nvSpPr>
        <p:spPr>
          <a:xfrm>
            <a:off x="2358214" y="5085184"/>
            <a:ext cx="23526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86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0864D9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  <a:endParaRPr sz="1650" b="1" dirty="0">
              <a:solidFill>
                <a:srgbClr val="0864D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p4-o27">
            <a:extLst>
              <a:ext uri="{FF2B5EF4-FFF2-40B4-BE49-F238E27FC236}">
                <a16:creationId xmlns:a16="http://schemas.microsoft.com/office/drawing/2014/main" id="{E131BF2B-738C-4CEC-9160-8C3048F81D08}"/>
              </a:ext>
            </a:extLst>
          </p:cNvPr>
          <p:cNvSpPr>
            <a:spLocks noGrp="1"/>
          </p:cNvSpPr>
          <p:nvPr/>
        </p:nvSpPr>
        <p:spPr>
          <a:xfrm>
            <a:off x="2358214" y="5494759"/>
            <a:ext cx="2352675" cy="285750"/>
          </a:xfrm>
          <a:prstGeom prst="roundRect">
            <a:avLst>
              <a:gd name="adj" fmla="val 20000"/>
            </a:avLst>
          </a:prstGeom>
          <a:solidFill>
            <a:srgbClr val="FFF4F6"/>
          </a:solidFill>
          <a:ln w="9525">
            <a:solidFill>
              <a:srgbClr val="F1D0D7"/>
            </a:solidFill>
          </a:ln>
        </p:spPr>
      </p:sp>
      <p:sp>
        <p:nvSpPr>
          <p:cNvPr id="139" name="p4-o28">
            <a:extLst>
              <a:ext uri="{FF2B5EF4-FFF2-40B4-BE49-F238E27FC236}">
                <a16:creationId xmlns:a16="http://schemas.microsoft.com/office/drawing/2014/main" id="{6EBDA519-4ABE-4233-9D70-D880B3D5C01A}"/>
              </a:ext>
            </a:extLst>
          </p:cNvPr>
          <p:cNvSpPr>
            <a:spLocks noGrp="1"/>
          </p:cNvSpPr>
          <p:nvPr/>
        </p:nvSpPr>
        <p:spPr>
          <a:xfrm>
            <a:off x="2424889" y="5523334"/>
            <a:ext cx="22193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扩大 KV Cache 容量</a:t>
            </a:r>
          </a:p>
        </p:txBody>
      </p:sp>
      <p:sp>
        <p:nvSpPr>
          <p:cNvPr id="140" name="p4-o29">
            <a:extLst>
              <a:ext uri="{FF2B5EF4-FFF2-40B4-BE49-F238E27FC236}">
                <a16:creationId xmlns:a16="http://schemas.microsoft.com/office/drawing/2014/main" id="{2B5C9992-94B1-4433-B792-E80A0C81C072}"/>
              </a:ext>
            </a:extLst>
          </p:cNvPr>
          <p:cNvSpPr>
            <a:spLocks noGrp="1"/>
          </p:cNvSpPr>
          <p:nvPr/>
        </p:nvSpPr>
        <p:spPr>
          <a:xfrm>
            <a:off x="2377264" y="5875759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降低 Prefix HIT 场景 TTFT</a:t>
            </a:r>
          </a:p>
        </p:txBody>
      </p:sp>
      <p:sp>
        <p:nvSpPr>
          <p:cNvPr id="141" name="p4-o30">
            <a:extLst>
              <a:ext uri="{FF2B5EF4-FFF2-40B4-BE49-F238E27FC236}">
                <a16:creationId xmlns:a16="http://schemas.microsoft.com/office/drawing/2014/main" id="{A6E2238C-11F0-4541-8693-9B01587FD373}"/>
              </a:ext>
            </a:extLst>
          </p:cNvPr>
          <p:cNvSpPr>
            <a:spLocks noGrp="1"/>
          </p:cNvSpPr>
          <p:nvPr/>
        </p:nvSpPr>
        <p:spPr>
          <a:xfrm>
            <a:off x="2377264" y="6094834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降低 CPU ↔ MLU 搬运开销</a:t>
            </a:r>
          </a:p>
        </p:txBody>
      </p:sp>
      <p:sp>
        <p:nvSpPr>
          <p:cNvPr id="142" name="text_103_原始 Skill 已具备完整开发流程"/>
          <p:cNvSpPr>
            <a:spLocks noGrp="1"/>
          </p:cNvSpPr>
          <p:nvPr/>
        </p:nvSpPr>
        <p:spPr>
          <a:xfrm>
            <a:off x="395288" y="4554165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解决方法：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 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CPU L2 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分层 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KV Cache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 L1 + CPU L2 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分层 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KV Cache</a:t>
            </a: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395288" y="1644275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整体架构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_258_Main"/>
          <p:cNvSpPr>
            <a:spLocks noGrp="1"/>
          </p:cNvSpPr>
          <p:nvPr/>
        </p:nvSpPr>
        <p:spPr>
          <a:xfrm>
            <a:off x="3379498" y="1995846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用户请求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258_Main"/>
          <p:cNvSpPr>
            <a:spLocks noGrp="1"/>
          </p:cNvSpPr>
          <p:nvPr/>
        </p:nvSpPr>
        <p:spPr>
          <a:xfrm>
            <a:off x="3379497" y="259960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258_Main"/>
          <p:cNvSpPr>
            <a:spLocks noGrp="1"/>
          </p:cNvSpPr>
          <p:nvPr/>
        </p:nvSpPr>
        <p:spPr>
          <a:xfrm>
            <a:off x="755576" y="342900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_258_Main"/>
          <p:cNvSpPr>
            <a:spLocks noGrp="1"/>
          </p:cNvSpPr>
          <p:nvPr/>
        </p:nvSpPr>
        <p:spPr>
          <a:xfrm>
            <a:off x="755575" y="414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_258_Main"/>
          <p:cNvSpPr>
            <a:spLocks noGrp="1"/>
          </p:cNvSpPr>
          <p:nvPr/>
        </p:nvSpPr>
        <p:spPr>
          <a:xfrm>
            <a:off x="3379497" y="339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_258_Main"/>
          <p:cNvSpPr>
            <a:spLocks noGrp="1"/>
          </p:cNvSpPr>
          <p:nvPr/>
        </p:nvSpPr>
        <p:spPr>
          <a:xfrm>
            <a:off x="3379497" y="414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搬运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_258_Main"/>
          <p:cNvSpPr>
            <a:spLocks noGrp="1"/>
          </p:cNvSpPr>
          <p:nvPr/>
        </p:nvSpPr>
        <p:spPr>
          <a:xfrm>
            <a:off x="6300192" y="3431443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均未命中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_258_Main"/>
          <p:cNvSpPr>
            <a:spLocks noGrp="1"/>
          </p:cNvSpPr>
          <p:nvPr/>
        </p:nvSpPr>
        <p:spPr>
          <a:xfrm>
            <a:off x="6300192" y="414908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_258_Main"/>
          <p:cNvSpPr>
            <a:spLocks noGrp="1"/>
          </p:cNvSpPr>
          <p:nvPr/>
        </p:nvSpPr>
        <p:spPr>
          <a:xfrm>
            <a:off x="3379497" y="4901363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后续计算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>
            <a:stCxn id="13" idx="2"/>
            <a:endCxn id="14" idx="0"/>
          </p:cNvCxnSpPr>
          <p:nvPr/>
        </p:nvCxnSpPr>
        <p:spPr>
          <a:xfrm flipH="1">
            <a:off x="4495386" y="2370846"/>
            <a:ext cx="1" cy="2287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4" idx="2"/>
            <a:endCxn id="17" idx="0"/>
          </p:cNvCxnSpPr>
          <p:nvPr/>
        </p:nvCxnSpPr>
        <p:spPr>
          <a:xfrm>
            <a:off x="4495386" y="2974600"/>
            <a:ext cx="0" cy="4244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4" idx="2"/>
            <a:endCxn id="15" idx="0"/>
          </p:cNvCxnSpPr>
          <p:nvPr/>
        </p:nvCxnSpPr>
        <p:spPr>
          <a:xfrm rot="5400000">
            <a:off x="2956226" y="1889840"/>
            <a:ext cx="454400" cy="2623921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4" idx="2"/>
            <a:endCxn id="19" idx="0"/>
          </p:cNvCxnSpPr>
          <p:nvPr/>
        </p:nvCxnSpPr>
        <p:spPr>
          <a:xfrm rot="16200000" flipH="1">
            <a:off x="5727312" y="1742673"/>
            <a:ext cx="456843" cy="2920695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  <a:endCxn id="16" idx="0"/>
          </p:cNvCxnSpPr>
          <p:nvPr/>
        </p:nvCxnSpPr>
        <p:spPr>
          <a:xfrm flipH="1">
            <a:off x="1871464" y="3804000"/>
            <a:ext cx="1" cy="3450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7" idx="2"/>
            <a:endCxn id="18" idx="0"/>
          </p:cNvCxnSpPr>
          <p:nvPr/>
        </p:nvCxnSpPr>
        <p:spPr>
          <a:xfrm>
            <a:off x="4495386" y="3774080"/>
            <a:ext cx="0" cy="375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9" idx="2"/>
            <a:endCxn id="20" idx="0"/>
          </p:cNvCxnSpPr>
          <p:nvPr/>
        </p:nvCxnSpPr>
        <p:spPr>
          <a:xfrm>
            <a:off x="7416081" y="3806443"/>
            <a:ext cx="0" cy="34263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8" idx="2"/>
            <a:endCxn id="22" idx="0"/>
          </p:cNvCxnSpPr>
          <p:nvPr/>
        </p:nvCxnSpPr>
        <p:spPr>
          <a:xfrm>
            <a:off x="4495386" y="4524080"/>
            <a:ext cx="0" cy="37728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16" idx="2"/>
            <a:endCxn id="22" idx="0"/>
          </p:cNvCxnSpPr>
          <p:nvPr/>
        </p:nvCxnSpPr>
        <p:spPr>
          <a:xfrm rot="16200000" flipH="1">
            <a:off x="2994784" y="3400760"/>
            <a:ext cx="377283" cy="2623922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0" idx="2"/>
            <a:endCxn id="22" idx="0"/>
          </p:cNvCxnSpPr>
          <p:nvPr/>
        </p:nvCxnSpPr>
        <p:spPr>
          <a:xfrm rot="5400000">
            <a:off x="5767093" y="3252374"/>
            <a:ext cx="377283" cy="2920695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450721" y="5448031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平台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文本框 95"/>
          <p:cNvSpPr txBox="1"/>
          <p:nvPr/>
        </p:nvSpPr>
        <p:spPr>
          <a:xfrm>
            <a:off x="1948085" y="5352461"/>
            <a:ext cx="2777454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MLU590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80GB)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Qwen3-8B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4" name="文本框 95"/>
          <p:cNvSpPr txBox="1"/>
          <p:nvPr/>
        </p:nvSpPr>
        <p:spPr>
          <a:xfrm>
            <a:off x="5076056" y="5352461"/>
            <a:ext cx="2777454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Nano-</a:t>
            </a:r>
            <a:r>
              <a:rPr lang="en-US" altLang="zh-CN" sz="1600" b="1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vllm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BF16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文本框 95"/>
          <p:cNvSpPr txBox="1"/>
          <p:nvPr/>
        </p:nvSpPr>
        <p:spPr>
          <a:xfrm>
            <a:off x="335866" y="6308448"/>
            <a:ext cx="7692517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主要问题变为：如何搬运的更快</a:t>
            </a:r>
            <a:endParaRPr lang="zh-CN" altLang="en-US"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9879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优化：数据布局优化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" name="p1-o9">
            <a:extLst>
              <a:ext uri="{FF2B5EF4-FFF2-40B4-BE49-F238E27FC236}">
                <a16:creationId xmlns:a16="http://schemas.microsoft.com/office/drawing/2014/main" id="{C0048B3C-454C-4636-A8D7-89DBD3DA4865}"/>
              </a:ext>
            </a:extLst>
          </p:cNvPr>
          <p:cNvSpPr>
            <a:spLocks noGrp="1"/>
          </p:cNvSpPr>
          <p:nvPr/>
        </p:nvSpPr>
        <p:spPr>
          <a:xfrm>
            <a:off x="280988" y="1615700"/>
            <a:ext cx="4152900" cy="390525"/>
          </a:xfrm>
          <a:prstGeom prst="roundRect">
            <a:avLst>
              <a:gd name="adj" fmla="val 9756"/>
            </a:avLst>
          </a:prstGeom>
          <a:noFill/>
          <a:ln w="0">
            <a:noFill/>
          </a:ln>
        </p:spPr>
      </p:sp>
      <p:sp>
        <p:nvSpPr>
          <p:cNvPr id="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1029996" y="1789531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优化前：Layer-Major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p1-o12">
            <a:extLst>
              <a:ext uri="{FF2B5EF4-FFF2-40B4-BE49-F238E27FC236}">
                <a16:creationId xmlns:a16="http://schemas.microsoft.com/office/drawing/2014/main" id="{855DABC6-57FD-4B78-87AA-97BCD04ABD72}"/>
              </a:ext>
            </a:extLst>
          </p:cNvPr>
          <p:cNvSpPr>
            <a:spLocks noGrp="1"/>
          </p:cNvSpPr>
          <p:nvPr/>
        </p:nvSpPr>
        <p:spPr>
          <a:xfrm>
            <a:off x="4719638" y="1615700"/>
            <a:ext cx="4152900" cy="390525"/>
          </a:xfrm>
          <a:prstGeom prst="roundRect">
            <a:avLst>
              <a:gd name="adj" fmla="val 9756"/>
            </a:avLst>
          </a:prstGeom>
          <a:noFill/>
          <a:ln w="0">
            <a:noFill/>
          </a:ln>
        </p:spPr>
      </p:sp>
      <p:sp>
        <p:nvSpPr>
          <p:cNvPr id="12" name="p1-o13">
            <a:extLst>
              <a:ext uri="{FF2B5EF4-FFF2-40B4-BE49-F238E27FC236}">
                <a16:creationId xmlns:a16="http://schemas.microsoft.com/office/drawing/2014/main" id="{77E5A638-E85A-4C67-A88D-55B883EBFB98}"/>
              </a:ext>
            </a:extLst>
          </p:cNvPr>
          <p:cNvSpPr>
            <a:spLocks noGrp="1"/>
          </p:cNvSpPr>
          <p:nvPr/>
        </p:nvSpPr>
        <p:spPr>
          <a:xfrm>
            <a:off x="4862513" y="1731963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优化后：Block-Major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p1-o16">
            <a:extLst>
              <a:ext uri="{FF2B5EF4-FFF2-40B4-BE49-F238E27FC236}">
                <a16:creationId xmlns:a16="http://schemas.microsoft.com/office/drawing/2014/main" id="{15E14EBD-FDD8-45BC-B0DB-304428A57C9C}"/>
              </a:ext>
            </a:extLst>
          </p:cNvPr>
          <p:cNvSpPr>
            <a:spLocks noGrp="1"/>
          </p:cNvSpPr>
          <p:nvPr/>
        </p:nvSpPr>
        <p:spPr>
          <a:xfrm>
            <a:off x="1953921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B0</a:t>
            </a:r>
          </a:p>
        </p:txBody>
      </p:sp>
      <p:sp>
        <p:nvSpPr>
          <p:cNvPr id="16" name="p1-o17">
            <a:extLst>
              <a:ext uri="{FF2B5EF4-FFF2-40B4-BE49-F238E27FC236}">
                <a16:creationId xmlns:a16="http://schemas.microsoft.com/office/drawing/2014/main" id="{09C5E940-D81A-4F88-83EE-BA26F974F36B}"/>
              </a:ext>
            </a:extLst>
          </p:cNvPr>
          <p:cNvSpPr>
            <a:spLocks noGrp="1"/>
          </p:cNvSpPr>
          <p:nvPr/>
        </p:nvSpPr>
        <p:spPr>
          <a:xfrm>
            <a:off x="2363496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B1</a:t>
            </a:r>
          </a:p>
        </p:txBody>
      </p:sp>
      <p:sp>
        <p:nvSpPr>
          <p:cNvPr id="17" name="p1-o18">
            <a:extLst>
              <a:ext uri="{FF2B5EF4-FFF2-40B4-BE49-F238E27FC236}">
                <a16:creationId xmlns:a16="http://schemas.microsoft.com/office/drawing/2014/main" id="{0A65A0F5-3BC3-4DFB-8C9E-43082125C900}"/>
              </a:ext>
            </a:extLst>
          </p:cNvPr>
          <p:cNvSpPr>
            <a:spLocks noGrp="1"/>
          </p:cNvSpPr>
          <p:nvPr/>
        </p:nvSpPr>
        <p:spPr>
          <a:xfrm>
            <a:off x="2773071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B2</a:t>
            </a:r>
          </a:p>
        </p:txBody>
      </p:sp>
      <p:sp>
        <p:nvSpPr>
          <p:cNvPr id="18" name="p1-o19">
            <a:extLst>
              <a:ext uri="{FF2B5EF4-FFF2-40B4-BE49-F238E27FC236}">
                <a16:creationId xmlns:a16="http://schemas.microsoft.com/office/drawing/2014/main" id="{5E8AD4B6-E8A1-4FD7-8C0F-4D54EE61660C}"/>
              </a:ext>
            </a:extLst>
          </p:cNvPr>
          <p:cNvSpPr>
            <a:spLocks noGrp="1"/>
          </p:cNvSpPr>
          <p:nvPr/>
        </p:nvSpPr>
        <p:spPr>
          <a:xfrm>
            <a:off x="3182646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B3</a:t>
            </a:r>
          </a:p>
        </p:txBody>
      </p:sp>
      <p:sp>
        <p:nvSpPr>
          <p:cNvPr id="19" name="p1-o20">
            <a:extLst>
              <a:ext uri="{FF2B5EF4-FFF2-40B4-BE49-F238E27FC236}">
                <a16:creationId xmlns:a16="http://schemas.microsoft.com/office/drawing/2014/main" id="{814A316E-B712-463A-8738-5A73A24366A1}"/>
              </a:ext>
            </a:extLst>
          </p:cNvPr>
          <p:cNvSpPr>
            <a:spLocks noGrp="1"/>
          </p:cNvSpPr>
          <p:nvPr/>
        </p:nvSpPr>
        <p:spPr>
          <a:xfrm>
            <a:off x="1334796" y="2662949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0</a:t>
            </a:r>
          </a:p>
        </p:txBody>
      </p:sp>
      <p:sp>
        <p:nvSpPr>
          <p:cNvPr id="20" name="p1-o21">
            <a:extLst>
              <a:ext uri="{FF2B5EF4-FFF2-40B4-BE49-F238E27FC236}">
                <a16:creationId xmlns:a16="http://schemas.microsoft.com/office/drawing/2014/main" id="{DE193F3A-CD7D-4539-AE58-E7E2F9A693AF}"/>
              </a:ext>
            </a:extLst>
          </p:cNvPr>
          <p:cNvSpPr>
            <a:spLocks noGrp="1"/>
          </p:cNvSpPr>
          <p:nvPr/>
        </p:nvSpPr>
        <p:spPr>
          <a:xfrm>
            <a:off x="1963446" y="2681999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1" name="p1-o22">
            <a:extLst>
              <a:ext uri="{FF2B5EF4-FFF2-40B4-BE49-F238E27FC236}">
                <a16:creationId xmlns:a16="http://schemas.microsoft.com/office/drawing/2014/main" id="{66EED0C9-15DE-46A5-AD0E-8E80CE9E8A7F}"/>
              </a:ext>
            </a:extLst>
          </p:cNvPr>
          <p:cNvSpPr>
            <a:spLocks noGrp="1"/>
          </p:cNvSpPr>
          <p:nvPr/>
        </p:nvSpPr>
        <p:spPr>
          <a:xfrm>
            <a:off x="1963446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2" name="p1-o23">
            <a:extLst>
              <a:ext uri="{FF2B5EF4-FFF2-40B4-BE49-F238E27FC236}">
                <a16:creationId xmlns:a16="http://schemas.microsoft.com/office/drawing/2014/main" id="{8DC9E26B-6D9F-4CBA-A792-2C8EDB133258}"/>
              </a:ext>
            </a:extLst>
          </p:cNvPr>
          <p:cNvSpPr>
            <a:spLocks noGrp="1"/>
          </p:cNvSpPr>
          <p:nvPr/>
        </p:nvSpPr>
        <p:spPr>
          <a:xfrm>
            <a:off x="2296821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3" name="p1-o24">
            <a:extLst>
              <a:ext uri="{FF2B5EF4-FFF2-40B4-BE49-F238E27FC236}">
                <a16:creationId xmlns:a16="http://schemas.microsoft.com/office/drawing/2014/main" id="{518A2E24-6627-449D-B71F-DE3FA5C96EBE}"/>
              </a:ext>
            </a:extLst>
          </p:cNvPr>
          <p:cNvSpPr>
            <a:spLocks noGrp="1"/>
          </p:cNvSpPr>
          <p:nvPr/>
        </p:nvSpPr>
        <p:spPr>
          <a:xfrm>
            <a:off x="2373021" y="2681999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4" name="p1-o25">
            <a:extLst>
              <a:ext uri="{FF2B5EF4-FFF2-40B4-BE49-F238E27FC236}">
                <a16:creationId xmlns:a16="http://schemas.microsoft.com/office/drawing/2014/main" id="{87FE4B25-0D84-41D6-B008-7B66ED608B21}"/>
              </a:ext>
            </a:extLst>
          </p:cNvPr>
          <p:cNvSpPr>
            <a:spLocks noGrp="1"/>
          </p:cNvSpPr>
          <p:nvPr/>
        </p:nvSpPr>
        <p:spPr>
          <a:xfrm>
            <a:off x="2373021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5" name="p1-o26">
            <a:extLst>
              <a:ext uri="{FF2B5EF4-FFF2-40B4-BE49-F238E27FC236}">
                <a16:creationId xmlns:a16="http://schemas.microsoft.com/office/drawing/2014/main" id="{7151574E-E273-431F-817A-29660AD8ADE7}"/>
              </a:ext>
            </a:extLst>
          </p:cNvPr>
          <p:cNvSpPr>
            <a:spLocks noGrp="1"/>
          </p:cNvSpPr>
          <p:nvPr/>
        </p:nvSpPr>
        <p:spPr>
          <a:xfrm>
            <a:off x="2706396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6" name="p1-o27">
            <a:extLst>
              <a:ext uri="{FF2B5EF4-FFF2-40B4-BE49-F238E27FC236}">
                <a16:creationId xmlns:a16="http://schemas.microsoft.com/office/drawing/2014/main" id="{CF1CA771-ED23-4FA0-BB5F-FA679D33DE85}"/>
              </a:ext>
            </a:extLst>
          </p:cNvPr>
          <p:cNvSpPr>
            <a:spLocks noGrp="1"/>
          </p:cNvSpPr>
          <p:nvPr/>
        </p:nvSpPr>
        <p:spPr>
          <a:xfrm>
            <a:off x="2782596" y="2681999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28" name="p1-o28">
            <a:extLst>
              <a:ext uri="{FF2B5EF4-FFF2-40B4-BE49-F238E27FC236}">
                <a16:creationId xmlns:a16="http://schemas.microsoft.com/office/drawing/2014/main" id="{4F2F27EE-3A44-41D2-9D99-A7B87CFA7FD6}"/>
              </a:ext>
            </a:extLst>
          </p:cNvPr>
          <p:cNvSpPr>
            <a:spLocks noGrp="1"/>
          </p:cNvSpPr>
          <p:nvPr/>
        </p:nvSpPr>
        <p:spPr>
          <a:xfrm>
            <a:off x="2782596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9" name="p1-o29">
            <a:extLst>
              <a:ext uri="{FF2B5EF4-FFF2-40B4-BE49-F238E27FC236}">
                <a16:creationId xmlns:a16="http://schemas.microsoft.com/office/drawing/2014/main" id="{30D0EC86-9C5F-4CEC-9762-7C9AB820F262}"/>
              </a:ext>
            </a:extLst>
          </p:cNvPr>
          <p:cNvSpPr>
            <a:spLocks noGrp="1"/>
          </p:cNvSpPr>
          <p:nvPr/>
        </p:nvSpPr>
        <p:spPr>
          <a:xfrm>
            <a:off x="3115971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30" name="p1-o30">
            <a:extLst>
              <a:ext uri="{FF2B5EF4-FFF2-40B4-BE49-F238E27FC236}">
                <a16:creationId xmlns:a16="http://schemas.microsoft.com/office/drawing/2014/main" id="{F6153B51-3210-45DB-B5BA-3B7275099E91}"/>
              </a:ext>
            </a:extLst>
          </p:cNvPr>
          <p:cNvSpPr>
            <a:spLocks noGrp="1"/>
          </p:cNvSpPr>
          <p:nvPr/>
        </p:nvSpPr>
        <p:spPr>
          <a:xfrm>
            <a:off x="3192171" y="2681999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1" name="p1-o31">
            <a:extLst>
              <a:ext uri="{FF2B5EF4-FFF2-40B4-BE49-F238E27FC236}">
                <a16:creationId xmlns:a16="http://schemas.microsoft.com/office/drawing/2014/main" id="{0AD8BC29-B02C-4021-A32A-26346ECF685C}"/>
              </a:ext>
            </a:extLst>
          </p:cNvPr>
          <p:cNvSpPr>
            <a:spLocks noGrp="1"/>
          </p:cNvSpPr>
          <p:nvPr/>
        </p:nvSpPr>
        <p:spPr>
          <a:xfrm>
            <a:off x="3192171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2" name="p1-o32">
            <a:extLst>
              <a:ext uri="{FF2B5EF4-FFF2-40B4-BE49-F238E27FC236}">
                <a16:creationId xmlns:a16="http://schemas.microsoft.com/office/drawing/2014/main" id="{ED84A948-B09E-4BD1-B7B7-588F5F44D153}"/>
              </a:ext>
            </a:extLst>
          </p:cNvPr>
          <p:cNvSpPr>
            <a:spLocks noGrp="1"/>
          </p:cNvSpPr>
          <p:nvPr/>
        </p:nvSpPr>
        <p:spPr>
          <a:xfrm>
            <a:off x="3525546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3" name="p1-o33">
            <a:extLst>
              <a:ext uri="{FF2B5EF4-FFF2-40B4-BE49-F238E27FC236}">
                <a16:creationId xmlns:a16="http://schemas.microsoft.com/office/drawing/2014/main" id="{FD0078AA-42CB-4D17-BA5D-086D4925503F}"/>
              </a:ext>
            </a:extLst>
          </p:cNvPr>
          <p:cNvSpPr>
            <a:spLocks noGrp="1"/>
          </p:cNvSpPr>
          <p:nvPr/>
        </p:nvSpPr>
        <p:spPr>
          <a:xfrm>
            <a:off x="1334796" y="3072524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1</a:t>
            </a:r>
          </a:p>
        </p:txBody>
      </p:sp>
      <p:sp>
        <p:nvSpPr>
          <p:cNvPr id="34" name="p1-o34">
            <a:extLst>
              <a:ext uri="{FF2B5EF4-FFF2-40B4-BE49-F238E27FC236}">
                <a16:creationId xmlns:a16="http://schemas.microsoft.com/office/drawing/2014/main" id="{B1E6FF50-D103-4CF0-9893-7086FA6FFA73}"/>
              </a:ext>
            </a:extLst>
          </p:cNvPr>
          <p:cNvSpPr>
            <a:spLocks noGrp="1"/>
          </p:cNvSpPr>
          <p:nvPr/>
        </p:nvSpPr>
        <p:spPr>
          <a:xfrm>
            <a:off x="1963446" y="3091574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5" name="p1-o35">
            <a:extLst>
              <a:ext uri="{FF2B5EF4-FFF2-40B4-BE49-F238E27FC236}">
                <a16:creationId xmlns:a16="http://schemas.microsoft.com/office/drawing/2014/main" id="{25637F6D-0CDC-476E-984E-DD4CDD6C46ED}"/>
              </a:ext>
            </a:extLst>
          </p:cNvPr>
          <p:cNvSpPr>
            <a:spLocks noGrp="1"/>
          </p:cNvSpPr>
          <p:nvPr/>
        </p:nvSpPr>
        <p:spPr>
          <a:xfrm>
            <a:off x="1963446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6" name="p1-o36">
            <a:extLst>
              <a:ext uri="{FF2B5EF4-FFF2-40B4-BE49-F238E27FC236}">
                <a16:creationId xmlns:a16="http://schemas.microsoft.com/office/drawing/2014/main" id="{64C930E5-36DE-48E9-BD0F-65CE26C729F9}"/>
              </a:ext>
            </a:extLst>
          </p:cNvPr>
          <p:cNvSpPr>
            <a:spLocks noGrp="1"/>
          </p:cNvSpPr>
          <p:nvPr/>
        </p:nvSpPr>
        <p:spPr>
          <a:xfrm>
            <a:off x="2296821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7" name="p1-o37">
            <a:extLst>
              <a:ext uri="{FF2B5EF4-FFF2-40B4-BE49-F238E27FC236}">
                <a16:creationId xmlns:a16="http://schemas.microsoft.com/office/drawing/2014/main" id="{EC87B774-33A8-4983-A6EE-DF1B34D2DCD5}"/>
              </a:ext>
            </a:extLst>
          </p:cNvPr>
          <p:cNvSpPr>
            <a:spLocks noGrp="1"/>
          </p:cNvSpPr>
          <p:nvPr/>
        </p:nvSpPr>
        <p:spPr>
          <a:xfrm>
            <a:off x="2373021" y="3091574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38" name="p1-o38">
            <a:extLst>
              <a:ext uri="{FF2B5EF4-FFF2-40B4-BE49-F238E27FC236}">
                <a16:creationId xmlns:a16="http://schemas.microsoft.com/office/drawing/2014/main" id="{59DC0022-060C-46DD-9D51-0C525A002A7C}"/>
              </a:ext>
            </a:extLst>
          </p:cNvPr>
          <p:cNvSpPr>
            <a:spLocks noGrp="1"/>
          </p:cNvSpPr>
          <p:nvPr/>
        </p:nvSpPr>
        <p:spPr>
          <a:xfrm>
            <a:off x="2373021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9" name="p1-o39">
            <a:extLst>
              <a:ext uri="{FF2B5EF4-FFF2-40B4-BE49-F238E27FC236}">
                <a16:creationId xmlns:a16="http://schemas.microsoft.com/office/drawing/2014/main" id="{FC8BCEC8-3460-4169-B2F2-5AA6426E19C9}"/>
              </a:ext>
            </a:extLst>
          </p:cNvPr>
          <p:cNvSpPr>
            <a:spLocks noGrp="1"/>
          </p:cNvSpPr>
          <p:nvPr/>
        </p:nvSpPr>
        <p:spPr>
          <a:xfrm>
            <a:off x="2706396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40" name="p1-o40">
            <a:extLst>
              <a:ext uri="{FF2B5EF4-FFF2-40B4-BE49-F238E27FC236}">
                <a16:creationId xmlns:a16="http://schemas.microsoft.com/office/drawing/2014/main" id="{345E199B-8691-4BB9-8D68-EBE0AFEF2813}"/>
              </a:ext>
            </a:extLst>
          </p:cNvPr>
          <p:cNvSpPr>
            <a:spLocks noGrp="1"/>
          </p:cNvSpPr>
          <p:nvPr/>
        </p:nvSpPr>
        <p:spPr>
          <a:xfrm>
            <a:off x="2782596" y="3091574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1" name="p1-o41">
            <a:extLst>
              <a:ext uri="{FF2B5EF4-FFF2-40B4-BE49-F238E27FC236}">
                <a16:creationId xmlns:a16="http://schemas.microsoft.com/office/drawing/2014/main" id="{92AE0008-CF81-4513-A8F8-1C5CA6256C7C}"/>
              </a:ext>
            </a:extLst>
          </p:cNvPr>
          <p:cNvSpPr>
            <a:spLocks noGrp="1"/>
          </p:cNvSpPr>
          <p:nvPr/>
        </p:nvSpPr>
        <p:spPr>
          <a:xfrm>
            <a:off x="2782596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2" name="p1-o42">
            <a:extLst>
              <a:ext uri="{FF2B5EF4-FFF2-40B4-BE49-F238E27FC236}">
                <a16:creationId xmlns:a16="http://schemas.microsoft.com/office/drawing/2014/main" id="{3C25B64D-9DD6-46C1-B453-E171F7761575}"/>
              </a:ext>
            </a:extLst>
          </p:cNvPr>
          <p:cNvSpPr>
            <a:spLocks noGrp="1"/>
          </p:cNvSpPr>
          <p:nvPr/>
        </p:nvSpPr>
        <p:spPr>
          <a:xfrm>
            <a:off x="3115971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3" name="p1-o43">
            <a:extLst>
              <a:ext uri="{FF2B5EF4-FFF2-40B4-BE49-F238E27FC236}">
                <a16:creationId xmlns:a16="http://schemas.microsoft.com/office/drawing/2014/main" id="{DEA3EB39-8D10-4339-A1FA-4B09955962A2}"/>
              </a:ext>
            </a:extLst>
          </p:cNvPr>
          <p:cNvSpPr>
            <a:spLocks noGrp="1"/>
          </p:cNvSpPr>
          <p:nvPr/>
        </p:nvSpPr>
        <p:spPr>
          <a:xfrm>
            <a:off x="3192171" y="3091574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4" name="p1-o44">
            <a:extLst>
              <a:ext uri="{FF2B5EF4-FFF2-40B4-BE49-F238E27FC236}">
                <a16:creationId xmlns:a16="http://schemas.microsoft.com/office/drawing/2014/main" id="{A9DB7369-16B4-48D0-BF18-BAC7BA73C3AE}"/>
              </a:ext>
            </a:extLst>
          </p:cNvPr>
          <p:cNvSpPr>
            <a:spLocks noGrp="1"/>
          </p:cNvSpPr>
          <p:nvPr/>
        </p:nvSpPr>
        <p:spPr>
          <a:xfrm>
            <a:off x="3192171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5" name="p1-o45">
            <a:extLst>
              <a:ext uri="{FF2B5EF4-FFF2-40B4-BE49-F238E27FC236}">
                <a16:creationId xmlns:a16="http://schemas.microsoft.com/office/drawing/2014/main" id="{5798CC4C-7FD0-4EB7-A85A-421C01613A51}"/>
              </a:ext>
            </a:extLst>
          </p:cNvPr>
          <p:cNvSpPr>
            <a:spLocks noGrp="1"/>
          </p:cNvSpPr>
          <p:nvPr/>
        </p:nvSpPr>
        <p:spPr>
          <a:xfrm>
            <a:off x="3525546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6" name="p1-o46">
            <a:extLst>
              <a:ext uri="{FF2B5EF4-FFF2-40B4-BE49-F238E27FC236}">
                <a16:creationId xmlns:a16="http://schemas.microsoft.com/office/drawing/2014/main" id="{9EACCEDE-B239-4083-B1BE-9425784D7B61}"/>
              </a:ext>
            </a:extLst>
          </p:cNvPr>
          <p:cNvSpPr>
            <a:spLocks noGrp="1"/>
          </p:cNvSpPr>
          <p:nvPr/>
        </p:nvSpPr>
        <p:spPr>
          <a:xfrm>
            <a:off x="1334796" y="3482099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2</a:t>
            </a:r>
          </a:p>
        </p:txBody>
      </p:sp>
      <p:sp>
        <p:nvSpPr>
          <p:cNvPr id="47" name="p1-o47">
            <a:extLst>
              <a:ext uri="{FF2B5EF4-FFF2-40B4-BE49-F238E27FC236}">
                <a16:creationId xmlns:a16="http://schemas.microsoft.com/office/drawing/2014/main" id="{20B5F5F9-456B-44E6-B6B3-AA0A0667D6A3}"/>
              </a:ext>
            </a:extLst>
          </p:cNvPr>
          <p:cNvSpPr>
            <a:spLocks noGrp="1"/>
          </p:cNvSpPr>
          <p:nvPr/>
        </p:nvSpPr>
        <p:spPr>
          <a:xfrm>
            <a:off x="1963446" y="3501149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48" name="p1-o48">
            <a:extLst>
              <a:ext uri="{FF2B5EF4-FFF2-40B4-BE49-F238E27FC236}">
                <a16:creationId xmlns:a16="http://schemas.microsoft.com/office/drawing/2014/main" id="{13EF6D77-95D5-4EF7-8D71-865A5535134D}"/>
              </a:ext>
            </a:extLst>
          </p:cNvPr>
          <p:cNvSpPr>
            <a:spLocks noGrp="1"/>
          </p:cNvSpPr>
          <p:nvPr/>
        </p:nvSpPr>
        <p:spPr>
          <a:xfrm>
            <a:off x="1963446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9" name="p1-o49">
            <a:extLst>
              <a:ext uri="{FF2B5EF4-FFF2-40B4-BE49-F238E27FC236}">
                <a16:creationId xmlns:a16="http://schemas.microsoft.com/office/drawing/2014/main" id="{9B3A8CDD-78BA-4DFF-8697-34939380D6C0}"/>
              </a:ext>
            </a:extLst>
          </p:cNvPr>
          <p:cNvSpPr>
            <a:spLocks noGrp="1"/>
          </p:cNvSpPr>
          <p:nvPr/>
        </p:nvSpPr>
        <p:spPr>
          <a:xfrm>
            <a:off x="2296821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50" name="p1-o50">
            <a:extLst>
              <a:ext uri="{FF2B5EF4-FFF2-40B4-BE49-F238E27FC236}">
                <a16:creationId xmlns:a16="http://schemas.microsoft.com/office/drawing/2014/main" id="{13C6988A-88F7-4319-9110-F3CBF84B5796}"/>
              </a:ext>
            </a:extLst>
          </p:cNvPr>
          <p:cNvSpPr>
            <a:spLocks noGrp="1"/>
          </p:cNvSpPr>
          <p:nvPr/>
        </p:nvSpPr>
        <p:spPr>
          <a:xfrm>
            <a:off x="2373021" y="3501149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1" name="p1-o51">
            <a:extLst>
              <a:ext uri="{FF2B5EF4-FFF2-40B4-BE49-F238E27FC236}">
                <a16:creationId xmlns:a16="http://schemas.microsoft.com/office/drawing/2014/main" id="{40E77750-7AE6-44F0-A2AB-B1FC3980332A}"/>
              </a:ext>
            </a:extLst>
          </p:cNvPr>
          <p:cNvSpPr>
            <a:spLocks noGrp="1"/>
          </p:cNvSpPr>
          <p:nvPr/>
        </p:nvSpPr>
        <p:spPr>
          <a:xfrm>
            <a:off x="2373021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2" name="p1-o52">
            <a:extLst>
              <a:ext uri="{FF2B5EF4-FFF2-40B4-BE49-F238E27FC236}">
                <a16:creationId xmlns:a16="http://schemas.microsoft.com/office/drawing/2014/main" id="{F1732320-C93E-40D4-8E71-8FD857C93CCE}"/>
              </a:ext>
            </a:extLst>
          </p:cNvPr>
          <p:cNvSpPr>
            <a:spLocks noGrp="1"/>
          </p:cNvSpPr>
          <p:nvPr/>
        </p:nvSpPr>
        <p:spPr>
          <a:xfrm>
            <a:off x="2706396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3" name="p1-o53">
            <a:extLst>
              <a:ext uri="{FF2B5EF4-FFF2-40B4-BE49-F238E27FC236}">
                <a16:creationId xmlns:a16="http://schemas.microsoft.com/office/drawing/2014/main" id="{99FD732A-BC77-4B70-8E1D-5F97E6770042}"/>
              </a:ext>
            </a:extLst>
          </p:cNvPr>
          <p:cNvSpPr>
            <a:spLocks noGrp="1"/>
          </p:cNvSpPr>
          <p:nvPr/>
        </p:nvSpPr>
        <p:spPr>
          <a:xfrm>
            <a:off x="2782596" y="3501149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4" name="p1-o54">
            <a:extLst>
              <a:ext uri="{FF2B5EF4-FFF2-40B4-BE49-F238E27FC236}">
                <a16:creationId xmlns:a16="http://schemas.microsoft.com/office/drawing/2014/main" id="{3253C6B9-78AA-45F5-AF19-BEB19E284958}"/>
              </a:ext>
            </a:extLst>
          </p:cNvPr>
          <p:cNvSpPr>
            <a:spLocks noGrp="1"/>
          </p:cNvSpPr>
          <p:nvPr/>
        </p:nvSpPr>
        <p:spPr>
          <a:xfrm>
            <a:off x="2782596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5" name="p1-o55">
            <a:extLst>
              <a:ext uri="{FF2B5EF4-FFF2-40B4-BE49-F238E27FC236}">
                <a16:creationId xmlns:a16="http://schemas.microsoft.com/office/drawing/2014/main" id="{717BA5FB-140A-42B4-ACD8-5D6AE048E7B5}"/>
              </a:ext>
            </a:extLst>
          </p:cNvPr>
          <p:cNvSpPr>
            <a:spLocks noGrp="1"/>
          </p:cNvSpPr>
          <p:nvPr/>
        </p:nvSpPr>
        <p:spPr>
          <a:xfrm>
            <a:off x="3115971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6" name="p1-o56">
            <a:extLst>
              <a:ext uri="{FF2B5EF4-FFF2-40B4-BE49-F238E27FC236}">
                <a16:creationId xmlns:a16="http://schemas.microsoft.com/office/drawing/2014/main" id="{32B30107-FB93-402C-A698-E62CDBA44FAF}"/>
              </a:ext>
            </a:extLst>
          </p:cNvPr>
          <p:cNvSpPr>
            <a:spLocks noGrp="1"/>
          </p:cNvSpPr>
          <p:nvPr/>
        </p:nvSpPr>
        <p:spPr>
          <a:xfrm>
            <a:off x="3192171" y="3501149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7" name="p1-o57">
            <a:extLst>
              <a:ext uri="{FF2B5EF4-FFF2-40B4-BE49-F238E27FC236}">
                <a16:creationId xmlns:a16="http://schemas.microsoft.com/office/drawing/2014/main" id="{BA1F3BA4-732F-4C2B-8DD7-1ADAAB946A2B}"/>
              </a:ext>
            </a:extLst>
          </p:cNvPr>
          <p:cNvSpPr>
            <a:spLocks noGrp="1"/>
          </p:cNvSpPr>
          <p:nvPr/>
        </p:nvSpPr>
        <p:spPr>
          <a:xfrm>
            <a:off x="3192171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8" name="p1-o58">
            <a:extLst>
              <a:ext uri="{FF2B5EF4-FFF2-40B4-BE49-F238E27FC236}">
                <a16:creationId xmlns:a16="http://schemas.microsoft.com/office/drawing/2014/main" id="{0385CA09-F6D9-4B6E-B585-41997C2466CB}"/>
              </a:ext>
            </a:extLst>
          </p:cNvPr>
          <p:cNvSpPr>
            <a:spLocks noGrp="1"/>
          </p:cNvSpPr>
          <p:nvPr/>
        </p:nvSpPr>
        <p:spPr>
          <a:xfrm>
            <a:off x="3525546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9" name="p1-o59">
            <a:extLst>
              <a:ext uri="{FF2B5EF4-FFF2-40B4-BE49-F238E27FC236}">
                <a16:creationId xmlns:a16="http://schemas.microsoft.com/office/drawing/2014/main" id="{9BF5CA74-0FFB-4FD3-9327-0D9C29095F3D}"/>
              </a:ext>
            </a:extLst>
          </p:cNvPr>
          <p:cNvSpPr>
            <a:spLocks noGrp="1"/>
          </p:cNvSpPr>
          <p:nvPr/>
        </p:nvSpPr>
        <p:spPr>
          <a:xfrm>
            <a:off x="1334796" y="4101224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35</a:t>
            </a:r>
          </a:p>
        </p:txBody>
      </p:sp>
      <p:sp>
        <p:nvSpPr>
          <p:cNvPr id="60" name="p1-o60">
            <a:extLst>
              <a:ext uri="{FF2B5EF4-FFF2-40B4-BE49-F238E27FC236}">
                <a16:creationId xmlns:a16="http://schemas.microsoft.com/office/drawing/2014/main" id="{D4A6CC37-2DCE-46D7-A603-DDF40926BB32}"/>
              </a:ext>
            </a:extLst>
          </p:cNvPr>
          <p:cNvSpPr>
            <a:spLocks noGrp="1"/>
          </p:cNvSpPr>
          <p:nvPr/>
        </p:nvSpPr>
        <p:spPr>
          <a:xfrm>
            <a:off x="1963446" y="4120274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1" name="p1-o61">
            <a:extLst>
              <a:ext uri="{FF2B5EF4-FFF2-40B4-BE49-F238E27FC236}">
                <a16:creationId xmlns:a16="http://schemas.microsoft.com/office/drawing/2014/main" id="{AFF05E0F-0B38-4718-BF82-1BCB5727B74F}"/>
              </a:ext>
            </a:extLst>
          </p:cNvPr>
          <p:cNvSpPr>
            <a:spLocks noGrp="1"/>
          </p:cNvSpPr>
          <p:nvPr/>
        </p:nvSpPr>
        <p:spPr>
          <a:xfrm>
            <a:off x="1963446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2" name="p1-o62">
            <a:extLst>
              <a:ext uri="{FF2B5EF4-FFF2-40B4-BE49-F238E27FC236}">
                <a16:creationId xmlns:a16="http://schemas.microsoft.com/office/drawing/2014/main" id="{E92305B7-E1E4-443D-9DF2-9CC987631AF6}"/>
              </a:ext>
            </a:extLst>
          </p:cNvPr>
          <p:cNvSpPr>
            <a:spLocks noGrp="1"/>
          </p:cNvSpPr>
          <p:nvPr/>
        </p:nvSpPr>
        <p:spPr>
          <a:xfrm>
            <a:off x="2296821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3" name="p1-o63">
            <a:extLst>
              <a:ext uri="{FF2B5EF4-FFF2-40B4-BE49-F238E27FC236}">
                <a16:creationId xmlns:a16="http://schemas.microsoft.com/office/drawing/2014/main" id="{E6D5A1B6-11F3-4495-ABCB-4658F538936E}"/>
              </a:ext>
            </a:extLst>
          </p:cNvPr>
          <p:cNvSpPr>
            <a:spLocks noGrp="1"/>
          </p:cNvSpPr>
          <p:nvPr/>
        </p:nvSpPr>
        <p:spPr>
          <a:xfrm>
            <a:off x="2373021" y="4120274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4" name="p1-o64">
            <a:extLst>
              <a:ext uri="{FF2B5EF4-FFF2-40B4-BE49-F238E27FC236}">
                <a16:creationId xmlns:a16="http://schemas.microsoft.com/office/drawing/2014/main" id="{79D0BC08-2344-43DD-8754-12205F0E8AF4}"/>
              </a:ext>
            </a:extLst>
          </p:cNvPr>
          <p:cNvSpPr>
            <a:spLocks noGrp="1"/>
          </p:cNvSpPr>
          <p:nvPr/>
        </p:nvSpPr>
        <p:spPr>
          <a:xfrm>
            <a:off x="2373021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5" name="p1-o65">
            <a:extLst>
              <a:ext uri="{FF2B5EF4-FFF2-40B4-BE49-F238E27FC236}">
                <a16:creationId xmlns:a16="http://schemas.microsoft.com/office/drawing/2014/main" id="{5C1B1D48-A36F-4088-9BD7-B9E9ACC80F4B}"/>
              </a:ext>
            </a:extLst>
          </p:cNvPr>
          <p:cNvSpPr>
            <a:spLocks noGrp="1"/>
          </p:cNvSpPr>
          <p:nvPr/>
        </p:nvSpPr>
        <p:spPr>
          <a:xfrm>
            <a:off x="2706396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6" name="p1-o66">
            <a:extLst>
              <a:ext uri="{FF2B5EF4-FFF2-40B4-BE49-F238E27FC236}">
                <a16:creationId xmlns:a16="http://schemas.microsoft.com/office/drawing/2014/main" id="{5696F80F-3D28-4A42-9BD3-70CBB083718E}"/>
              </a:ext>
            </a:extLst>
          </p:cNvPr>
          <p:cNvSpPr>
            <a:spLocks noGrp="1"/>
          </p:cNvSpPr>
          <p:nvPr/>
        </p:nvSpPr>
        <p:spPr>
          <a:xfrm>
            <a:off x="2782596" y="4120274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7" name="p1-o67">
            <a:extLst>
              <a:ext uri="{FF2B5EF4-FFF2-40B4-BE49-F238E27FC236}">
                <a16:creationId xmlns:a16="http://schemas.microsoft.com/office/drawing/2014/main" id="{6E776905-5C80-4669-998B-1EFE59564AC0}"/>
              </a:ext>
            </a:extLst>
          </p:cNvPr>
          <p:cNvSpPr>
            <a:spLocks noGrp="1"/>
          </p:cNvSpPr>
          <p:nvPr/>
        </p:nvSpPr>
        <p:spPr>
          <a:xfrm>
            <a:off x="2782596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8" name="p1-o68">
            <a:extLst>
              <a:ext uri="{FF2B5EF4-FFF2-40B4-BE49-F238E27FC236}">
                <a16:creationId xmlns:a16="http://schemas.microsoft.com/office/drawing/2014/main" id="{3CA7A712-DDBD-467F-9B6A-4DB88023ED39}"/>
              </a:ext>
            </a:extLst>
          </p:cNvPr>
          <p:cNvSpPr>
            <a:spLocks noGrp="1"/>
          </p:cNvSpPr>
          <p:nvPr/>
        </p:nvSpPr>
        <p:spPr>
          <a:xfrm>
            <a:off x="3115971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9" name="p1-o69">
            <a:extLst>
              <a:ext uri="{FF2B5EF4-FFF2-40B4-BE49-F238E27FC236}">
                <a16:creationId xmlns:a16="http://schemas.microsoft.com/office/drawing/2014/main" id="{6E3DDF40-FF78-4ED5-BEE8-6E8322F387AE}"/>
              </a:ext>
            </a:extLst>
          </p:cNvPr>
          <p:cNvSpPr>
            <a:spLocks noGrp="1"/>
          </p:cNvSpPr>
          <p:nvPr/>
        </p:nvSpPr>
        <p:spPr>
          <a:xfrm>
            <a:off x="3192171" y="4120274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0" name="p1-o70">
            <a:extLst>
              <a:ext uri="{FF2B5EF4-FFF2-40B4-BE49-F238E27FC236}">
                <a16:creationId xmlns:a16="http://schemas.microsoft.com/office/drawing/2014/main" id="{1CB1DB81-591A-4340-B52A-921CA53F29CA}"/>
              </a:ext>
            </a:extLst>
          </p:cNvPr>
          <p:cNvSpPr>
            <a:spLocks noGrp="1"/>
          </p:cNvSpPr>
          <p:nvPr/>
        </p:nvSpPr>
        <p:spPr>
          <a:xfrm>
            <a:off x="3192171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71" name="p1-o71">
            <a:extLst>
              <a:ext uri="{FF2B5EF4-FFF2-40B4-BE49-F238E27FC236}">
                <a16:creationId xmlns:a16="http://schemas.microsoft.com/office/drawing/2014/main" id="{AD402BDE-606A-4C41-8877-B45A2D20C28E}"/>
              </a:ext>
            </a:extLst>
          </p:cNvPr>
          <p:cNvSpPr>
            <a:spLocks noGrp="1"/>
          </p:cNvSpPr>
          <p:nvPr/>
        </p:nvSpPr>
        <p:spPr>
          <a:xfrm>
            <a:off x="3525546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2" name="p1-o72">
            <a:extLst>
              <a:ext uri="{FF2B5EF4-FFF2-40B4-BE49-F238E27FC236}">
                <a16:creationId xmlns:a16="http://schemas.microsoft.com/office/drawing/2014/main" id="{E62B23C0-E40B-4218-9312-C868BE1E6D3E}"/>
              </a:ext>
            </a:extLst>
          </p:cNvPr>
          <p:cNvSpPr>
            <a:spLocks noGrp="1"/>
          </p:cNvSpPr>
          <p:nvPr/>
        </p:nvSpPr>
        <p:spPr>
          <a:xfrm>
            <a:off x="1544346" y="3739274"/>
            <a:ext cx="2857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73" name="p1-o73">
            <a:extLst>
              <a:ext uri="{FF2B5EF4-FFF2-40B4-BE49-F238E27FC236}">
                <a16:creationId xmlns:a16="http://schemas.microsoft.com/office/drawing/2014/main" id="{B816DC74-E8CD-43D6-A8C9-8D2EF3C99C3F}"/>
              </a:ext>
            </a:extLst>
          </p:cNvPr>
          <p:cNvSpPr>
            <a:spLocks noGrp="1"/>
          </p:cNvSpPr>
          <p:nvPr/>
        </p:nvSpPr>
        <p:spPr>
          <a:xfrm>
            <a:off x="2620671" y="3758324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91" name="p1-o89">
            <a:extLst>
              <a:ext uri="{FF2B5EF4-FFF2-40B4-BE49-F238E27FC236}">
                <a16:creationId xmlns:a16="http://schemas.microsoft.com/office/drawing/2014/main" id="{7D9636A5-4F1B-46D9-BE42-8CA49A16404B}"/>
              </a:ext>
            </a:extLst>
          </p:cNvPr>
          <p:cNvSpPr>
            <a:spLocks noGrp="1"/>
          </p:cNvSpPr>
          <p:nvPr/>
        </p:nvSpPr>
        <p:spPr>
          <a:xfrm>
            <a:off x="52764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92" name="p1-o90">
            <a:extLst>
              <a:ext uri="{FF2B5EF4-FFF2-40B4-BE49-F238E27FC236}">
                <a16:creationId xmlns:a16="http://schemas.microsoft.com/office/drawing/2014/main" id="{06C03460-6094-42F3-8AA1-2EEDEABA7ABA}"/>
              </a:ext>
            </a:extLst>
          </p:cNvPr>
          <p:cNvSpPr>
            <a:spLocks noGrp="1"/>
          </p:cNvSpPr>
          <p:nvPr/>
        </p:nvSpPr>
        <p:spPr>
          <a:xfrm>
            <a:off x="56193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93" name="p1-o91">
            <a:extLst>
              <a:ext uri="{FF2B5EF4-FFF2-40B4-BE49-F238E27FC236}">
                <a16:creationId xmlns:a16="http://schemas.microsoft.com/office/drawing/2014/main" id="{C9F509DD-54E7-4435-80C5-65ECA70106AB}"/>
              </a:ext>
            </a:extLst>
          </p:cNvPr>
          <p:cNvSpPr>
            <a:spLocks noGrp="1"/>
          </p:cNvSpPr>
          <p:nvPr/>
        </p:nvSpPr>
        <p:spPr>
          <a:xfrm>
            <a:off x="59622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94" name="p1-o92">
            <a:extLst>
              <a:ext uri="{FF2B5EF4-FFF2-40B4-BE49-F238E27FC236}">
                <a16:creationId xmlns:a16="http://schemas.microsoft.com/office/drawing/2014/main" id="{17B3E5C4-EDB8-4893-8D8F-DFA5AB961BCE}"/>
              </a:ext>
            </a:extLst>
          </p:cNvPr>
          <p:cNvSpPr>
            <a:spLocks noGrp="1"/>
          </p:cNvSpPr>
          <p:nvPr/>
        </p:nvSpPr>
        <p:spPr>
          <a:xfrm>
            <a:off x="63051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95" name="p1-o93">
            <a:extLst>
              <a:ext uri="{FF2B5EF4-FFF2-40B4-BE49-F238E27FC236}">
                <a16:creationId xmlns:a16="http://schemas.microsoft.com/office/drawing/2014/main" id="{8E59E40D-165F-428E-B2C0-EB8AB3C855BA}"/>
              </a:ext>
            </a:extLst>
          </p:cNvPr>
          <p:cNvSpPr>
            <a:spLocks noGrp="1"/>
          </p:cNvSpPr>
          <p:nvPr/>
        </p:nvSpPr>
        <p:spPr>
          <a:xfrm>
            <a:off x="66480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96" name="p1-o94">
            <a:extLst>
              <a:ext uri="{FF2B5EF4-FFF2-40B4-BE49-F238E27FC236}">
                <a16:creationId xmlns:a16="http://schemas.microsoft.com/office/drawing/2014/main" id="{32EE5D12-D39B-4A72-A28D-59CC1C911398}"/>
              </a:ext>
            </a:extLst>
          </p:cNvPr>
          <p:cNvSpPr>
            <a:spLocks noGrp="1"/>
          </p:cNvSpPr>
          <p:nvPr/>
        </p:nvSpPr>
        <p:spPr>
          <a:xfrm>
            <a:off x="69909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L35</a:t>
            </a:r>
          </a:p>
        </p:txBody>
      </p:sp>
      <p:sp>
        <p:nvSpPr>
          <p:cNvPr id="97" name="p1-o95">
            <a:extLst>
              <a:ext uri="{FF2B5EF4-FFF2-40B4-BE49-F238E27FC236}">
                <a16:creationId xmlns:a16="http://schemas.microsoft.com/office/drawing/2014/main" id="{0921011E-1BA7-419F-AF00-F7BDB5EE27AF}"/>
              </a:ext>
            </a:extLst>
          </p:cNvPr>
          <p:cNvSpPr>
            <a:spLocks noGrp="1"/>
          </p:cNvSpPr>
          <p:nvPr/>
        </p:nvSpPr>
        <p:spPr>
          <a:xfrm>
            <a:off x="4743043" y="2621202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0</a:t>
            </a:r>
          </a:p>
        </p:txBody>
      </p:sp>
      <p:sp>
        <p:nvSpPr>
          <p:cNvPr id="98" name="p1-o96">
            <a:extLst>
              <a:ext uri="{FF2B5EF4-FFF2-40B4-BE49-F238E27FC236}">
                <a16:creationId xmlns:a16="http://schemas.microsoft.com/office/drawing/2014/main" id="{A90BEA3E-07FD-4844-BCDA-30A0A7E0D019}"/>
              </a:ext>
            </a:extLst>
          </p:cNvPr>
          <p:cNvSpPr>
            <a:spLocks noGrp="1"/>
          </p:cNvSpPr>
          <p:nvPr/>
        </p:nvSpPr>
        <p:spPr>
          <a:xfrm>
            <a:off x="5343118" y="2640252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99" name="p1-o97">
            <a:extLst>
              <a:ext uri="{FF2B5EF4-FFF2-40B4-BE49-F238E27FC236}">
                <a16:creationId xmlns:a16="http://schemas.microsoft.com/office/drawing/2014/main" id="{D75728C7-E22D-4126-B151-EE0B9CFCB98A}"/>
              </a:ext>
            </a:extLst>
          </p:cNvPr>
          <p:cNvSpPr>
            <a:spLocks noGrp="1"/>
          </p:cNvSpPr>
          <p:nvPr/>
        </p:nvSpPr>
        <p:spPr>
          <a:xfrm>
            <a:off x="53431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0" name="p1-o98">
            <a:extLst>
              <a:ext uri="{FF2B5EF4-FFF2-40B4-BE49-F238E27FC236}">
                <a16:creationId xmlns:a16="http://schemas.microsoft.com/office/drawing/2014/main" id="{8BBBB948-DEA5-4760-9FB0-972C1D0C8954}"/>
              </a:ext>
            </a:extLst>
          </p:cNvPr>
          <p:cNvSpPr>
            <a:spLocks noGrp="1"/>
          </p:cNvSpPr>
          <p:nvPr/>
        </p:nvSpPr>
        <p:spPr>
          <a:xfrm>
            <a:off x="56193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01" name="p1-o99">
            <a:extLst>
              <a:ext uri="{FF2B5EF4-FFF2-40B4-BE49-F238E27FC236}">
                <a16:creationId xmlns:a16="http://schemas.microsoft.com/office/drawing/2014/main" id="{0C10A0C0-FC94-4061-8679-AAB116712820}"/>
              </a:ext>
            </a:extLst>
          </p:cNvPr>
          <p:cNvSpPr>
            <a:spLocks noGrp="1"/>
          </p:cNvSpPr>
          <p:nvPr/>
        </p:nvSpPr>
        <p:spPr>
          <a:xfrm>
            <a:off x="5686018" y="2640252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2" name="p1-o100">
            <a:extLst>
              <a:ext uri="{FF2B5EF4-FFF2-40B4-BE49-F238E27FC236}">
                <a16:creationId xmlns:a16="http://schemas.microsoft.com/office/drawing/2014/main" id="{A64E88BB-8504-4E06-83B8-08580B8BE182}"/>
              </a:ext>
            </a:extLst>
          </p:cNvPr>
          <p:cNvSpPr>
            <a:spLocks noGrp="1"/>
          </p:cNvSpPr>
          <p:nvPr/>
        </p:nvSpPr>
        <p:spPr>
          <a:xfrm>
            <a:off x="56860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3" name="p1-o101">
            <a:extLst>
              <a:ext uri="{FF2B5EF4-FFF2-40B4-BE49-F238E27FC236}">
                <a16:creationId xmlns:a16="http://schemas.microsoft.com/office/drawing/2014/main" id="{DC21C182-BF06-491C-BBF7-3703E9DB104E}"/>
              </a:ext>
            </a:extLst>
          </p:cNvPr>
          <p:cNvSpPr>
            <a:spLocks noGrp="1"/>
          </p:cNvSpPr>
          <p:nvPr/>
        </p:nvSpPr>
        <p:spPr>
          <a:xfrm>
            <a:off x="59622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4" name="p1-o102">
            <a:extLst>
              <a:ext uri="{FF2B5EF4-FFF2-40B4-BE49-F238E27FC236}">
                <a16:creationId xmlns:a16="http://schemas.microsoft.com/office/drawing/2014/main" id="{AC0D91E8-098F-4437-A10A-E52A0945655F}"/>
              </a:ext>
            </a:extLst>
          </p:cNvPr>
          <p:cNvSpPr>
            <a:spLocks noGrp="1"/>
          </p:cNvSpPr>
          <p:nvPr/>
        </p:nvSpPr>
        <p:spPr>
          <a:xfrm>
            <a:off x="6028918" y="2640252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5" name="p1-o103">
            <a:extLst>
              <a:ext uri="{FF2B5EF4-FFF2-40B4-BE49-F238E27FC236}">
                <a16:creationId xmlns:a16="http://schemas.microsoft.com/office/drawing/2014/main" id="{356623BD-3F68-4F8D-ADCF-6AC4CD5ABFF6}"/>
              </a:ext>
            </a:extLst>
          </p:cNvPr>
          <p:cNvSpPr>
            <a:spLocks noGrp="1"/>
          </p:cNvSpPr>
          <p:nvPr/>
        </p:nvSpPr>
        <p:spPr>
          <a:xfrm>
            <a:off x="60289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6" name="p1-o104">
            <a:extLst>
              <a:ext uri="{FF2B5EF4-FFF2-40B4-BE49-F238E27FC236}">
                <a16:creationId xmlns:a16="http://schemas.microsoft.com/office/drawing/2014/main" id="{0FEE7319-A973-4C20-AC32-DF38DAFF644B}"/>
              </a:ext>
            </a:extLst>
          </p:cNvPr>
          <p:cNvSpPr>
            <a:spLocks noGrp="1"/>
          </p:cNvSpPr>
          <p:nvPr/>
        </p:nvSpPr>
        <p:spPr>
          <a:xfrm>
            <a:off x="63051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7" name="p1-o105">
            <a:extLst>
              <a:ext uri="{FF2B5EF4-FFF2-40B4-BE49-F238E27FC236}">
                <a16:creationId xmlns:a16="http://schemas.microsoft.com/office/drawing/2014/main" id="{97984A1C-D47B-4ECF-8192-80B6744AB8E0}"/>
              </a:ext>
            </a:extLst>
          </p:cNvPr>
          <p:cNvSpPr>
            <a:spLocks noGrp="1"/>
          </p:cNvSpPr>
          <p:nvPr/>
        </p:nvSpPr>
        <p:spPr>
          <a:xfrm>
            <a:off x="6371818" y="2640252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08" name="p1-o106">
            <a:extLst>
              <a:ext uri="{FF2B5EF4-FFF2-40B4-BE49-F238E27FC236}">
                <a16:creationId xmlns:a16="http://schemas.microsoft.com/office/drawing/2014/main" id="{35A018E9-3F10-4671-827D-A066C7DC19C5}"/>
              </a:ext>
            </a:extLst>
          </p:cNvPr>
          <p:cNvSpPr>
            <a:spLocks noGrp="1"/>
          </p:cNvSpPr>
          <p:nvPr/>
        </p:nvSpPr>
        <p:spPr>
          <a:xfrm>
            <a:off x="63718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9" name="p1-o107">
            <a:extLst>
              <a:ext uri="{FF2B5EF4-FFF2-40B4-BE49-F238E27FC236}">
                <a16:creationId xmlns:a16="http://schemas.microsoft.com/office/drawing/2014/main" id="{66B9FC1D-E336-4E7E-A4BA-B2C3F88B22AD}"/>
              </a:ext>
            </a:extLst>
          </p:cNvPr>
          <p:cNvSpPr>
            <a:spLocks noGrp="1"/>
          </p:cNvSpPr>
          <p:nvPr/>
        </p:nvSpPr>
        <p:spPr>
          <a:xfrm>
            <a:off x="66480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10" name="p1-o108">
            <a:extLst>
              <a:ext uri="{FF2B5EF4-FFF2-40B4-BE49-F238E27FC236}">
                <a16:creationId xmlns:a16="http://schemas.microsoft.com/office/drawing/2014/main" id="{06E99393-04F3-4C1A-A3E3-7A119574B540}"/>
              </a:ext>
            </a:extLst>
          </p:cNvPr>
          <p:cNvSpPr>
            <a:spLocks noGrp="1"/>
          </p:cNvSpPr>
          <p:nvPr/>
        </p:nvSpPr>
        <p:spPr>
          <a:xfrm>
            <a:off x="6714718" y="2640252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1" name="p1-o109">
            <a:extLst>
              <a:ext uri="{FF2B5EF4-FFF2-40B4-BE49-F238E27FC236}">
                <a16:creationId xmlns:a16="http://schemas.microsoft.com/office/drawing/2014/main" id="{1F68196D-BAD5-462A-A26A-3276449D064B}"/>
              </a:ext>
            </a:extLst>
          </p:cNvPr>
          <p:cNvSpPr>
            <a:spLocks noGrp="1"/>
          </p:cNvSpPr>
          <p:nvPr/>
        </p:nvSpPr>
        <p:spPr>
          <a:xfrm>
            <a:off x="67147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2" name="p1-o110">
            <a:extLst>
              <a:ext uri="{FF2B5EF4-FFF2-40B4-BE49-F238E27FC236}">
                <a16:creationId xmlns:a16="http://schemas.microsoft.com/office/drawing/2014/main" id="{DEDD55C1-3AEA-40C5-BB62-7C4A6660B6AC}"/>
              </a:ext>
            </a:extLst>
          </p:cNvPr>
          <p:cNvSpPr>
            <a:spLocks noGrp="1"/>
          </p:cNvSpPr>
          <p:nvPr/>
        </p:nvSpPr>
        <p:spPr>
          <a:xfrm>
            <a:off x="69909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3" name="p1-o111">
            <a:extLst>
              <a:ext uri="{FF2B5EF4-FFF2-40B4-BE49-F238E27FC236}">
                <a16:creationId xmlns:a16="http://schemas.microsoft.com/office/drawing/2014/main" id="{8260231B-A631-483B-905A-B220C079E0C0}"/>
              </a:ext>
            </a:extLst>
          </p:cNvPr>
          <p:cNvSpPr>
            <a:spLocks noGrp="1"/>
          </p:cNvSpPr>
          <p:nvPr/>
        </p:nvSpPr>
        <p:spPr>
          <a:xfrm>
            <a:off x="7057618" y="2640252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4" name="p1-o112">
            <a:extLst>
              <a:ext uri="{FF2B5EF4-FFF2-40B4-BE49-F238E27FC236}">
                <a16:creationId xmlns:a16="http://schemas.microsoft.com/office/drawing/2014/main" id="{6C316A43-0402-41D6-9E0C-74A6375A9502}"/>
              </a:ext>
            </a:extLst>
          </p:cNvPr>
          <p:cNvSpPr>
            <a:spLocks noGrp="1"/>
          </p:cNvSpPr>
          <p:nvPr/>
        </p:nvSpPr>
        <p:spPr>
          <a:xfrm>
            <a:off x="70576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5" name="p1-o113">
            <a:extLst>
              <a:ext uri="{FF2B5EF4-FFF2-40B4-BE49-F238E27FC236}">
                <a16:creationId xmlns:a16="http://schemas.microsoft.com/office/drawing/2014/main" id="{2F5009AA-5CD6-410B-93E0-9465D311DA3A}"/>
              </a:ext>
            </a:extLst>
          </p:cNvPr>
          <p:cNvSpPr>
            <a:spLocks noGrp="1"/>
          </p:cNvSpPr>
          <p:nvPr/>
        </p:nvSpPr>
        <p:spPr>
          <a:xfrm>
            <a:off x="73338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6" name="p1-o114">
            <a:extLst>
              <a:ext uri="{FF2B5EF4-FFF2-40B4-BE49-F238E27FC236}">
                <a16:creationId xmlns:a16="http://schemas.microsoft.com/office/drawing/2014/main" id="{A8F3A586-74FD-452F-ACCC-CE57B00BD946}"/>
              </a:ext>
            </a:extLst>
          </p:cNvPr>
          <p:cNvSpPr>
            <a:spLocks noGrp="1"/>
          </p:cNvSpPr>
          <p:nvPr/>
        </p:nvSpPr>
        <p:spPr>
          <a:xfrm>
            <a:off x="4743043" y="3030777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1</a:t>
            </a:r>
          </a:p>
        </p:txBody>
      </p:sp>
      <p:sp>
        <p:nvSpPr>
          <p:cNvPr id="117" name="p1-o115">
            <a:extLst>
              <a:ext uri="{FF2B5EF4-FFF2-40B4-BE49-F238E27FC236}">
                <a16:creationId xmlns:a16="http://schemas.microsoft.com/office/drawing/2014/main" id="{CC70E2C8-42B6-4C39-8CCB-3848560155CF}"/>
              </a:ext>
            </a:extLst>
          </p:cNvPr>
          <p:cNvSpPr>
            <a:spLocks noGrp="1"/>
          </p:cNvSpPr>
          <p:nvPr/>
        </p:nvSpPr>
        <p:spPr>
          <a:xfrm>
            <a:off x="5343118" y="3049827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18" name="p1-o116">
            <a:extLst>
              <a:ext uri="{FF2B5EF4-FFF2-40B4-BE49-F238E27FC236}">
                <a16:creationId xmlns:a16="http://schemas.microsoft.com/office/drawing/2014/main" id="{D04C1D07-8ED4-49FE-9FC9-A37C98708DC7}"/>
              </a:ext>
            </a:extLst>
          </p:cNvPr>
          <p:cNvSpPr>
            <a:spLocks noGrp="1"/>
          </p:cNvSpPr>
          <p:nvPr/>
        </p:nvSpPr>
        <p:spPr>
          <a:xfrm>
            <a:off x="53431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9" name="p1-o117">
            <a:extLst>
              <a:ext uri="{FF2B5EF4-FFF2-40B4-BE49-F238E27FC236}">
                <a16:creationId xmlns:a16="http://schemas.microsoft.com/office/drawing/2014/main" id="{09BDABB0-4497-4E0E-A693-A3325CBB9632}"/>
              </a:ext>
            </a:extLst>
          </p:cNvPr>
          <p:cNvSpPr>
            <a:spLocks noGrp="1"/>
          </p:cNvSpPr>
          <p:nvPr/>
        </p:nvSpPr>
        <p:spPr>
          <a:xfrm>
            <a:off x="56193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20" name="p1-o118">
            <a:extLst>
              <a:ext uri="{FF2B5EF4-FFF2-40B4-BE49-F238E27FC236}">
                <a16:creationId xmlns:a16="http://schemas.microsoft.com/office/drawing/2014/main" id="{F5FCB6E1-6F48-4298-AFCB-6B4F791DFF90}"/>
              </a:ext>
            </a:extLst>
          </p:cNvPr>
          <p:cNvSpPr>
            <a:spLocks noGrp="1"/>
          </p:cNvSpPr>
          <p:nvPr/>
        </p:nvSpPr>
        <p:spPr>
          <a:xfrm>
            <a:off x="5686018" y="3049827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1" name="p1-o119">
            <a:extLst>
              <a:ext uri="{FF2B5EF4-FFF2-40B4-BE49-F238E27FC236}">
                <a16:creationId xmlns:a16="http://schemas.microsoft.com/office/drawing/2014/main" id="{E8ACE956-EF21-4E7C-99B7-A90AF4EC17F0}"/>
              </a:ext>
            </a:extLst>
          </p:cNvPr>
          <p:cNvSpPr>
            <a:spLocks noGrp="1"/>
          </p:cNvSpPr>
          <p:nvPr/>
        </p:nvSpPr>
        <p:spPr>
          <a:xfrm>
            <a:off x="56860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2" name="p1-o120">
            <a:extLst>
              <a:ext uri="{FF2B5EF4-FFF2-40B4-BE49-F238E27FC236}">
                <a16:creationId xmlns:a16="http://schemas.microsoft.com/office/drawing/2014/main" id="{6E958E62-548C-43D6-B5C8-7813AA58709D}"/>
              </a:ext>
            </a:extLst>
          </p:cNvPr>
          <p:cNvSpPr>
            <a:spLocks noGrp="1"/>
          </p:cNvSpPr>
          <p:nvPr/>
        </p:nvSpPr>
        <p:spPr>
          <a:xfrm>
            <a:off x="59622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3" name="p1-o121">
            <a:extLst>
              <a:ext uri="{FF2B5EF4-FFF2-40B4-BE49-F238E27FC236}">
                <a16:creationId xmlns:a16="http://schemas.microsoft.com/office/drawing/2014/main" id="{BB31CFB6-FA29-4BDF-8804-F9802190FC86}"/>
              </a:ext>
            </a:extLst>
          </p:cNvPr>
          <p:cNvSpPr>
            <a:spLocks noGrp="1"/>
          </p:cNvSpPr>
          <p:nvPr/>
        </p:nvSpPr>
        <p:spPr>
          <a:xfrm>
            <a:off x="6028918" y="3049827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4" name="p1-o122">
            <a:extLst>
              <a:ext uri="{FF2B5EF4-FFF2-40B4-BE49-F238E27FC236}">
                <a16:creationId xmlns:a16="http://schemas.microsoft.com/office/drawing/2014/main" id="{8C8E37EC-E1EB-4535-A8AF-F66D826AF61C}"/>
              </a:ext>
            </a:extLst>
          </p:cNvPr>
          <p:cNvSpPr>
            <a:spLocks noGrp="1"/>
          </p:cNvSpPr>
          <p:nvPr/>
        </p:nvSpPr>
        <p:spPr>
          <a:xfrm>
            <a:off x="60289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5" name="p1-o123">
            <a:extLst>
              <a:ext uri="{FF2B5EF4-FFF2-40B4-BE49-F238E27FC236}">
                <a16:creationId xmlns:a16="http://schemas.microsoft.com/office/drawing/2014/main" id="{42A9BDDE-C4F4-48FB-B145-11EF920E1F50}"/>
              </a:ext>
            </a:extLst>
          </p:cNvPr>
          <p:cNvSpPr>
            <a:spLocks noGrp="1"/>
          </p:cNvSpPr>
          <p:nvPr/>
        </p:nvSpPr>
        <p:spPr>
          <a:xfrm>
            <a:off x="63051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6" name="p1-o124">
            <a:extLst>
              <a:ext uri="{FF2B5EF4-FFF2-40B4-BE49-F238E27FC236}">
                <a16:creationId xmlns:a16="http://schemas.microsoft.com/office/drawing/2014/main" id="{102BC98D-F6D2-4241-9C34-CE080CFA91CC}"/>
              </a:ext>
            </a:extLst>
          </p:cNvPr>
          <p:cNvSpPr>
            <a:spLocks noGrp="1"/>
          </p:cNvSpPr>
          <p:nvPr/>
        </p:nvSpPr>
        <p:spPr>
          <a:xfrm>
            <a:off x="6371818" y="3049827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7" name="p1-o125">
            <a:extLst>
              <a:ext uri="{FF2B5EF4-FFF2-40B4-BE49-F238E27FC236}">
                <a16:creationId xmlns:a16="http://schemas.microsoft.com/office/drawing/2014/main" id="{DDD96B48-FC2A-4F9A-AE14-E00249BDEFB5}"/>
              </a:ext>
            </a:extLst>
          </p:cNvPr>
          <p:cNvSpPr>
            <a:spLocks noGrp="1"/>
          </p:cNvSpPr>
          <p:nvPr/>
        </p:nvSpPr>
        <p:spPr>
          <a:xfrm>
            <a:off x="63718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8" name="p1-o126">
            <a:extLst>
              <a:ext uri="{FF2B5EF4-FFF2-40B4-BE49-F238E27FC236}">
                <a16:creationId xmlns:a16="http://schemas.microsoft.com/office/drawing/2014/main" id="{04A5793B-3A30-473F-B5D0-B0589A6B663C}"/>
              </a:ext>
            </a:extLst>
          </p:cNvPr>
          <p:cNvSpPr>
            <a:spLocks noGrp="1"/>
          </p:cNvSpPr>
          <p:nvPr/>
        </p:nvSpPr>
        <p:spPr>
          <a:xfrm>
            <a:off x="66480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9" name="p1-o127">
            <a:extLst>
              <a:ext uri="{FF2B5EF4-FFF2-40B4-BE49-F238E27FC236}">
                <a16:creationId xmlns:a16="http://schemas.microsoft.com/office/drawing/2014/main" id="{ED0081B7-9BF9-43ED-8D26-A6375D16C19C}"/>
              </a:ext>
            </a:extLst>
          </p:cNvPr>
          <p:cNvSpPr>
            <a:spLocks noGrp="1"/>
          </p:cNvSpPr>
          <p:nvPr/>
        </p:nvSpPr>
        <p:spPr>
          <a:xfrm>
            <a:off x="6714718" y="3049827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0" name="p1-o128">
            <a:extLst>
              <a:ext uri="{FF2B5EF4-FFF2-40B4-BE49-F238E27FC236}">
                <a16:creationId xmlns:a16="http://schemas.microsoft.com/office/drawing/2014/main" id="{25188399-867C-46D3-B47D-6403278CA185}"/>
              </a:ext>
            </a:extLst>
          </p:cNvPr>
          <p:cNvSpPr>
            <a:spLocks noGrp="1"/>
          </p:cNvSpPr>
          <p:nvPr/>
        </p:nvSpPr>
        <p:spPr>
          <a:xfrm>
            <a:off x="67147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1" name="p1-o129">
            <a:extLst>
              <a:ext uri="{FF2B5EF4-FFF2-40B4-BE49-F238E27FC236}">
                <a16:creationId xmlns:a16="http://schemas.microsoft.com/office/drawing/2014/main" id="{C045A0CE-81DE-4617-BA28-78AEAD409B81}"/>
              </a:ext>
            </a:extLst>
          </p:cNvPr>
          <p:cNvSpPr>
            <a:spLocks noGrp="1"/>
          </p:cNvSpPr>
          <p:nvPr/>
        </p:nvSpPr>
        <p:spPr>
          <a:xfrm>
            <a:off x="69909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2" name="p1-o130">
            <a:extLst>
              <a:ext uri="{FF2B5EF4-FFF2-40B4-BE49-F238E27FC236}">
                <a16:creationId xmlns:a16="http://schemas.microsoft.com/office/drawing/2014/main" id="{00CDD4B6-7815-4AAB-A9E9-0A8F1A57BDFF}"/>
              </a:ext>
            </a:extLst>
          </p:cNvPr>
          <p:cNvSpPr>
            <a:spLocks noGrp="1"/>
          </p:cNvSpPr>
          <p:nvPr/>
        </p:nvSpPr>
        <p:spPr>
          <a:xfrm>
            <a:off x="7057618" y="3049827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3" name="p1-o131">
            <a:extLst>
              <a:ext uri="{FF2B5EF4-FFF2-40B4-BE49-F238E27FC236}">
                <a16:creationId xmlns:a16="http://schemas.microsoft.com/office/drawing/2014/main" id="{BD9E219D-65F5-4C78-B8C5-08FE0539D511}"/>
              </a:ext>
            </a:extLst>
          </p:cNvPr>
          <p:cNvSpPr>
            <a:spLocks noGrp="1"/>
          </p:cNvSpPr>
          <p:nvPr/>
        </p:nvSpPr>
        <p:spPr>
          <a:xfrm>
            <a:off x="70576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4" name="p1-o132">
            <a:extLst>
              <a:ext uri="{FF2B5EF4-FFF2-40B4-BE49-F238E27FC236}">
                <a16:creationId xmlns:a16="http://schemas.microsoft.com/office/drawing/2014/main" id="{0CC9B09D-F998-4AE6-95FE-815FE8F74C9D}"/>
              </a:ext>
            </a:extLst>
          </p:cNvPr>
          <p:cNvSpPr>
            <a:spLocks noGrp="1"/>
          </p:cNvSpPr>
          <p:nvPr/>
        </p:nvSpPr>
        <p:spPr>
          <a:xfrm>
            <a:off x="73338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5" name="p1-o133">
            <a:extLst>
              <a:ext uri="{FF2B5EF4-FFF2-40B4-BE49-F238E27FC236}">
                <a16:creationId xmlns:a16="http://schemas.microsoft.com/office/drawing/2014/main" id="{A3530CBD-B50A-4274-9B45-2D8794F45E4E}"/>
              </a:ext>
            </a:extLst>
          </p:cNvPr>
          <p:cNvSpPr>
            <a:spLocks noGrp="1"/>
          </p:cNvSpPr>
          <p:nvPr/>
        </p:nvSpPr>
        <p:spPr>
          <a:xfrm>
            <a:off x="4743043" y="3440352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2</a:t>
            </a:r>
          </a:p>
        </p:txBody>
      </p:sp>
      <p:sp>
        <p:nvSpPr>
          <p:cNvPr id="136" name="p1-o134">
            <a:extLst>
              <a:ext uri="{FF2B5EF4-FFF2-40B4-BE49-F238E27FC236}">
                <a16:creationId xmlns:a16="http://schemas.microsoft.com/office/drawing/2014/main" id="{0447AC3F-AEAC-47F7-8223-B9BD6F3C5781}"/>
              </a:ext>
            </a:extLst>
          </p:cNvPr>
          <p:cNvSpPr>
            <a:spLocks noGrp="1"/>
          </p:cNvSpPr>
          <p:nvPr/>
        </p:nvSpPr>
        <p:spPr>
          <a:xfrm>
            <a:off x="5343118" y="3459402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7" name="p1-o135">
            <a:extLst>
              <a:ext uri="{FF2B5EF4-FFF2-40B4-BE49-F238E27FC236}">
                <a16:creationId xmlns:a16="http://schemas.microsoft.com/office/drawing/2014/main" id="{7FB0BD0E-9986-423A-9793-D485486DD29F}"/>
              </a:ext>
            </a:extLst>
          </p:cNvPr>
          <p:cNvSpPr>
            <a:spLocks noGrp="1"/>
          </p:cNvSpPr>
          <p:nvPr/>
        </p:nvSpPr>
        <p:spPr>
          <a:xfrm>
            <a:off x="53431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8" name="p1-o136">
            <a:extLst>
              <a:ext uri="{FF2B5EF4-FFF2-40B4-BE49-F238E27FC236}">
                <a16:creationId xmlns:a16="http://schemas.microsoft.com/office/drawing/2014/main" id="{C6B2C097-871A-4C6F-A31F-77526086E068}"/>
              </a:ext>
            </a:extLst>
          </p:cNvPr>
          <p:cNvSpPr>
            <a:spLocks noGrp="1"/>
          </p:cNvSpPr>
          <p:nvPr/>
        </p:nvSpPr>
        <p:spPr>
          <a:xfrm>
            <a:off x="56193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9" name="p1-o137">
            <a:extLst>
              <a:ext uri="{FF2B5EF4-FFF2-40B4-BE49-F238E27FC236}">
                <a16:creationId xmlns:a16="http://schemas.microsoft.com/office/drawing/2014/main" id="{1B558610-1AE5-4123-99D3-BBADB290E8C2}"/>
              </a:ext>
            </a:extLst>
          </p:cNvPr>
          <p:cNvSpPr>
            <a:spLocks noGrp="1"/>
          </p:cNvSpPr>
          <p:nvPr/>
        </p:nvSpPr>
        <p:spPr>
          <a:xfrm>
            <a:off x="5686018" y="3459402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0" name="p1-o138">
            <a:extLst>
              <a:ext uri="{FF2B5EF4-FFF2-40B4-BE49-F238E27FC236}">
                <a16:creationId xmlns:a16="http://schemas.microsoft.com/office/drawing/2014/main" id="{87680F92-DD8F-4708-B7A1-2DC45FE1EBB0}"/>
              </a:ext>
            </a:extLst>
          </p:cNvPr>
          <p:cNvSpPr>
            <a:spLocks noGrp="1"/>
          </p:cNvSpPr>
          <p:nvPr/>
        </p:nvSpPr>
        <p:spPr>
          <a:xfrm>
            <a:off x="56860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1" name="p1-o139">
            <a:extLst>
              <a:ext uri="{FF2B5EF4-FFF2-40B4-BE49-F238E27FC236}">
                <a16:creationId xmlns:a16="http://schemas.microsoft.com/office/drawing/2014/main" id="{397E941C-0786-43DB-A7AD-18A25380AC91}"/>
              </a:ext>
            </a:extLst>
          </p:cNvPr>
          <p:cNvSpPr>
            <a:spLocks noGrp="1"/>
          </p:cNvSpPr>
          <p:nvPr/>
        </p:nvSpPr>
        <p:spPr>
          <a:xfrm>
            <a:off x="59622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2" name="p1-o140">
            <a:extLst>
              <a:ext uri="{FF2B5EF4-FFF2-40B4-BE49-F238E27FC236}">
                <a16:creationId xmlns:a16="http://schemas.microsoft.com/office/drawing/2014/main" id="{E3A3DC2B-173A-4930-B84C-B35D1683D8F6}"/>
              </a:ext>
            </a:extLst>
          </p:cNvPr>
          <p:cNvSpPr>
            <a:spLocks noGrp="1"/>
          </p:cNvSpPr>
          <p:nvPr/>
        </p:nvSpPr>
        <p:spPr>
          <a:xfrm>
            <a:off x="6028918" y="3459402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3" name="p1-o141">
            <a:extLst>
              <a:ext uri="{FF2B5EF4-FFF2-40B4-BE49-F238E27FC236}">
                <a16:creationId xmlns:a16="http://schemas.microsoft.com/office/drawing/2014/main" id="{7A56A08B-9B9F-47A0-87FB-5CC819F706EB}"/>
              </a:ext>
            </a:extLst>
          </p:cNvPr>
          <p:cNvSpPr>
            <a:spLocks noGrp="1"/>
          </p:cNvSpPr>
          <p:nvPr/>
        </p:nvSpPr>
        <p:spPr>
          <a:xfrm>
            <a:off x="60289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4" name="p1-o142">
            <a:extLst>
              <a:ext uri="{FF2B5EF4-FFF2-40B4-BE49-F238E27FC236}">
                <a16:creationId xmlns:a16="http://schemas.microsoft.com/office/drawing/2014/main" id="{1BED07A1-E6ED-4D28-ACE5-CAB1E3D85E99}"/>
              </a:ext>
            </a:extLst>
          </p:cNvPr>
          <p:cNvSpPr>
            <a:spLocks noGrp="1"/>
          </p:cNvSpPr>
          <p:nvPr/>
        </p:nvSpPr>
        <p:spPr>
          <a:xfrm>
            <a:off x="63051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5" name="p1-o143">
            <a:extLst>
              <a:ext uri="{FF2B5EF4-FFF2-40B4-BE49-F238E27FC236}">
                <a16:creationId xmlns:a16="http://schemas.microsoft.com/office/drawing/2014/main" id="{00D51F77-4D5F-4DA1-A849-9D2E75866027}"/>
              </a:ext>
            </a:extLst>
          </p:cNvPr>
          <p:cNvSpPr>
            <a:spLocks noGrp="1"/>
          </p:cNvSpPr>
          <p:nvPr/>
        </p:nvSpPr>
        <p:spPr>
          <a:xfrm>
            <a:off x="6371818" y="3459402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6" name="p1-o144">
            <a:extLst>
              <a:ext uri="{FF2B5EF4-FFF2-40B4-BE49-F238E27FC236}">
                <a16:creationId xmlns:a16="http://schemas.microsoft.com/office/drawing/2014/main" id="{D636F30D-38E9-4CDB-BACE-D9E56433A7B8}"/>
              </a:ext>
            </a:extLst>
          </p:cNvPr>
          <p:cNvSpPr>
            <a:spLocks noGrp="1"/>
          </p:cNvSpPr>
          <p:nvPr/>
        </p:nvSpPr>
        <p:spPr>
          <a:xfrm>
            <a:off x="63718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7" name="p1-o145">
            <a:extLst>
              <a:ext uri="{FF2B5EF4-FFF2-40B4-BE49-F238E27FC236}">
                <a16:creationId xmlns:a16="http://schemas.microsoft.com/office/drawing/2014/main" id="{7978E932-426D-4DF5-BC45-DE4DBFF60977}"/>
              </a:ext>
            </a:extLst>
          </p:cNvPr>
          <p:cNvSpPr>
            <a:spLocks noGrp="1"/>
          </p:cNvSpPr>
          <p:nvPr/>
        </p:nvSpPr>
        <p:spPr>
          <a:xfrm>
            <a:off x="66480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8" name="p1-o146">
            <a:extLst>
              <a:ext uri="{FF2B5EF4-FFF2-40B4-BE49-F238E27FC236}">
                <a16:creationId xmlns:a16="http://schemas.microsoft.com/office/drawing/2014/main" id="{140A55A9-10C3-47BA-B106-FF482F21DFB0}"/>
              </a:ext>
            </a:extLst>
          </p:cNvPr>
          <p:cNvSpPr>
            <a:spLocks noGrp="1"/>
          </p:cNvSpPr>
          <p:nvPr/>
        </p:nvSpPr>
        <p:spPr>
          <a:xfrm>
            <a:off x="6714718" y="3459402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49" name="p1-o147">
            <a:extLst>
              <a:ext uri="{FF2B5EF4-FFF2-40B4-BE49-F238E27FC236}">
                <a16:creationId xmlns:a16="http://schemas.microsoft.com/office/drawing/2014/main" id="{F55D0287-CA50-4C88-8CEC-5667CA07952A}"/>
              </a:ext>
            </a:extLst>
          </p:cNvPr>
          <p:cNvSpPr>
            <a:spLocks noGrp="1"/>
          </p:cNvSpPr>
          <p:nvPr/>
        </p:nvSpPr>
        <p:spPr>
          <a:xfrm>
            <a:off x="67147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0" name="p1-o148">
            <a:extLst>
              <a:ext uri="{FF2B5EF4-FFF2-40B4-BE49-F238E27FC236}">
                <a16:creationId xmlns:a16="http://schemas.microsoft.com/office/drawing/2014/main" id="{47BBD14B-01D1-49AA-A227-38EC2ACF3CA2}"/>
              </a:ext>
            </a:extLst>
          </p:cNvPr>
          <p:cNvSpPr>
            <a:spLocks noGrp="1"/>
          </p:cNvSpPr>
          <p:nvPr/>
        </p:nvSpPr>
        <p:spPr>
          <a:xfrm>
            <a:off x="69909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51" name="p1-o149">
            <a:extLst>
              <a:ext uri="{FF2B5EF4-FFF2-40B4-BE49-F238E27FC236}">
                <a16:creationId xmlns:a16="http://schemas.microsoft.com/office/drawing/2014/main" id="{DC27278A-CE7F-496F-A004-7445243111E6}"/>
              </a:ext>
            </a:extLst>
          </p:cNvPr>
          <p:cNvSpPr>
            <a:spLocks noGrp="1"/>
          </p:cNvSpPr>
          <p:nvPr/>
        </p:nvSpPr>
        <p:spPr>
          <a:xfrm>
            <a:off x="7057618" y="3459402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2" name="p1-o150">
            <a:extLst>
              <a:ext uri="{FF2B5EF4-FFF2-40B4-BE49-F238E27FC236}">
                <a16:creationId xmlns:a16="http://schemas.microsoft.com/office/drawing/2014/main" id="{144F9115-E878-4A83-B0FF-5DCB5A3912AF}"/>
              </a:ext>
            </a:extLst>
          </p:cNvPr>
          <p:cNvSpPr>
            <a:spLocks noGrp="1"/>
          </p:cNvSpPr>
          <p:nvPr/>
        </p:nvSpPr>
        <p:spPr>
          <a:xfrm>
            <a:off x="70576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3" name="p1-o151">
            <a:extLst>
              <a:ext uri="{FF2B5EF4-FFF2-40B4-BE49-F238E27FC236}">
                <a16:creationId xmlns:a16="http://schemas.microsoft.com/office/drawing/2014/main" id="{FC417FDB-D352-4A14-BBEE-5DEBC3160226}"/>
              </a:ext>
            </a:extLst>
          </p:cNvPr>
          <p:cNvSpPr>
            <a:spLocks noGrp="1"/>
          </p:cNvSpPr>
          <p:nvPr/>
        </p:nvSpPr>
        <p:spPr>
          <a:xfrm>
            <a:off x="73338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4" name="p1-o152">
            <a:extLst>
              <a:ext uri="{FF2B5EF4-FFF2-40B4-BE49-F238E27FC236}">
                <a16:creationId xmlns:a16="http://schemas.microsoft.com/office/drawing/2014/main" id="{933F62DB-DBD5-4E8D-82E4-B0D7134DB528}"/>
              </a:ext>
            </a:extLst>
          </p:cNvPr>
          <p:cNvSpPr>
            <a:spLocks noGrp="1"/>
          </p:cNvSpPr>
          <p:nvPr/>
        </p:nvSpPr>
        <p:spPr>
          <a:xfrm>
            <a:off x="4743043" y="4059477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N</a:t>
            </a:r>
          </a:p>
        </p:txBody>
      </p:sp>
      <p:sp>
        <p:nvSpPr>
          <p:cNvPr id="155" name="p1-o153">
            <a:extLst>
              <a:ext uri="{FF2B5EF4-FFF2-40B4-BE49-F238E27FC236}">
                <a16:creationId xmlns:a16="http://schemas.microsoft.com/office/drawing/2014/main" id="{A53EB45D-1BD8-4D10-A2D1-F3395BDB160D}"/>
              </a:ext>
            </a:extLst>
          </p:cNvPr>
          <p:cNvSpPr>
            <a:spLocks noGrp="1"/>
          </p:cNvSpPr>
          <p:nvPr/>
        </p:nvSpPr>
        <p:spPr>
          <a:xfrm>
            <a:off x="5343118" y="4078527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6" name="p1-o154">
            <a:extLst>
              <a:ext uri="{FF2B5EF4-FFF2-40B4-BE49-F238E27FC236}">
                <a16:creationId xmlns:a16="http://schemas.microsoft.com/office/drawing/2014/main" id="{A733F767-600B-4D63-8BDA-BEB880B5F7DA}"/>
              </a:ext>
            </a:extLst>
          </p:cNvPr>
          <p:cNvSpPr>
            <a:spLocks noGrp="1"/>
          </p:cNvSpPr>
          <p:nvPr/>
        </p:nvSpPr>
        <p:spPr>
          <a:xfrm>
            <a:off x="53431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7" name="p1-o155">
            <a:extLst>
              <a:ext uri="{FF2B5EF4-FFF2-40B4-BE49-F238E27FC236}">
                <a16:creationId xmlns:a16="http://schemas.microsoft.com/office/drawing/2014/main" id="{1DF3B814-26F5-4AF8-AF63-DD377DD153DA}"/>
              </a:ext>
            </a:extLst>
          </p:cNvPr>
          <p:cNvSpPr>
            <a:spLocks noGrp="1"/>
          </p:cNvSpPr>
          <p:nvPr/>
        </p:nvSpPr>
        <p:spPr>
          <a:xfrm>
            <a:off x="56193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8" name="p1-o156">
            <a:extLst>
              <a:ext uri="{FF2B5EF4-FFF2-40B4-BE49-F238E27FC236}">
                <a16:creationId xmlns:a16="http://schemas.microsoft.com/office/drawing/2014/main" id="{2E3FFFC9-03BC-4C78-A4FF-3D93C4FA1BE6}"/>
              </a:ext>
            </a:extLst>
          </p:cNvPr>
          <p:cNvSpPr>
            <a:spLocks noGrp="1"/>
          </p:cNvSpPr>
          <p:nvPr/>
        </p:nvSpPr>
        <p:spPr>
          <a:xfrm>
            <a:off x="5686018" y="4078527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59" name="p1-o157">
            <a:extLst>
              <a:ext uri="{FF2B5EF4-FFF2-40B4-BE49-F238E27FC236}">
                <a16:creationId xmlns:a16="http://schemas.microsoft.com/office/drawing/2014/main" id="{EB0A9029-8D13-4A7F-80A2-2C4933EAC4D6}"/>
              </a:ext>
            </a:extLst>
          </p:cNvPr>
          <p:cNvSpPr>
            <a:spLocks noGrp="1"/>
          </p:cNvSpPr>
          <p:nvPr/>
        </p:nvSpPr>
        <p:spPr>
          <a:xfrm>
            <a:off x="56860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0" name="p1-o158">
            <a:extLst>
              <a:ext uri="{FF2B5EF4-FFF2-40B4-BE49-F238E27FC236}">
                <a16:creationId xmlns:a16="http://schemas.microsoft.com/office/drawing/2014/main" id="{F39365E6-0313-4431-A300-CDDB2B531713}"/>
              </a:ext>
            </a:extLst>
          </p:cNvPr>
          <p:cNvSpPr>
            <a:spLocks noGrp="1"/>
          </p:cNvSpPr>
          <p:nvPr/>
        </p:nvSpPr>
        <p:spPr>
          <a:xfrm>
            <a:off x="59622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61" name="p1-o159">
            <a:extLst>
              <a:ext uri="{FF2B5EF4-FFF2-40B4-BE49-F238E27FC236}">
                <a16:creationId xmlns:a16="http://schemas.microsoft.com/office/drawing/2014/main" id="{3FD91405-7B8B-4732-B99D-014C0BF2B373}"/>
              </a:ext>
            </a:extLst>
          </p:cNvPr>
          <p:cNvSpPr>
            <a:spLocks noGrp="1"/>
          </p:cNvSpPr>
          <p:nvPr/>
        </p:nvSpPr>
        <p:spPr>
          <a:xfrm>
            <a:off x="6028918" y="4078527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2" name="p1-o160">
            <a:extLst>
              <a:ext uri="{FF2B5EF4-FFF2-40B4-BE49-F238E27FC236}">
                <a16:creationId xmlns:a16="http://schemas.microsoft.com/office/drawing/2014/main" id="{481DFA2B-C452-407B-B4D5-268ED87252A5}"/>
              </a:ext>
            </a:extLst>
          </p:cNvPr>
          <p:cNvSpPr>
            <a:spLocks noGrp="1"/>
          </p:cNvSpPr>
          <p:nvPr/>
        </p:nvSpPr>
        <p:spPr>
          <a:xfrm>
            <a:off x="60289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3" name="p1-o161">
            <a:extLst>
              <a:ext uri="{FF2B5EF4-FFF2-40B4-BE49-F238E27FC236}">
                <a16:creationId xmlns:a16="http://schemas.microsoft.com/office/drawing/2014/main" id="{B994D8C4-D89A-4F84-A6FB-3A65F7848FC0}"/>
              </a:ext>
            </a:extLst>
          </p:cNvPr>
          <p:cNvSpPr>
            <a:spLocks noGrp="1"/>
          </p:cNvSpPr>
          <p:nvPr/>
        </p:nvSpPr>
        <p:spPr>
          <a:xfrm>
            <a:off x="63051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4" name="p1-o162">
            <a:extLst>
              <a:ext uri="{FF2B5EF4-FFF2-40B4-BE49-F238E27FC236}">
                <a16:creationId xmlns:a16="http://schemas.microsoft.com/office/drawing/2014/main" id="{7351C591-DB76-45CE-BFD2-AF04F4F4E255}"/>
              </a:ext>
            </a:extLst>
          </p:cNvPr>
          <p:cNvSpPr>
            <a:spLocks noGrp="1"/>
          </p:cNvSpPr>
          <p:nvPr/>
        </p:nvSpPr>
        <p:spPr>
          <a:xfrm>
            <a:off x="6371818" y="4078527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5" name="p1-o163">
            <a:extLst>
              <a:ext uri="{FF2B5EF4-FFF2-40B4-BE49-F238E27FC236}">
                <a16:creationId xmlns:a16="http://schemas.microsoft.com/office/drawing/2014/main" id="{FFB4B579-39DC-4EDF-BF17-921C2CC6B88E}"/>
              </a:ext>
            </a:extLst>
          </p:cNvPr>
          <p:cNvSpPr>
            <a:spLocks noGrp="1"/>
          </p:cNvSpPr>
          <p:nvPr/>
        </p:nvSpPr>
        <p:spPr>
          <a:xfrm>
            <a:off x="63718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6" name="p1-o164">
            <a:extLst>
              <a:ext uri="{FF2B5EF4-FFF2-40B4-BE49-F238E27FC236}">
                <a16:creationId xmlns:a16="http://schemas.microsoft.com/office/drawing/2014/main" id="{B48D5BB3-DDFA-440E-9014-D2CF5B0FABEF}"/>
              </a:ext>
            </a:extLst>
          </p:cNvPr>
          <p:cNvSpPr>
            <a:spLocks noGrp="1"/>
          </p:cNvSpPr>
          <p:nvPr/>
        </p:nvSpPr>
        <p:spPr>
          <a:xfrm>
            <a:off x="66480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7" name="p1-o165">
            <a:extLst>
              <a:ext uri="{FF2B5EF4-FFF2-40B4-BE49-F238E27FC236}">
                <a16:creationId xmlns:a16="http://schemas.microsoft.com/office/drawing/2014/main" id="{ED1C02F7-DBA2-4418-9453-6708669481B0}"/>
              </a:ext>
            </a:extLst>
          </p:cNvPr>
          <p:cNvSpPr>
            <a:spLocks noGrp="1"/>
          </p:cNvSpPr>
          <p:nvPr/>
        </p:nvSpPr>
        <p:spPr>
          <a:xfrm>
            <a:off x="6714718" y="4078527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68" name="p1-o166">
            <a:extLst>
              <a:ext uri="{FF2B5EF4-FFF2-40B4-BE49-F238E27FC236}">
                <a16:creationId xmlns:a16="http://schemas.microsoft.com/office/drawing/2014/main" id="{FEC0D7EF-9676-4500-BC55-9F305916EC65}"/>
              </a:ext>
            </a:extLst>
          </p:cNvPr>
          <p:cNvSpPr>
            <a:spLocks noGrp="1"/>
          </p:cNvSpPr>
          <p:nvPr/>
        </p:nvSpPr>
        <p:spPr>
          <a:xfrm>
            <a:off x="67147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9" name="p1-o167">
            <a:extLst>
              <a:ext uri="{FF2B5EF4-FFF2-40B4-BE49-F238E27FC236}">
                <a16:creationId xmlns:a16="http://schemas.microsoft.com/office/drawing/2014/main" id="{9E0CE4FA-1A2E-4BE9-9DA7-B355BD2B70BF}"/>
              </a:ext>
            </a:extLst>
          </p:cNvPr>
          <p:cNvSpPr>
            <a:spLocks noGrp="1"/>
          </p:cNvSpPr>
          <p:nvPr/>
        </p:nvSpPr>
        <p:spPr>
          <a:xfrm>
            <a:off x="69909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70" name="p1-o168">
            <a:extLst>
              <a:ext uri="{FF2B5EF4-FFF2-40B4-BE49-F238E27FC236}">
                <a16:creationId xmlns:a16="http://schemas.microsoft.com/office/drawing/2014/main" id="{D3A0851E-D901-4B2A-BAA6-5CA9A43FC8F8}"/>
              </a:ext>
            </a:extLst>
          </p:cNvPr>
          <p:cNvSpPr>
            <a:spLocks noGrp="1"/>
          </p:cNvSpPr>
          <p:nvPr/>
        </p:nvSpPr>
        <p:spPr>
          <a:xfrm>
            <a:off x="7057618" y="4078527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1" name="p1-o169">
            <a:extLst>
              <a:ext uri="{FF2B5EF4-FFF2-40B4-BE49-F238E27FC236}">
                <a16:creationId xmlns:a16="http://schemas.microsoft.com/office/drawing/2014/main" id="{5A2A4327-18A6-4E55-8D9B-F545FCE36AB1}"/>
              </a:ext>
            </a:extLst>
          </p:cNvPr>
          <p:cNvSpPr>
            <a:spLocks noGrp="1"/>
          </p:cNvSpPr>
          <p:nvPr/>
        </p:nvSpPr>
        <p:spPr>
          <a:xfrm>
            <a:off x="70576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72" name="p1-o170">
            <a:extLst>
              <a:ext uri="{FF2B5EF4-FFF2-40B4-BE49-F238E27FC236}">
                <a16:creationId xmlns:a16="http://schemas.microsoft.com/office/drawing/2014/main" id="{9BD05B28-765B-4C4B-B6CA-77CE397B2B6E}"/>
              </a:ext>
            </a:extLst>
          </p:cNvPr>
          <p:cNvSpPr>
            <a:spLocks noGrp="1"/>
          </p:cNvSpPr>
          <p:nvPr/>
        </p:nvSpPr>
        <p:spPr>
          <a:xfrm>
            <a:off x="73338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3" name="p1-o171">
            <a:extLst>
              <a:ext uri="{FF2B5EF4-FFF2-40B4-BE49-F238E27FC236}">
                <a16:creationId xmlns:a16="http://schemas.microsoft.com/office/drawing/2014/main" id="{B70A626A-2432-4284-AC8A-C8BE589F7569}"/>
              </a:ext>
            </a:extLst>
          </p:cNvPr>
          <p:cNvSpPr>
            <a:spLocks noGrp="1"/>
          </p:cNvSpPr>
          <p:nvPr/>
        </p:nvSpPr>
        <p:spPr>
          <a:xfrm>
            <a:off x="4962118" y="3697527"/>
            <a:ext cx="2762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p1-o172">
            <a:extLst>
              <a:ext uri="{FF2B5EF4-FFF2-40B4-BE49-F238E27FC236}">
                <a16:creationId xmlns:a16="http://schemas.microsoft.com/office/drawing/2014/main" id="{3C58E084-86EF-40F4-AF2E-D6F8BC52C6DD}"/>
              </a:ext>
            </a:extLst>
          </p:cNvPr>
          <p:cNvSpPr>
            <a:spLocks noGrp="1"/>
          </p:cNvSpPr>
          <p:nvPr/>
        </p:nvSpPr>
        <p:spPr>
          <a:xfrm>
            <a:off x="6324193" y="3716577"/>
            <a:ext cx="4667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75" name="p1-o173">
            <a:extLst>
              <a:ext uri="{FF2B5EF4-FFF2-40B4-BE49-F238E27FC236}">
                <a16:creationId xmlns:a16="http://schemas.microsoft.com/office/drawing/2014/main" id="{643CF54C-475C-4F76-9311-DDDA66F20EC0}"/>
              </a:ext>
            </a:extLst>
          </p:cNvPr>
          <p:cNvSpPr>
            <a:spLocks noGrp="1"/>
          </p:cNvSpPr>
          <p:nvPr/>
        </p:nvSpPr>
        <p:spPr>
          <a:xfrm>
            <a:off x="7768634" y="2158625"/>
            <a:ext cx="1085850" cy="2524125"/>
          </a:xfrm>
          <a:prstGeom prst="roundRect">
            <a:avLst>
              <a:gd name="adj" fmla="val 5263"/>
            </a:avLst>
          </a:prstGeom>
          <a:solidFill>
            <a:srgbClr val="FFF8F9"/>
          </a:solidFill>
          <a:ln w="9525">
            <a:solidFill>
              <a:srgbClr val="EFCCD3"/>
            </a:solidFill>
          </a:ln>
        </p:spPr>
      </p:sp>
      <p:sp>
        <p:nvSpPr>
          <p:cNvPr id="176" name="p1-o174">
            <a:extLst>
              <a:ext uri="{FF2B5EF4-FFF2-40B4-BE49-F238E27FC236}">
                <a16:creationId xmlns:a16="http://schemas.microsoft.com/office/drawing/2014/main" id="{C7F65515-1B0B-4BFB-8F34-3F149657CC0B}"/>
              </a:ext>
            </a:extLst>
          </p:cNvPr>
          <p:cNvSpPr>
            <a:spLocks noGrp="1"/>
          </p:cNvSpPr>
          <p:nvPr/>
        </p:nvSpPr>
        <p:spPr>
          <a:xfrm>
            <a:off x="7835309" y="2187200"/>
            <a:ext cx="952500" cy="2466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7" name="p1-o175">
            <a:extLst>
              <a:ext uri="{FF2B5EF4-FFF2-40B4-BE49-F238E27FC236}">
                <a16:creationId xmlns:a16="http://schemas.microsoft.com/office/drawing/2014/main" id="{8C699DB8-FE85-4E11-99C9-0B24645EC793}"/>
              </a:ext>
            </a:extLst>
          </p:cNvPr>
          <p:cNvSpPr>
            <a:spLocks noGrp="1"/>
          </p:cNvSpPr>
          <p:nvPr/>
        </p:nvSpPr>
        <p:spPr>
          <a:xfrm>
            <a:off x="7844834" y="2244350"/>
            <a:ext cx="933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恢复 Block 0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只需连续读取</a:t>
            </a:r>
          </a:p>
        </p:txBody>
      </p:sp>
      <p:sp>
        <p:nvSpPr>
          <p:cNvPr id="178" name="p1-o176">
            <a:extLst>
              <a:ext uri="{FF2B5EF4-FFF2-40B4-BE49-F238E27FC236}">
                <a16:creationId xmlns:a16="http://schemas.microsoft.com/office/drawing/2014/main" id="{EC3C1966-42C1-474E-A36C-88E66D427452}"/>
              </a:ext>
            </a:extLst>
          </p:cNvPr>
          <p:cNvSpPr>
            <a:spLocks noGrp="1"/>
          </p:cNvSpPr>
          <p:nvPr/>
        </p:nvSpPr>
        <p:spPr>
          <a:xfrm>
            <a:off x="7978184" y="27491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1B3E8"/>
          </a:solidFill>
          <a:ln w="9525">
            <a:solidFill>
              <a:srgbClr val="ABC0DF"/>
            </a:solidFill>
          </a:ln>
        </p:spPr>
      </p:sp>
      <p:sp>
        <p:nvSpPr>
          <p:cNvPr id="179" name="p1-o177">
            <a:extLst>
              <a:ext uri="{FF2B5EF4-FFF2-40B4-BE49-F238E27FC236}">
                <a16:creationId xmlns:a16="http://schemas.microsoft.com/office/drawing/2014/main" id="{6BBAA1BD-C3FA-401C-AFD2-03BA5A7CCE4C}"/>
              </a:ext>
            </a:extLst>
          </p:cNvPr>
          <p:cNvSpPr>
            <a:spLocks noGrp="1"/>
          </p:cNvSpPr>
          <p:nvPr/>
        </p:nvSpPr>
        <p:spPr>
          <a:xfrm>
            <a:off x="8044859" y="27777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180" name="p1-o178">
            <a:extLst>
              <a:ext uri="{FF2B5EF4-FFF2-40B4-BE49-F238E27FC236}">
                <a16:creationId xmlns:a16="http://schemas.microsoft.com/office/drawing/2014/main" id="{702486F7-CD8D-4BB3-8F71-708299E8CB14}"/>
              </a:ext>
            </a:extLst>
          </p:cNvPr>
          <p:cNvSpPr>
            <a:spLocks noGrp="1"/>
          </p:cNvSpPr>
          <p:nvPr/>
        </p:nvSpPr>
        <p:spPr>
          <a:xfrm>
            <a:off x="7978184" y="303492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E8B0BD"/>
          </a:solidFill>
          <a:ln w="9525">
            <a:solidFill>
              <a:srgbClr val="ABC0DF"/>
            </a:solidFill>
          </a:ln>
        </p:spPr>
      </p:sp>
      <p:sp>
        <p:nvSpPr>
          <p:cNvPr id="181" name="p1-o179">
            <a:extLst>
              <a:ext uri="{FF2B5EF4-FFF2-40B4-BE49-F238E27FC236}">
                <a16:creationId xmlns:a16="http://schemas.microsoft.com/office/drawing/2014/main" id="{D3EA3C31-6B2D-4E35-8601-A4F6962A3A6F}"/>
              </a:ext>
            </a:extLst>
          </p:cNvPr>
          <p:cNvSpPr>
            <a:spLocks noGrp="1"/>
          </p:cNvSpPr>
          <p:nvPr/>
        </p:nvSpPr>
        <p:spPr>
          <a:xfrm>
            <a:off x="8044859" y="306350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82" name="p1-o180">
            <a:extLst>
              <a:ext uri="{FF2B5EF4-FFF2-40B4-BE49-F238E27FC236}">
                <a16:creationId xmlns:a16="http://schemas.microsoft.com/office/drawing/2014/main" id="{5CE9D316-3DE5-4749-804A-F48D187EDCE3}"/>
              </a:ext>
            </a:extLst>
          </p:cNvPr>
          <p:cNvSpPr>
            <a:spLocks noGrp="1"/>
          </p:cNvSpPr>
          <p:nvPr/>
        </p:nvSpPr>
        <p:spPr>
          <a:xfrm>
            <a:off x="7978184" y="33206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F4DBA6"/>
          </a:solidFill>
          <a:ln w="9525">
            <a:solidFill>
              <a:srgbClr val="ABC0DF"/>
            </a:solidFill>
          </a:ln>
        </p:spPr>
      </p:sp>
      <p:sp>
        <p:nvSpPr>
          <p:cNvPr id="183" name="p1-o181">
            <a:extLst>
              <a:ext uri="{FF2B5EF4-FFF2-40B4-BE49-F238E27FC236}">
                <a16:creationId xmlns:a16="http://schemas.microsoft.com/office/drawing/2014/main" id="{2227547C-BA1A-41C4-AE58-007C2A19AC63}"/>
              </a:ext>
            </a:extLst>
          </p:cNvPr>
          <p:cNvSpPr>
            <a:spLocks noGrp="1"/>
          </p:cNvSpPr>
          <p:nvPr/>
        </p:nvSpPr>
        <p:spPr>
          <a:xfrm>
            <a:off x="8044859" y="33492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84" name="p1-o182">
            <a:extLst>
              <a:ext uri="{FF2B5EF4-FFF2-40B4-BE49-F238E27FC236}">
                <a16:creationId xmlns:a16="http://schemas.microsoft.com/office/drawing/2014/main" id="{B7700855-F722-451B-867A-3D0C6AAF0CE5}"/>
              </a:ext>
            </a:extLst>
          </p:cNvPr>
          <p:cNvSpPr>
            <a:spLocks noGrp="1"/>
          </p:cNvSpPr>
          <p:nvPr/>
        </p:nvSpPr>
        <p:spPr>
          <a:xfrm>
            <a:off x="7978184" y="360642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BD3BC"/>
          </a:solidFill>
          <a:ln w="9525">
            <a:solidFill>
              <a:srgbClr val="ABC0DF"/>
            </a:solidFill>
          </a:ln>
        </p:spPr>
      </p:sp>
      <p:sp>
        <p:nvSpPr>
          <p:cNvPr id="185" name="p1-o183">
            <a:extLst>
              <a:ext uri="{FF2B5EF4-FFF2-40B4-BE49-F238E27FC236}">
                <a16:creationId xmlns:a16="http://schemas.microsoft.com/office/drawing/2014/main" id="{6B9E0A08-13DA-406B-B1AB-C32277822461}"/>
              </a:ext>
            </a:extLst>
          </p:cNvPr>
          <p:cNvSpPr>
            <a:spLocks noGrp="1"/>
          </p:cNvSpPr>
          <p:nvPr/>
        </p:nvSpPr>
        <p:spPr>
          <a:xfrm>
            <a:off x="8044859" y="363500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86" name="p1-o184">
            <a:extLst>
              <a:ext uri="{FF2B5EF4-FFF2-40B4-BE49-F238E27FC236}">
                <a16:creationId xmlns:a16="http://schemas.microsoft.com/office/drawing/2014/main" id="{D93DB4F5-8DE4-4A03-9B28-7DD14DB068F0}"/>
              </a:ext>
            </a:extLst>
          </p:cNvPr>
          <p:cNvSpPr>
            <a:spLocks noGrp="1"/>
          </p:cNvSpPr>
          <p:nvPr/>
        </p:nvSpPr>
        <p:spPr>
          <a:xfrm>
            <a:off x="7978184" y="38921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B6A5DD"/>
          </a:solidFill>
          <a:ln w="9525">
            <a:solidFill>
              <a:srgbClr val="ABC0DF"/>
            </a:solidFill>
          </a:ln>
        </p:spPr>
      </p:sp>
      <p:sp>
        <p:nvSpPr>
          <p:cNvPr id="187" name="p1-o185">
            <a:extLst>
              <a:ext uri="{FF2B5EF4-FFF2-40B4-BE49-F238E27FC236}">
                <a16:creationId xmlns:a16="http://schemas.microsoft.com/office/drawing/2014/main" id="{808D2724-A210-4A60-9C1A-4F95154BD4AA}"/>
              </a:ext>
            </a:extLst>
          </p:cNvPr>
          <p:cNvSpPr>
            <a:spLocks noGrp="1"/>
          </p:cNvSpPr>
          <p:nvPr/>
        </p:nvSpPr>
        <p:spPr>
          <a:xfrm>
            <a:off x="8044859" y="39207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L35</a:t>
            </a:r>
          </a:p>
        </p:txBody>
      </p:sp>
      <p:sp>
        <p:nvSpPr>
          <p:cNvPr id="188" name="p1-line186">
            <a:extLst>
              <a:ext uri="{FF2B5EF4-FFF2-40B4-BE49-F238E27FC236}">
                <a16:creationId xmlns:a16="http://schemas.microsoft.com/office/drawing/2014/main" id="{ECE90CA4-46F6-4E64-9A51-CDE94F3205B6}"/>
              </a:ext>
            </a:extLst>
          </p:cNvPr>
          <p:cNvSpPr>
            <a:spLocks noGrp="1"/>
          </p:cNvSpPr>
          <p:nvPr/>
        </p:nvSpPr>
        <p:spPr>
          <a:xfrm>
            <a:off x="7863884" y="2844425"/>
            <a:ext cx="9525" cy="1247775"/>
          </a:xfrm>
          <a:custGeom>
            <a:avLst/>
            <a:gdLst/>
            <a:ahLst/>
            <a:cxnLst/>
            <a:rect l="0" t="0" r="0" b="0"/>
            <a:pathLst>
              <a:path w="9525" h="1247775">
                <a:moveTo>
                  <a:pt x="0" y="0"/>
                </a:moveTo>
                <a:lnTo>
                  <a:pt x="0" y="1247775"/>
                </a:lnTo>
              </a:path>
            </a:pathLst>
          </a:custGeom>
          <a:noFill/>
          <a:ln w="12383">
            <a:solidFill>
              <a:srgbClr val="DB0019"/>
            </a:solidFill>
            <a:prstDash val="solid"/>
          </a:ln>
        </p:spPr>
      </p:sp>
      <p:sp>
        <p:nvSpPr>
          <p:cNvPr id="189" name="p1-o187">
            <a:extLst>
              <a:ext uri="{FF2B5EF4-FFF2-40B4-BE49-F238E27FC236}">
                <a16:creationId xmlns:a16="http://schemas.microsoft.com/office/drawing/2014/main" id="{0FED93B7-C5B4-476A-9617-04B1CCB9954D}"/>
              </a:ext>
            </a:extLst>
          </p:cNvPr>
          <p:cNvSpPr>
            <a:spLocks noGrp="1"/>
          </p:cNvSpPr>
          <p:nvPr/>
        </p:nvSpPr>
        <p:spPr>
          <a:xfrm>
            <a:off x="7830547" y="402552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90" name="p1-o188">
            <a:extLst>
              <a:ext uri="{FF2B5EF4-FFF2-40B4-BE49-F238E27FC236}">
                <a16:creationId xmlns:a16="http://schemas.microsoft.com/office/drawing/2014/main" id="{5087ECF4-946D-4C4B-9E1D-4DB2AABC7BA2}"/>
              </a:ext>
            </a:extLst>
          </p:cNvPr>
          <p:cNvSpPr>
            <a:spLocks noGrp="1"/>
          </p:cNvSpPr>
          <p:nvPr/>
        </p:nvSpPr>
        <p:spPr>
          <a:xfrm>
            <a:off x="7835309" y="4320800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rPr>
              <a:t>一次传输</a:t>
            </a:r>
          </a:p>
        </p:txBody>
      </p:sp>
      <p:sp>
        <p:nvSpPr>
          <p:cNvPr id="193" name="p1-o191">
            <a:extLst>
              <a:ext uri="{FF2B5EF4-FFF2-40B4-BE49-F238E27FC236}">
                <a16:creationId xmlns:a16="http://schemas.microsoft.com/office/drawing/2014/main" id="{5FF42957-A542-47CF-9EC8-8C4398822989}"/>
              </a:ext>
            </a:extLst>
          </p:cNvPr>
          <p:cNvSpPr>
            <a:spLocks noGrp="1"/>
          </p:cNvSpPr>
          <p:nvPr/>
        </p:nvSpPr>
        <p:spPr>
          <a:xfrm>
            <a:off x="1410995" y="4990350"/>
            <a:ext cx="2295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按 Layer 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分散，访问</a:t>
            </a: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stride </a:t>
            </a:r>
            <a:r>
              <a:rPr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大</a:t>
            </a:r>
            <a:endParaRPr lang="en-US" sz="1200" b="1" dirty="0" smtClean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MLU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en-US" altLang="zh-CN" sz="1200" b="1" dirty="0" err="1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cpu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拷贝数据慢</a:t>
            </a:r>
            <a:endParaRPr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4" name="p1-o192">
            <a:extLst>
              <a:ext uri="{FF2B5EF4-FFF2-40B4-BE49-F238E27FC236}">
                <a16:creationId xmlns:a16="http://schemas.microsoft.com/office/drawing/2014/main" id="{86C2F083-B522-48A6-92BB-91F80DCEBF65}"/>
              </a:ext>
            </a:extLst>
          </p:cNvPr>
          <p:cNvSpPr>
            <a:spLocks noGrp="1"/>
          </p:cNvSpPr>
          <p:nvPr/>
        </p:nvSpPr>
        <p:spPr>
          <a:xfrm>
            <a:off x="4843463" y="4968500"/>
            <a:ext cx="2638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按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Block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聚合</a:t>
            </a:r>
            <a:r>
              <a:rPr sz="1125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跨层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KV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连续</a:t>
            </a:r>
            <a:endParaRPr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5" name="p1-o193">
            <a:extLst>
              <a:ext uri="{FF2B5EF4-FFF2-40B4-BE49-F238E27FC236}">
                <a16:creationId xmlns:a16="http://schemas.microsoft.com/office/drawing/2014/main" id="{B8E62A80-6C0F-4691-B25F-CE0DAF988275}"/>
              </a:ext>
            </a:extLst>
          </p:cNvPr>
          <p:cNvSpPr>
            <a:spLocks noGrp="1"/>
          </p:cNvSpPr>
          <p:nvPr/>
        </p:nvSpPr>
        <p:spPr>
          <a:xfrm>
            <a:off x="602043" y="5494005"/>
            <a:ext cx="8553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搬运性能提升（4096 tokens）</a:t>
            </a:r>
          </a:p>
        </p:txBody>
      </p:sp>
      <p:sp>
        <p:nvSpPr>
          <p:cNvPr id="197" name="p1-o195">
            <a:extLst>
              <a:ext uri="{FF2B5EF4-FFF2-40B4-BE49-F238E27FC236}">
                <a16:creationId xmlns:a16="http://schemas.microsoft.com/office/drawing/2014/main" id="{152B28C0-1370-442B-92CD-0115F80D5B74}"/>
              </a:ext>
            </a:extLst>
          </p:cNvPr>
          <p:cNvSpPr>
            <a:spLocks noGrp="1"/>
          </p:cNvSpPr>
          <p:nvPr/>
        </p:nvSpPr>
        <p:spPr>
          <a:xfrm>
            <a:off x="347663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Store：307.8 ms → 19.3 ms  （16.0×）</a:t>
            </a:r>
          </a:p>
        </p:txBody>
      </p:sp>
      <p:sp>
        <p:nvSpPr>
          <p:cNvPr id="199" name="p1-o197">
            <a:extLst>
              <a:ext uri="{FF2B5EF4-FFF2-40B4-BE49-F238E27FC236}">
                <a16:creationId xmlns:a16="http://schemas.microsoft.com/office/drawing/2014/main" id="{C0209499-6D15-4BBA-AA95-330B152BB7C5}"/>
              </a:ext>
            </a:extLst>
          </p:cNvPr>
          <p:cNvSpPr>
            <a:spLocks noGrp="1"/>
          </p:cNvSpPr>
          <p:nvPr/>
        </p:nvSpPr>
        <p:spPr>
          <a:xfrm>
            <a:off x="4776788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Load：398.7 ms → 29.8 ms  （13.4×）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优化：传输优化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p2-o13">
            <a:extLst>
              <a:ext uri="{FF2B5EF4-FFF2-40B4-BE49-F238E27FC236}">
                <a16:creationId xmlns:a16="http://schemas.microsoft.com/office/drawing/2014/main" id="{574AFAF5-803A-48DC-8075-E7572422E98F}"/>
              </a:ext>
            </a:extLst>
          </p:cNvPr>
          <p:cNvSpPr>
            <a:spLocks noGrp="1"/>
          </p:cNvSpPr>
          <p:nvPr/>
        </p:nvSpPr>
        <p:spPr>
          <a:xfrm>
            <a:off x="5378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A</a:t>
            </a:r>
          </a:p>
        </p:txBody>
      </p:sp>
      <p:sp>
        <p:nvSpPr>
          <p:cNvPr id="103" name="p2-o14">
            <a:extLst>
              <a:ext uri="{FF2B5EF4-FFF2-40B4-BE49-F238E27FC236}">
                <a16:creationId xmlns:a16="http://schemas.microsoft.com/office/drawing/2014/main" id="{8BD59702-EC7F-40F1-8064-A6648D4E05AF}"/>
              </a:ext>
            </a:extLst>
          </p:cNvPr>
          <p:cNvSpPr>
            <a:spLocks noGrp="1"/>
          </p:cNvSpPr>
          <p:nvPr/>
        </p:nvSpPr>
        <p:spPr>
          <a:xfrm>
            <a:off x="5378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04" name="p2-o15">
            <a:extLst>
              <a:ext uri="{FF2B5EF4-FFF2-40B4-BE49-F238E27FC236}">
                <a16:creationId xmlns:a16="http://schemas.microsoft.com/office/drawing/2014/main" id="{876E202C-FF13-480B-AD30-2F6A39C3D000}"/>
              </a:ext>
            </a:extLst>
          </p:cNvPr>
          <p:cNvSpPr>
            <a:spLocks noGrp="1"/>
          </p:cNvSpPr>
          <p:nvPr/>
        </p:nvSpPr>
        <p:spPr>
          <a:xfrm>
            <a:off x="6044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5" name="p2-line16">
            <a:extLst>
              <a:ext uri="{FF2B5EF4-FFF2-40B4-BE49-F238E27FC236}">
                <a16:creationId xmlns:a16="http://schemas.microsoft.com/office/drawing/2014/main" id="{0C61B55D-83B3-4B69-883A-B20DBECACB83}"/>
              </a:ext>
            </a:extLst>
          </p:cNvPr>
          <p:cNvSpPr>
            <a:spLocks noGrp="1"/>
          </p:cNvSpPr>
          <p:nvPr/>
        </p:nvSpPr>
        <p:spPr>
          <a:xfrm>
            <a:off x="10140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06" name="p2-o17">
            <a:extLst>
              <a:ext uri="{FF2B5EF4-FFF2-40B4-BE49-F238E27FC236}">
                <a16:creationId xmlns:a16="http://schemas.microsoft.com/office/drawing/2014/main" id="{3AB397B3-0AD4-4EE3-AC01-00E41070A405}"/>
              </a:ext>
            </a:extLst>
          </p:cNvPr>
          <p:cNvSpPr>
            <a:spLocks noGrp="1"/>
          </p:cNvSpPr>
          <p:nvPr/>
        </p:nvSpPr>
        <p:spPr>
          <a:xfrm>
            <a:off x="189035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B</a:t>
            </a:r>
          </a:p>
        </p:txBody>
      </p:sp>
      <p:sp>
        <p:nvSpPr>
          <p:cNvPr id="107" name="p2-o18">
            <a:extLst>
              <a:ext uri="{FF2B5EF4-FFF2-40B4-BE49-F238E27FC236}">
                <a16:creationId xmlns:a16="http://schemas.microsoft.com/office/drawing/2014/main" id="{0810015D-7224-4467-854D-99087B967067}"/>
              </a:ext>
            </a:extLst>
          </p:cNvPr>
          <p:cNvSpPr>
            <a:spLocks noGrp="1"/>
          </p:cNvSpPr>
          <p:nvPr/>
        </p:nvSpPr>
        <p:spPr>
          <a:xfrm>
            <a:off x="189035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08" name="p2-o19">
            <a:extLst>
              <a:ext uri="{FF2B5EF4-FFF2-40B4-BE49-F238E27FC236}">
                <a16:creationId xmlns:a16="http://schemas.microsoft.com/office/drawing/2014/main" id="{2F0946A1-8A6A-4951-A4C1-FBB3E1DA9734}"/>
              </a:ext>
            </a:extLst>
          </p:cNvPr>
          <p:cNvSpPr>
            <a:spLocks noGrp="1"/>
          </p:cNvSpPr>
          <p:nvPr/>
        </p:nvSpPr>
        <p:spPr>
          <a:xfrm>
            <a:off x="195703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9" name="p2-line20">
            <a:extLst>
              <a:ext uri="{FF2B5EF4-FFF2-40B4-BE49-F238E27FC236}">
                <a16:creationId xmlns:a16="http://schemas.microsoft.com/office/drawing/2014/main" id="{FBC3491B-1141-49CC-9C75-5EEFBD00FE63}"/>
              </a:ext>
            </a:extLst>
          </p:cNvPr>
          <p:cNvSpPr>
            <a:spLocks noGrp="1"/>
          </p:cNvSpPr>
          <p:nvPr/>
        </p:nvSpPr>
        <p:spPr>
          <a:xfrm>
            <a:off x="236660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0" name="p2-o21">
            <a:extLst>
              <a:ext uri="{FF2B5EF4-FFF2-40B4-BE49-F238E27FC236}">
                <a16:creationId xmlns:a16="http://schemas.microsoft.com/office/drawing/2014/main" id="{FC5A3B77-DF4A-42DD-9294-295501BE046A}"/>
              </a:ext>
            </a:extLst>
          </p:cNvPr>
          <p:cNvSpPr>
            <a:spLocks noGrp="1"/>
          </p:cNvSpPr>
          <p:nvPr/>
        </p:nvSpPr>
        <p:spPr>
          <a:xfrm>
            <a:off x="32429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C</a:t>
            </a:r>
          </a:p>
        </p:txBody>
      </p:sp>
      <p:sp>
        <p:nvSpPr>
          <p:cNvPr id="111" name="p2-o22">
            <a:extLst>
              <a:ext uri="{FF2B5EF4-FFF2-40B4-BE49-F238E27FC236}">
                <a16:creationId xmlns:a16="http://schemas.microsoft.com/office/drawing/2014/main" id="{8B4B8C14-79CC-4BF6-A5E7-EBDB7F3E22D2}"/>
              </a:ext>
            </a:extLst>
          </p:cNvPr>
          <p:cNvSpPr>
            <a:spLocks noGrp="1"/>
          </p:cNvSpPr>
          <p:nvPr/>
        </p:nvSpPr>
        <p:spPr>
          <a:xfrm>
            <a:off x="32429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12" name="p2-o23">
            <a:extLst>
              <a:ext uri="{FF2B5EF4-FFF2-40B4-BE49-F238E27FC236}">
                <a16:creationId xmlns:a16="http://schemas.microsoft.com/office/drawing/2014/main" id="{885E5B92-0C56-4C7A-BF32-9DDA5EA6C2F6}"/>
              </a:ext>
            </a:extLst>
          </p:cNvPr>
          <p:cNvSpPr>
            <a:spLocks noGrp="1"/>
          </p:cNvSpPr>
          <p:nvPr/>
        </p:nvSpPr>
        <p:spPr>
          <a:xfrm>
            <a:off x="33095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13" name="p2-line24">
            <a:extLst>
              <a:ext uri="{FF2B5EF4-FFF2-40B4-BE49-F238E27FC236}">
                <a16:creationId xmlns:a16="http://schemas.microsoft.com/office/drawing/2014/main" id="{87588044-C0DB-4BAC-A5A3-E4BA7F2228AC}"/>
              </a:ext>
            </a:extLst>
          </p:cNvPr>
          <p:cNvSpPr>
            <a:spLocks noGrp="1"/>
          </p:cNvSpPr>
          <p:nvPr/>
        </p:nvSpPr>
        <p:spPr>
          <a:xfrm>
            <a:off x="37191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4" name="p2-line25">
            <a:extLst>
              <a:ext uri="{FF2B5EF4-FFF2-40B4-BE49-F238E27FC236}">
                <a16:creationId xmlns:a16="http://schemas.microsoft.com/office/drawing/2014/main" id="{72831835-07F3-4989-B8E7-AE13AA416B35}"/>
              </a:ext>
            </a:extLst>
          </p:cNvPr>
          <p:cNvSpPr>
            <a:spLocks noGrp="1"/>
          </p:cNvSpPr>
          <p:nvPr/>
        </p:nvSpPr>
        <p:spPr>
          <a:xfrm>
            <a:off x="1014057" y="3246863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5" name="p2-line26">
            <a:extLst>
              <a:ext uri="{FF2B5EF4-FFF2-40B4-BE49-F238E27FC236}">
                <a16:creationId xmlns:a16="http://schemas.microsoft.com/office/drawing/2014/main" id="{7FE29B23-25AB-43B2-8F3A-5281B1581E38}"/>
              </a:ext>
            </a:extLst>
          </p:cNvPr>
          <p:cNvSpPr>
            <a:spLocks noGrp="1"/>
          </p:cNvSpPr>
          <p:nvPr/>
        </p:nvSpPr>
        <p:spPr>
          <a:xfrm>
            <a:off x="2376132" y="3246863"/>
            <a:ext cx="9525" cy="190500"/>
          </a:xfrm>
          <a:custGeom>
            <a:avLst/>
            <a:gdLst/>
            <a:ahLst/>
            <a:cxnLst/>
            <a:rect l="0" t="0" r="0" b="0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6" name="p2-o27">
            <a:extLst>
              <a:ext uri="{FF2B5EF4-FFF2-40B4-BE49-F238E27FC236}">
                <a16:creationId xmlns:a16="http://schemas.microsoft.com/office/drawing/2014/main" id="{3EB0CC34-B0C7-4B67-A39A-28666D108F6D}"/>
              </a:ext>
            </a:extLst>
          </p:cNvPr>
          <p:cNvSpPr>
            <a:spLocks noGrp="1"/>
          </p:cNvSpPr>
          <p:nvPr/>
        </p:nvSpPr>
        <p:spPr>
          <a:xfrm>
            <a:off x="2342795" y="33706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17" name="p2-o28">
            <a:extLst>
              <a:ext uri="{FF2B5EF4-FFF2-40B4-BE49-F238E27FC236}">
                <a16:creationId xmlns:a16="http://schemas.microsoft.com/office/drawing/2014/main" id="{7B3A2A48-343A-4624-8869-F9FA339AA2F2}"/>
              </a:ext>
            </a:extLst>
          </p:cNvPr>
          <p:cNvSpPr>
            <a:spLocks noGrp="1"/>
          </p:cNvSpPr>
          <p:nvPr/>
        </p:nvSpPr>
        <p:spPr>
          <a:xfrm>
            <a:off x="1337907" y="3456413"/>
            <a:ext cx="2076450" cy="466725"/>
          </a:xfrm>
          <a:prstGeom prst="roundRect">
            <a:avLst>
              <a:gd name="adj" fmla="val 9524"/>
            </a:avLst>
          </a:prstGeom>
          <a:solidFill>
            <a:srgbClr val="FFF0F3"/>
          </a:solidFill>
          <a:ln w="9525">
            <a:solidFill>
              <a:srgbClr val="F0B9C3"/>
            </a:solidFill>
          </a:ln>
        </p:spPr>
      </p:sp>
      <p:sp>
        <p:nvSpPr>
          <p:cNvPr id="118" name="p2-o29">
            <a:extLst>
              <a:ext uri="{FF2B5EF4-FFF2-40B4-BE49-F238E27FC236}">
                <a16:creationId xmlns:a16="http://schemas.microsoft.com/office/drawing/2014/main" id="{629AD605-0DF5-4B98-9ECB-6BFDB980373C}"/>
              </a:ext>
            </a:extLst>
          </p:cNvPr>
          <p:cNvSpPr>
            <a:spLocks noGrp="1"/>
          </p:cNvSpPr>
          <p:nvPr/>
        </p:nvSpPr>
        <p:spPr>
          <a:xfrm>
            <a:off x="1404582" y="3484989"/>
            <a:ext cx="19431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 smtClean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去重合并</a:t>
            </a:r>
            <a:endParaRPr sz="1500" dirty="0">
              <a:solidFill>
                <a:srgbClr val="0B2344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19" name="p2-line30">
            <a:extLst>
              <a:ext uri="{FF2B5EF4-FFF2-40B4-BE49-F238E27FC236}">
                <a16:creationId xmlns:a16="http://schemas.microsoft.com/office/drawing/2014/main" id="{823F0354-24CF-44BB-B778-27762FEDC554}"/>
              </a:ext>
            </a:extLst>
          </p:cNvPr>
          <p:cNvSpPr>
            <a:spLocks noGrp="1"/>
          </p:cNvSpPr>
          <p:nvPr/>
        </p:nvSpPr>
        <p:spPr>
          <a:xfrm>
            <a:off x="2376132" y="4066013"/>
            <a:ext cx="9525" cy="209550"/>
          </a:xfrm>
          <a:custGeom>
            <a:avLst/>
            <a:gdLst/>
            <a:ahLst/>
            <a:cxnLst/>
            <a:rect l="0" t="0" r="0" b="0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DB0019"/>
            </a:solidFill>
            <a:prstDash val="solid"/>
          </a:ln>
        </p:spPr>
      </p:sp>
      <p:sp>
        <p:nvSpPr>
          <p:cNvPr id="120" name="p2-o31">
            <a:extLst>
              <a:ext uri="{FF2B5EF4-FFF2-40B4-BE49-F238E27FC236}">
                <a16:creationId xmlns:a16="http://schemas.microsoft.com/office/drawing/2014/main" id="{658A7408-C4BA-40FC-A048-A0C90FC402C5}"/>
              </a:ext>
            </a:extLst>
          </p:cNvPr>
          <p:cNvSpPr>
            <a:spLocks noGrp="1"/>
          </p:cNvSpPr>
          <p:nvPr/>
        </p:nvSpPr>
        <p:spPr>
          <a:xfrm>
            <a:off x="2342795" y="42088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21" name="p2-o32">
            <a:extLst>
              <a:ext uri="{FF2B5EF4-FFF2-40B4-BE49-F238E27FC236}">
                <a16:creationId xmlns:a16="http://schemas.microsoft.com/office/drawing/2014/main" id="{BFF5D3FB-DDD0-44EC-8530-C5BC59ACBD5F}"/>
              </a:ext>
            </a:extLst>
          </p:cNvPr>
          <p:cNvSpPr>
            <a:spLocks noGrp="1"/>
          </p:cNvSpPr>
          <p:nvPr/>
        </p:nvSpPr>
        <p:spPr>
          <a:xfrm>
            <a:off x="1337907" y="4294613"/>
            <a:ext cx="2076450" cy="466725"/>
          </a:xfrm>
          <a:prstGeom prst="roundRect">
            <a:avLst>
              <a:gd name="adj" fmla="val 12245"/>
            </a:avLst>
          </a:prstGeom>
          <a:solidFill>
            <a:srgbClr val="FFF0F3"/>
          </a:solidFill>
          <a:ln w="9525">
            <a:solidFill>
              <a:srgbClr val="F0B9C3"/>
            </a:solidFill>
          </a:ln>
        </p:spPr>
      </p:sp>
      <p:sp>
        <p:nvSpPr>
          <p:cNvPr id="122" name="p2-o33">
            <a:extLst>
              <a:ext uri="{FF2B5EF4-FFF2-40B4-BE49-F238E27FC236}">
                <a16:creationId xmlns:a16="http://schemas.microsoft.com/office/drawing/2014/main" id="{5BD4D20C-3FF1-42D9-8B51-8516E11E37C6}"/>
              </a:ext>
            </a:extLst>
          </p:cNvPr>
          <p:cNvSpPr>
            <a:spLocks noGrp="1"/>
          </p:cNvSpPr>
          <p:nvPr/>
        </p:nvSpPr>
        <p:spPr>
          <a:xfrm>
            <a:off x="1404582" y="4323188"/>
            <a:ext cx="19431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73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3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CPU → MLU：加载一次</a:t>
            </a:r>
          </a:p>
        </p:txBody>
      </p:sp>
      <p:sp>
        <p:nvSpPr>
          <p:cNvPr id="123" name="p2-line34">
            <a:extLst>
              <a:ext uri="{FF2B5EF4-FFF2-40B4-BE49-F238E27FC236}">
                <a16:creationId xmlns:a16="http://schemas.microsoft.com/office/drawing/2014/main" id="{1733B483-315E-479D-8325-C362F962E72B}"/>
              </a:ext>
            </a:extLst>
          </p:cNvPr>
          <p:cNvSpPr>
            <a:spLocks noGrp="1"/>
          </p:cNvSpPr>
          <p:nvPr/>
        </p:nvSpPr>
        <p:spPr>
          <a:xfrm>
            <a:off x="2376132" y="4770863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4" name="p2-line35">
            <a:extLst>
              <a:ext uri="{FF2B5EF4-FFF2-40B4-BE49-F238E27FC236}">
                <a16:creationId xmlns:a16="http://schemas.microsoft.com/office/drawing/2014/main" id="{9A5C1152-C8CD-4111-BD01-52B6C8FFD647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5" name="p2-line36">
            <a:extLst>
              <a:ext uri="{FF2B5EF4-FFF2-40B4-BE49-F238E27FC236}">
                <a16:creationId xmlns:a16="http://schemas.microsoft.com/office/drawing/2014/main" id="{53A7C061-4068-42BD-A260-80F9D1930076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6" name="p2-o37">
            <a:extLst>
              <a:ext uri="{FF2B5EF4-FFF2-40B4-BE49-F238E27FC236}">
                <a16:creationId xmlns:a16="http://schemas.microsoft.com/office/drawing/2014/main" id="{F864170A-F260-4FA2-87DD-4208CFF95F5C}"/>
              </a:ext>
            </a:extLst>
          </p:cNvPr>
          <p:cNvSpPr>
            <a:spLocks noGrp="1"/>
          </p:cNvSpPr>
          <p:nvPr/>
        </p:nvSpPr>
        <p:spPr>
          <a:xfrm>
            <a:off x="9807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27" name="p2-o38">
            <a:extLst>
              <a:ext uri="{FF2B5EF4-FFF2-40B4-BE49-F238E27FC236}">
                <a16:creationId xmlns:a16="http://schemas.microsoft.com/office/drawing/2014/main" id="{24A28214-A504-4F5E-BB9B-FA5238452F6A}"/>
              </a:ext>
            </a:extLst>
          </p:cNvPr>
          <p:cNvSpPr>
            <a:spLocks noGrp="1"/>
          </p:cNvSpPr>
          <p:nvPr/>
        </p:nvSpPr>
        <p:spPr>
          <a:xfrm>
            <a:off x="5378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 复用</a:t>
            </a:r>
          </a:p>
        </p:txBody>
      </p:sp>
      <p:sp>
        <p:nvSpPr>
          <p:cNvPr id="128" name="p2-line39">
            <a:extLst>
              <a:ext uri="{FF2B5EF4-FFF2-40B4-BE49-F238E27FC236}">
                <a16:creationId xmlns:a16="http://schemas.microsoft.com/office/drawing/2014/main" id="{C9789553-6CBA-4D03-ADCD-5B9DFC09A91D}"/>
              </a:ext>
            </a:extLst>
          </p:cNvPr>
          <p:cNvSpPr>
            <a:spLocks noGrp="1"/>
          </p:cNvSpPr>
          <p:nvPr/>
        </p:nvSpPr>
        <p:spPr>
          <a:xfrm>
            <a:off x="236660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9" name="p2-o40">
            <a:extLst>
              <a:ext uri="{FF2B5EF4-FFF2-40B4-BE49-F238E27FC236}">
                <a16:creationId xmlns:a16="http://schemas.microsoft.com/office/drawing/2014/main" id="{3FA7902B-726E-44A8-830C-80473502F411}"/>
              </a:ext>
            </a:extLst>
          </p:cNvPr>
          <p:cNvSpPr>
            <a:spLocks noGrp="1"/>
          </p:cNvSpPr>
          <p:nvPr/>
        </p:nvSpPr>
        <p:spPr>
          <a:xfrm>
            <a:off x="233327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30" name="p2-o41">
            <a:extLst>
              <a:ext uri="{FF2B5EF4-FFF2-40B4-BE49-F238E27FC236}">
                <a16:creationId xmlns:a16="http://schemas.microsoft.com/office/drawing/2014/main" id="{06B15916-F014-4189-AE7F-F1B2D7066819}"/>
              </a:ext>
            </a:extLst>
          </p:cNvPr>
          <p:cNvSpPr>
            <a:spLocks noGrp="1"/>
          </p:cNvSpPr>
          <p:nvPr/>
        </p:nvSpPr>
        <p:spPr>
          <a:xfrm>
            <a:off x="189035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 复用</a:t>
            </a:r>
          </a:p>
        </p:txBody>
      </p:sp>
      <p:sp>
        <p:nvSpPr>
          <p:cNvPr id="131" name="p2-line42">
            <a:extLst>
              <a:ext uri="{FF2B5EF4-FFF2-40B4-BE49-F238E27FC236}">
                <a16:creationId xmlns:a16="http://schemas.microsoft.com/office/drawing/2014/main" id="{74CD4301-D179-464F-A013-40AEF6AC452C}"/>
              </a:ext>
            </a:extLst>
          </p:cNvPr>
          <p:cNvSpPr>
            <a:spLocks noGrp="1"/>
          </p:cNvSpPr>
          <p:nvPr/>
        </p:nvSpPr>
        <p:spPr>
          <a:xfrm>
            <a:off x="37191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32" name="p2-o43">
            <a:extLst>
              <a:ext uri="{FF2B5EF4-FFF2-40B4-BE49-F238E27FC236}">
                <a16:creationId xmlns:a16="http://schemas.microsoft.com/office/drawing/2014/main" id="{22A1DADA-4FE4-4F60-BE52-A2A0D263CE17}"/>
              </a:ext>
            </a:extLst>
          </p:cNvPr>
          <p:cNvSpPr>
            <a:spLocks noGrp="1"/>
          </p:cNvSpPr>
          <p:nvPr/>
        </p:nvSpPr>
        <p:spPr>
          <a:xfrm>
            <a:off x="36858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33" name="p2-o44">
            <a:extLst>
              <a:ext uri="{FF2B5EF4-FFF2-40B4-BE49-F238E27FC236}">
                <a16:creationId xmlns:a16="http://schemas.microsoft.com/office/drawing/2014/main" id="{B1E24232-C937-4FF7-BDC2-00BBF85B8B1B}"/>
              </a:ext>
            </a:extLst>
          </p:cNvPr>
          <p:cNvSpPr>
            <a:spLocks noGrp="1"/>
          </p:cNvSpPr>
          <p:nvPr/>
        </p:nvSpPr>
        <p:spPr>
          <a:xfrm>
            <a:off x="32429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 复用</a:t>
            </a:r>
          </a:p>
        </p:txBody>
      </p:sp>
      <p:sp>
        <p:nvSpPr>
          <p:cNvPr id="134" name="p2-o8">
            <a:extLst>
              <a:ext uri="{FF2B5EF4-FFF2-40B4-BE49-F238E27FC236}">
                <a16:creationId xmlns:a16="http://schemas.microsoft.com/office/drawing/2014/main" id="{7DCA6294-39C0-45E0-9AA9-0FD068233847}"/>
              </a:ext>
            </a:extLst>
          </p:cNvPr>
          <p:cNvSpPr>
            <a:spLocks noGrp="1"/>
          </p:cNvSpPr>
          <p:nvPr/>
        </p:nvSpPr>
        <p:spPr>
          <a:xfrm>
            <a:off x="395288" y="1835719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1. </a:t>
            </a:r>
            <a:r>
              <a:rPr sz="157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并发加载合并（Load</a:t>
            </a:r>
            <a:r>
              <a:rPr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Coalescing）</a:t>
            </a:r>
          </a:p>
        </p:txBody>
      </p:sp>
      <p:sp>
        <p:nvSpPr>
          <p:cNvPr id="135" name="p2-o11">
            <a:extLst>
              <a:ext uri="{FF2B5EF4-FFF2-40B4-BE49-F238E27FC236}">
                <a16:creationId xmlns:a16="http://schemas.microsoft.com/office/drawing/2014/main" id="{5FFD9A93-0665-4551-B5AA-A73662C91BB8}"/>
              </a:ext>
            </a:extLst>
          </p:cNvPr>
          <p:cNvSpPr>
            <a:spLocks noGrp="1"/>
          </p:cNvSpPr>
          <p:nvPr/>
        </p:nvSpPr>
        <p:spPr>
          <a:xfrm>
            <a:off x="4769857" y="1835719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2. </a:t>
            </a:r>
            <a:r>
              <a:rPr sz="157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异步传输与流依赖</a:t>
            </a:r>
            <a:endParaRPr sz="1575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36" name="p2-o46">
            <a:extLst>
              <a:ext uri="{FF2B5EF4-FFF2-40B4-BE49-F238E27FC236}">
                <a16:creationId xmlns:a16="http://schemas.microsoft.com/office/drawing/2014/main" id="{FAE9C0E6-BC9A-475B-BD1F-B40D8816B3EB}"/>
              </a:ext>
            </a:extLst>
          </p:cNvPr>
          <p:cNvSpPr>
            <a:spLocks noGrp="1"/>
          </p:cNvSpPr>
          <p:nvPr/>
        </p:nvSpPr>
        <p:spPr>
          <a:xfrm>
            <a:off x="4762371" y="2561063"/>
            <a:ext cx="790575" cy="809625"/>
          </a:xfrm>
          <a:prstGeom prst="roundRect">
            <a:avLst>
              <a:gd name="adj" fmla="val 7229"/>
            </a:avLst>
          </a:prstGeom>
          <a:solidFill>
            <a:srgbClr val="FFF0F3"/>
          </a:solidFill>
          <a:ln w="9525">
            <a:solidFill>
              <a:srgbClr val="F0BBC5"/>
            </a:solidFill>
          </a:ln>
        </p:spPr>
      </p:sp>
      <p:sp>
        <p:nvSpPr>
          <p:cNvPr id="137" name="p2-o47">
            <a:extLst>
              <a:ext uri="{FF2B5EF4-FFF2-40B4-BE49-F238E27FC236}">
                <a16:creationId xmlns:a16="http://schemas.microsoft.com/office/drawing/2014/main" id="{FD320BB9-D18D-4F1F-AA93-EF45772E8C93}"/>
              </a:ext>
            </a:extLst>
          </p:cNvPr>
          <p:cNvSpPr>
            <a:spLocks noGrp="1"/>
          </p:cNvSpPr>
          <p:nvPr/>
        </p:nvSpPr>
        <p:spPr>
          <a:xfrm>
            <a:off x="4829046" y="2589638"/>
            <a:ext cx="657225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Compute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计算</a:t>
            </a:r>
            <a:r>
              <a:rPr sz="1088" dirty="0" smtClean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流</a:t>
            </a:r>
            <a:endParaRPr sz="1088" dirty="0">
              <a:solidFill>
                <a:srgbClr val="DB0019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38" name="p2-o48">
            <a:extLst>
              <a:ext uri="{FF2B5EF4-FFF2-40B4-BE49-F238E27FC236}">
                <a16:creationId xmlns:a16="http://schemas.microsoft.com/office/drawing/2014/main" id="{2EA76F4E-9486-4329-8CCE-D6E3ECEC8D5A}"/>
              </a:ext>
            </a:extLst>
          </p:cNvPr>
          <p:cNvSpPr>
            <a:spLocks noGrp="1"/>
          </p:cNvSpPr>
          <p:nvPr/>
        </p:nvSpPr>
        <p:spPr>
          <a:xfrm>
            <a:off x="4762371" y="4142213"/>
            <a:ext cx="790575" cy="847725"/>
          </a:xfrm>
          <a:prstGeom prst="roundRect">
            <a:avLst>
              <a:gd name="adj" fmla="val 7229"/>
            </a:avLst>
          </a:prstGeom>
          <a:solidFill>
            <a:srgbClr val="E9F4FF"/>
          </a:solidFill>
          <a:ln w="9525">
            <a:solidFill>
              <a:srgbClr val="B8D7FB"/>
            </a:solidFill>
          </a:ln>
        </p:spPr>
      </p:sp>
      <p:sp>
        <p:nvSpPr>
          <p:cNvPr id="139" name="p2-o49">
            <a:extLst>
              <a:ext uri="{FF2B5EF4-FFF2-40B4-BE49-F238E27FC236}">
                <a16:creationId xmlns:a16="http://schemas.microsoft.com/office/drawing/2014/main" id="{2949F96D-0142-4905-83FB-0BE29309714F}"/>
              </a:ext>
            </a:extLst>
          </p:cNvPr>
          <p:cNvSpPr>
            <a:spLocks noGrp="1"/>
          </p:cNvSpPr>
          <p:nvPr/>
        </p:nvSpPr>
        <p:spPr>
          <a:xfrm>
            <a:off x="4829046" y="4170788"/>
            <a:ext cx="657225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Transfer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传输流</a:t>
            </a:r>
          </a:p>
        </p:txBody>
      </p:sp>
      <p:sp>
        <p:nvSpPr>
          <p:cNvPr id="140" name="p2-line50">
            <a:extLst>
              <a:ext uri="{FF2B5EF4-FFF2-40B4-BE49-F238E27FC236}">
                <a16:creationId xmlns:a16="http://schemas.microsoft.com/office/drawing/2014/main" id="{92AF1107-F55E-4CA1-8A52-7619FF1EABAD}"/>
              </a:ext>
            </a:extLst>
          </p:cNvPr>
          <p:cNvSpPr>
            <a:spLocks noGrp="1"/>
          </p:cNvSpPr>
          <p:nvPr/>
        </p:nvSpPr>
        <p:spPr>
          <a:xfrm>
            <a:off x="5638671" y="3246863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1" name="p2-o51">
            <a:extLst>
              <a:ext uri="{FF2B5EF4-FFF2-40B4-BE49-F238E27FC236}">
                <a16:creationId xmlns:a16="http://schemas.microsoft.com/office/drawing/2014/main" id="{06346EED-0EE5-42FC-A62D-CC78E3239E38}"/>
              </a:ext>
            </a:extLst>
          </p:cNvPr>
          <p:cNvSpPr>
            <a:spLocks noGrp="1"/>
          </p:cNvSpPr>
          <p:nvPr/>
        </p:nvSpPr>
        <p:spPr>
          <a:xfrm>
            <a:off x="8581896" y="321352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2" name="p2-line52">
            <a:extLst>
              <a:ext uri="{FF2B5EF4-FFF2-40B4-BE49-F238E27FC236}">
                <a16:creationId xmlns:a16="http://schemas.microsoft.com/office/drawing/2014/main" id="{E27A7C4F-85FD-4D1D-A75C-7BFE15ED61E4}"/>
              </a:ext>
            </a:extLst>
          </p:cNvPr>
          <p:cNvSpPr>
            <a:spLocks noGrp="1"/>
          </p:cNvSpPr>
          <p:nvPr/>
        </p:nvSpPr>
        <p:spPr>
          <a:xfrm>
            <a:off x="5638671" y="4837538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3" name="p2-o53">
            <a:extLst>
              <a:ext uri="{FF2B5EF4-FFF2-40B4-BE49-F238E27FC236}">
                <a16:creationId xmlns:a16="http://schemas.microsoft.com/office/drawing/2014/main" id="{FBBE38BE-F070-4C40-8CB2-E158869AC85C}"/>
              </a:ext>
            </a:extLst>
          </p:cNvPr>
          <p:cNvSpPr>
            <a:spLocks noGrp="1"/>
          </p:cNvSpPr>
          <p:nvPr/>
        </p:nvSpPr>
        <p:spPr>
          <a:xfrm>
            <a:off x="8581896" y="4804201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4" name="p2-o54">
            <a:extLst>
              <a:ext uri="{FF2B5EF4-FFF2-40B4-BE49-F238E27FC236}">
                <a16:creationId xmlns:a16="http://schemas.microsoft.com/office/drawing/2014/main" id="{99DC0221-27A7-4C7D-9557-2BB6D8FBAA4B}"/>
              </a:ext>
            </a:extLst>
          </p:cNvPr>
          <p:cNvSpPr>
            <a:spLocks noGrp="1"/>
          </p:cNvSpPr>
          <p:nvPr/>
        </p:nvSpPr>
        <p:spPr>
          <a:xfrm>
            <a:off x="5705346" y="2732513"/>
            <a:ext cx="962025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5" name="p2-o55">
            <a:extLst>
              <a:ext uri="{FF2B5EF4-FFF2-40B4-BE49-F238E27FC236}">
                <a16:creationId xmlns:a16="http://schemas.microsoft.com/office/drawing/2014/main" id="{7F4EE351-F436-44B4-8049-78C044E21CB7}"/>
              </a:ext>
            </a:extLst>
          </p:cNvPr>
          <p:cNvSpPr>
            <a:spLocks noGrp="1"/>
          </p:cNvSpPr>
          <p:nvPr/>
        </p:nvSpPr>
        <p:spPr>
          <a:xfrm>
            <a:off x="5772021" y="2761088"/>
            <a:ext cx="8286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Prefill /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6" name="p2-o56">
            <a:extLst>
              <a:ext uri="{FF2B5EF4-FFF2-40B4-BE49-F238E27FC236}">
                <a16:creationId xmlns:a16="http://schemas.microsoft.com/office/drawing/2014/main" id="{26039121-F6B1-4266-908D-DF24B015FC7B}"/>
              </a:ext>
            </a:extLst>
          </p:cNvPr>
          <p:cNvSpPr>
            <a:spLocks noGrp="1"/>
          </p:cNvSpPr>
          <p:nvPr/>
        </p:nvSpPr>
        <p:spPr>
          <a:xfrm>
            <a:off x="68483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7" name="p2-o57">
            <a:extLst>
              <a:ext uri="{FF2B5EF4-FFF2-40B4-BE49-F238E27FC236}">
                <a16:creationId xmlns:a16="http://schemas.microsoft.com/office/drawing/2014/main" id="{F98BC231-61AF-4C89-AEF3-5E9E62245767}"/>
              </a:ext>
            </a:extLst>
          </p:cNvPr>
          <p:cNvSpPr>
            <a:spLocks noGrp="1"/>
          </p:cNvSpPr>
          <p:nvPr/>
        </p:nvSpPr>
        <p:spPr>
          <a:xfrm>
            <a:off x="69150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9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8" name="p2-o58">
            <a:extLst>
              <a:ext uri="{FF2B5EF4-FFF2-40B4-BE49-F238E27FC236}">
                <a16:creationId xmlns:a16="http://schemas.microsoft.com/office/drawing/2014/main" id="{8E85D25A-2DEC-4DFE-A87B-E203950626E7}"/>
              </a:ext>
            </a:extLst>
          </p:cNvPr>
          <p:cNvSpPr>
            <a:spLocks noGrp="1"/>
          </p:cNvSpPr>
          <p:nvPr/>
        </p:nvSpPr>
        <p:spPr>
          <a:xfrm>
            <a:off x="78008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9" name="p2-o59">
            <a:extLst>
              <a:ext uri="{FF2B5EF4-FFF2-40B4-BE49-F238E27FC236}">
                <a16:creationId xmlns:a16="http://schemas.microsoft.com/office/drawing/2014/main" id="{7FC3CD52-D4BE-4D5A-BB54-C8047868836A}"/>
              </a:ext>
            </a:extLst>
          </p:cNvPr>
          <p:cNvSpPr>
            <a:spLocks noGrp="1"/>
          </p:cNvSpPr>
          <p:nvPr/>
        </p:nvSpPr>
        <p:spPr>
          <a:xfrm>
            <a:off x="78675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9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50" name="p2-o60">
            <a:extLst>
              <a:ext uri="{FF2B5EF4-FFF2-40B4-BE49-F238E27FC236}">
                <a16:creationId xmlns:a16="http://schemas.microsoft.com/office/drawing/2014/main" id="{9394C46B-75F1-4494-AC54-0085208BAD3C}"/>
              </a:ext>
            </a:extLst>
          </p:cNvPr>
          <p:cNvSpPr>
            <a:spLocks noGrp="1"/>
          </p:cNvSpPr>
          <p:nvPr/>
        </p:nvSpPr>
        <p:spPr>
          <a:xfrm>
            <a:off x="5705346" y="4408913"/>
            <a:ext cx="5810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1" name="p2-o61">
            <a:extLst>
              <a:ext uri="{FF2B5EF4-FFF2-40B4-BE49-F238E27FC236}">
                <a16:creationId xmlns:a16="http://schemas.microsoft.com/office/drawing/2014/main" id="{A10A583A-5D26-49D6-AB33-237D5A82C542}"/>
              </a:ext>
            </a:extLst>
          </p:cNvPr>
          <p:cNvSpPr>
            <a:spLocks noGrp="1"/>
          </p:cNvSpPr>
          <p:nvPr/>
        </p:nvSpPr>
        <p:spPr>
          <a:xfrm>
            <a:off x="5772021" y="4437488"/>
            <a:ext cx="4476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2" name="p2-o62">
            <a:extLst>
              <a:ext uri="{FF2B5EF4-FFF2-40B4-BE49-F238E27FC236}">
                <a16:creationId xmlns:a16="http://schemas.microsoft.com/office/drawing/2014/main" id="{A1DFDF96-123C-4B56-A656-F25E93A82B03}"/>
              </a:ext>
            </a:extLst>
          </p:cNvPr>
          <p:cNvSpPr>
            <a:spLocks noGrp="1"/>
          </p:cNvSpPr>
          <p:nvPr/>
        </p:nvSpPr>
        <p:spPr>
          <a:xfrm>
            <a:off x="6286371" y="4408913"/>
            <a:ext cx="6191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3" name="p2-o63">
            <a:extLst>
              <a:ext uri="{FF2B5EF4-FFF2-40B4-BE49-F238E27FC236}">
                <a16:creationId xmlns:a16="http://schemas.microsoft.com/office/drawing/2014/main" id="{79DC62D2-ABBC-4452-8CCB-6AB9875091EB}"/>
              </a:ext>
            </a:extLst>
          </p:cNvPr>
          <p:cNvSpPr>
            <a:spLocks noGrp="1"/>
          </p:cNvSpPr>
          <p:nvPr/>
        </p:nvSpPr>
        <p:spPr>
          <a:xfrm>
            <a:off x="6353046" y="4437488"/>
            <a:ext cx="4857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D2H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4" name="p2-o64">
            <a:extLst>
              <a:ext uri="{FF2B5EF4-FFF2-40B4-BE49-F238E27FC236}">
                <a16:creationId xmlns:a16="http://schemas.microsoft.com/office/drawing/2014/main" id="{124FE86F-FF30-4448-A438-D2D5375FF4E9}"/>
              </a:ext>
            </a:extLst>
          </p:cNvPr>
          <p:cNvSpPr>
            <a:spLocks noGrp="1"/>
          </p:cNvSpPr>
          <p:nvPr/>
        </p:nvSpPr>
        <p:spPr>
          <a:xfrm>
            <a:off x="7162671" y="4408913"/>
            <a:ext cx="628650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5" name="p2-o65">
            <a:extLst>
              <a:ext uri="{FF2B5EF4-FFF2-40B4-BE49-F238E27FC236}">
                <a16:creationId xmlns:a16="http://schemas.microsoft.com/office/drawing/2014/main" id="{FA307D9D-D182-4A90-8AC3-572A8ADFBEED}"/>
              </a:ext>
            </a:extLst>
          </p:cNvPr>
          <p:cNvSpPr>
            <a:spLocks noGrp="1"/>
          </p:cNvSpPr>
          <p:nvPr/>
        </p:nvSpPr>
        <p:spPr>
          <a:xfrm>
            <a:off x="7229346" y="4437488"/>
            <a:ext cx="4953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H2D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6" name="p2-o66">
            <a:extLst>
              <a:ext uri="{FF2B5EF4-FFF2-40B4-BE49-F238E27FC236}">
                <a16:creationId xmlns:a16="http://schemas.microsoft.com/office/drawing/2014/main" id="{C22FD0F9-51E6-41B3-B6E6-FC90F13893D6}"/>
              </a:ext>
            </a:extLst>
          </p:cNvPr>
          <p:cNvSpPr>
            <a:spLocks noGrp="1"/>
          </p:cNvSpPr>
          <p:nvPr/>
        </p:nvSpPr>
        <p:spPr>
          <a:xfrm>
            <a:off x="7791321" y="4408913"/>
            <a:ext cx="7334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7" name="p2-o67">
            <a:extLst>
              <a:ext uri="{FF2B5EF4-FFF2-40B4-BE49-F238E27FC236}">
                <a16:creationId xmlns:a16="http://schemas.microsoft.com/office/drawing/2014/main" id="{1C3F0311-272E-40C2-B618-2EE36735B07C}"/>
              </a:ext>
            </a:extLst>
          </p:cNvPr>
          <p:cNvSpPr>
            <a:spLocks noGrp="1"/>
          </p:cNvSpPr>
          <p:nvPr/>
        </p:nvSpPr>
        <p:spPr>
          <a:xfrm>
            <a:off x="7857996" y="4437488"/>
            <a:ext cx="6000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Unpack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8" name="p2-line68">
            <a:extLst>
              <a:ext uri="{FF2B5EF4-FFF2-40B4-BE49-F238E27FC236}">
                <a16:creationId xmlns:a16="http://schemas.microsoft.com/office/drawing/2014/main" id="{CA429F53-B0D6-4B84-BEE8-33545F63A3AA}"/>
              </a:ext>
            </a:extLst>
          </p:cNvPr>
          <p:cNvSpPr>
            <a:spLocks noGrp="1"/>
          </p:cNvSpPr>
          <p:nvPr/>
        </p:nvSpPr>
        <p:spPr>
          <a:xfrm>
            <a:off x="6038721" y="3256388"/>
            <a:ext cx="9525" cy="1133475"/>
          </a:xfrm>
          <a:custGeom>
            <a:avLst/>
            <a:gdLst/>
            <a:ahLst/>
            <a:cxnLst/>
            <a:rect l="0" t="0" r="0" b="0"/>
            <a:pathLst>
              <a:path w="9525" h="1133475">
                <a:moveTo>
                  <a:pt x="0" y="0"/>
                </a:moveTo>
                <a:lnTo>
                  <a:pt x="0" y="1133475"/>
                </a:lnTo>
              </a:path>
            </a:pathLst>
          </a:custGeom>
          <a:noFill/>
          <a:ln w="11430">
            <a:solidFill>
              <a:srgbClr val="DB0019"/>
            </a:solidFill>
            <a:prstDash val="dash"/>
          </a:ln>
        </p:spPr>
      </p:sp>
      <p:sp>
        <p:nvSpPr>
          <p:cNvPr id="159" name="p2-o69">
            <a:extLst>
              <a:ext uri="{FF2B5EF4-FFF2-40B4-BE49-F238E27FC236}">
                <a16:creationId xmlns:a16="http://schemas.microsoft.com/office/drawing/2014/main" id="{BFD1B2D0-ECB8-45A8-BCB7-CA800A059A98}"/>
              </a:ext>
            </a:extLst>
          </p:cNvPr>
          <p:cNvSpPr>
            <a:spLocks noGrp="1"/>
          </p:cNvSpPr>
          <p:nvPr/>
        </p:nvSpPr>
        <p:spPr>
          <a:xfrm>
            <a:off x="6005384" y="43231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0" name="p2-line70">
            <a:extLst>
              <a:ext uri="{FF2B5EF4-FFF2-40B4-BE49-F238E27FC236}">
                <a16:creationId xmlns:a16="http://schemas.microsoft.com/office/drawing/2014/main" id="{CBD555C9-846B-45B0-9C0F-60A07CDE0857}"/>
              </a:ext>
            </a:extLst>
          </p:cNvPr>
          <p:cNvSpPr>
            <a:spLocks noGrp="1"/>
          </p:cNvSpPr>
          <p:nvPr/>
        </p:nvSpPr>
        <p:spPr>
          <a:xfrm>
            <a:off x="8162796" y="3265913"/>
            <a:ext cx="9525" cy="1133475"/>
          </a:xfrm>
          <a:custGeom>
            <a:avLst/>
            <a:gdLst/>
            <a:ahLst/>
            <a:cxnLst/>
            <a:rect l="0" t="0" r="0" b="0"/>
            <a:pathLst>
              <a:path w="9525" h="1133475">
                <a:moveTo>
                  <a:pt x="0" y="1133475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DB0019"/>
            </a:solidFill>
            <a:prstDash val="dash"/>
          </a:ln>
        </p:spPr>
      </p:sp>
      <p:sp>
        <p:nvSpPr>
          <p:cNvPr id="161" name="p2-o71">
            <a:extLst>
              <a:ext uri="{FF2B5EF4-FFF2-40B4-BE49-F238E27FC236}">
                <a16:creationId xmlns:a16="http://schemas.microsoft.com/office/drawing/2014/main" id="{E1097A5B-8A17-4B12-86C7-39D077E901BA}"/>
              </a:ext>
            </a:extLst>
          </p:cNvPr>
          <p:cNvSpPr>
            <a:spLocks noGrp="1"/>
          </p:cNvSpPr>
          <p:nvPr/>
        </p:nvSpPr>
        <p:spPr>
          <a:xfrm>
            <a:off x="8129459" y="3265913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0"/>
                </a:moveTo>
                <a:lnTo>
                  <a:pt x="0" y="66675"/>
                </a:lnTo>
                <a:lnTo>
                  <a:pt x="66675" y="66675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2" name="p2-o72">
            <a:extLst>
              <a:ext uri="{FF2B5EF4-FFF2-40B4-BE49-F238E27FC236}">
                <a16:creationId xmlns:a16="http://schemas.microsoft.com/office/drawing/2014/main" id="{0180BCD7-CC01-45FC-8FD3-04993827285E}"/>
              </a:ext>
            </a:extLst>
          </p:cNvPr>
          <p:cNvSpPr>
            <a:spLocks noGrp="1"/>
          </p:cNvSpPr>
          <p:nvPr/>
        </p:nvSpPr>
        <p:spPr>
          <a:xfrm>
            <a:off x="6114921" y="3389738"/>
            <a:ext cx="1257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记录 Event</a:t>
            </a:r>
          </a:p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KV 写完成</a:t>
            </a:r>
          </a:p>
        </p:txBody>
      </p:sp>
      <p:sp>
        <p:nvSpPr>
          <p:cNvPr id="163" name="p2-o73">
            <a:extLst>
              <a:ext uri="{FF2B5EF4-FFF2-40B4-BE49-F238E27FC236}">
                <a16:creationId xmlns:a16="http://schemas.microsoft.com/office/drawing/2014/main" id="{54451D6F-4FEC-4998-B25D-D1D62450C5CB}"/>
              </a:ext>
            </a:extLst>
          </p:cNvPr>
          <p:cNvSpPr>
            <a:spLocks noGrp="1"/>
          </p:cNvSpPr>
          <p:nvPr/>
        </p:nvSpPr>
        <p:spPr>
          <a:xfrm>
            <a:off x="8281858" y="3382594"/>
            <a:ext cx="7334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等待</a:t>
            </a:r>
            <a:r>
              <a:rPr sz="1000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Event</a:t>
            </a:r>
          </a:p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KV </a:t>
            </a:r>
            <a:r>
              <a:rPr sz="1000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加载完成</a:t>
            </a:r>
            <a:endParaRPr sz="1000" dirty="0">
              <a:solidFill>
                <a:srgbClr val="0B2344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64" name="p2-line74">
            <a:extLst>
              <a:ext uri="{FF2B5EF4-FFF2-40B4-BE49-F238E27FC236}">
                <a16:creationId xmlns:a16="http://schemas.microsoft.com/office/drawing/2014/main" id="{098D17B9-69CB-45E1-9A92-C47316DB6118}"/>
              </a:ext>
            </a:extLst>
          </p:cNvPr>
          <p:cNvSpPr>
            <a:spLocks noGrp="1"/>
          </p:cNvSpPr>
          <p:nvPr/>
        </p:nvSpPr>
        <p:spPr>
          <a:xfrm>
            <a:off x="6400671" y="4046963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5" name="p2-o75">
            <a:extLst>
              <a:ext uri="{FF2B5EF4-FFF2-40B4-BE49-F238E27FC236}">
                <a16:creationId xmlns:a16="http://schemas.microsoft.com/office/drawing/2014/main" id="{347C2D89-E041-4F18-AE83-AE3D8D2C5B9B}"/>
              </a:ext>
            </a:extLst>
          </p:cNvPr>
          <p:cNvSpPr>
            <a:spLocks noGrp="1"/>
          </p:cNvSpPr>
          <p:nvPr/>
        </p:nvSpPr>
        <p:spPr>
          <a:xfrm>
            <a:off x="7448421" y="401362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6" name="p2-line76">
            <a:extLst>
              <a:ext uri="{FF2B5EF4-FFF2-40B4-BE49-F238E27FC236}">
                <a16:creationId xmlns:a16="http://schemas.microsoft.com/office/drawing/2014/main" id="{667F52FB-461F-4979-8323-D605691C0525}"/>
              </a:ext>
            </a:extLst>
          </p:cNvPr>
          <p:cNvSpPr>
            <a:spLocks noGrp="1"/>
          </p:cNvSpPr>
          <p:nvPr/>
        </p:nvSpPr>
        <p:spPr>
          <a:xfrm>
            <a:off x="6400671" y="4046963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11144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7" name="p2-o77">
            <a:extLst>
              <a:ext uri="{FF2B5EF4-FFF2-40B4-BE49-F238E27FC236}">
                <a16:creationId xmlns:a16="http://schemas.microsoft.com/office/drawing/2014/main" id="{0B891769-2A82-4DFC-BE8C-1D573FAD3034}"/>
              </a:ext>
            </a:extLst>
          </p:cNvPr>
          <p:cNvSpPr>
            <a:spLocks noGrp="1"/>
          </p:cNvSpPr>
          <p:nvPr/>
        </p:nvSpPr>
        <p:spPr>
          <a:xfrm>
            <a:off x="6400671" y="401362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0" y="33338"/>
                </a:move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8" name="p2-o78">
            <a:extLst>
              <a:ext uri="{FF2B5EF4-FFF2-40B4-BE49-F238E27FC236}">
                <a16:creationId xmlns:a16="http://schemas.microsoft.com/office/drawing/2014/main" id="{4CB51C7D-EC5E-4B03-8B31-74E91CDD2675}"/>
              </a:ext>
            </a:extLst>
          </p:cNvPr>
          <p:cNvSpPr>
            <a:spLocks noGrp="1"/>
          </p:cNvSpPr>
          <p:nvPr/>
        </p:nvSpPr>
        <p:spPr>
          <a:xfrm>
            <a:off x="6210171" y="3780263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计算 / 搬运重叠</a:t>
            </a:r>
          </a:p>
        </p:txBody>
      </p:sp>
      <p:sp>
        <p:nvSpPr>
          <p:cNvPr id="170" name="p2-o82">
            <a:extLst>
              <a:ext uri="{FF2B5EF4-FFF2-40B4-BE49-F238E27FC236}">
                <a16:creationId xmlns:a16="http://schemas.microsoft.com/office/drawing/2014/main" id="{EBB5A5A4-3BC2-47C2-8A95-A438640AB8E8}"/>
              </a:ext>
            </a:extLst>
          </p:cNvPr>
          <p:cNvSpPr>
            <a:spLocks noGrp="1"/>
          </p:cNvSpPr>
          <p:nvPr/>
        </p:nvSpPr>
        <p:spPr>
          <a:xfrm>
            <a:off x="33337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4" name="p2-o86">
            <a:extLst>
              <a:ext uri="{FF2B5EF4-FFF2-40B4-BE49-F238E27FC236}">
                <a16:creationId xmlns:a16="http://schemas.microsoft.com/office/drawing/2014/main" id="{C6E178EA-3906-495E-96B7-AB19C023BDF9}"/>
              </a:ext>
            </a:extLst>
          </p:cNvPr>
          <p:cNvSpPr>
            <a:spLocks noGrp="1"/>
          </p:cNvSpPr>
          <p:nvPr/>
        </p:nvSpPr>
        <p:spPr>
          <a:xfrm>
            <a:off x="251460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5" name="p2-o87">
            <a:extLst>
              <a:ext uri="{FF2B5EF4-FFF2-40B4-BE49-F238E27FC236}">
                <a16:creationId xmlns:a16="http://schemas.microsoft.com/office/drawing/2014/main" id="{0C803629-5B0B-489D-B7F7-7F54DEF230FE}"/>
              </a:ext>
            </a:extLst>
          </p:cNvPr>
          <p:cNvSpPr>
            <a:spLocks noGrp="1"/>
          </p:cNvSpPr>
          <p:nvPr/>
        </p:nvSpPr>
        <p:spPr>
          <a:xfrm>
            <a:off x="2542991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37E8F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37E8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8" name="p2-o90">
            <a:extLst>
              <a:ext uri="{FF2B5EF4-FFF2-40B4-BE49-F238E27FC236}">
                <a16:creationId xmlns:a16="http://schemas.microsoft.com/office/drawing/2014/main" id="{CA16CC19-68F6-4063-9A0F-6E2C6C0AA27C}"/>
              </a:ext>
            </a:extLst>
          </p:cNvPr>
          <p:cNvSpPr>
            <a:spLocks noGrp="1"/>
          </p:cNvSpPr>
          <p:nvPr/>
        </p:nvSpPr>
        <p:spPr>
          <a:xfrm>
            <a:off x="469582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9" name="p2-o91">
            <a:extLst>
              <a:ext uri="{FF2B5EF4-FFF2-40B4-BE49-F238E27FC236}">
                <a16:creationId xmlns:a16="http://schemas.microsoft.com/office/drawing/2014/main" id="{BD1C2929-EA24-4E86-936F-CC2CE8D84CE0}"/>
              </a:ext>
            </a:extLst>
          </p:cNvPr>
          <p:cNvSpPr>
            <a:spLocks noGrp="1"/>
          </p:cNvSpPr>
          <p:nvPr/>
        </p:nvSpPr>
        <p:spPr>
          <a:xfrm>
            <a:off x="4724216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96700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D967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3" name="p2-o95">
            <a:extLst>
              <a:ext uri="{FF2B5EF4-FFF2-40B4-BE49-F238E27FC236}">
                <a16:creationId xmlns:a16="http://schemas.microsoft.com/office/drawing/2014/main" id="{51052867-14AA-48B9-B471-8A7A62EDCA45}"/>
              </a:ext>
            </a:extLst>
          </p:cNvPr>
          <p:cNvSpPr>
            <a:spLocks noGrp="1"/>
          </p:cNvSpPr>
          <p:nvPr/>
        </p:nvSpPr>
        <p:spPr>
          <a:xfrm>
            <a:off x="6905441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5B3CCC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5B3CC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5" name="p2-o11">
            <a:extLst>
              <a:ext uri="{FF2B5EF4-FFF2-40B4-BE49-F238E27FC236}">
                <a16:creationId xmlns:a16="http://schemas.microsoft.com/office/drawing/2014/main" id="{5FFD9A93-0665-4551-B5AA-A73662C91BB8}"/>
              </a:ext>
            </a:extLst>
          </p:cNvPr>
          <p:cNvSpPr>
            <a:spLocks noGrp="1"/>
          </p:cNvSpPr>
          <p:nvPr/>
        </p:nvSpPr>
        <p:spPr>
          <a:xfrm>
            <a:off x="380645" y="5580489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3</a:t>
            </a:r>
            <a:r>
              <a:rPr sz="15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. </a:t>
            </a:r>
            <a:r>
              <a:rPr lang="zh-CN" altLang="en-US" sz="15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其他优化</a:t>
            </a:r>
            <a:endParaRPr sz="1575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86" name="文本框 95"/>
          <p:cNvSpPr txBox="1"/>
          <p:nvPr/>
        </p:nvSpPr>
        <p:spPr>
          <a:xfrm>
            <a:off x="909246" y="6001623"/>
            <a:ext cx="137172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权重量化</a:t>
            </a:r>
            <a:endParaRPr lang="zh-CN" altLang="en-US"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7" name="文本框 95"/>
          <p:cNvSpPr txBox="1"/>
          <p:nvPr/>
        </p:nvSpPr>
        <p:spPr>
          <a:xfrm>
            <a:off x="2446942" y="6005274"/>
            <a:ext cx="180148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缓存管理</a:t>
            </a:r>
          </a:p>
        </p:txBody>
      </p:sp>
      <p:sp>
        <p:nvSpPr>
          <p:cNvPr id="188" name="文本框 95"/>
          <p:cNvSpPr txBox="1"/>
          <p:nvPr/>
        </p:nvSpPr>
        <p:spPr>
          <a:xfrm>
            <a:off x="4474857" y="6006583"/>
            <a:ext cx="1811385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INT8 KV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</a:t>
            </a:r>
          </a:p>
        </p:txBody>
      </p:sp>
      <p:sp>
        <p:nvSpPr>
          <p:cNvPr id="189" name="文本框 95"/>
          <p:cNvSpPr txBox="1"/>
          <p:nvPr/>
        </p:nvSpPr>
        <p:spPr>
          <a:xfrm>
            <a:off x="6648285" y="5979799"/>
            <a:ext cx="1752671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自适应加载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优化：实验结果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p2-o82">
            <a:extLst>
              <a:ext uri="{FF2B5EF4-FFF2-40B4-BE49-F238E27FC236}">
                <a16:creationId xmlns:a16="http://schemas.microsoft.com/office/drawing/2014/main" id="{EBB5A5A4-3BC2-47C2-8A95-A438640AB8E8}"/>
              </a:ext>
            </a:extLst>
          </p:cNvPr>
          <p:cNvSpPr>
            <a:spLocks noGrp="1"/>
          </p:cNvSpPr>
          <p:nvPr/>
        </p:nvSpPr>
        <p:spPr>
          <a:xfrm>
            <a:off x="33337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4" name="p2-o86">
            <a:extLst>
              <a:ext uri="{FF2B5EF4-FFF2-40B4-BE49-F238E27FC236}">
                <a16:creationId xmlns:a16="http://schemas.microsoft.com/office/drawing/2014/main" id="{C6E178EA-3906-495E-96B7-AB19C023BDF9}"/>
              </a:ext>
            </a:extLst>
          </p:cNvPr>
          <p:cNvSpPr>
            <a:spLocks noGrp="1"/>
          </p:cNvSpPr>
          <p:nvPr/>
        </p:nvSpPr>
        <p:spPr>
          <a:xfrm>
            <a:off x="251460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8" name="p2-o90">
            <a:extLst>
              <a:ext uri="{FF2B5EF4-FFF2-40B4-BE49-F238E27FC236}">
                <a16:creationId xmlns:a16="http://schemas.microsoft.com/office/drawing/2014/main" id="{CA16CC19-68F6-4063-9A0F-6E2C6C0AA27C}"/>
              </a:ext>
            </a:extLst>
          </p:cNvPr>
          <p:cNvSpPr>
            <a:spLocks noGrp="1"/>
          </p:cNvSpPr>
          <p:nvPr/>
        </p:nvSpPr>
        <p:spPr>
          <a:xfrm>
            <a:off x="469582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graphicFrame>
        <p:nvGraphicFramePr>
          <p:cNvPr id="86" name="表格 85"/>
          <p:cNvGraphicFramePr/>
          <p:nvPr>
            <p:extLst>
              <p:ext uri="{D42A27DB-BD31-4B8C-83A1-F6EECF244321}">
                <p14:modId xmlns:p14="http://schemas.microsoft.com/office/powerpoint/2010/main" val="3710056073"/>
              </p:ext>
            </p:extLst>
          </p:nvPr>
        </p:nvGraphicFramePr>
        <p:xfrm>
          <a:off x="276225" y="1876425"/>
          <a:ext cx="8591550" cy="400050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优化前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Store 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307.8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 16.0×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Load 耗时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398.7 ms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29.8 ms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 13.4×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 HIT 场景 TTFT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435.9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75.3%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Cache 容量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1×（基准）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2×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INT8 KV 量化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峰值吞吐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2158.1 tok/s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优化后峰值</a:t>
                      </a:r>
                      <a:endParaRPr sz="1500" b="0" dirty="0">
                        <a:solidFill>
                          <a:srgbClr val="DB0019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" name="文本框 95"/>
          <p:cNvSpPr txBox="1"/>
          <p:nvPr/>
        </p:nvSpPr>
        <p:spPr>
          <a:xfrm>
            <a:off x="909246" y="6001623"/>
            <a:ext cx="395078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耗时指标测试条件：</a:t>
            </a:r>
            <a:r>
              <a:rPr lang="en-US" altLang="zh-CN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4096 tokens</a:t>
            </a:r>
          </a:p>
        </p:txBody>
      </p:sp>
    </p:spTree>
    <p:extLst>
      <p:ext uri="{BB962C8B-B14F-4D97-AF65-F5344CB8AC3E}">
        <p14:creationId xmlns:p14="http://schemas.microsoft.com/office/powerpoint/2010/main" val="20020177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21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已具备完整开发流程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6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87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1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94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5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98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9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02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3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106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7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使用中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遇到的</a:t>
            </a: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0" name="text_171_上下文重复"/>
          <p:cNvSpPr>
            <a:spLocks noGrp="1"/>
          </p:cNvSpPr>
          <p:nvPr/>
        </p:nvSpPr>
        <p:spPr>
          <a:xfrm>
            <a:off x="1570021" y="428914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算子时间长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_176_调度过多"/>
          <p:cNvSpPr>
            <a:spLocks noGrp="1"/>
          </p:cNvSpPr>
          <p:nvPr/>
        </p:nvSpPr>
        <p:spPr>
          <a:xfrm>
            <a:off x="1570021" y="47820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oken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消耗高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181_优化不稳"/>
          <p:cNvSpPr>
            <a:spLocks noGrp="1"/>
          </p:cNvSpPr>
          <p:nvPr/>
        </p:nvSpPr>
        <p:spPr>
          <a:xfrm>
            <a:off x="1570021" y="527498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支持静态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_186_验证成本高"/>
          <p:cNvSpPr>
            <a:spLocks noGrp="1"/>
          </p:cNvSpPr>
          <p:nvPr/>
        </p:nvSpPr>
        <p:spPr>
          <a:xfrm>
            <a:off x="1570021" y="5767904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修改后</a:t>
            </a:r>
            <a:r>
              <a:rPr sz="200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验证成本高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object_125"/>
          <p:cNvSpPr>
            <a:spLocks noGrp="1"/>
          </p:cNvSpPr>
          <p:nvPr/>
        </p:nvSpPr>
        <p:spPr>
          <a:xfrm>
            <a:off x="1016902" y="3426814"/>
            <a:ext cx="6085433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2" name="text_127_Optimize"/>
          <p:cNvSpPr>
            <a:spLocks noGrp="1"/>
          </p:cNvSpPr>
          <p:nvPr/>
        </p:nvSpPr>
        <p:spPr>
          <a:xfrm>
            <a:off x="3496982" y="3476821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例子：输入 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4096*8192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24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算子，开发时间</a:t>
            </a:r>
            <a:r>
              <a:rPr lang="zh-CN" altLang="en-US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三小时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，消耗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，加速比</a:t>
            </a:r>
            <a:r>
              <a:rPr lang="en-US" altLang="zh-CN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1178385" y="4321389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1178384" y="4841278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1178385" y="5332787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1178385" y="5805162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/>
          <p:cNvCxnSpPr>
            <a:stCxn id="86" idx="3"/>
            <a:endCxn id="90" idx="1"/>
          </p:cNvCxnSpPr>
          <p:nvPr/>
        </p:nvCxnSpPr>
        <p:spPr>
          <a:xfrm>
            <a:off x="1774364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3163436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4531851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5910595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7289339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1064395" y="165996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原始结构：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_268_hardware / profiler"/>
          <p:cNvSpPr>
            <a:spLocks noGrp="1"/>
          </p:cNvSpPr>
          <p:nvPr/>
        </p:nvSpPr>
        <p:spPr>
          <a:xfrm>
            <a:off x="976712" y="3329449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0" name="text_258_Main"/>
          <p:cNvSpPr>
            <a:spLocks noGrp="1"/>
          </p:cNvSpPr>
          <p:nvPr/>
        </p:nvSpPr>
        <p:spPr>
          <a:xfrm>
            <a:off x="3449077" y="2115332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142" name="text_258_Main"/>
          <p:cNvSpPr>
            <a:spLocks noGrp="1"/>
          </p:cNvSpPr>
          <p:nvPr/>
        </p:nvSpPr>
        <p:spPr>
          <a:xfrm>
            <a:off x="97671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258_Main"/>
          <p:cNvSpPr>
            <a:spLocks noGrp="1"/>
          </p:cNvSpPr>
          <p:nvPr/>
        </p:nvSpPr>
        <p:spPr>
          <a:xfrm>
            <a:off x="3449077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258_Main"/>
          <p:cNvSpPr>
            <a:spLocks noGrp="1"/>
          </p:cNvSpPr>
          <p:nvPr/>
        </p:nvSpPr>
        <p:spPr>
          <a:xfrm>
            <a:off x="592144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268_hardware / profiler"/>
          <p:cNvSpPr>
            <a:spLocks noGrp="1"/>
          </p:cNvSpPr>
          <p:nvPr/>
        </p:nvSpPr>
        <p:spPr>
          <a:xfrm>
            <a:off x="3451795" y="3313594"/>
            <a:ext cx="2224501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6" name="text_268_hardware / profiler"/>
          <p:cNvSpPr>
            <a:spLocks noGrp="1"/>
          </p:cNvSpPr>
          <p:nvPr/>
        </p:nvSpPr>
        <p:spPr>
          <a:xfrm>
            <a:off x="5921442" y="3340915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50" name="object_256"/>
          <p:cNvSpPr>
            <a:spLocks noGrp="1"/>
          </p:cNvSpPr>
          <p:nvPr/>
        </p:nvSpPr>
        <p:spPr>
          <a:xfrm>
            <a:off x="1423220" y="3383298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2" name="object_256"/>
          <p:cNvSpPr>
            <a:spLocks noGrp="1"/>
          </p:cNvSpPr>
          <p:nvPr/>
        </p:nvSpPr>
        <p:spPr>
          <a:xfrm>
            <a:off x="3878252" y="3415223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3" name="object_256"/>
          <p:cNvSpPr>
            <a:spLocks noGrp="1"/>
          </p:cNvSpPr>
          <p:nvPr/>
        </p:nvSpPr>
        <p:spPr>
          <a:xfrm>
            <a:off x="6314870" y="3431047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cxnSp>
        <p:nvCxnSpPr>
          <p:cNvPr id="12" name="直接箭头连接符 11"/>
          <p:cNvCxnSpPr>
            <a:endCxn id="154" idx="0"/>
          </p:cNvCxnSpPr>
          <p:nvPr/>
        </p:nvCxnSpPr>
        <p:spPr>
          <a:xfrm>
            <a:off x="1748015" y="3687669"/>
            <a:ext cx="786052" cy="913647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"/>
          <p:cNvSpPr>
            <a:spLocks noChangeArrowheads="1"/>
          </p:cNvSpPr>
          <p:nvPr/>
        </p:nvSpPr>
        <p:spPr bwMode="auto">
          <a:xfrm>
            <a:off x="976712" y="4601316"/>
            <a:ext cx="3114710" cy="3154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重复资料存储，导致子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臃肿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5" name="直接箭头连接符 154"/>
          <p:cNvCxnSpPr>
            <a:endCxn id="154" idx="0"/>
          </p:cNvCxnSpPr>
          <p:nvPr/>
        </p:nvCxnSpPr>
        <p:spPr>
          <a:xfrm flipH="1">
            <a:off x="2534067" y="3554921"/>
            <a:ext cx="1330384" cy="10463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154" idx="0"/>
          </p:cNvCxnSpPr>
          <p:nvPr/>
        </p:nvCxnSpPr>
        <p:spPr>
          <a:xfrm flipH="1">
            <a:off x="2534067" y="3554921"/>
            <a:ext cx="3777316" cy="10463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95"/>
          <p:cNvSpPr txBox="1"/>
          <p:nvPr/>
        </p:nvSpPr>
        <p:spPr>
          <a:xfrm>
            <a:off x="279821" y="5855659"/>
            <a:ext cx="7452314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①：</a:t>
            </a: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将流程与资料解耦，各个子代理按需加载共享参考资料</a:t>
            </a:r>
            <a:endParaRPr lang="zh-CN" altLang="en-US"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8" name="矩形: 圆角 36"/>
          <p:cNvSpPr/>
          <p:nvPr/>
        </p:nvSpPr>
        <p:spPr>
          <a:xfrm>
            <a:off x="5624439" y="4412731"/>
            <a:ext cx="3203902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_329_Case 2：平台规则合并"/>
          <p:cNvSpPr>
            <a:spLocks noGrp="1"/>
          </p:cNvSpPr>
          <p:nvPr/>
        </p:nvSpPr>
        <p:spPr>
          <a:xfrm>
            <a:off x="5972995" y="4461725"/>
            <a:ext cx="235029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优化案例</a:t>
            </a:r>
            <a:r>
              <a:rPr lang="en-US" altLang="zh-CN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：平台规则合并</a:t>
            </a:r>
            <a:endParaRPr sz="135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_339_原 20+ 文件：Grid 上限、NRAM、CU"/>
          <p:cNvSpPr>
            <a:spLocks noGrp="1"/>
          </p:cNvSpPr>
          <p:nvPr/>
        </p:nvSpPr>
        <p:spPr>
          <a:xfrm>
            <a:off x="5764478" y="4747475"/>
            <a:ext cx="2767328" cy="2068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 20+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文件：Grid</a:t>
            </a: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上限、NRAM、CUDA→MLU</a:t>
            </a:r>
            <a:endParaRPr sz="101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_341_num_warps、Persistent Ker"/>
          <p:cNvSpPr>
            <a:spLocks noGrp="1"/>
          </p:cNvSpPr>
          <p:nvPr/>
        </p:nvSpPr>
        <p:spPr>
          <a:xfrm>
            <a:off x="5899876" y="4926069"/>
            <a:ext cx="2496533" cy="24186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num_warps、Persistent</a:t>
            </a: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等平台约束</a:t>
            </a:r>
            <a:endParaRPr sz="101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connector_342"/>
          <p:cNvSpPr>
            <a:spLocks noGrp="1"/>
          </p:cNvSpPr>
          <p:nvPr/>
        </p:nvSpPr>
        <p:spPr>
          <a:xfrm>
            <a:off x="7140998" y="5147525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3" name="connector_343"/>
          <p:cNvSpPr>
            <a:spLocks noGrp="1"/>
          </p:cNvSpPr>
          <p:nvPr/>
        </p:nvSpPr>
        <p:spPr>
          <a:xfrm>
            <a:off x="7117024" y="521794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5" name="text_337_share/mlu/references/pri"/>
          <p:cNvSpPr>
            <a:spLocks noGrp="1"/>
          </p:cNvSpPr>
          <p:nvPr/>
        </p:nvSpPr>
        <p:spPr>
          <a:xfrm>
            <a:off x="5966163" y="5325053"/>
            <a:ext cx="2563635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share/mlu/references/</a:t>
            </a:r>
            <a:r>
              <a:rPr lang="en-US" altLang="zh-CN"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.md</a:t>
            </a:r>
            <a:endParaRPr sz="14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stCxn id="140" idx="2"/>
            <a:endCxn id="143" idx="0"/>
          </p:cNvCxnSpPr>
          <p:nvPr/>
        </p:nvCxnSpPr>
        <p:spPr>
          <a:xfrm>
            <a:off x="4564966" y="2490332"/>
            <a:ext cx="0" cy="2349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40" idx="2"/>
            <a:endCxn id="142" idx="0"/>
          </p:cNvCxnSpPr>
          <p:nvPr/>
        </p:nvCxnSpPr>
        <p:spPr>
          <a:xfrm rot="5400000">
            <a:off x="3211301" y="1371633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40" idx="2"/>
            <a:endCxn id="144" idx="0"/>
          </p:cNvCxnSpPr>
          <p:nvPr/>
        </p:nvCxnSpPr>
        <p:spPr>
          <a:xfrm rot="16200000" flipH="1">
            <a:off x="5683665" y="1371632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_171_上下文重复"/>
          <p:cNvSpPr>
            <a:spLocks noGrp="1"/>
          </p:cNvSpPr>
          <p:nvPr/>
        </p:nvSpPr>
        <p:spPr>
          <a:xfrm>
            <a:off x="5436096" y="1777262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526927" y="617693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按需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优化，依据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算子类型与 </a:t>
            </a:r>
            <a:r>
              <a:rPr lang="en-US" altLang="zh-CN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信号筛选策略，减少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无效和重复优化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681_其他（内存 / 指令 / 流水）"/>
          <p:cNvSpPr>
            <a:spLocks noGrp="1"/>
          </p:cNvSpPr>
          <p:nvPr/>
        </p:nvSpPr>
        <p:spPr>
          <a:xfrm>
            <a:off x="1393014" y="4570773"/>
            <a:ext cx="1855088" cy="31045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深度优化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46" name="object_684"/>
          <p:cNvSpPr>
            <a:spLocks noGrp="1"/>
          </p:cNvSpPr>
          <p:nvPr/>
        </p:nvSpPr>
        <p:spPr>
          <a:xfrm>
            <a:off x="1370440" y="5039454"/>
            <a:ext cx="1893094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7" name="text_686_连续 3 轮无性能提升"/>
          <p:cNvSpPr>
            <a:spLocks noGrp="1"/>
          </p:cNvSpPr>
          <p:nvPr/>
        </p:nvSpPr>
        <p:spPr>
          <a:xfrm>
            <a:off x="1406159" y="5060885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 3 轮无性能提升</a:t>
            </a:r>
          </a:p>
        </p:txBody>
      </p:sp>
      <p:sp>
        <p:nvSpPr>
          <p:cNvPr id="148" name="text_688_且 Profile 无新建议？"/>
          <p:cNvSpPr>
            <a:spLocks noGrp="1"/>
          </p:cNvSpPr>
          <p:nvPr/>
        </p:nvSpPr>
        <p:spPr>
          <a:xfrm>
            <a:off x="1406159" y="5239479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Profile 无新建议？</a:t>
            </a:r>
          </a:p>
        </p:txBody>
      </p:sp>
      <p:sp>
        <p:nvSpPr>
          <p:cNvPr id="151" name="text_694_结束优化"/>
          <p:cNvSpPr>
            <a:spLocks noGrp="1"/>
          </p:cNvSpPr>
          <p:nvPr/>
        </p:nvSpPr>
        <p:spPr>
          <a:xfrm>
            <a:off x="1770438" y="5715853"/>
            <a:ext cx="109299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结束优化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2033479" y="5482884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是</a:t>
            </a:r>
          </a:p>
        </p:txBody>
      </p:sp>
      <p:sp>
        <p:nvSpPr>
          <p:cNvPr id="3" name="矩形 2"/>
          <p:cNvSpPr/>
          <p:nvPr/>
        </p:nvSpPr>
        <p:spPr>
          <a:xfrm>
            <a:off x="1408447" y="1709109"/>
            <a:ext cx="1821552" cy="32316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  <p:sp>
        <p:nvSpPr>
          <p:cNvPr id="73" name="矩形 72"/>
          <p:cNvSpPr/>
          <p:nvPr/>
        </p:nvSpPr>
        <p:spPr>
          <a:xfrm>
            <a:off x="1406159" y="2212734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基础优化（基础配置）</a:t>
            </a:r>
          </a:p>
        </p:txBody>
      </p:sp>
      <p:sp>
        <p:nvSpPr>
          <p:cNvPr id="74" name="矩形 73"/>
          <p:cNvSpPr/>
          <p:nvPr/>
        </p:nvSpPr>
        <p:spPr>
          <a:xfrm>
            <a:off x="1406159" y="2659423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Retiling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 / Block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6" name="矩形 75"/>
          <p:cNvSpPr/>
          <p:nvPr/>
        </p:nvSpPr>
        <p:spPr>
          <a:xfrm>
            <a:off x="1406159" y="3142072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（规约相关）</a:t>
            </a:r>
          </a:p>
        </p:txBody>
      </p:sp>
      <p:sp>
        <p:nvSpPr>
          <p:cNvPr id="77" name="矩形 76"/>
          <p:cNvSpPr/>
          <p:nvPr/>
        </p:nvSpPr>
        <p:spPr>
          <a:xfrm>
            <a:off x="1406159" y="3596940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（并行策略）</a:t>
            </a:r>
          </a:p>
        </p:txBody>
      </p:sp>
      <p:sp>
        <p:nvSpPr>
          <p:cNvPr id="79" name="矩形 78"/>
          <p:cNvSpPr/>
          <p:nvPr/>
        </p:nvSpPr>
        <p:spPr>
          <a:xfrm>
            <a:off x="1406159" y="4081502"/>
            <a:ext cx="1821552" cy="24622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</a:t>
            </a:r>
            <a:r>
              <a:rPr lang="en-US" altLang="zh-CN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等）</a:t>
            </a:r>
          </a:p>
        </p:txBody>
      </p:sp>
      <p:cxnSp>
        <p:nvCxnSpPr>
          <p:cNvPr id="5" name="直接箭头连接符 4"/>
          <p:cNvCxnSpPr>
            <a:stCxn id="3" idx="2"/>
            <a:endCxn id="73" idx="0"/>
          </p:cNvCxnSpPr>
          <p:nvPr/>
        </p:nvCxnSpPr>
        <p:spPr>
          <a:xfrm flipH="1">
            <a:off x="2316935" y="2032274"/>
            <a:ext cx="2288" cy="180460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73" idx="2"/>
            <a:endCxn id="74" idx="0"/>
          </p:cNvCxnSpPr>
          <p:nvPr/>
        </p:nvCxnSpPr>
        <p:spPr>
          <a:xfrm>
            <a:off x="2316935" y="2489733"/>
            <a:ext cx="0" cy="1696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4" idx="2"/>
            <a:endCxn id="76" idx="0"/>
          </p:cNvCxnSpPr>
          <p:nvPr/>
        </p:nvCxnSpPr>
        <p:spPr>
          <a:xfrm>
            <a:off x="2316935" y="2936422"/>
            <a:ext cx="0" cy="2056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6" idx="2"/>
            <a:endCxn id="77" idx="0"/>
          </p:cNvCxnSpPr>
          <p:nvPr/>
        </p:nvCxnSpPr>
        <p:spPr>
          <a:xfrm>
            <a:off x="2316935" y="3419071"/>
            <a:ext cx="0" cy="17786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7" idx="2"/>
            <a:endCxn id="79" idx="0"/>
          </p:cNvCxnSpPr>
          <p:nvPr/>
        </p:nvCxnSpPr>
        <p:spPr>
          <a:xfrm>
            <a:off x="2316935" y="3873939"/>
            <a:ext cx="0" cy="20756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9" idx="2"/>
            <a:endCxn id="143" idx="0"/>
          </p:cNvCxnSpPr>
          <p:nvPr/>
        </p:nvCxnSpPr>
        <p:spPr>
          <a:xfrm>
            <a:off x="2316935" y="4327723"/>
            <a:ext cx="3623" cy="2430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43" idx="2"/>
            <a:endCxn id="147" idx="0"/>
          </p:cNvCxnSpPr>
          <p:nvPr/>
        </p:nvCxnSpPr>
        <p:spPr>
          <a:xfrm flipH="1">
            <a:off x="2316987" y="4881223"/>
            <a:ext cx="3571" cy="1796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48" idx="2"/>
            <a:endCxn id="151" idx="0"/>
          </p:cNvCxnSpPr>
          <p:nvPr/>
        </p:nvCxnSpPr>
        <p:spPr>
          <a:xfrm flipH="1">
            <a:off x="2316935" y="5418073"/>
            <a:ext cx="52" cy="2977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51" idx="1"/>
            <a:endCxn id="73" idx="1"/>
          </p:cNvCxnSpPr>
          <p:nvPr/>
        </p:nvCxnSpPr>
        <p:spPr>
          <a:xfrm rot="10800000">
            <a:off x="1406160" y="2351234"/>
            <a:ext cx="364279" cy="3464632"/>
          </a:xfrm>
          <a:prstGeom prst="bentConnector3">
            <a:avLst>
              <a:gd name="adj1" fmla="val 226345"/>
            </a:avLst>
          </a:prstGeom>
          <a:ln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571579" y="3646868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否</a:t>
            </a:r>
          </a:p>
        </p:txBody>
      </p:sp>
      <p:sp>
        <p:nvSpPr>
          <p:cNvPr id="103" name="文本框 95"/>
          <p:cNvSpPr txBox="1"/>
          <p:nvPr/>
        </p:nvSpPr>
        <p:spPr>
          <a:xfrm>
            <a:off x="3902488" y="1756464"/>
            <a:ext cx="5110923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缺点：</a:t>
            </a:r>
            <a:endParaRPr lang="en-US" altLang="zh-CN" sz="14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算子不一定使用所有的优化策略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接触优化条件太苛刻。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" name="矩形 103"/>
          <p:cNvSpPr/>
          <p:nvPr>
            <p:custDataLst>
              <p:tags r:id="rId1"/>
            </p:custDataLst>
          </p:nvPr>
        </p:nvSpPr>
        <p:spPr>
          <a:xfrm>
            <a:off x="3810028" y="1598053"/>
            <a:ext cx="3786307" cy="1544019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05" name="矩形 104"/>
          <p:cNvSpPr/>
          <p:nvPr/>
        </p:nvSpPr>
        <p:spPr>
          <a:xfrm>
            <a:off x="4716228" y="3735439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716228" y="4241422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算子分类与瓶颈分析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16228" y="4766443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优化策略选择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19268" y="5299634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针对性优化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>
            <a:stCxn id="105" idx="2"/>
            <a:endCxn id="106" idx="0"/>
          </p:cNvCxnSpPr>
          <p:nvPr/>
        </p:nvCxnSpPr>
        <p:spPr>
          <a:xfrm>
            <a:off x="5627004" y="4012438"/>
            <a:ext cx="0" cy="22898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06" idx="2"/>
            <a:endCxn id="107" idx="0"/>
          </p:cNvCxnSpPr>
          <p:nvPr/>
        </p:nvCxnSpPr>
        <p:spPr>
          <a:xfrm>
            <a:off x="5627004" y="4518421"/>
            <a:ext cx="0" cy="2480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7" idx="2"/>
            <a:endCxn id="108" idx="0"/>
          </p:cNvCxnSpPr>
          <p:nvPr/>
        </p:nvCxnSpPr>
        <p:spPr>
          <a:xfrm>
            <a:off x="5627004" y="5043442"/>
            <a:ext cx="3040" cy="2561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95"/>
          <p:cNvSpPr txBox="1"/>
          <p:nvPr/>
        </p:nvSpPr>
        <p:spPr>
          <a:xfrm>
            <a:off x="3918303" y="3289127"/>
            <a:ext cx="5110923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优化后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14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2"/>
            </p:custDataLst>
          </p:nvPr>
        </p:nvSpPr>
        <p:spPr>
          <a:xfrm>
            <a:off x="3810028" y="3280570"/>
            <a:ext cx="3786307" cy="253529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602043" y="5922519"/>
            <a:ext cx="6633782" cy="44386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优化③：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合并子代理，尽量选择合适的子代理进行合并。需要读取相同的资料，本身</a:t>
            </a:r>
            <a:endParaRPr lang="en-US" altLang="zh-CN" b="1" dirty="0" smtClean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任务量较小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36"/>
          <p:cNvSpPr/>
          <p:nvPr/>
        </p:nvSpPr>
        <p:spPr>
          <a:xfrm>
            <a:off x="733729" y="5029934"/>
            <a:ext cx="1490408" cy="4363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36"/>
          <p:cNvSpPr/>
          <p:nvPr/>
        </p:nvSpPr>
        <p:spPr>
          <a:xfrm>
            <a:off x="733729" y="4094104"/>
            <a:ext cx="1490408" cy="8565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36"/>
          <p:cNvSpPr/>
          <p:nvPr/>
        </p:nvSpPr>
        <p:spPr>
          <a:xfrm>
            <a:off x="733729" y="2138400"/>
            <a:ext cx="1490408" cy="1877683"/>
          </a:xfrm>
          <a:prstGeom prst="roundRect">
            <a:avLst>
              <a:gd name="adj" fmla="val 8426"/>
            </a:avLst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_444"/>
          <p:cNvSpPr>
            <a:spLocks noGrp="1"/>
          </p:cNvSpPr>
          <p:nvPr/>
        </p:nvSpPr>
        <p:spPr>
          <a:xfrm>
            <a:off x="895399" y="225157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8" name="text_446_1. 需求理解"/>
          <p:cNvSpPr>
            <a:spLocks noGrp="1"/>
          </p:cNvSpPr>
          <p:nvPr/>
        </p:nvSpPr>
        <p:spPr>
          <a:xfrm>
            <a:off x="945405" y="2301583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需求理解</a:t>
            </a:r>
          </a:p>
        </p:txBody>
      </p:sp>
      <p:sp>
        <p:nvSpPr>
          <p:cNvPr id="20" name="connector_449"/>
          <p:cNvSpPr>
            <a:spLocks noGrp="1"/>
          </p:cNvSpPr>
          <p:nvPr/>
        </p:nvSpPr>
        <p:spPr>
          <a:xfrm>
            <a:off x="1343532" y="260876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connector_450"/>
          <p:cNvSpPr>
            <a:spLocks noGrp="1"/>
          </p:cNvSpPr>
          <p:nvPr/>
        </p:nvSpPr>
        <p:spPr>
          <a:xfrm>
            <a:off x="1319558" y="264346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2" name="object_451"/>
          <p:cNvSpPr>
            <a:spLocks noGrp="1"/>
          </p:cNvSpPr>
          <p:nvPr/>
        </p:nvSpPr>
        <p:spPr>
          <a:xfrm>
            <a:off x="895399" y="2715921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453_2. 语义分析"/>
          <p:cNvSpPr>
            <a:spLocks noGrp="1"/>
          </p:cNvSpPr>
          <p:nvPr/>
        </p:nvSpPr>
        <p:spPr>
          <a:xfrm>
            <a:off x="945405" y="2765927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语义分析</a:t>
            </a:r>
          </a:p>
        </p:txBody>
      </p:sp>
      <p:sp>
        <p:nvSpPr>
          <p:cNvPr id="25" name="connector_456"/>
          <p:cNvSpPr>
            <a:spLocks noGrp="1"/>
          </p:cNvSpPr>
          <p:nvPr/>
        </p:nvSpPr>
        <p:spPr>
          <a:xfrm>
            <a:off x="1343532" y="3073108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6" name="connector_457"/>
          <p:cNvSpPr>
            <a:spLocks noGrp="1"/>
          </p:cNvSpPr>
          <p:nvPr/>
        </p:nvSpPr>
        <p:spPr>
          <a:xfrm>
            <a:off x="1319558" y="310780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8" name="object_458"/>
          <p:cNvSpPr>
            <a:spLocks noGrp="1"/>
          </p:cNvSpPr>
          <p:nvPr/>
        </p:nvSpPr>
        <p:spPr>
          <a:xfrm>
            <a:off x="895399" y="3180264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9" name="text_460_3. Mapping 设计"/>
          <p:cNvSpPr>
            <a:spLocks noGrp="1"/>
          </p:cNvSpPr>
          <p:nvPr/>
        </p:nvSpPr>
        <p:spPr>
          <a:xfrm>
            <a:off x="945405" y="3230271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Mapping 设计</a:t>
            </a:r>
          </a:p>
        </p:txBody>
      </p:sp>
      <p:sp>
        <p:nvSpPr>
          <p:cNvPr id="31" name="connector_463"/>
          <p:cNvSpPr>
            <a:spLocks noGrp="1"/>
          </p:cNvSpPr>
          <p:nvPr/>
        </p:nvSpPr>
        <p:spPr>
          <a:xfrm>
            <a:off x="1343532" y="3537452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2" name="connector_464"/>
          <p:cNvSpPr>
            <a:spLocks noGrp="1"/>
          </p:cNvSpPr>
          <p:nvPr/>
        </p:nvSpPr>
        <p:spPr>
          <a:xfrm>
            <a:off x="1319558" y="357214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3" name="object_465"/>
          <p:cNvSpPr>
            <a:spLocks noGrp="1"/>
          </p:cNvSpPr>
          <p:nvPr/>
        </p:nvSpPr>
        <p:spPr>
          <a:xfrm>
            <a:off x="895399" y="3644608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4" name="text_467_4. Kernel 设计"/>
          <p:cNvSpPr>
            <a:spLocks noGrp="1"/>
          </p:cNvSpPr>
          <p:nvPr/>
        </p:nvSpPr>
        <p:spPr>
          <a:xfrm>
            <a:off x="945405" y="369461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Kernel 设计</a:t>
            </a:r>
          </a:p>
        </p:txBody>
      </p:sp>
      <p:sp>
        <p:nvSpPr>
          <p:cNvPr id="36" name="connector_470"/>
          <p:cNvSpPr>
            <a:spLocks noGrp="1"/>
          </p:cNvSpPr>
          <p:nvPr/>
        </p:nvSpPr>
        <p:spPr>
          <a:xfrm>
            <a:off x="1343532" y="4001796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7" name="connector_471"/>
          <p:cNvSpPr>
            <a:spLocks noGrp="1"/>
          </p:cNvSpPr>
          <p:nvPr/>
        </p:nvSpPr>
        <p:spPr>
          <a:xfrm>
            <a:off x="1319558" y="40364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8" name="object_472"/>
          <p:cNvSpPr>
            <a:spLocks noGrp="1"/>
          </p:cNvSpPr>
          <p:nvPr/>
        </p:nvSpPr>
        <p:spPr>
          <a:xfrm>
            <a:off x="895399" y="4138982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9" name="text_474_5. 代码生成"/>
          <p:cNvSpPr>
            <a:spLocks noGrp="1"/>
          </p:cNvSpPr>
          <p:nvPr/>
        </p:nvSpPr>
        <p:spPr>
          <a:xfrm>
            <a:off x="945405" y="4188988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代码生成</a:t>
            </a:r>
          </a:p>
        </p:txBody>
      </p:sp>
      <p:sp>
        <p:nvSpPr>
          <p:cNvPr id="43" name="connector_477"/>
          <p:cNvSpPr>
            <a:spLocks noGrp="1"/>
          </p:cNvSpPr>
          <p:nvPr/>
        </p:nvSpPr>
        <p:spPr>
          <a:xfrm>
            <a:off x="1343532" y="447976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4" name="connector_478"/>
          <p:cNvSpPr>
            <a:spLocks noGrp="1"/>
          </p:cNvSpPr>
          <p:nvPr/>
        </p:nvSpPr>
        <p:spPr>
          <a:xfrm>
            <a:off x="1319558" y="451445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5" name="object_479"/>
          <p:cNvSpPr>
            <a:spLocks noGrp="1"/>
          </p:cNvSpPr>
          <p:nvPr/>
        </p:nvSpPr>
        <p:spPr>
          <a:xfrm>
            <a:off x="895399" y="458691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8" name="text_481_6. 测试生成"/>
          <p:cNvSpPr>
            <a:spLocks noGrp="1"/>
          </p:cNvSpPr>
          <p:nvPr/>
        </p:nvSpPr>
        <p:spPr>
          <a:xfrm>
            <a:off x="945405" y="463692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测试生成</a:t>
            </a:r>
          </a:p>
        </p:txBody>
      </p:sp>
      <p:sp>
        <p:nvSpPr>
          <p:cNvPr id="50" name="connector_484"/>
          <p:cNvSpPr>
            <a:spLocks noGrp="1"/>
          </p:cNvSpPr>
          <p:nvPr/>
        </p:nvSpPr>
        <p:spPr>
          <a:xfrm>
            <a:off x="1343532" y="493048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1" name="connector_485"/>
          <p:cNvSpPr>
            <a:spLocks noGrp="1"/>
          </p:cNvSpPr>
          <p:nvPr/>
        </p:nvSpPr>
        <p:spPr>
          <a:xfrm>
            <a:off x="1319558" y="496518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5" name="object_486"/>
          <p:cNvSpPr>
            <a:spLocks noGrp="1"/>
          </p:cNvSpPr>
          <p:nvPr/>
        </p:nvSpPr>
        <p:spPr>
          <a:xfrm>
            <a:off x="895399" y="505192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488_7. 自检与整理"/>
          <p:cNvSpPr>
            <a:spLocks noGrp="1"/>
          </p:cNvSpPr>
          <p:nvPr/>
        </p:nvSpPr>
        <p:spPr>
          <a:xfrm>
            <a:off x="945405" y="512336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自检与整理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_500"/>
          <p:cNvSpPr>
            <a:spLocks noGrp="1"/>
          </p:cNvSpPr>
          <p:nvPr/>
        </p:nvSpPr>
        <p:spPr>
          <a:xfrm>
            <a:off x="2633914" y="2551614"/>
            <a:ext cx="2350294" cy="38071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0" name="text_502_Design Agent  步骤 1–4"/>
          <p:cNvSpPr>
            <a:spLocks noGrp="1"/>
          </p:cNvSpPr>
          <p:nvPr/>
        </p:nvSpPr>
        <p:spPr>
          <a:xfrm>
            <a:off x="2712496" y="259447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Agent  步骤 1–4</a:t>
            </a:r>
          </a:p>
        </p:txBody>
      </p:sp>
      <p:sp>
        <p:nvSpPr>
          <p:cNvPr id="65" name="object_509"/>
          <p:cNvSpPr>
            <a:spLocks noGrp="1"/>
          </p:cNvSpPr>
          <p:nvPr/>
        </p:nvSpPr>
        <p:spPr>
          <a:xfrm>
            <a:off x="2633914" y="3437439"/>
            <a:ext cx="2350294" cy="3929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6" name="text_511_Build Agent  步骤 5–6"/>
          <p:cNvSpPr>
            <a:spLocks noGrp="1"/>
          </p:cNvSpPr>
          <p:nvPr/>
        </p:nvSpPr>
        <p:spPr>
          <a:xfrm>
            <a:off x="2712496" y="3480301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Agent  步骤 5–6</a:t>
            </a:r>
          </a:p>
        </p:txBody>
      </p:sp>
      <p:sp>
        <p:nvSpPr>
          <p:cNvPr id="71" name="object_518"/>
          <p:cNvSpPr>
            <a:spLocks noGrp="1"/>
          </p:cNvSpPr>
          <p:nvPr/>
        </p:nvSpPr>
        <p:spPr>
          <a:xfrm>
            <a:off x="2633914" y="4323264"/>
            <a:ext cx="2350294" cy="40617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72" name="text_520_Verify Agent  步骤 7"/>
          <p:cNvSpPr>
            <a:spLocks noGrp="1"/>
          </p:cNvSpPr>
          <p:nvPr/>
        </p:nvSpPr>
        <p:spPr>
          <a:xfrm>
            <a:off x="2712496" y="436612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Agent  步骤 7</a:t>
            </a:r>
          </a:p>
        </p:txBody>
      </p:sp>
      <p:cxnSp>
        <p:nvCxnSpPr>
          <p:cNvPr id="4" name="直接箭头连接符 3"/>
          <p:cNvCxnSpPr>
            <a:stCxn id="59" idx="2"/>
            <a:endCxn id="65" idx="0"/>
          </p:cNvCxnSpPr>
          <p:nvPr/>
        </p:nvCxnSpPr>
        <p:spPr>
          <a:xfrm>
            <a:off x="3809061" y="2932325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3809061" y="3818150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endCxn id="59" idx="1"/>
          </p:cNvCxnSpPr>
          <p:nvPr/>
        </p:nvCxnSpPr>
        <p:spPr>
          <a:xfrm flipV="1">
            <a:off x="2194557" y="2741970"/>
            <a:ext cx="439357" cy="413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65" idx="1"/>
          </p:cNvCxnSpPr>
          <p:nvPr/>
        </p:nvCxnSpPr>
        <p:spPr>
          <a:xfrm flipV="1">
            <a:off x="2224137" y="3633892"/>
            <a:ext cx="409777" cy="8947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endCxn id="71" idx="1"/>
          </p:cNvCxnSpPr>
          <p:nvPr/>
        </p:nvCxnSpPr>
        <p:spPr>
          <a:xfrm flipV="1">
            <a:off x="2224137" y="4526351"/>
            <a:ext cx="409777" cy="7698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1" name="text_354_新版：三个核心 Agent"/>
          <p:cNvSpPr>
            <a:spLocks noGrp="1"/>
          </p:cNvSpPr>
          <p:nvPr/>
        </p:nvSpPr>
        <p:spPr>
          <a:xfrm>
            <a:off x="665195" y="1710022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原本</a:t>
            </a:r>
            <a:r>
              <a:rPr 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生成阶段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8860"/>
              </p:ext>
            </p:extLst>
          </p:nvPr>
        </p:nvGraphicFramePr>
        <p:xfrm>
          <a:off x="5278926" y="2118221"/>
          <a:ext cx="3463443" cy="104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36"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softmax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186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94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layernorm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143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80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" name="文本框 95"/>
          <p:cNvSpPr txBox="1"/>
          <p:nvPr/>
        </p:nvSpPr>
        <p:spPr>
          <a:xfrm>
            <a:off x="5278927" y="3384255"/>
            <a:ext cx="3685562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en-US" altLang="zh-CN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kernel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正确性：</a:t>
            </a: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理论上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大模型能力变强，新阶段任务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不重且选择融合的都是高度重叠的阶段；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实际测试：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进行数十种算子开发测试，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新旧版本生成近乎一致。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6" name="text_354_新版：三个核心 Agent"/>
          <p:cNvSpPr>
            <a:spLocks noGrp="1"/>
          </p:cNvSpPr>
          <p:nvPr/>
        </p:nvSpPr>
        <p:spPr>
          <a:xfrm>
            <a:off x="3347864" y="1727665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合并优化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0" name="text_173_相同语义反复读取&#10;Token 消耗高"/>
          <p:cNvSpPr>
            <a:spLocks noGrp="1"/>
          </p:cNvSpPr>
          <p:nvPr/>
        </p:nvSpPr>
        <p:spPr>
          <a:xfrm>
            <a:off x="2801995" y="2135091"/>
            <a:ext cx="4536033" cy="729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结构已经限制尺寸循环范围或输出大小。</a:t>
            </a:r>
            <a:endParaRPr lang="en-US" altLang="zh-CN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静态算子在其他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上可能出现性能明显下降。</a:t>
            </a:r>
          </a:p>
          <a:p>
            <a:pPr>
              <a:lnSpc>
                <a:spcPct val="150000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1404694" y="20596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原因分析：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1381728" y="3022179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</a:p>
        </p:txBody>
      </p:sp>
      <p:sp>
        <p:nvSpPr>
          <p:cNvPr id="3" name="矩形 2"/>
          <p:cNvSpPr/>
          <p:nvPr/>
        </p:nvSpPr>
        <p:spPr>
          <a:xfrm>
            <a:off x="3044460" y="3659440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支持动态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4448613" y="4084954"/>
            <a:ext cx="373980" cy="369093"/>
          </a:xfrm>
          <a:prstGeom prst="mathPlus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722532" y="4548697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自动化参数搜索</a:t>
            </a:r>
          </a:p>
        </p:txBody>
      </p:sp>
      <p:sp>
        <p:nvSpPr>
          <p:cNvPr id="15" name="矩形 14"/>
          <p:cNvSpPr/>
          <p:nvPr/>
        </p:nvSpPr>
        <p:spPr>
          <a:xfrm>
            <a:off x="3148656" y="5463917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Kernel</a:t>
            </a:r>
            <a:r>
              <a:rPr lang="en-US" altLang="zh-CN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Family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全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覆盖</a:t>
            </a:r>
          </a:p>
        </p:txBody>
      </p:sp>
      <p:sp>
        <p:nvSpPr>
          <p:cNvPr id="16" name="加号 15"/>
          <p:cNvSpPr/>
          <p:nvPr/>
        </p:nvSpPr>
        <p:spPr>
          <a:xfrm>
            <a:off x="4448613" y="5052648"/>
            <a:ext cx="373980" cy="36909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964994" y="17115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8" name="矩形 17"/>
          <p:cNvSpPr/>
          <p:nvPr/>
        </p:nvSpPr>
        <p:spPr>
          <a:xfrm>
            <a:off x="2024022" y="2141699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043504" y="2138701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自动化参数搜索</a:t>
            </a:r>
          </a:p>
        </p:txBody>
      </p:sp>
      <p:sp>
        <p:nvSpPr>
          <p:cNvPr id="20" name="矩形 19"/>
          <p:cNvSpPr/>
          <p:nvPr/>
        </p:nvSpPr>
        <p:spPr>
          <a:xfrm>
            <a:off x="468619" y="5401341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Kernel</a:t>
            </a:r>
            <a:r>
              <a:rPr lang="en-US" altLang="zh-CN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Family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全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覆盖</a:t>
            </a:r>
          </a:p>
        </p:txBody>
      </p:sp>
      <p:sp>
        <p:nvSpPr>
          <p:cNvPr id="21" name="text_545_确定不同输入对应的执行组合"/>
          <p:cNvSpPr>
            <a:spLocks noGrp="1"/>
          </p:cNvSpPr>
          <p:nvPr/>
        </p:nvSpPr>
        <p:spPr>
          <a:xfrm>
            <a:off x="5043504" y="2658222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确定不同输入对应的执行组合</a:t>
            </a:r>
            <a:endParaRPr sz="118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_546"/>
          <p:cNvSpPr>
            <a:spLocks noGrp="1"/>
          </p:cNvSpPr>
          <p:nvPr/>
        </p:nvSpPr>
        <p:spPr>
          <a:xfrm>
            <a:off x="4937150" y="3039427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548_Family"/>
          <p:cNvSpPr>
            <a:spLocks noGrp="1"/>
          </p:cNvSpPr>
          <p:nvPr/>
        </p:nvSpPr>
        <p:spPr>
          <a:xfrm>
            <a:off x="4972868" y="3089433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24" name="text_550_候选计算与调度结构"/>
          <p:cNvSpPr>
            <a:spLocks noGrp="1"/>
          </p:cNvSpPr>
          <p:nvPr/>
        </p:nvSpPr>
        <p:spPr>
          <a:xfrm>
            <a:off x="5780112" y="3096577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候选计算与调度结构</a:t>
            </a:r>
            <a:endParaRPr sz="98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_552_×"/>
          <p:cNvSpPr>
            <a:spLocks noGrp="1"/>
          </p:cNvSpPr>
          <p:nvPr/>
        </p:nvSpPr>
        <p:spPr>
          <a:xfrm>
            <a:off x="5151462" y="3346608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6" name="object_553"/>
          <p:cNvSpPr>
            <a:spLocks noGrp="1"/>
          </p:cNvSpPr>
          <p:nvPr/>
        </p:nvSpPr>
        <p:spPr>
          <a:xfrm>
            <a:off x="4937150" y="3518058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8" name="text_555_Config"/>
          <p:cNvSpPr>
            <a:spLocks noGrp="1"/>
          </p:cNvSpPr>
          <p:nvPr/>
        </p:nvSpPr>
        <p:spPr>
          <a:xfrm>
            <a:off x="4972868" y="3568064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29" name="text_557_每个 Family 的独立参数空间"/>
          <p:cNvSpPr>
            <a:spLocks noGrp="1"/>
          </p:cNvSpPr>
          <p:nvPr/>
        </p:nvSpPr>
        <p:spPr>
          <a:xfrm>
            <a:off x="5780112" y="3575208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 Family 的独立参数空间</a:t>
            </a:r>
          </a:p>
        </p:txBody>
      </p:sp>
      <p:sp>
        <p:nvSpPr>
          <p:cNvPr id="30" name="text_559_×"/>
          <p:cNvSpPr>
            <a:spLocks noGrp="1"/>
          </p:cNvSpPr>
          <p:nvPr/>
        </p:nvSpPr>
        <p:spPr>
          <a:xfrm>
            <a:off x="5151462" y="3825239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1" name="object_560"/>
          <p:cNvSpPr>
            <a:spLocks noGrp="1"/>
          </p:cNvSpPr>
          <p:nvPr/>
        </p:nvSpPr>
        <p:spPr>
          <a:xfrm>
            <a:off x="4937150" y="3996689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2" name="text_562_Shape"/>
          <p:cNvSpPr>
            <a:spLocks noGrp="1"/>
          </p:cNvSpPr>
          <p:nvPr/>
        </p:nvSpPr>
        <p:spPr>
          <a:xfrm>
            <a:off x="4972868" y="4046695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33" name="text_564_代表输入及完整验证域"/>
          <p:cNvSpPr>
            <a:spLocks noGrp="1"/>
          </p:cNvSpPr>
          <p:nvPr/>
        </p:nvSpPr>
        <p:spPr>
          <a:xfrm>
            <a:off x="5780112" y="4053839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代表输入及完整验证域</a:t>
            </a:r>
          </a:p>
        </p:txBody>
      </p:sp>
      <p:sp>
        <p:nvSpPr>
          <p:cNvPr id="36" name="object_509"/>
          <p:cNvSpPr>
            <a:spLocks noGrp="1"/>
          </p:cNvSpPr>
          <p:nvPr/>
        </p:nvSpPr>
        <p:spPr>
          <a:xfrm>
            <a:off x="2102603" y="2976623"/>
            <a:ext cx="2207419" cy="521494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37" name="text_511_Shape 特征与硬件约束"/>
          <p:cNvSpPr>
            <a:spLocks noGrp="1"/>
          </p:cNvSpPr>
          <p:nvPr/>
        </p:nvSpPr>
        <p:spPr>
          <a:xfrm>
            <a:off x="2137127" y="3112550"/>
            <a:ext cx="210740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特征与硬件约束</a:t>
            </a:r>
            <a:endParaRPr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onnector_514"/>
          <p:cNvSpPr>
            <a:spLocks noGrp="1"/>
          </p:cNvSpPr>
          <p:nvPr/>
        </p:nvSpPr>
        <p:spPr>
          <a:xfrm flipH="1">
            <a:off x="3139154" y="3483830"/>
            <a:ext cx="70966" cy="615173"/>
          </a:xfrm>
          <a:custGeom>
            <a:avLst/>
            <a:gdLst/>
            <a:ahLst/>
            <a:cxnLst/>
            <a:rect l="0" t="0" r="0" b="0"/>
            <a:pathLst>
              <a:path w="19050" h="314325">
                <a:moveTo>
                  <a:pt x="9525" y="9525"/>
                </a:moveTo>
                <a:lnTo>
                  <a:pt x="9525" y="3048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39" name="object_516"/>
          <p:cNvSpPr>
            <a:spLocks noGrp="1"/>
          </p:cNvSpPr>
          <p:nvPr/>
        </p:nvSpPr>
        <p:spPr>
          <a:xfrm>
            <a:off x="2024022" y="4069617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1" name="text_518_Family A"/>
          <p:cNvSpPr>
            <a:spLocks noGrp="1"/>
          </p:cNvSpPr>
          <p:nvPr/>
        </p:nvSpPr>
        <p:spPr>
          <a:xfrm>
            <a:off x="2074028" y="4105335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42" name="text_520_小尺寸优化"/>
          <p:cNvSpPr>
            <a:spLocks noGrp="1"/>
          </p:cNvSpPr>
          <p:nvPr/>
        </p:nvSpPr>
        <p:spPr>
          <a:xfrm>
            <a:off x="2081172" y="4455380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onnector_521"/>
          <p:cNvSpPr>
            <a:spLocks noGrp="1"/>
          </p:cNvSpPr>
          <p:nvPr/>
        </p:nvSpPr>
        <p:spPr>
          <a:xfrm>
            <a:off x="2381209" y="3862449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44" name="object_522"/>
          <p:cNvSpPr>
            <a:spLocks noGrp="1"/>
          </p:cNvSpPr>
          <p:nvPr/>
        </p:nvSpPr>
        <p:spPr>
          <a:xfrm>
            <a:off x="2816978" y="4069617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5" name="text_524_Family B"/>
          <p:cNvSpPr>
            <a:spLocks noGrp="1"/>
          </p:cNvSpPr>
          <p:nvPr/>
        </p:nvSpPr>
        <p:spPr>
          <a:xfrm>
            <a:off x="2866984" y="4105335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46" name="text_526_分块 / 分阶段"/>
          <p:cNvSpPr>
            <a:spLocks noGrp="1"/>
          </p:cNvSpPr>
          <p:nvPr/>
        </p:nvSpPr>
        <p:spPr>
          <a:xfrm>
            <a:off x="2874128" y="4455380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</a:t>
            </a:r>
            <a:r>
              <a:rPr sz="9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95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bject_528"/>
          <p:cNvSpPr>
            <a:spLocks noGrp="1"/>
          </p:cNvSpPr>
          <p:nvPr/>
        </p:nvSpPr>
        <p:spPr>
          <a:xfrm>
            <a:off x="3609935" y="4069617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8" name="text_530_Family C"/>
          <p:cNvSpPr>
            <a:spLocks noGrp="1"/>
          </p:cNvSpPr>
          <p:nvPr/>
        </p:nvSpPr>
        <p:spPr>
          <a:xfrm>
            <a:off x="3659941" y="4105335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49" name="text_532_整轴结构"/>
          <p:cNvSpPr>
            <a:spLocks noGrp="1"/>
          </p:cNvSpPr>
          <p:nvPr/>
        </p:nvSpPr>
        <p:spPr>
          <a:xfrm>
            <a:off x="3667085" y="4455380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connector_533"/>
          <p:cNvSpPr>
            <a:spLocks noGrp="1"/>
          </p:cNvSpPr>
          <p:nvPr/>
        </p:nvSpPr>
        <p:spPr>
          <a:xfrm>
            <a:off x="3967121" y="3862449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51" name="connector_534"/>
          <p:cNvSpPr>
            <a:spLocks noGrp="1"/>
          </p:cNvSpPr>
          <p:nvPr/>
        </p:nvSpPr>
        <p:spPr>
          <a:xfrm>
            <a:off x="2381209" y="3862448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63" name="object_583"/>
          <p:cNvSpPr>
            <a:spLocks noGrp="1"/>
          </p:cNvSpPr>
          <p:nvPr/>
        </p:nvSpPr>
        <p:spPr>
          <a:xfrm>
            <a:off x="5026050" y="4835144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64" name="text_585_Dispatch 分派规则"/>
          <p:cNvSpPr>
            <a:spLocks noGrp="1"/>
          </p:cNvSpPr>
          <p:nvPr/>
        </p:nvSpPr>
        <p:spPr>
          <a:xfrm>
            <a:off x="5076056" y="4870863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</a:t>
            </a: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分派规则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箭头: 下 38"/>
          <p:cNvSpPr/>
          <p:nvPr/>
        </p:nvSpPr>
        <p:spPr>
          <a:xfrm>
            <a:off x="5921204" y="4423605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_258_Main"/>
          <p:cNvSpPr>
            <a:spLocks noGrp="1"/>
          </p:cNvSpPr>
          <p:nvPr/>
        </p:nvSpPr>
        <p:spPr>
          <a:xfrm>
            <a:off x="426028" y="5964626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_258_Main"/>
          <p:cNvSpPr>
            <a:spLocks noGrp="1"/>
          </p:cNvSpPr>
          <p:nvPr/>
        </p:nvSpPr>
        <p:spPr>
          <a:xfrm>
            <a:off x="2618417" y="5968735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_258_Main"/>
          <p:cNvSpPr>
            <a:spLocks noGrp="1"/>
          </p:cNvSpPr>
          <p:nvPr/>
        </p:nvSpPr>
        <p:spPr>
          <a:xfrm>
            <a:off x="4813195" y="5973672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_258_Main"/>
          <p:cNvSpPr>
            <a:spLocks noGrp="1"/>
          </p:cNvSpPr>
          <p:nvPr/>
        </p:nvSpPr>
        <p:spPr>
          <a:xfrm>
            <a:off x="7029090" y="5968735"/>
            <a:ext cx="1831284" cy="30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>
            <a:stCxn id="70" idx="3"/>
            <a:endCxn id="73" idx="1"/>
          </p:cNvCxnSpPr>
          <p:nvPr/>
        </p:nvCxnSpPr>
        <p:spPr>
          <a:xfrm>
            <a:off x="2257312" y="6116505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4440421" y="6112396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6667985" y="6120614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4644008" y="1933023"/>
            <a:ext cx="35720" cy="342788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graphicFrame>
        <p:nvGraphicFramePr>
          <p:cNvPr id="94" name="表格 93"/>
          <p:cNvGraphicFramePr/>
          <p:nvPr>
            <p:extLst>
              <p:ext uri="{D42A27DB-BD31-4B8C-83A1-F6EECF244321}">
                <p14:modId xmlns:p14="http://schemas.microsoft.com/office/powerpoint/2010/main" val="499362546"/>
              </p:ext>
            </p:extLst>
          </p:nvPr>
        </p:nvGraphicFramePr>
        <p:xfrm>
          <a:off x="1115616" y="1928793"/>
          <a:ext cx="5184576" cy="3372414"/>
        </p:xfrm>
        <a:graphic>
          <a:graphicData uri="http://schemas.openxmlformats.org/drawingml/2006/table">
            <a:tbl>
              <a:tblPr/>
              <a:tblGrid>
                <a:gridCol w="1814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静态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V1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V2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softmax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layernorm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rmsnorm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gelu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1.15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69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Shape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单一</a:t>
                      </a: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9D9D9"/>
                      </a:solidFill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5" name="text_771_✓ 支持    △ 初步支持    × 不支持"/>
          <p:cNvSpPr>
            <a:spLocks noGrp="1"/>
          </p:cNvSpPr>
          <p:nvPr/>
        </p:nvSpPr>
        <p:spPr>
          <a:xfrm>
            <a:off x="1149715" y="5597472"/>
            <a:ext cx="3075282" cy="39978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值为相比</a:t>
            </a:r>
            <a:r>
              <a:rPr lang="en-US" altLang="zh-CN" sz="140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官方算子的加速比；</a:t>
            </a:r>
            <a:endParaRPr lang="en-US" altLang="zh-CN" sz="1400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每个算子开发完成之后随机测试</a:t>
            </a:r>
            <a:r>
              <a:rPr lang="en-US" altLang="zh-CN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4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95"/>
          <p:cNvSpPr txBox="1"/>
          <p:nvPr/>
        </p:nvSpPr>
        <p:spPr>
          <a:xfrm>
            <a:off x="6468949" y="2636912"/>
            <a:ext cx="2423531" cy="3386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V2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主要提升了速度。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95"/>
          <p:cNvSpPr txBox="1"/>
          <p:nvPr/>
        </p:nvSpPr>
        <p:spPr>
          <a:xfrm>
            <a:off x="6457950" y="3324584"/>
            <a:ext cx="2423531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</a:t>
            </a:r>
            <a:r>
              <a:rPr lang="en-US" altLang="zh-CN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时，有些</a:t>
            </a:r>
            <a:endParaRPr lang="en-US" altLang="zh-CN" sz="1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加速比很高，平均下来就高了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0" name="text_173_相同语义反复读取&#10;Token 消耗高"/>
          <p:cNvSpPr>
            <a:spLocks noGrp="1"/>
          </p:cNvSpPr>
          <p:nvPr/>
        </p:nvSpPr>
        <p:spPr>
          <a:xfrm>
            <a:off x="1668699" y="6106739"/>
            <a:ext cx="4536033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进行简单修改后，验证需要重新跑一遍算子开发</a:t>
            </a: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489980" y="6196036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原因分析：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704671" y="16659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①：按照修改范围选择验证深度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bject_825"/>
          <p:cNvSpPr>
            <a:spLocks noGrp="1"/>
          </p:cNvSpPr>
          <p:nvPr/>
        </p:nvSpPr>
        <p:spPr>
          <a:xfrm>
            <a:off x="554252" y="2350484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4" name="text_827_L1"/>
          <p:cNvSpPr>
            <a:spLocks noGrp="1"/>
          </p:cNvSpPr>
          <p:nvPr/>
        </p:nvSpPr>
        <p:spPr>
          <a:xfrm>
            <a:off x="582827" y="2464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</a:p>
        </p:txBody>
      </p:sp>
      <p:sp>
        <p:nvSpPr>
          <p:cNvPr id="45" name="text_829_低成本"/>
          <p:cNvSpPr>
            <a:spLocks noGrp="1"/>
          </p:cNvSpPr>
          <p:nvPr/>
        </p:nvSpPr>
        <p:spPr>
          <a:xfrm>
            <a:off x="575683" y="2893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低成本</a:t>
            </a:r>
          </a:p>
        </p:txBody>
      </p:sp>
      <p:sp>
        <p:nvSpPr>
          <p:cNvPr id="46" name="text_831_静态结构验证"/>
          <p:cNvSpPr>
            <a:spLocks noGrp="1"/>
          </p:cNvSpPr>
          <p:nvPr/>
        </p:nvSpPr>
        <p:spPr>
          <a:xfrm>
            <a:off x="1583900" y="2557527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静态结构验证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_833_快速、低成本"/>
          <p:cNvSpPr>
            <a:spLocks noGrp="1"/>
          </p:cNvSpPr>
          <p:nvPr/>
        </p:nvSpPr>
        <p:spPr>
          <a:xfrm>
            <a:off x="1586729" y="2885976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</a:t>
            </a:r>
            <a:r>
              <a:rPr lang="zh-CN" altLang="en-US" sz="16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筛查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bject_840"/>
          <p:cNvSpPr>
            <a:spLocks noGrp="1"/>
          </p:cNvSpPr>
          <p:nvPr/>
        </p:nvSpPr>
        <p:spPr>
          <a:xfrm>
            <a:off x="554252" y="3493484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9" name="text_842_L2"/>
          <p:cNvSpPr>
            <a:spLocks noGrp="1"/>
          </p:cNvSpPr>
          <p:nvPr/>
        </p:nvSpPr>
        <p:spPr>
          <a:xfrm>
            <a:off x="582827" y="3607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50" name="text_844_中等成本"/>
          <p:cNvSpPr>
            <a:spLocks noGrp="1"/>
          </p:cNvSpPr>
          <p:nvPr/>
        </p:nvSpPr>
        <p:spPr>
          <a:xfrm>
            <a:off x="575683" y="4036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中等成本</a:t>
            </a:r>
          </a:p>
        </p:txBody>
      </p:sp>
      <p:sp>
        <p:nvSpPr>
          <p:cNvPr id="51" name="text_846_Workflow 行为验证"/>
          <p:cNvSpPr>
            <a:spLocks noGrp="1"/>
          </p:cNvSpPr>
          <p:nvPr/>
        </p:nvSpPr>
        <p:spPr>
          <a:xfrm>
            <a:off x="1583856" y="3657179"/>
            <a:ext cx="1515268" cy="28147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行为验证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848_验证流程是否按预期工作"/>
          <p:cNvSpPr>
            <a:spLocks noGrp="1"/>
          </p:cNvSpPr>
          <p:nvPr/>
        </p:nvSpPr>
        <p:spPr>
          <a:xfrm>
            <a:off x="1583856" y="4014988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验证流程是否按预期工作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bject_855"/>
          <p:cNvSpPr>
            <a:spLocks noGrp="1"/>
          </p:cNvSpPr>
          <p:nvPr/>
        </p:nvSpPr>
        <p:spPr>
          <a:xfrm>
            <a:off x="554252" y="4636484"/>
            <a:ext cx="792956" cy="900113"/>
          </a:xfrm>
          <a:prstGeom prst="rect">
            <a:avLst/>
          </a:prstGeom>
          <a:solidFill>
            <a:srgbClr val="FCF0F1"/>
          </a:solidFill>
          <a:ln w="9525">
            <a:noFill/>
          </a:ln>
        </p:spPr>
      </p:sp>
      <p:sp>
        <p:nvSpPr>
          <p:cNvPr id="58" name="text_857_L3"/>
          <p:cNvSpPr>
            <a:spLocks noGrp="1"/>
          </p:cNvSpPr>
          <p:nvPr/>
        </p:nvSpPr>
        <p:spPr>
          <a:xfrm>
            <a:off x="582827" y="4750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</a:p>
        </p:txBody>
      </p:sp>
      <p:sp>
        <p:nvSpPr>
          <p:cNvPr id="59" name="text_859_高成本"/>
          <p:cNvSpPr>
            <a:spLocks noGrp="1"/>
          </p:cNvSpPr>
          <p:nvPr/>
        </p:nvSpPr>
        <p:spPr>
          <a:xfrm>
            <a:off x="575683" y="5179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高成本</a:t>
            </a:r>
          </a:p>
        </p:txBody>
      </p:sp>
      <p:sp>
        <p:nvSpPr>
          <p:cNvPr id="60" name="text_861_真实环境验证"/>
          <p:cNvSpPr>
            <a:spLocks noGrp="1"/>
          </p:cNvSpPr>
          <p:nvPr/>
        </p:nvSpPr>
        <p:spPr>
          <a:xfrm>
            <a:off x="1583857" y="4793821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</a:t>
            </a:r>
            <a:r>
              <a:rPr lang="zh-CN" alt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sz="1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_863_硬件与工具链绑定验证"/>
          <p:cNvSpPr>
            <a:spLocks noGrp="1"/>
          </p:cNvSpPr>
          <p:nvPr/>
        </p:nvSpPr>
        <p:spPr>
          <a:xfrm>
            <a:off x="1583858" y="5097731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算子策略相关的修改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object_876"/>
          <p:cNvSpPr>
            <a:spLocks noGrp="1"/>
          </p:cNvSpPr>
          <p:nvPr/>
        </p:nvSpPr>
        <p:spPr>
          <a:xfrm>
            <a:off x="4060379" y="3566493"/>
            <a:ext cx="1282496" cy="635191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98" name="text_878_修改内容"/>
          <p:cNvSpPr>
            <a:spLocks noGrp="1"/>
          </p:cNvSpPr>
          <p:nvPr/>
        </p:nvSpPr>
        <p:spPr>
          <a:xfrm>
            <a:off x="4222399" y="3652006"/>
            <a:ext cx="914400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修改内容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_880_判断修改范围"/>
          <p:cNvSpPr>
            <a:spLocks noGrp="1"/>
          </p:cNvSpPr>
          <p:nvPr/>
        </p:nvSpPr>
        <p:spPr>
          <a:xfrm>
            <a:off x="4251570" y="3926601"/>
            <a:ext cx="900113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判断修改范围</a:t>
            </a:r>
            <a:endParaRPr sz="14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900_L1 + L2 + L3 全流程"/>
          <p:cNvSpPr>
            <a:spLocks noGrp="1"/>
          </p:cNvSpPr>
          <p:nvPr/>
        </p:nvSpPr>
        <p:spPr>
          <a:xfrm>
            <a:off x="5812295" y="4430387"/>
            <a:ext cx="1821657" cy="3773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L2 + </a:t>
            </a:r>
            <a:r>
              <a:rPr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_906_验证&#10;通过"/>
          <p:cNvSpPr>
            <a:spLocks noGrp="1"/>
          </p:cNvSpPr>
          <p:nvPr/>
        </p:nvSpPr>
        <p:spPr>
          <a:xfrm>
            <a:off x="8241125" y="3609053"/>
            <a:ext cx="307181" cy="5500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898"/>
          <p:cNvSpPr>
            <a:spLocks noGrp="1"/>
          </p:cNvSpPr>
          <p:nvPr/>
        </p:nvSpPr>
        <p:spPr>
          <a:xfrm>
            <a:off x="5804130" y="3733456"/>
            <a:ext cx="1821657" cy="397419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0" name="text_900_L1 + L2 + L3 全流程"/>
          <p:cNvSpPr>
            <a:spLocks noGrp="1"/>
          </p:cNvSpPr>
          <p:nvPr/>
        </p:nvSpPr>
        <p:spPr>
          <a:xfrm>
            <a:off x="5804130" y="3754516"/>
            <a:ext cx="1821657" cy="37624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</a:t>
            </a:r>
            <a:r>
              <a:rPr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L2流程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898"/>
          <p:cNvSpPr>
            <a:spLocks noGrp="1"/>
          </p:cNvSpPr>
          <p:nvPr/>
        </p:nvSpPr>
        <p:spPr>
          <a:xfrm>
            <a:off x="5812295" y="3074219"/>
            <a:ext cx="1821657" cy="397419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2" name="text_900_L1 + L2 + L3 全流程"/>
          <p:cNvSpPr>
            <a:spLocks noGrp="1"/>
          </p:cNvSpPr>
          <p:nvPr/>
        </p:nvSpPr>
        <p:spPr>
          <a:xfrm>
            <a:off x="5812295" y="3095279"/>
            <a:ext cx="1821657" cy="37624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静态验证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左大括号 2"/>
          <p:cNvSpPr/>
          <p:nvPr/>
        </p:nvSpPr>
        <p:spPr>
          <a:xfrm rot="10800000">
            <a:off x="7682858" y="3299862"/>
            <a:ext cx="396215" cy="1270098"/>
          </a:xfrm>
          <a:prstGeom prst="leftBrace">
            <a:avLst>
              <a:gd name="adj1" fmla="val 8333"/>
              <a:gd name="adj2" fmla="val 5096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左大括号 152"/>
          <p:cNvSpPr/>
          <p:nvPr/>
        </p:nvSpPr>
        <p:spPr>
          <a:xfrm>
            <a:off x="5359010" y="3297451"/>
            <a:ext cx="396215" cy="1270098"/>
          </a:xfrm>
          <a:prstGeom prst="leftBrace">
            <a:avLst>
              <a:gd name="adj1" fmla="val 8333"/>
              <a:gd name="adj2" fmla="val 5096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text_4025_恢复 Artifact"/>
          <p:cNvSpPr>
            <a:spLocks noGrp="1"/>
          </p:cNvSpPr>
          <p:nvPr/>
        </p:nvSpPr>
        <p:spPr>
          <a:xfrm>
            <a:off x="8169687" y="380420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lang="en-US" altLang="zh-CN" sz="16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endParaRPr lang="en-US" altLang="zh-CN" sz="16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 154"/>
          <p:cNvSpPr/>
          <p:nvPr>
            <p:custDataLst>
              <p:tags r:id="rId1"/>
            </p:custDataLst>
          </p:nvPr>
        </p:nvSpPr>
        <p:spPr>
          <a:xfrm>
            <a:off x="168870" y="2011450"/>
            <a:ext cx="3666190" cy="396005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56" name="矩形 155"/>
          <p:cNvSpPr/>
          <p:nvPr>
            <p:custDataLst>
              <p:tags r:id="rId2"/>
            </p:custDataLst>
          </p:nvPr>
        </p:nvSpPr>
        <p:spPr>
          <a:xfrm>
            <a:off x="4007708" y="2011548"/>
            <a:ext cx="4702367" cy="400029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3991_原流程"/>
          <p:cNvSpPr>
            <a:spLocks noGrp="1"/>
          </p:cNvSpPr>
          <p:nvPr/>
        </p:nvSpPr>
        <p:spPr>
          <a:xfrm>
            <a:off x="4246202" y="1349529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3993_复用后"/>
          <p:cNvSpPr>
            <a:spLocks noGrp="1"/>
          </p:cNvSpPr>
          <p:nvPr/>
        </p:nvSpPr>
        <p:spPr>
          <a:xfrm>
            <a:off x="597013" y="387963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</a:p>
        </p:txBody>
      </p:sp>
      <p:sp>
        <p:nvSpPr>
          <p:cNvPr id="35" name="object_4017"/>
          <p:cNvSpPr>
            <a:spLocks noGrp="1"/>
          </p:cNvSpPr>
          <p:nvPr/>
        </p:nvSpPr>
        <p:spPr>
          <a:xfrm>
            <a:off x="4589680" y="379095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36" name="text_4019_Review 重试"/>
          <p:cNvSpPr>
            <a:spLocks noGrp="1"/>
          </p:cNvSpPr>
          <p:nvPr/>
        </p:nvSpPr>
        <p:spPr>
          <a:xfrm>
            <a:off x="4589680" y="3798736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重试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_4025_恢复 Artifact"/>
          <p:cNvSpPr>
            <a:spLocks noGrp="1"/>
          </p:cNvSpPr>
          <p:nvPr/>
        </p:nvSpPr>
        <p:spPr>
          <a:xfrm>
            <a:off x="6291600" y="390106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Artifact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</a:p>
        </p:txBody>
      </p:sp>
      <p:sp>
        <p:nvSpPr>
          <p:cNvPr id="46" name="object_4017"/>
          <p:cNvSpPr>
            <a:spLocks noGrp="1"/>
          </p:cNvSpPr>
          <p:nvPr/>
        </p:nvSpPr>
        <p:spPr>
          <a:xfrm>
            <a:off x="2991909" y="3796339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7" name="text_4019_Review 重试"/>
          <p:cNvSpPr>
            <a:spLocks noGrp="1"/>
          </p:cNvSpPr>
          <p:nvPr/>
        </p:nvSpPr>
        <p:spPr>
          <a:xfrm>
            <a:off x="2991910" y="3804123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sp>
        <p:nvSpPr>
          <p:cNvPr id="48" name="object_4017"/>
          <p:cNvSpPr>
            <a:spLocks noGrp="1"/>
          </p:cNvSpPr>
          <p:nvPr/>
        </p:nvSpPr>
        <p:spPr>
          <a:xfrm>
            <a:off x="1400610" y="378632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9" name="text_4019_Review 重试"/>
          <p:cNvSpPr>
            <a:spLocks noGrp="1"/>
          </p:cNvSpPr>
          <p:nvPr/>
        </p:nvSpPr>
        <p:spPr>
          <a:xfrm>
            <a:off x="1400611" y="3794107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cxnSp>
        <p:nvCxnSpPr>
          <p:cNvPr id="4" name="直接箭头连接符 3"/>
          <p:cNvCxnSpPr>
            <a:stCxn id="48" idx="3"/>
            <a:endCxn id="46" idx="1"/>
          </p:cNvCxnSpPr>
          <p:nvPr/>
        </p:nvCxnSpPr>
        <p:spPr>
          <a:xfrm>
            <a:off x="2711901" y="396971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4325202" y="397361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_3993_复用后"/>
          <p:cNvSpPr>
            <a:spLocks noGrp="1"/>
          </p:cNvSpPr>
          <p:nvPr/>
        </p:nvSpPr>
        <p:spPr>
          <a:xfrm>
            <a:off x="575011" y="276340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原流程</a:t>
            </a:r>
          </a:p>
        </p:txBody>
      </p:sp>
      <p:sp>
        <p:nvSpPr>
          <p:cNvPr id="57" name="object_4017"/>
          <p:cNvSpPr>
            <a:spLocks noGrp="1"/>
          </p:cNvSpPr>
          <p:nvPr/>
        </p:nvSpPr>
        <p:spPr>
          <a:xfrm>
            <a:off x="4567678" y="267472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58" name="text_4019_Review 重试"/>
          <p:cNvSpPr>
            <a:spLocks noGrp="1"/>
          </p:cNvSpPr>
          <p:nvPr/>
        </p:nvSpPr>
        <p:spPr>
          <a:xfrm>
            <a:off x="4567679" y="2682506"/>
            <a:ext cx="1311290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×</a:t>
            </a:r>
          </a:p>
        </p:txBody>
      </p:sp>
      <p:sp>
        <p:nvSpPr>
          <p:cNvPr id="59" name="text_4025_恢复 Artifact"/>
          <p:cNvSpPr>
            <a:spLocks noGrp="1"/>
          </p:cNvSpPr>
          <p:nvPr/>
        </p:nvSpPr>
        <p:spPr>
          <a:xfrm>
            <a:off x="6269598" y="278483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从头执行</a:t>
            </a:r>
          </a:p>
        </p:txBody>
      </p:sp>
      <p:sp>
        <p:nvSpPr>
          <p:cNvPr id="61" name="text_4019_Review 重试"/>
          <p:cNvSpPr>
            <a:spLocks noGrp="1"/>
          </p:cNvSpPr>
          <p:nvPr/>
        </p:nvSpPr>
        <p:spPr>
          <a:xfrm>
            <a:off x="2969907" y="2687893"/>
            <a:ext cx="1333292" cy="3590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✓</a:t>
            </a:r>
          </a:p>
        </p:txBody>
      </p:sp>
      <p:sp>
        <p:nvSpPr>
          <p:cNvPr id="62" name="object_4017"/>
          <p:cNvSpPr>
            <a:spLocks noGrp="1"/>
          </p:cNvSpPr>
          <p:nvPr/>
        </p:nvSpPr>
        <p:spPr>
          <a:xfrm>
            <a:off x="1378608" y="267009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63" name="text_4019_Review 重试"/>
          <p:cNvSpPr>
            <a:spLocks noGrp="1"/>
          </p:cNvSpPr>
          <p:nvPr/>
        </p:nvSpPr>
        <p:spPr>
          <a:xfrm>
            <a:off x="1378608" y="2677877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✓</a:t>
            </a:r>
          </a:p>
        </p:txBody>
      </p:sp>
      <p:cxnSp>
        <p:nvCxnSpPr>
          <p:cNvPr id="64" name="直接箭头连接符 63"/>
          <p:cNvCxnSpPr>
            <a:stCxn id="62" idx="3"/>
          </p:cNvCxnSpPr>
          <p:nvPr/>
        </p:nvCxnSpPr>
        <p:spPr>
          <a:xfrm>
            <a:off x="2689899" y="285348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4303200" y="285738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95"/>
          <p:cNvSpPr txBox="1"/>
          <p:nvPr/>
        </p:nvSpPr>
        <p:spPr>
          <a:xfrm>
            <a:off x="527749" y="5068817"/>
            <a:ext cx="694996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思路：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每一个阶段，每一个子代理，都产出并识别可以复用的</a:t>
            </a:r>
            <a:r>
              <a:rPr lang="en-US" altLang="zh-CN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95"/>
          <p:cNvSpPr txBox="1"/>
          <p:nvPr/>
        </p:nvSpPr>
        <p:spPr>
          <a:xfrm>
            <a:off x="552084" y="5416718"/>
            <a:ext cx="628386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因为意外中断算子开发时：从最近有效阶段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1" name="文本框 95"/>
          <p:cNvSpPr txBox="1"/>
          <p:nvPr/>
        </p:nvSpPr>
        <p:spPr>
          <a:xfrm>
            <a:off x="569737" y="5857819"/>
            <a:ext cx="6283861" cy="5105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修改验证时：仅修改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 Rule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继续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2" name="text_171_上下文重复"/>
          <p:cNvSpPr>
            <a:spLocks noGrp="1"/>
          </p:cNvSpPr>
          <p:nvPr/>
        </p:nvSpPr>
        <p:spPr>
          <a:xfrm>
            <a:off x="704671" y="16659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优化②：中间产物复用与断点续跑机制</a:t>
            </a: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79512" y="2273085"/>
            <a:ext cx="8530563" cy="24100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/>
          <p:cNvSpPr/>
          <p:nvPr/>
        </p:nvSpPr>
        <p:spPr>
          <a:xfrm>
            <a:off x="613961" y="3582577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74395" y="2277344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_3011_通用方法与平台知识"/>
          <p:cNvSpPr>
            <a:spLocks noGrp="1"/>
          </p:cNvSpPr>
          <p:nvPr/>
        </p:nvSpPr>
        <p:spPr>
          <a:xfrm>
            <a:off x="5237208" y="1204082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跨平台结构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" name="connector_3012"/>
          <p:cNvSpPr>
            <a:spLocks noGrp="1"/>
          </p:cNvSpPr>
          <p:nvPr/>
        </p:nvSpPr>
        <p:spPr>
          <a:xfrm>
            <a:off x="5221192" y="156042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33" name="text_3165_重复调研和适配，开发成本较高"/>
          <p:cNvSpPr>
            <a:spLocks noGrp="1"/>
          </p:cNvSpPr>
          <p:nvPr/>
        </p:nvSpPr>
        <p:spPr>
          <a:xfrm>
            <a:off x="641858" y="5265861"/>
            <a:ext cx="245030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4" name="object_3166"/>
          <p:cNvSpPr>
            <a:spLocks noGrp="1"/>
          </p:cNvSpPr>
          <p:nvPr/>
        </p:nvSpPr>
        <p:spPr>
          <a:xfrm>
            <a:off x="5256763" y="1961321"/>
            <a:ext cx="2564606" cy="13215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6" name="text_3170_Workflow：需求、生成、验证、优化"/>
          <p:cNvSpPr>
            <a:spLocks noGrp="1"/>
          </p:cNvSpPr>
          <p:nvPr/>
        </p:nvSpPr>
        <p:spPr>
          <a:xfrm>
            <a:off x="6135796" y="235448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_3172_阶段产物与执行契约"/>
          <p:cNvSpPr>
            <a:spLocks noGrp="1"/>
          </p:cNvSpPr>
          <p:nvPr/>
        </p:nvSpPr>
        <p:spPr>
          <a:xfrm>
            <a:off x="6135796" y="255450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阶段产物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_3174_验证机制与失败恢复"/>
          <p:cNvSpPr>
            <a:spLocks noGrp="1"/>
          </p:cNvSpPr>
          <p:nvPr/>
        </p:nvSpPr>
        <p:spPr>
          <a:xfrm>
            <a:off x="6135796" y="275453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验证机制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_3176_Agent 协作与工程规范"/>
          <p:cNvSpPr>
            <a:spLocks noGrp="1"/>
          </p:cNvSpPr>
          <p:nvPr/>
        </p:nvSpPr>
        <p:spPr>
          <a:xfrm>
            <a:off x="6135796" y="295455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</a:t>
            </a: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协作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object_3179"/>
          <p:cNvSpPr>
            <a:spLocks noGrp="1"/>
          </p:cNvSpPr>
          <p:nvPr/>
        </p:nvSpPr>
        <p:spPr>
          <a:xfrm>
            <a:off x="5256763" y="3647246"/>
            <a:ext cx="2564606" cy="13430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3" name="text_3183_硬件架构与特性"/>
          <p:cNvSpPr>
            <a:spLocks noGrp="1"/>
          </p:cNvSpPr>
          <p:nvPr/>
        </p:nvSpPr>
        <p:spPr>
          <a:xfrm>
            <a:off x="6142940" y="40176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3185_编程模型与 API"/>
          <p:cNvSpPr>
            <a:spLocks noGrp="1"/>
          </p:cNvSpPr>
          <p:nvPr/>
        </p:nvSpPr>
        <p:spPr>
          <a:xfrm>
            <a:off x="6142940" y="4224868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3187_开发环境与工具链"/>
          <p:cNvSpPr>
            <a:spLocks noGrp="1"/>
          </p:cNvSpPr>
          <p:nvPr/>
        </p:nvSpPr>
        <p:spPr>
          <a:xfrm>
            <a:off x="5922791" y="4444712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开发环境与工具链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3189_性能分析、优化方法及高性能案例"/>
          <p:cNvSpPr>
            <a:spLocks noGrp="1"/>
          </p:cNvSpPr>
          <p:nvPr/>
        </p:nvSpPr>
        <p:spPr>
          <a:xfrm>
            <a:off x="5807008" y="46875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优化方法及高性能案例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connector_3190"/>
          <p:cNvSpPr>
            <a:spLocks noGrp="1"/>
          </p:cNvSpPr>
          <p:nvPr/>
        </p:nvSpPr>
        <p:spPr>
          <a:xfrm>
            <a:off x="6535494" y="5018846"/>
            <a:ext cx="14288" cy="150019"/>
          </a:xfrm>
          <a:custGeom>
            <a:avLst/>
            <a:gdLst/>
            <a:ahLst/>
            <a:cxnLst/>
            <a:rect l="0" t="0" r="0" b="0"/>
            <a:pathLst>
              <a:path w="19050" h="200025">
                <a:moveTo>
                  <a:pt x="9525" y="9525"/>
                </a:moveTo>
                <a:lnTo>
                  <a:pt x="9525" y="1905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8" name="connector_3191"/>
          <p:cNvSpPr>
            <a:spLocks noGrp="1"/>
          </p:cNvSpPr>
          <p:nvPr/>
        </p:nvSpPr>
        <p:spPr>
          <a:xfrm>
            <a:off x="6511520" y="51106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9" name="object_3192"/>
          <p:cNvSpPr>
            <a:spLocks noGrp="1"/>
          </p:cNvSpPr>
          <p:nvPr/>
        </p:nvSpPr>
        <p:spPr>
          <a:xfrm>
            <a:off x="5263907" y="5204584"/>
            <a:ext cx="2550319" cy="307181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0" name="text_3194_新平台 Operator Skill"/>
          <p:cNvSpPr>
            <a:spLocks noGrp="1"/>
          </p:cNvSpPr>
          <p:nvPr/>
        </p:nvSpPr>
        <p:spPr>
          <a:xfrm>
            <a:off x="5313913" y="5240302"/>
            <a:ext cx="245030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9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156" name="Rectangle 1"/>
          <p:cNvSpPr>
            <a:spLocks noChangeArrowheads="1"/>
          </p:cNvSpPr>
          <p:nvPr/>
        </p:nvSpPr>
        <p:spPr bwMode="auto">
          <a:xfrm>
            <a:off x="7674280" y="2545166"/>
            <a:ext cx="697640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157" name="Rectangle 1"/>
          <p:cNvSpPr>
            <a:spLocks noChangeArrowheads="1"/>
          </p:cNvSpPr>
          <p:nvPr/>
        </p:nvSpPr>
        <p:spPr bwMode="auto">
          <a:xfrm>
            <a:off x="7714895" y="4191800"/>
            <a:ext cx="772502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sp>
        <p:nvSpPr>
          <p:cNvPr id="167" name="Rectangle 1"/>
          <p:cNvSpPr>
            <a:spLocks noChangeArrowheads="1"/>
          </p:cNvSpPr>
          <p:nvPr/>
        </p:nvSpPr>
        <p:spPr bwMode="auto">
          <a:xfrm>
            <a:off x="6706944" y="3328130"/>
            <a:ext cx="967336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object_3500"/>
          <p:cNvSpPr>
            <a:spLocks noGrp="1"/>
          </p:cNvSpPr>
          <p:nvPr/>
        </p:nvSpPr>
        <p:spPr>
          <a:xfrm>
            <a:off x="619944" y="2393619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1" name="text_3502_官方资料"/>
          <p:cNvSpPr>
            <a:spLocks noGrp="1"/>
          </p:cNvSpPr>
          <p:nvPr/>
        </p:nvSpPr>
        <p:spPr>
          <a:xfrm>
            <a:off x="677094" y="2408395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bject_3500"/>
          <p:cNvSpPr>
            <a:spLocks noGrp="1"/>
          </p:cNvSpPr>
          <p:nvPr/>
        </p:nvSpPr>
        <p:spPr>
          <a:xfrm>
            <a:off x="1505989" y="23931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02_官方资料"/>
          <p:cNvSpPr>
            <a:spLocks noGrp="1"/>
          </p:cNvSpPr>
          <p:nvPr/>
        </p:nvSpPr>
        <p:spPr>
          <a:xfrm>
            <a:off x="1563139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bject_3500"/>
          <p:cNvSpPr>
            <a:spLocks noGrp="1"/>
          </p:cNvSpPr>
          <p:nvPr/>
        </p:nvSpPr>
        <p:spPr>
          <a:xfrm>
            <a:off x="2399389" y="2393131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6" name="text_3502_官方资料"/>
          <p:cNvSpPr>
            <a:spLocks noGrp="1"/>
          </p:cNvSpPr>
          <p:nvPr/>
        </p:nvSpPr>
        <p:spPr>
          <a:xfrm>
            <a:off x="2475301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object_3500"/>
          <p:cNvSpPr>
            <a:spLocks noGrp="1"/>
          </p:cNvSpPr>
          <p:nvPr/>
        </p:nvSpPr>
        <p:spPr>
          <a:xfrm>
            <a:off x="3346382" y="2393450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8" name="text_3502_官方资料"/>
          <p:cNvSpPr>
            <a:spLocks noGrp="1"/>
          </p:cNvSpPr>
          <p:nvPr/>
        </p:nvSpPr>
        <p:spPr>
          <a:xfrm>
            <a:off x="3403532" y="2408226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object_3500"/>
          <p:cNvSpPr>
            <a:spLocks noGrp="1"/>
          </p:cNvSpPr>
          <p:nvPr/>
        </p:nvSpPr>
        <p:spPr>
          <a:xfrm>
            <a:off x="2312984" y="2715528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200" name="text_3502_官方资料"/>
          <p:cNvSpPr>
            <a:spLocks noGrp="1"/>
          </p:cNvSpPr>
          <p:nvPr/>
        </p:nvSpPr>
        <p:spPr>
          <a:xfrm>
            <a:off x="2370134" y="2730304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1347053" y="251215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/>
          <p:cNvCxnSpPr/>
          <p:nvPr/>
        </p:nvCxnSpPr>
        <p:spPr>
          <a:xfrm>
            <a:off x="2225022" y="2503923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3178170" y="249720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 flipH="1">
            <a:off x="3065062" y="2646333"/>
            <a:ext cx="322451" cy="18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_3145_硬件架构"/>
          <p:cNvSpPr>
            <a:spLocks noGrp="1"/>
          </p:cNvSpPr>
          <p:nvPr/>
        </p:nvSpPr>
        <p:spPr>
          <a:xfrm>
            <a:off x="1195795" y="3624875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①平台专</a:t>
            </a:r>
            <a:r>
              <a:rPr lang="zh-CN" altLang="en-US" sz="129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</a:t>
            </a: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lang="zh-CN" altLang="en-US" sz="129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差异</a:t>
            </a: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endParaRPr sz="1295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/>
          <p:cNvSpPr>
            <a:spLocks noGrp="1"/>
          </p:cNvSpPr>
          <p:nvPr/>
        </p:nvSpPr>
        <p:spPr>
          <a:xfrm>
            <a:off x="1198182" y="3954941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4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          编程模型         工具链与环境</a:t>
            </a:r>
            <a:endParaRPr sz="104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/>
          <p:cNvSpPr>
            <a:spLocks noGrp="1"/>
          </p:cNvSpPr>
          <p:nvPr/>
        </p:nvSpPr>
        <p:spPr>
          <a:xfrm>
            <a:off x="1189933" y="4265682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②平台知识分散在整个开发流程中</a:t>
            </a:r>
            <a:endParaRPr sz="1295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箭头: 下 38"/>
          <p:cNvSpPr/>
          <p:nvPr/>
        </p:nvSpPr>
        <p:spPr>
          <a:xfrm>
            <a:off x="2182551" y="4752684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ectangle 1"/>
          <p:cNvSpPr>
            <a:spLocks noChangeArrowheads="1"/>
          </p:cNvSpPr>
          <p:nvPr/>
        </p:nvSpPr>
        <p:spPr bwMode="auto">
          <a:xfrm>
            <a:off x="2610653" y="4826223"/>
            <a:ext cx="697640" cy="20774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</a:t>
            </a: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62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目前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结构分析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3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6351633" y="3375283"/>
            <a:ext cx="260489" cy="20159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94990" y="2002763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算子的开发流程具有</a:t>
            </a: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通用性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610616" y="1973060"/>
            <a:ext cx="1930961" cy="30015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1233804" y="1973060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1" name="矩形 70"/>
          <p:cNvSpPr/>
          <p:nvPr/>
        </p:nvSpPr>
        <p:spPr>
          <a:xfrm>
            <a:off x="1781851" y="3325334"/>
            <a:ext cx="1443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平台资料替换困难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797477" y="3295631"/>
            <a:ext cx="1355647" cy="30015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1420665" y="3295631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74" name="文本框 95"/>
          <p:cNvSpPr txBox="1"/>
          <p:nvPr/>
        </p:nvSpPr>
        <p:spPr>
          <a:xfrm>
            <a:off x="225953" y="5595503"/>
            <a:ext cx="895185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跨平台需要多个模块大范围修改，替换成本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5" name="矩形 74"/>
          <p:cNvSpPr/>
          <p:nvPr>
            <p:custDataLst>
              <p:tags r:id="rId1"/>
            </p:custDataLst>
          </p:nvPr>
        </p:nvSpPr>
        <p:spPr>
          <a:xfrm>
            <a:off x="395289" y="1778752"/>
            <a:ext cx="4189610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6" name="矩形 75"/>
          <p:cNvSpPr/>
          <p:nvPr>
            <p:custDataLst>
              <p:tags r:id="rId2"/>
            </p:custDataLst>
          </p:nvPr>
        </p:nvSpPr>
        <p:spPr>
          <a:xfrm>
            <a:off x="4982272" y="1775200"/>
            <a:ext cx="3510962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8" name="文本框 77"/>
          <p:cNvSpPr txBox="1"/>
          <p:nvPr/>
        </p:nvSpPr>
        <p:spPr>
          <a:xfrm>
            <a:off x="5651513" y="1993471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通用开发流程：</a:t>
            </a:r>
            <a:endParaRPr lang="zh-CN" altLang="en-US" sz="1450" dirty="0"/>
          </a:p>
        </p:txBody>
      </p:sp>
      <p:sp>
        <p:nvSpPr>
          <p:cNvPr id="79" name="文本框 78"/>
          <p:cNvSpPr txBox="1"/>
          <p:nvPr/>
        </p:nvSpPr>
        <p:spPr>
          <a:xfrm>
            <a:off x="5672384" y="3717457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平台资料：</a:t>
            </a:r>
            <a:endParaRPr lang="zh-CN" altLang="en-US" sz="145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: 圆角 46"/>
          <p:cNvSpPr/>
          <p:nvPr/>
        </p:nvSpPr>
        <p:spPr>
          <a:xfrm>
            <a:off x="557212" y="2649765"/>
            <a:ext cx="7358063" cy="5514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_3200_01"/>
          <p:cNvSpPr>
            <a:spLocks noGrp="1"/>
          </p:cNvSpPr>
          <p:nvPr/>
        </p:nvSpPr>
        <p:spPr>
          <a:xfrm>
            <a:off x="550069" y="1893094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" name="text_3202_任务与边界定义"/>
          <p:cNvSpPr>
            <a:spLocks noGrp="1"/>
          </p:cNvSpPr>
          <p:nvPr/>
        </p:nvSpPr>
        <p:spPr>
          <a:xfrm>
            <a:off x="921544" y="18930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Workflow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" name="connector_3203"/>
          <p:cNvSpPr>
            <a:spLocks noGrp="1"/>
          </p:cNvSpPr>
          <p:nvPr/>
        </p:nvSpPr>
        <p:spPr>
          <a:xfrm>
            <a:off x="542925" y="2193131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28" name="text_3242_04"/>
          <p:cNvSpPr>
            <a:spLocks noGrp="1"/>
          </p:cNvSpPr>
          <p:nvPr/>
        </p:nvSpPr>
        <p:spPr>
          <a:xfrm>
            <a:off x="550070" y="3542723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</a:t>
            </a: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2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9" name="text_3244_封装新平台 Skill"/>
          <p:cNvSpPr>
            <a:spLocks noGrp="1"/>
          </p:cNvSpPr>
          <p:nvPr/>
        </p:nvSpPr>
        <p:spPr>
          <a:xfrm>
            <a:off x="921544" y="3542723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平台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资料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库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30" name="connector_3245"/>
          <p:cNvSpPr>
            <a:spLocks noGrp="1"/>
          </p:cNvSpPr>
          <p:nvPr/>
        </p:nvSpPr>
        <p:spPr>
          <a:xfrm>
            <a:off x="542925" y="3842760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41" name="object_3354"/>
          <p:cNvSpPr>
            <a:spLocks noGrp="1"/>
          </p:cNvSpPr>
          <p:nvPr/>
        </p:nvSpPr>
        <p:spPr>
          <a:xfrm>
            <a:off x="2448903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42" name="text_3356_Workflow"/>
          <p:cNvSpPr>
            <a:spLocks noGrp="1"/>
          </p:cNvSpPr>
          <p:nvPr/>
        </p:nvSpPr>
        <p:spPr>
          <a:xfrm>
            <a:off x="564357" y="2314575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</a:t>
            </a: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r>
              <a:rPr lang="zh-CN" altLang="en-US" sz="101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</a:t>
            </a: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object_3500"/>
          <p:cNvSpPr>
            <a:spLocks noGrp="1"/>
          </p:cNvSpPr>
          <p:nvPr/>
        </p:nvSpPr>
        <p:spPr>
          <a:xfrm>
            <a:off x="2409392" y="23074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4" name="text_3502_官方资料"/>
          <p:cNvSpPr>
            <a:spLocks noGrp="1"/>
          </p:cNvSpPr>
          <p:nvPr/>
        </p:nvSpPr>
        <p:spPr>
          <a:xfrm>
            <a:off x="2466542" y="23222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bject_3500"/>
          <p:cNvSpPr>
            <a:spLocks noGrp="1"/>
          </p:cNvSpPr>
          <p:nvPr/>
        </p:nvSpPr>
        <p:spPr>
          <a:xfrm>
            <a:off x="3295437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6" name="text_3502_官方资料"/>
          <p:cNvSpPr>
            <a:spLocks noGrp="1"/>
          </p:cNvSpPr>
          <p:nvPr/>
        </p:nvSpPr>
        <p:spPr>
          <a:xfrm>
            <a:off x="3352587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object_3500"/>
          <p:cNvSpPr>
            <a:spLocks noGrp="1"/>
          </p:cNvSpPr>
          <p:nvPr/>
        </p:nvSpPr>
        <p:spPr>
          <a:xfrm>
            <a:off x="4188837" y="2306943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8" name="text_3502_官方资料"/>
          <p:cNvSpPr>
            <a:spLocks noGrp="1"/>
          </p:cNvSpPr>
          <p:nvPr/>
        </p:nvSpPr>
        <p:spPr>
          <a:xfrm>
            <a:off x="4264750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3500"/>
          <p:cNvSpPr>
            <a:spLocks noGrp="1"/>
          </p:cNvSpPr>
          <p:nvPr/>
        </p:nvSpPr>
        <p:spPr>
          <a:xfrm>
            <a:off x="5135830" y="2307262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0" name="text_3502_官方资料"/>
          <p:cNvSpPr>
            <a:spLocks noGrp="1"/>
          </p:cNvSpPr>
          <p:nvPr/>
        </p:nvSpPr>
        <p:spPr>
          <a:xfrm>
            <a:off x="5192980" y="232203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3500"/>
          <p:cNvSpPr>
            <a:spLocks noGrp="1"/>
          </p:cNvSpPr>
          <p:nvPr/>
        </p:nvSpPr>
        <p:spPr>
          <a:xfrm>
            <a:off x="6043543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2" name="text_3502_官方资料"/>
          <p:cNvSpPr>
            <a:spLocks noGrp="1"/>
          </p:cNvSpPr>
          <p:nvPr/>
        </p:nvSpPr>
        <p:spPr>
          <a:xfrm>
            <a:off x="6100693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直接箭头连接符 152"/>
          <p:cNvCxnSpPr/>
          <p:nvPr/>
        </p:nvCxnSpPr>
        <p:spPr>
          <a:xfrm>
            <a:off x="3136502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4014471" y="2417735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4967618" y="241101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>
            <a:off x="5880813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_3356_Workflow"/>
          <p:cNvSpPr>
            <a:spLocks noGrp="1"/>
          </p:cNvSpPr>
          <p:nvPr/>
        </p:nvSpPr>
        <p:spPr>
          <a:xfrm>
            <a:off x="2321719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补充平台信息限制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object_3354"/>
          <p:cNvSpPr>
            <a:spLocks noGrp="1"/>
          </p:cNvSpPr>
          <p:nvPr/>
        </p:nvSpPr>
        <p:spPr>
          <a:xfrm>
            <a:off x="3757380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0" name="text_3356_Workflow"/>
          <p:cNvSpPr>
            <a:spLocks noGrp="1"/>
          </p:cNvSpPr>
          <p:nvPr/>
        </p:nvSpPr>
        <p:spPr>
          <a:xfrm>
            <a:off x="3630196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修改阶段契约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object_3354"/>
          <p:cNvSpPr>
            <a:spLocks noGrp="1"/>
          </p:cNvSpPr>
          <p:nvPr/>
        </p:nvSpPr>
        <p:spPr>
          <a:xfrm>
            <a:off x="5094802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2" name="text_3356_Workflow"/>
          <p:cNvSpPr>
            <a:spLocks noGrp="1"/>
          </p:cNvSpPr>
          <p:nvPr/>
        </p:nvSpPr>
        <p:spPr>
          <a:xfrm>
            <a:off x="496761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真实硬件验证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object_3354"/>
          <p:cNvSpPr>
            <a:spLocks noGrp="1"/>
          </p:cNvSpPr>
          <p:nvPr/>
        </p:nvSpPr>
        <p:spPr>
          <a:xfrm>
            <a:off x="6483547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4" name="text_3356_Workflow"/>
          <p:cNvSpPr>
            <a:spLocks noGrp="1"/>
          </p:cNvSpPr>
          <p:nvPr/>
        </p:nvSpPr>
        <p:spPr>
          <a:xfrm>
            <a:off x="6356364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复测流程稳定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/>
          <p:cNvCxnSpPr>
            <a:stCxn id="141" idx="0"/>
          </p:cNvCxnSpPr>
          <p:nvPr/>
        </p:nvCxnSpPr>
        <p:spPr>
          <a:xfrm flipH="1" flipV="1">
            <a:off x="3005843" y="2497553"/>
            <a:ext cx="27253" cy="29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 flipV="1">
            <a:off x="3711416" y="2482351"/>
            <a:ext cx="167878" cy="343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/>
          <p:nvPr/>
        </p:nvCxnSpPr>
        <p:spPr>
          <a:xfrm flipH="1" flipV="1">
            <a:off x="5274020" y="2489860"/>
            <a:ext cx="134979" cy="313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 flipH="1" flipV="1">
            <a:off x="6554530" y="2496150"/>
            <a:ext cx="168662" cy="304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bject_3500"/>
          <p:cNvSpPr>
            <a:spLocks noGrp="1"/>
          </p:cNvSpPr>
          <p:nvPr/>
        </p:nvSpPr>
        <p:spPr>
          <a:xfrm>
            <a:off x="6933021" y="231408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78" name="text_3502_官方资料"/>
          <p:cNvSpPr>
            <a:spLocks noGrp="1"/>
          </p:cNvSpPr>
          <p:nvPr/>
        </p:nvSpPr>
        <p:spPr>
          <a:xfrm>
            <a:off x="6990171" y="232886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交付输出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直接箭头连接符 178"/>
          <p:cNvCxnSpPr/>
          <p:nvPr/>
        </p:nvCxnSpPr>
        <p:spPr>
          <a:xfrm>
            <a:off x="6770291" y="243311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_3356_Workflow"/>
          <p:cNvSpPr>
            <a:spLocks noGrp="1"/>
          </p:cNvSpPr>
          <p:nvPr/>
        </p:nvSpPr>
        <p:spPr>
          <a:xfrm>
            <a:off x="55006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新平台按需补充修改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（修改程度低）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or_3499"/>
          <p:cNvSpPr>
            <a:spLocks noGrp="1"/>
          </p:cNvSpPr>
          <p:nvPr/>
        </p:nvSpPr>
        <p:spPr>
          <a:xfrm>
            <a:off x="510508" y="5491216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83" name="object_3500"/>
          <p:cNvSpPr>
            <a:spLocks noGrp="1"/>
          </p:cNvSpPr>
          <p:nvPr/>
        </p:nvSpPr>
        <p:spPr>
          <a:xfrm>
            <a:off x="531940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4" name="text_3502_官方资料"/>
          <p:cNvSpPr>
            <a:spLocks noGrp="1"/>
          </p:cNvSpPr>
          <p:nvPr/>
        </p:nvSpPr>
        <p:spPr>
          <a:xfrm>
            <a:off x="536486" y="5612660"/>
            <a:ext cx="1795680" cy="41689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官方资料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connector_3505"/>
          <p:cNvSpPr>
            <a:spLocks noGrp="1"/>
          </p:cNvSpPr>
          <p:nvPr/>
        </p:nvSpPr>
        <p:spPr>
          <a:xfrm>
            <a:off x="2396459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7" name="connector_3506"/>
          <p:cNvSpPr>
            <a:spLocks noGrp="1"/>
          </p:cNvSpPr>
          <p:nvPr/>
        </p:nvSpPr>
        <p:spPr>
          <a:xfrm>
            <a:off x="2488306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8" name="object_3507"/>
          <p:cNvSpPr>
            <a:spLocks noGrp="1"/>
          </p:cNvSpPr>
          <p:nvPr/>
        </p:nvSpPr>
        <p:spPr>
          <a:xfrm>
            <a:off x="2567909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9" name="text_3509_环境检测"/>
          <p:cNvSpPr>
            <a:spLocks noGrp="1"/>
          </p:cNvSpPr>
          <p:nvPr/>
        </p:nvSpPr>
        <p:spPr>
          <a:xfrm>
            <a:off x="2580055" y="5612660"/>
            <a:ext cx="178808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环境检测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connector_3512"/>
          <p:cNvSpPr>
            <a:spLocks noGrp="1"/>
          </p:cNvSpPr>
          <p:nvPr/>
        </p:nvSpPr>
        <p:spPr>
          <a:xfrm>
            <a:off x="4432428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2" name="connector_3513"/>
          <p:cNvSpPr>
            <a:spLocks noGrp="1"/>
          </p:cNvSpPr>
          <p:nvPr/>
        </p:nvSpPr>
        <p:spPr>
          <a:xfrm>
            <a:off x="4524274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3" name="object_3514"/>
          <p:cNvSpPr>
            <a:spLocks noGrp="1"/>
          </p:cNvSpPr>
          <p:nvPr/>
        </p:nvSpPr>
        <p:spPr>
          <a:xfrm>
            <a:off x="4603878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16_Microbenchmark"/>
          <p:cNvSpPr>
            <a:spLocks noGrp="1"/>
          </p:cNvSpPr>
          <p:nvPr/>
        </p:nvSpPr>
        <p:spPr>
          <a:xfrm>
            <a:off x="4596734" y="5612660"/>
            <a:ext cx="180737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Microbenchmark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connector_3519"/>
          <p:cNvSpPr>
            <a:spLocks noGrp="1"/>
          </p:cNvSpPr>
          <p:nvPr/>
        </p:nvSpPr>
        <p:spPr>
          <a:xfrm>
            <a:off x="6468396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7" name="connector_3520"/>
          <p:cNvSpPr>
            <a:spLocks noGrp="1"/>
          </p:cNvSpPr>
          <p:nvPr/>
        </p:nvSpPr>
        <p:spPr>
          <a:xfrm>
            <a:off x="6560243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8" name="object_3521"/>
          <p:cNvSpPr>
            <a:spLocks noGrp="1"/>
          </p:cNvSpPr>
          <p:nvPr/>
        </p:nvSpPr>
        <p:spPr>
          <a:xfrm>
            <a:off x="6639847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9" name="text_3523_实际开发经验"/>
          <p:cNvSpPr>
            <a:spLocks noGrp="1"/>
          </p:cNvSpPr>
          <p:nvPr/>
        </p:nvSpPr>
        <p:spPr>
          <a:xfrm>
            <a:off x="6673423" y="5612660"/>
            <a:ext cx="176665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实际开发经验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text_3244_封装新平台 Skill"/>
          <p:cNvSpPr>
            <a:spLocks noGrp="1"/>
          </p:cNvSpPr>
          <p:nvPr/>
        </p:nvSpPr>
        <p:spPr>
          <a:xfrm>
            <a:off x="627343" y="47581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05" name="矩形: 圆角 46"/>
          <p:cNvSpPr/>
          <p:nvPr/>
        </p:nvSpPr>
        <p:spPr>
          <a:xfrm>
            <a:off x="579127" y="3912073"/>
            <a:ext cx="7358063" cy="924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bject_3354"/>
          <p:cNvSpPr>
            <a:spLocks noGrp="1"/>
          </p:cNvSpPr>
          <p:nvPr/>
        </p:nvSpPr>
        <p:spPr>
          <a:xfrm>
            <a:off x="3064136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7" name="text_3356_Workflow"/>
          <p:cNvSpPr>
            <a:spLocks noGrp="1"/>
          </p:cNvSpPr>
          <p:nvPr/>
        </p:nvSpPr>
        <p:spPr>
          <a:xfrm>
            <a:off x="2936953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3354"/>
          <p:cNvSpPr>
            <a:spLocks noGrp="1"/>
          </p:cNvSpPr>
          <p:nvPr/>
        </p:nvSpPr>
        <p:spPr>
          <a:xfrm>
            <a:off x="4372613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9" name="text_3356_Workflow"/>
          <p:cNvSpPr>
            <a:spLocks noGrp="1"/>
          </p:cNvSpPr>
          <p:nvPr/>
        </p:nvSpPr>
        <p:spPr>
          <a:xfrm>
            <a:off x="4245430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编程环境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object_3354"/>
          <p:cNvSpPr>
            <a:spLocks noGrp="1"/>
          </p:cNvSpPr>
          <p:nvPr/>
        </p:nvSpPr>
        <p:spPr>
          <a:xfrm>
            <a:off x="5710036" y="4035498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1" name="text_3356_Workflow"/>
          <p:cNvSpPr>
            <a:spLocks noGrp="1"/>
          </p:cNvSpPr>
          <p:nvPr/>
        </p:nvSpPr>
        <p:spPr>
          <a:xfrm>
            <a:off x="5582852" y="4069347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算子画像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bject_3354"/>
          <p:cNvSpPr>
            <a:spLocks noGrp="1"/>
          </p:cNvSpPr>
          <p:nvPr/>
        </p:nvSpPr>
        <p:spPr>
          <a:xfrm>
            <a:off x="3064136" y="4439185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3" name="text_3356_Workflow"/>
          <p:cNvSpPr>
            <a:spLocks noGrp="1"/>
          </p:cNvSpPr>
          <p:nvPr/>
        </p:nvSpPr>
        <p:spPr>
          <a:xfrm>
            <a:off x="2936953" y="447303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text_3356_Workflow"/>
          <p:cNvSpPr>
            <a:spLocks noGrp="1"/>
          </p:cNvSpPr>
          <p:nvPr/>
        </p:nvSpPr>
        <p:spPr>
          <a:xfrm>
            <a:off x="578575" y="4255398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文件结构不变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内容几乎全部修改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object_3354"/>
          <p:cNvSpPr>
            <a:spLocks noGrp="1"/>
          </p:cNvSpPr>
          <p:nvPr/>
        </p:nvSpPr>
        <p:spPr>
          <a:xfrm>
            <a:off x="4385342" y="444086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6" name="text_3356_Workflow"/>
          <p:cNvSpPr>
            <a:spLocks noGrp="1"/>
          </p:cNvSpPr>
          <p:nvPr/>
        </p:nvSpPr>
        <p:spPr>
          <a:xfrm>
            <a:off x="4258159" y="447471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object_3354"/>
          <p:cNvSpPr>
            <a:spLocks noGrp="1"/>
          </p:cNvSpPr>
          <p:nvPr/>
        </p:nvSpPr>
        <p:spPr>
          <a:xfrm>
            <a:off x="5722765" y="444017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8" name="text_3356_Workflow"/>
          <p:cNvSpPr>
            <a:spLocks noGrp="1"/>
          </p:cNvSpPr>
          <p:nvPr/>
        </p:nvSpPr>
        <p:spPr>
          <a:xfrm>
            <a:off x="5595581" y="447402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支持原语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_3529_Common Workflow  +  Plat"/>
          <p:cNvSpPr>
            <a:spLocks noGrp="1"/>
          </p:cNvSpPr>
          <p:nvPr/>
        </p:nvSpPr>
        <p:spPr>
          <a:xfrm>
            <a:off x="600006" y="6311667"/>
            <a:ext cx="80724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Workflow  + 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平台资料库</a:t>
            </a:r>
            <a:r>
              <a:rPr sz="1295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 err="1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新平台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Operator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Skill</a:t>
            </a:r>
          </a:p>
        </p:txBody>
      </p:sp>
      <p:sp>
        <p:nvSpPr>
          <p:cNvPr id="80" name="矩形 79"/>
          <p:cNvSpPr/>
          <p:nvPr/>
        </p:nvSpPr>
        <p:spPr>
          <a:xfrm>
            <a:off x="1335339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82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3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开发新平台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流程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9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0247" y="5105418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资料</a:t>
            </a:r>
            <a:r>
              <a:rPr lang="zh-CN" alt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来源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3790_相对 PyTorch 加速比"/>
          <p:cNvSpPr>
            <a:spLocks noGrp="1"/>
          </p:cNvSpPr>
          <p:nvPr/>
        </p:nvSpPr>
        <p:spPr>
          <a:xfrm>
            <a:off x="658580" y="5587382"/>
            <a:ext cx="492204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相对</a:t>
            </a:r>
            <a:r>
              <a:rPr sz="152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PyTorch</a:t>
            </a:r>
            <a:r>
              <a:rPr sz="152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加速比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5" name="text_3794_实验设置与结果分析"/>
          <p:cNvSpPr>
            <a:spLocks noGrp="1"/>
          </p:cNvSpPr>
          <p:nvPr/>
        </p:nvSpPr>
        <p:spPr>
          <a:xfrm>
            <a:off x="6116746" y="1401667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实验设置与结果分析</a:t>
            </a:r>
            <a:endParaRPr sz="12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" name="connector_3795"/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graphicFrame>
        <p:nvGraphicFramePr>
          <p:cNvPr id="122" name="表格 121"/>
          <p:cNvGraphicFramePr/>
          <p:nvPr/>
        </p:nvGraphicFramePr>
        <p:xfrm>
          <a:off x="589782" y="2167511"/>
          <a:ext cx="5236370" cy="3244185"/>
        </p:xfrm>
        <a:graphic>
          <a:graphicData uri="http://schemas.openxmlformats.org/drawingml/2006/table">
            <a:tbl>
              <a:tblPr/>
              <a:tblGrid>
                <a:gridCol w="14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Skill / </a:t>
                      </a:r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LayerNorm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MatMul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MLU 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Triton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1.00×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1.23×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BANG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0.01×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0.05×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GPU Triton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CUDA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text_3841_统一测试设置"/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56" name="text_3843_平台：寒武纪 MLU、NVIDIA GPU"/>
          <p:cNvSpPr>
            <a:spLocks noGrp="1"/>
          </p:cNvSpPr>
          <p:nvPr/>
        </p:nvSpPr>
        <p:spPr>
          <a:xfrm>
            <a:off x="6126386" y="207605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61" name="connector_3852"/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3854_方法具备跨平台复用性"/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63" name="text_3856_四类 Skill 均完成算子开发与验证。"/>
          <p:cNvSpPr>
            <a:spLocks noGrp="1"/>
          </p:cNvSpPr>
          <p:nvPr/>
        </p:nvSpPr>
        <p:spPr>
          <a:xfrm>
            <a:off x="6141750" y="3481677"/>
            <a:ext cx="2507456" cy="5893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均完成算子开发与验证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达到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超过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基线性能。</a:t>
            </a:r>
          </a:p>
        </p:txBody>
      </p:sp>
      <p:sp>
        <p:nvSpPr>
          <p:cNvPr id="66" name="text_3862_性能差距仍需补足"/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_3864_MatMul 加速比均低于 1×。"/>
          <p:cNvSpPr>
            <a:spLocks noGrp="1"/>
          </p:cNvSpPr>
          <p:nvPr/>
        </p:nvSpPr>
        <p:spPr>
          <a:xfrm>
            <a:off x="6145322" y="4388148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Compute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1" name="text_3872_以实验反馈完善 Platform Profile"/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3" name="文本框 95"/>
          <p:cNvSpPr txBox="1"/>
          <p:nvPr/>
        </p:nvSpPr>
        <p:spPr>
          <a:xfrm>
            <a:off x="535263" y="6183268"/>
            <a:ext cx="569292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已经进行四类</a:t>
            </a:r>
            <a:r>
              <a:rPr lang="en-US" altLang="zh-CN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skill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的开发与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_3839_开发耗时（小时，从需求输入到通过验证）"/>
          <p:cNvSpPr>
            <a:spLocks noGrp="1"/>
          </p:cNvSpPr>
          <p:nvPr/>
        </p:nvSpPr>
        <p:spPr>
          <a:xfrm>
            <a:off x="623202" y="5856410"/>
            <a:ext cx="5229225" cy="22070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开发耗时（小时</a:t>
            </a:r>
            <a:r>
              <a:rPr sz="124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从需求输入到通过验证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7" name="Chart"/>
          <p:cNvGraphicFramePr/>
          <p:nvPr/>
        </p:nvGraphicFramePr>
        <p:xfrm>
          <a:off x="587483" y="1791396"/>
          <a:ext cx="5264944" cy="3998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8" name="text_3794_实验设置与结果分析"/>
          <p:cNvSpPr>
            <a:spLocks noGrp="1"/>
          </p:cNvSpPr>
          <p:nvPr/>
        </p:nvSpPr>
        <p:spPr>
          <a:xfrm>
            <a:off x="6116746" y="1401667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实验设置与结果分析</a:t>
            </a:r>
            <a:endParaRPr sz="12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9" name="connector_3795"/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0" name="text_3841_统一测试设置"/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73" name="text_3843_平台：寒武纪 MLU、NVIDIA GPU"/>
          <p:cNvSpPr>
            <a:spLocks noGrp="1"/>
          </p:cNvSpPr>
          <p:nvPr/>
        </p:nvSpPr>
        <p:spPr>
          <a:xfrm>
            <a:off x="6126386" y="207605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74" name="connector_3852"/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76" name="text_3854_方法具备跨平台复用性"/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77" name="text_3856_四类 Skill 均完成算子开发与验证。"/>
          <p:cNvSpPr>
            <a:spLocks noGrp="1"/>
          </p:cNvSpPr>
          <p:nvPr/>
        </p:nvSpPr>
        <p:spPr>
          <a:xfrm>
            <a:off x="6141750" y="3481677"/>
            <a:ext cx="2507456" cy="5893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均完成算子开发与验证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达到；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或超过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基线性能。</a:t>
            </a:r>
          </a:p>
        </p:txBody>
      </p:sp>
      <p:sp>
        <p:nvSpPr>
          <p:cNvPr id="78" name="text_3862_性能差距仍需补足"/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_3864_MatMul 加速比均低于 1×。"/>
          <p:cNvSpPr>
            <a:spLocks noGrp="1"/>
          </p:cNvSpPr>
          <p:nvPr/>
        </p:nvSpPr>
        <p:spPr>
          <a:xfrm>
            <a:off x="6145322" y="4388148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Compute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0" name="text_3872_以实验反馈完善 Platform Profile"/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2051050" y="2492375"/>
            <a:ext cx="4962525" cy="178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9600" kern="0"/>
              <a:t>谢谢！</a:t>
            </a:r>
            <a:endParaRPr lang="en-US" altLang="zh-CN" sz="9600" kern="0"/>
          </a:p>
        </p:txBody>
      </p:sp>
      <p:pic>
        <p:nvPicPr>
          <p:cNvPr id="4" name="Picture 2" descr="D:\PPT\新PPT样式\bg封底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</p:spPr>
      </p:pic>
      <p:grpSp>
        <p:nvGrpSpPr>
          <p:cNvPr id="5" name="组合 4"/>
          <p:cNvGrpSpPr/>
          <p:nvPr/>
        </p:nvGrpSpPr>
        <p:grpSpPr>
          <a:xfrm>
            <a:off x="323528" y="3933056"/>
            <a:ext cx="8496950" cy="1728192"/>
            <a:chOff x="323528" y="3933056"/>
            <a:chExt cx="8496950" cy="1728192"/>
          </a:xfrm>
        </p:grpSpPr>
        <p:sp>
          <p:nvSpPr>
            <p:cNvPr id="7" name="任意多边形 6"/>
            <p:cNvSpPr/>
            <p:nvPr/>
          </p:nvSpPr>
          <p:spPr>
            <a:xfrm>
              <a:off x="323528" y="3933056"/>
              <a:ext cx="8496950" cy="1728192"/>
            </a:xfrm>
            <a:custGeom>
              <a:avLst/>
              <a:gdLst>
                <a:gd name="connsiteX0" fmla="*/ 7 w 6336704"/>
                <a:gd name="connsiteY0" fmla="*/ 660109 h 1728192"/>
                <a:gd name="connsiteX1" fmla="*/ 3168352 w 6336704"/>
                <a:gd name="connsiteY1" fmla="*/ 0 h 1728192"/>
                <a:gd name="connsiteX2" fmla="*/ 6336697 w 6336704"/>
                <a:gd name="connsiteY2" fmla="*/ 660109 h 1728192"/>
                <a:gd name="connsiteX3" fmla="*/ 5126503 w 6336704"/>
                <a:gd name="connsiteY3" fmla="*/ 1728186 h 1728192"/>
                <a:gd name="connsiteX4" fmla="*/ 1210201 w 6336704"/>
                <a:gd name="connsiteY4" fmla="*/ 1728186 h 1728192"/>
                <a:gd name="connsiteX5" fmla="*/ 7 w 6336704"/>
                <a:gd name="connsiteY5" fmla="*/ 660109 h 1728192"/>
                <a:gd name="connsiteX0-1" fmla="*/ 7 w 6336697"/>
                <a:gd name="connsiteY0-2" fmla="*/ 660109 h 1728192"/>
                <a:gd name="connsiteX1-3" fmla="*/ 3168352 w 6336697"/>
                <a:gd name="connsiteY1-4" fmla="*/ 0 h 1728192"/>
                <a:gd name="connsiteX2-5" fmla="*/ 6336697 w 6336697"/>
                <a:gd name="connsiteY2-6" fmla="*/ 660109 h 1728192"/>
                <a:gd name="connsiteX3-7" fmla="*/ 5126503 w 6336697"/>
                <a:gd name="connsiteY3-8" fmla="*/ 1728186 h 1728192"/>
                <a:gd name="connsiteX4-9" fmla="*/ 0 w 6336697"/>
                <a:gd name="connsiteY4-10" fmla="*/ 1728192 h 1728192"/>
                <a:gd name="connsiteX5-11" fmla="*/ 7 w 6336697"/>
                <a:gd name="connsiteY5-12" fmla="*/ 660109 h 1728192"/>
                <a:gd name="connsiteX0-13" fmla="*/ 7 w 6336697"/>
                <a:gd name="connsiteY0-14" fmla="*/ 156053 h 1224136"/>
                <a:gd name="connsiteX1-15" fmla="*/ 5544617 w 6336697"/>
                <a:gd name="connsiteY1-16" fmla="*/ 0 h 1224136"/>
                <a:gd name="connsiteX2-17" fmla="*/ 6336697 w 6336697"/>
                <a:gd name="connsiteY2-18" fmla="*/ 156053 h 1224136"/>
                <a:gd name="connsiteX3-19" fmla="*/ 5126503 w 6336697"/>
                <a:gd name="connsiteY3-20" fmla="*/ 1224130 h 1224136"/>
                <a:gd name="connsiteX4-21" fmla="*/ 0 w 6336697"/>
                <a:gd name="connsiteY4-22" fmla="*/ 1224136 h 1224136"/>
                <a:gd name="connsiteX5-23" fmla="*/ 7 w 6336697"/>
                <a:gd name="connsiteY5-24" fmla="*/ 156053 h 1224136"/>
                <a:gd name="connsiteX0-25" fmla="*/ 7 w 6336705"/>
                <a:gd name="connsiteY0-26" fmla="*/ 156053 h 1224136"/>
                <a:gd name="connsiteX1-27" fmla="*/ 5544617 w 6336705"/>
                <a:gd name="connsiteY1-28" fmla="*/ 0 h 1224136"/>
                <a:gd name="connsiteX2-29" fmla="*/ 6336697 w 6336705"/>
                <a:gd name="connsiteY2-30" fmla="*/ 156053 h 1224136"/>
                <a:gd name="connsiteX3-31" fmla="*/ 6336705 w 6336705"/>
                <a:gd name="connsiteY3-32" fmla="*/ 1224136 h 1224136"/>
                <a:gd name="connsiteX4-33" fmla="*/ 0 w 6336705"/>
                <a:gd name="connsiteY4-34" fmla="*/ 1224136 h 1224136"/>
                <a:gd name="connsiteX5-35" fmla="*/ 7 w 6336705"/>
                <a:gd name="connsiteY5-36" fmla="*/ 156053 h 1224136"/>
                <a:gd name="connsiteX0-37" fmla="*/ 7 w 6336708"/>
                <a:gd name="connsiteY0-38" fmla="*/ 156053 h 1224136"/>
                <a:gd name="connsiteX1-39" fmla="*/ 5544617 w 6336708"/>
                <a:gd name="connsiteY1-40" fmla="*/ 0 h 1224136"/>
                <a:gd name="connsiteX2-41" fmla="*/ 6336705 w 6336708"/>
                <a:gd name="connsiteY2-42" fmla="*/ 504056 h 1224136"/>
                <a:gd name="connsiteX3-43" fmla="*/ 6336705 w 6336708"/>
                <a:gd name="connsiteY3-44" fmla="*/ 1224136 h 1224136"/>
                <a:gd name="connsiteX4-45" fmla="*/ 0 w 6336708"/>
                <a:gd name="connsiteY4-46" fmla="*/ 1224136 h 1224136"/>
                <a:gd name="connsiteX5-47" fmla="*/ 7 w 6336708"/>
                <a:gd name="connsiteY5-48" fmla="*/ 156053 h 1224136"/>
                <a:gd name="connsiteX0-49" fmla="*/ 7 w 6336708"/>
                <a:gd name="connsiteY0-50" fmla="*/ 12037 h 1080120"/>
                <a:gd name="connsiteX1-51" fmla="*/ 5544616 w 6336708"/>
                <a:gd name="connsiteY1-52" fmla="*/ 0 h 1080120"/>
                <a:gd name="connsiteX2-53" fmla="*/ 6336705 w 6336708"/>
                <a:gd name="connsiteY2-54" fmla="*/ 360040 h 1080120"/>
                <a:gd name="connsiteX3-55" fmla="*/ 6336705 w 6336708"/>
                <a:gd name="connsiteY3-56" fmla="*/ 1080120 h 1080120"/>
                <a:gd name="connsiteX4-57" fmla="*/ 0 w 6336708"/>
                <a:gd name="connsiteY4-58" fmla="*/ 1080120 h 1080120"/>
                <a:gd name="connsiteX5-59" fmla="*/ 7 w 6336708"/>
                <a:gd name="connsiteY5-60" fmla="*/ 12037 h 1080120"/>
                <a:gd name="connsiteX0-61" fmla="*/ 7 w 7403286"/>
                <a:gd name="connsiteY0-62" fmla="*/ 12037 h 1080120"/>
                <a:gd name="connsiteX1-63" fmla="*/ 5544616 w 7403286"/>
                <a:gd name="connsiteY1-64" fmla="*/ 0 h 1080120"/>
                <a:gd name="connsiteX2-65" fmla="*/ 7403283 w 7403286"/>
                <a:gd name="connsiteY2-66" fmla="*/ 450050 h 1080120"/>
                <a:gd name="connsiteX3-67" fmla="*/ 6336705 w 7403286"/>
                <a:gd name="connsiteY3-68" fmla="*/ 1080120 h 1080120"/>
                <a:gd name="connsiteX4-69" fmla="*/ 0 w 7403286"/>
                <a:gd name="connsiteY4-70" fmla="*/ 1080120 h 1080120"/>
                <a:gd name="connsiteX5-71" fmla="*/ 7 w 7403286"/>
                <a:gd name="connsiteY5-72" fmla="*/ 12037 h 1080120"/>
                <a:gd name="connsiteX0-73" fmla="*/ 7 w 7403286"/>
                <a:gd name="connsiteY0-74" fmla="*/ 12037 h 1080120"/>
                <a:gd name="connsiteX1-75" fmla="*/ 5544616 w 7403286"/>
                <a:gd name="connsiteY1-76" fmla="*/ 0 h 1080120"/>
                <a:gd name="connsiteX2-77" fmla="*/ 7403283 w 7403286"/>
                <a:gd name="connsiteY2-78" fmla="*/ 450050 h 1080120"/>
                <a:gd name="connsiteX3-79" fmla="*/ 7403283 w 7403286"/>
                <a:gd name="connsiteY3-80" fmla="*/ 1080120 h 1080120"/>
                <a:gd name="connsiteX4-81" fmla="*/ 0 w 7403286"/>
                <a:gd name="connsiteY4-82" fmla="*/ 1080120 h 1080120"/>
                <a:gd name="connsiteX5-83" fmla="*/ 7 w 7403286"/>
                <a:gd name="connsiteY5-84" fmla="*/ 12037 h 1080120"/>
                <a:gd name="connsiteX0-85" fmla="*/ 7 w 7403286"/>
                <a:gd name="connsiteY0-86" fmla="*/ 12037 h 1080120"/>
                <a:gd name="connsiteX1-87" fmla="*/ 6713146 w 7403286"/>
                <a:gd name="connsiteY1-88" fmla="*/ 0 h 1080120"/>
                <a:gd name="connsiteX2-89" fmla="*/ 7403283 w 7403286"/>
                <a:gd name="connsiteY2-90" fmla="*/ 450050 h 1080120"/>
                <a:gd name="connsiteX3-91" fmla="*/ 7403283 w 7403286"/>
                <a:gd name="connsiteY3-92" fmla="*/ 1080120 h 1080120"/>
                <a:gd name="connsiteX4-93" fmla="*/ 0 w 7403286"/>
                <a:gd name="connsiteY4-94" fmla="*/ 1080120 h 1080120"/>
                <a:gd name="connsiteX5-95" fmla="*/ 7 w 7403286"/>
                <a:gd name="connsiteY5-96" fmla="*/ 12037 h 1080120"/>
                <a:gd name="connsiteX0-97" fmla="*/ 7 w 7403286"/>
                <a:gd name="connsiteY0-98" fmla="*/ 12037 h 1080120"/>
                <a:gd name="connsiteX1-99" fmla="*/ 6713146 w 7403286"/>
                <a:gd name="connsiteY1-100" fmla="*/ 0 h 1080120"/>
                <a:gd name="connsiteX2-101" fmla="*/ 7403283 w 7403286"/>
                <a:gd name="connsiteY2-102" fmla="*/ 450050 h 1080120"/>
                <a:gd name="connsiteX3-103" fmla="*/ 7403283 w 7403286"/>
                <a:gd name="connsiteY3-104" fmla="*/ 1080120 h 1080120"/>
                <a:gd name="connsiteX4-105" fmla="*/ 0 w 7403286"/>
                <a:gd name="connsiteY4-106" fmla="*/ 1080120 h 1080120"/>
                <a:gd name="connsiteX5-107" fmla="*/ 7 w 7403286"/>
                <a:gd name="connsiteY5-108" fmla="*/ 12037 h 1080120"/>
                <a:gd name="connsiteX0-109" fmla="*/ 7 w 7403286"/>
                <a:gd name="connsiteY0-110" fmla="*/ 12037 h 1080120"/>
                <a:gd name="connsiteX1-111" fmla="*/ 6713146 w 7403286"/>
                <a:gd name="connsiteY1-112" fmla="*/ 0 h 1080120"/>
                <a:gd name="connsiteX2-113" fmla="*/ 7403283 w 7403286"/>
                <a:gd name="connsiteY2-114" fmla="*/ 450050 h 1080120"/>
                <a:gd name="connsiteX3-115" fmla="*/ 7403283 w 7403286"/>
                <a:gd name="connsiteY3-116" fmla="*/ 1080120 h 1080120"/>
                <a:gd name="connsiteX4-117" fmla="*/ 0 w 7403286"/>
                <a:gd name="connsiteY4-118" fmla="*/ 1080120 h 1080120"/>
                <a:gd name="connsiteX5-119" fmla="*/ 7 w 7403286"/>
                <a:gd name="connsiteY5-120" fmla="*/ 12037 h 1080120"/>
                <a:gd name="connsiteX0-121" fmla="*/ 7 w 7403286"/>
                <a:gd name="connsiteY0-122" fmla="*/ 12037 h 1125125"/>
                <a:gd name="connsiteX1-123" fmla="*/ 6713146 w 7403286"/>
                <a:gd name="connsiteY1-124" fmla="*/ 0 h 1125125"/>
                <a:gd name="connsiteX2-125" fmla="*/ 7403283 w 7403286"/>
                <a:gd name="connsiteY2-126" fmla="*/ 450050 h 1125125"/>
                <a:gd name="connsiteX3-127" fmla="*/ 7403283 w 7403286"/>
                <a:gd name="connsiteY3-128" fmla="*/ 1080120 h 1125125"/>
                <a:gd name="connsiteX4-129" fmla="*/ 0 w 7403286"/>
                <a:gd name="connsiteY4-130" fmla="*/ 1125125 h 1125125"/>
                <a:gd name="connsiteX5-131" fmla="*/ 7 w 7403286"/>
                <a:gd name="connsiteY5-132" fmla="*/ 12037 h 1125125"/>
                <a:gd name="connsiteX0-133" fmla="*/ 7 w 7403286"/>
                <a:gd name="connsiteY0-134" fmla="*/ 12037 h 1080120"/>
                <a:gd name="connsiteX1-135" fmla="*/ 6713146 w 7403286"/>
                <a:gd name="connsiteY1-136" fmla="*/ 0 h 1080120"/>
                <a:gd name="connsiteX2-137" fmla="*/ 7403283 w 7403286"/>
                <a:gd name="connsiteY2-138" fmla="*/ 450050 h 1080120"/>
                <a:gd name="connsiteX3-139" fmla="*/ 7403283 w 7403286"/>
                <a:gd name="connsiteY3-140" fmla="*/ 1080120 h 1080120"/>
                <a:gd name="connsiteX4-141" fmla="*/ 0 w 7403286"/>
                <a:gd name="connsiteY4-142" fmla="*/ 1080120 h 1080120"/>
                <a:gd name="connsiteX5-143" fmla="*/ 7 w 7403286"/>
                <a:gd name="connsiteY5-144" fmla="*/ 12037 h 1080120"/>
                <a:gd name="connsiteX0-145" fmla="*/ 2 w 7403288"/>
                <a:gd name="connsiteY0-146" fmla="*/ 0 h 1080120"/>
                <a:gd name="connsiteX1-147" fmla="*/ 6713148 w 7403288"/>
                <a:gd name="connsiteY1-148" fmla="*/ 0 h 1080120"/>
                <a:gd name="connsiteX2-149" fmla="*/ 7403285 w 7403288"/>
                <a:gd name="connsiteY2-150" fmla="*/ 450050 h 1080120"/>
                <a:gd name="connsiteX3-151" fmla="*/ 7403285 w 7403288"/>
                <a:gd name="connsiteY3-152" fmla="*/ 1080120 h 1080120"/>
                <a:gd name="connsiteX4-153" fmla="*/ 2 w 7403288"/>
                <a:gd name="connsiteY4-154" fmla="*/ 1080120 h 1080120"/>
                <a:gd name="connsiteX5-155" fmla="*/ 2 w 7403288"/>
                <a:gd name="connsiteY5-156" fmla="*/ 0 h 1080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403288" h="1080120">
                  <a:moveTo>
                    <a:pt x="2" y="0"/>
                  </a:moveTo>
                  <a:lnTo>
                    <a:pt x="6713148" y="0"/>
                  </a:lnTo>
                  <a:lnTo>
                    <a:pt x="7403285" y="450050"/>
                  </a:lnTo>
                  <a:cubicBezTo>
                    <a:pt x="7403288" y="806078"/>
                    <a:pt x="7403282" y="724092"/>
                    <a:pt x="7403285" y="1080120"/>
                  </a:cubicBezTo>
                  <a:lnTo>
                    <a:pt x="2" y="1080120"/>
                  </a:lnTo>
                  <a:cubicBezTo>
                    <a:pt x="4" y="724092"/>
                    <a:pt x="0" y="356028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Aft>
                  <a:spcPts val="0"/>
                </a:spcAft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4149080"/>
              <a:ext cx="403244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公司总部：杭州市滨江区阡陌路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</a:t>
              </a:r>
              <a:endParaRPr lang="en-US" altLang="zh-CN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股票代码：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002415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客服电话：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400-700-5998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www.hikvision.com</a:t>
              </a:r>
              <a:endParaRPr lang="zh-CN" altLang="en-US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4*115"/>
  <p:tag name="TABLE_ENDDRAG_RECT" val="35*385*664*1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4*97"/>
  <p:tag name="TABLE_ENDDRAG_RECT" val="35*403*584*9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heme/theme1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3204</Words>
  <Application>Microsoft Office PowerPoint</Application>
  <PresentationFormat>全屏显示(4:3)</PresentationFormat>
  <Paragraphs>642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黑体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04</vt:lpstr>
      <vt:lpstr>转正答辩</vt:lpstr>
      <vt:lpstr>目录</vt:lpstr>
      <vt:lpstr>自我介绍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2015年供应链任职资格宣贯</dc:title>
  <dc:creator>俞璐3</dc:creator>
  <cp:lastModifiedBy>霍子昂</cp:lastModifiedBy>
  <cp:revision>785</cp:revision>
  <dcterms:created xsi:type="dcterms:W3CDTF">2015-03-26T10:14:00Z</dcterms:created>
  <dcterms:modified xsi:type="dcterms:W3CDTF">2026-09-20T03:21:42Z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RubyTemplateID">
    <vt:lpwstr>8</vt:lpwstr>
  </property>
  <property fmtid="{D5CDD505-2E9C-101B-9397-08002B2CF9AE}" pid="4" name="ICV">
    <vt:lpwstr>187AA265A4374DD1BC55CE0BB879D649_13</vt:lpwstr>
  </property>
</Properties>
</file>