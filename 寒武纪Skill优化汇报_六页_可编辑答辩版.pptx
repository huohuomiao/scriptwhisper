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8" d="100"/>
          <a:sy n="108" d="100"/>
        </p:scale>
        <p:origin x="678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原始版本重点解决“能否稳定做出来”，已经具备需求输入、Main、Code-Gen、Code-Review、Optimize、Kernel交付流程。新版优化保留主流程，改进知识共享、上下文组织、策略选择、验证分层、阶段缓存及平台迁移。原材料未给出成本和性能的实测数值，本汇报中的效率收益为方案目标与定性说明。</a:t>
            </a:r>
          </a:p>
          <a:p>
            <a:endParaRPr/>
          </a:p>
          <a:p>
            <a:r>
              <a:t>来源：用户提供《寒武纪Skill优化汇报_六页合并版.pptx》。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旧版平台知识散落在 Code-Gen、Review、Optimize 的 primitive、rules、hardware、profiler 等资料中，导致同一知识多处维护、Agent 重复加载，迁移时需要逐个 Skill 修改。新版通过 Shared Layer 统一管理。</a:t>
            </a:r>
          </a:p>
          <a:p>
            <a:r>
              <a:t>共享资料：primitives.md（算子语义）、platform-rules.md（平台规则）、hardware.md（硬件说明）、profiler.md（性能采集）、optimization.md（优化策略）。</a:t>
            </a:r>
          </a:p>
          <a:p>
            <a:r>
              <a:t>Case 1 原图给出的路径为 share/mlu/references/primitives.md，架构图目录名为 shared/mlu，页面分别保留原材料的命名，实施时应统一。</a:t>
            </a:r>
          </a:p>
          <a:p>
            <a:r>
              <a:t>知识只维护一次、按需加载一次是目标，实际缓存及会话边界需在实现中保障。</a:t>
            </a:r>
          </a:p>
          <a:p>
            <a:endParaRPr/>
          </a:p>
          <a:p>
            <a:r>
              <a:t>来源：用户提供《寒武纪Skill优化汇报_六页合并版.pptx》。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保留原来七步开发演算与产物：需求理解、语义分析、Mapping设计、Kernel设计、代码生成、测试生成、自检与整理。将执行组织重构为三个核心Agent：Design负责前四步，Build负责代码与测试生成，Verify负责自检与结果整理。减少上下文加载与调度切换，不等于删除开发步骤或降低质量要求。原材料未给出 Token 降幅或时间实测数值。</a:t>
            </a:r>
          </a:p>
          <a:p>
            <a:endParaRPr/>
          </a:p>
          <a:p>
            <a:r>
              <a:t>来源：用户提供《寒武纪Skill优化汇报_六页合并版.pptx》。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原版对所有算子遍历基础、Retiling、Reduce、Grid、Config及其他策略，不区分算子类型，可能让Elementwise执行不适用的Reduce优化。旧流程在连续3轮无性能提升且Profile无新建议时结束。新版由Benchmark、Profiler与算子特征共同支持策略选择，再针对性优化并复测记录。</a:t>
            </a:r>
          </a:p>
          <a:p>
            <a:r>
              <a:t>类型判断表和JSON均为原材料示例，不能泛化为对所有Elementwise或Reduction算子的固定结论。决策文件保存判断结果供后续Agent再次确认，以降低误判风险。收益目标为减少无效优化、缩短时间、降低Token消耗及提高优化稳定性。</a:t>
            </a:r>
          </a:p>
          <a:p>
            <a:endParaRPr/>
          </a:p>
          <a:p>
            <a:r>
              <a:t>来源：用户提供《寒武纪Skill优化汇报_六页合并版.pptx》。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L1检查文件结构和基础规范：Markdown、Python语法、JSON格式、引用与路径合法性、必需文件完整性。</a:t>
            </a:r>
          </a:p>
          <a:p>
            <a:r>
              <a:t>L2验证Skill行为：Routing、Mode Switch、Budget、State Machine、Cache命中与失效、Resume断点续跑、路径穿越防护、错误分类和Regression回归测试。</a:t>
            </a:r>
          </a:p>
          <a:p>
            <a:r>
              <a:t>L3在真实硬件环境执行Compile/Run、Accuracy、Benchmark、Profiler，以及硬件和工具链绑定验证，检查算子全流程能力。</a:t>
            </a:r>
          </a:p>
          <a:p>
            <a:r>
              <a:t>四类修改的建议验证范围及预期耗时完全沿用原材料。流程按修改范围选择累加验证层级，不能将文档变更与架构变更同等处理。</a:t>
            </a:r>
          </a:p>
          <a:p>
            <a:endParaRPr/>
          </a:p>
          <a:p>
            <a:r>
              <a:t>来源：用户提供《寒武纪Skill优化汇报_六页合并版.pptx》。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整体架构从用户自然语言任务进入通用Workflow：Main负责任务解析与环境准备，Code-Gen负责方案设计及代码生成，Verify负责编译运行和正确性验证，Optimize负责性能分析与优化迭代。通过Platform Adapter连接平台相关Shared知识。</a:t>
            </a:r>
          </a:p>
          <a:p>
            <a:r>
              <a:t>MLU、GPU、Ascend各维护硬件架构、算子原语与示例、平台规则或编程模型、性能分析工具、优化经验与案例，并可以继续扩展更多平台。</a:t>
            </a:r>
          </a:p>
          <a:p>
            <a:r>
              <a:t>“新增平台只需补充Shared知识”为原材料的架构目标，实际适配还应核对标准接口与工具链是否覆盖平台差异。本页描述设计方案，不宣称已完成全部平台的实测验证。</a:t>
            </a:r>
          </a:p>
          <a:p>
            <a:endParaRPr/>
          </a:p>
          <a:p>
            <a:r>
              <a:t>来源：用户提供《寒武纪Skill优化汇报_六页合并版.pptx》。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3.png"/><Relationship Id="rId4" Type="http://schemas.openxmlformats.org/officeDocument/2006/relationships/image" Target="../media/image5.jpe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930" b="23680"/>
          <a:stretch>
            <a:fillRect/>
          </a:stretch>
        </p:blipFill>
        <p:spPr>
          <a:xfrm>
            <a:off x="0" y="2101434"/>
            <a:ext cx="10737448" cy="4652463"/>
          </a:xfrm>
          <a:prstGeom prst="rect">
            <a:avLst/>
          </a:prstGeom>
        </p:spPr>
      </p:pic>
      <p:sp>
        <p:nvSpPr>
          <p:cNvPr id="8" name="任意多边形: 形状 7"/>
          <p:cNvSpPr/>
          <p:nvPr userDrawn="1"/>
        </p:nvSpPr>
        <p:spPr>
          <a:xfrm>
            <a:off x="5744120" y="1"/>
            <a:ext cx="6447881" cy="6858001"/>
          </a:xfrm>
          <a:custGeom>
            <a:avLst/>
            <a:gdLst>
              <a:gd name="connsiteX0" fmla="*/ 1392437 w 6447881"/>
              <a:gd name="connsiteY0" fmla="*/ 0 h 6858001"/>
              <a:gd name="connsiteX1" fmla="*/ 6447881 w 6447881"/>
              <a:gd name="connsiteY1" fmla="*/ 0 h 6858001"/>
              <a:gd name="connsiteX2" fmla="*/ 6447881 w 6447881"/>
              <a:gd name="connsiteY2" fmla="*/ 6858001 h 6858001"/>
              <a:gd name="connsiteX3" fmla="*/ 1392438 w 6447881"/>
              <a:gd name="connsiteY3" fmla="*/ 6858001 h 6858001"/>
              <a:gd name="connsiteX4" fmla="*/ 1278782 w 6447881"/>
              <a:gd name="connsiteY4" fmla="*/ 6738792 h 6858001"/>
              <a:gd name="connsiteX5" fmla="*/ 0 w 6447881"/>
              <a:gd name="connsiteY5" fmla="*/ 3429000 h 6858001"/>
              <a:gd name="connsiteX6" fmla="*/ 1278782 w 6447881"/>
              <a:gd name="connsiteY6" fmla="*/ 119209 h 68580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447881" h="6858001">
                <a:moveTo>
                  <a:pt x="1392437" y="0"/>
                </a:moveTo>
                <a:lnTo>
                  <a:pt x="6447881" y="0"/>
                </a:lnTo>
                <a:lnTo>
                  <a:pt x="6447881" y="6858001"/>
                </a:lnTo>
                <a:lnTo>
                  <a:pt x="1392438" y="6858001"/>
                </a:lnTo>
                <a:lnTo>
                  <a:pt x="1278782" y="6738792"/>
                </a:lnTo>
                <a:cubicBezTo>
                  <a:pt x="484253" y="5864615"/>
                  <a:pt x="0" y="4703360"/>
                  <a:pt x="0" y="3429000"/>
                </a:cubicBezTo>
                <a:cubicBezTo>
                  <a:pt x="0" y="2154641"/>
                  <a:pt x="484253" y="993385"/>
                  <a:pt x="1278782" y="119209"/>
                </a:cubicBezTo>
                <a:close/>
              </a:path>
            </a:pathLst>
          </a:custGeom>
          <a:solidFill>
            <a:srgbClr val="D7000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pic>
        <p:nvPicPr>
          <p:cNvPr id="9" name="图片 8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9190" t="1021" r="18116" b="527"/>
          <a:stretch>
            <a:fillRect/>
          </a:stretch>
        </p:blipFill>
        <p:spPr>
          <a:xfrm>
            <a:off x="5925639" y="1"/>
            <a:ext cx="6266363" cy="6858000"/>
          </a:xfrm>
          <a:custGeom>
            <a:avLst/>
            <a:gdLst>
              <a:gd name="connsiteX0" fmla="*/ 1468957 w 6266363"/>
              <a:gd name="connsiteY0" fmla="*/ 0 h 6858000"/>
              <a:gd name="connsiteX1" fmla="*/ 6266363 w 6266363"/>
              <a:gd name="connsiteY1" fmla="*/ 0 h 6858000"/>
              <a:gd name="connsiteX2" fmla="*/ 6266363 w 6266363"/>
              <a:gd name="connsiteY2" fmla="*/ 6858000 h 6858000"/>
              <a:gd name="connsiteX3" fmla="*/ 1468959 w 6266363"/>
              <a:gd name="connsiteY3" fmla="*/ 6858000 h 6858000"/>
              <a:gd name="connsiteX4" fmla="*/ 1388608 w 6266363"/>
              <a:gd name="connsiteY4" fmla="*/ 6781394 h 6858000"/>
              <a:gd name="connsiteX5" fmla="*/ 0 w 6266363"/>
              <a:gd name="connsiteY5" fmla="*/ 3429000 h 6858000"/>
              <a:gd name="connsiteX6" fmla="*/ 1388608 w 6266363"/>
              <a:gd name="connsiteY6" fmla="*/ 76606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266363" h="6858000">
                <a:moveTo>
                  <a:pt x="1468957" y="0"/>
                </a:moveTo>
                <a:lnTo>
                  <a:pt x="6266363" y="0"/>
                </a:lnTo>
                <a:lnTo>
                  <a:pt x="6266363" y="6858000"/>
                </a:lnTo>
                <a:lnTo>
                  <a:pt x="1468959" y="6858000"/>
                </a:lnTo>
                <a:lnTo>
                  <a:pt x="1388608" y="6781394"/>
                </a:lnTo>
                <a:cubicBezTo>
                  <a:pt x="530655" y="5923442"/>
                  <a:pt x="0" y="4738192"/>
                  <a:pt x="0" y="3429000"/>
                </a:cubicBezTo>
                <a:cubicBezTo>
                  <a:pt x="0" y="2119809"/>
                  <a:pt x="530656" y="934558"/>
                  <a:pt x="1388608" y="76606"/>
                </a:cubicBezTo>
                <a:close/>
              </a:path>
            </a:pathLst>
          </a:custGeom>
        </p:spPr>
      </p:pic>
      <p:grpSp>
        <p:nvGrpSpPr>
          <p:cNvPr id="10" name="组合 9"/>
          <p:cNvGrpSpPr/>
          <p:nvPr userDrawn="1"/>
        </p:nvGrpSpPr>
        <p:grpSpPr>
          <a:xfrm>
            <a:off x="5457993" y="-1617552"/>
            <a:ext cx="10093104" cy="10093104"/>
            <a:chOff x="5372265" y="-1617552"/>
            <a:chExt cx="10093104" cy="10093104"/>
          </a:xfrm>
        </p:grpSpPr>
        <p:sp>
          <p:nvSpPr>
            <p:cNvPr id="11" name="椭圆 10"/>
            <p:cNvSpPr/>
            <p:nvPr/>
          </p:nvSpPr>
          <p:spPr>
            <a:xfrm>
              <a:off x="5399580" y="2275565"/>
              <a:ext cx="183600" cy="183600"/>
            </a:xfrm>
            <a:prstGeom prst="ellipse">
              <a:avLst/>
            </a:prstGeom>
            <a:solidFill>
              <a:srgbClr val="D7000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12" name="弧形 11"/>
            <p:cNvSpPr/>
            <p:nvPr/>
          </p:nvSpPr>
          <p:spPr>
            <a:xfrm rot="19355239">
              <a:off x="5372265" y="-1617552"/>
              <a:ext cx="10093104" cy="10093104"/>
            </a:xfrm>
            <a:prstGeom prst="arc">
              <a:avLst>
                <a:gd name="adj1" fmla="val 10480822"/>
                <a:gd name="adj2" fmla="val 13388850"/>
              </a:avLst>
            </a:prstGeom>
            <a:ln w="12700">
              <a:solidFill>
                <a:srgbClr val="72717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" name="弧形 12"/>
            <p:cNvSpPr/>
            <p:nvPr/>
          </p:nvSpPr>
          <p:spPr>
            <a:xfrm rot="3378363">
              <a:off x="5372265" y="-1617552"/>
              <a:ext cx="10093104" cy="10093104"/>
            </a:xfrm>
            <a:prstGeom prst="arc">
              <a:avLst>
                <a:gd name="adj1" fmla="val 8216217"/>
                <a:gd name="adj2" fmla="val 10007891"/>
              </a:avLst>
            </a:prstGeom>
            <a:ln w="12700">
              <a:solidFill>
                <a:srgbClr val="72717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sp>
        <p:nvSpPr>
          <p:cNvPr id="18" name="任意多边形: 形状 17"/>
          <p:cNvSpPr/>
          <p:nvPr userDrawn="1"/>
        </p:nvSpPr>
        <p:spPr>
          <a:xfrm rot="2640108">
            <a:off x="-718179" y="5229514"/>
            <a:ext cx="1783615" cy="1503488"/>
          </a:xfrm>
          <a:custGeom>
            <a:avLst/>
            <a:gdLst>
              <a:gd name="connsiteX0" fmla="*/ 0 w 1783615"/>
              <a:gd name="connsiteY0" fmla="*/ 79226 h 1503488"/>
              <a:gd name="connsiteX1" fmla="*/ 116190 w 1783615"/>
              <a:gd name="connsiteY1" fmla="*/ 40704 h 1503488"/>
              <a:gd name="connsiteX2" fmla="*/ 1406613 w 1783615"/>
              <a:gd name="connsiteY2" fmla="*/ 395244 h 1503488"/>
              <a:gd name="connsiteX3" fmla="*/ 1758984 w 1783615"/>
              <a:gd name="connsiteY3" fmla="*/ 994118 h 1503488"/>
              <a:gd name="connsiteX4" fmla="*/ 1783615 w 1783615"/>
              <a:gd name="connsiteY4" fmla="*/ 1109331 h 1503488"/>
              <a:gd name="connsiteX5" fmla="*/ 1375480 w 1783615"/>
              <a:gd name="connsiteY5" fmla="*/ 1503488 h 1503488"/>
              <a:gd name="connsiteX6" fmla="*/ 1350967 w 1783615"/>
              <a:gd name="connsiteY6" fmla="*/ 1478106 h 1503488"/>
              <a:gd name="connsiteX7" fmla="*/ 1356484 w 1783615"/>
              <a:gd name="connsiteY7" fmla="*/ 1444589 h 1503488"/>
              <a:gd name="connsiteX8" fmla="*/ 1089908 w 1783615"/>
              <a:gd name="connsiteY8" fmla="*/ 714601 h 1503488"/>
              <a:gd name="connsiteX9" fmla="*/ 490738 w 1783615"/>
              <a:gd name="connsiteY9" fmla="*/ 450844 h 1503488"/>
              <a:gd name="connsiteX10" fmla="*/ 361954 w 1783615"/>
              <a:gd name="connsiteY10" fmla="*/ 454017 h 15034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783615" h="1503488">
                <a:moveTo>
                  <a:pt x="0" y="79226"/>
                </a:moveTo>
                <a:lnTo>
                  <a:pt x="116190" y="40704"/>
                </a:lnTo>
                <a:cubicBezTo>
                  <a:pt x="573845" y="-73853"/>
                  <a:pt x="1064745" y="56216"/>
                  <a:pt x="1406613" y="395244"/>
                </a:cubicBezTo>
                <a:cubicBezTo>
                  <a:pt x="1577547" y="564759"/>
                  <a:pt x="1696553" y="771966"/>
                  <a:pt x="1758984" y="994118"/>
                </a:cubicBezTo>
                <a:lnTo>
                  <a:pt x="1783615" y="1109331"/>
                </a:lnTo>
                <a:lnTo>
                  <a:pt x="1375480" y="1503488"/>
                </a:lnTo>
                <a:lnTo>
                  <a:pt x="1350967" y="1478106"/>
                </a:lnTo>
                <a:lnTo>
                  <a:pt x="1356484" y="1444589"/>
                </a:lnTo>
                <a:cubicBezTo>
                  <a:pt x="1380332" y="1178229"/>
                  <a:pt x="1286244" y="909306"/>
                  <a:pt x="1089908" y="714601"/>
                </a:cubicBezTo>
                <a:cubicBezTo>
                  <a:pt x="926295" y="552347"/>
                  <a:pt x="711736" y="461525"/>
                  <a:pt x="490738" y="450844"/>
                </a:cubicBezTo>
                <a:lnTo>
                  <a:pt x="361954" y="454017"/>
                </a:lnTo>
                <a:close/>
              </a:path>
            </a:pathLst>
          </a:custGeom>
          <a:solidFill>
            <a:srgbClr val="727171">
              <a:alpha val="7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grpSp>
        <p:nvGrpSpPr>
          <p:cNvPr id="19" name="组合 18"/>
          <p:cNvGrpSpPr/>
          <p:nvPr userDrawn="1"/>
        </p:nvGrpSpPr>
        <p:grpSpPr>
          <a:xfrm rot="9328605">
            <a:off x="-2953853" y="4081333"/>
            <a:ext cx="4251748" cy="4248277"/>
            <a:chOff x="5364020" y="-1617552"/>
            <a:chExt cx="10101349" cy="10093104"/>
          </a:xfrm>
        </p:grpSpPr>
        <p:sp>
          <p:nvSpPr>
            <p:cNvPr id="20" name="椭圆 19"/>
            <p:cNvSpPr/>
            <p:nvPr/>
          </p:nvSpPr>
          <p:spPr>
            <a:xfrm>
              <a:off x="5364020" y="2270485"/>
              <a:ext cx="243840" cy="243840"/>
            </a:xfrm>
            <a:prstGeom prst="ellipse">
              <a:avLst/>
            </a:prstGeom>
            <a:gradFill>
              <a:gsLst>
                <a:gs pos="0">
                  <a:srgbClr val="FD863D">
                    <a:alpha val="11000"/>
                  </a:srgbClr>
                </a:gs>
                <a:gs pos="100000">
                  <a:srgbClr val="F92864">
                    <a:alpha val="22000"/>
                  </a:srgb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21" name="弧形 20"/>
            <p:cNvSpPr/>
            <p:nvPr/>
          </p:nvSpPr>
          <p:spPr>
            <a:xfrm rot="19355239">
              <a:off x="5372265" y="-1617552"/>
              <a:ext cx="10093104" cy="10093104"/>
            </a:xfrm>
            <a:prstGeom prst="arc">
              <a:avLst>
                <a:gd name="adj1" fmla="val 10480822"/>
                <a:gd name="adj2" fmla="val 13388850"/>
              </a:avLst>
            </a:prstGeom>
            <a:ln w="12700">
              <a:solidFill>
                <a:srgbClr val="727171">
                  <a:alpha val="21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2" name="弧形 21"/>
            <p:cNvSpPr/>
            <p:nvPr/>
          </p:nvSpPr>
          <p:spPr>
            <a:xfrm rot="3378363">
              <a:off x="5372265" y="-1617552"/>
              <a:ext cx="10093104" cy="10093104"/>
            </a:xfrm>
            <a:prstGeom prst="arc">
              <a:avLst>
                <a:gd name="adj1" fmla="val 8216217"/>
                <a:gd name="adj2" fmla="val 10007891"/>
              </a:avLst>
            </a:prstGeom>
            <a:ln w="12700">
              <a:solidFill>
                <a:srgbClr val="727171">
                  <a:alpha val="29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23" name="组合 2"/>
          <p:cNvGrpSpPr/>
          <p:nvPr userDrawn="1"/>
        </p:nvGrpSpPr>
        <p:grpSpPr bwMode="auto">
          <a:xfrm>
            <a:off x="687070" y="3433989"/>
            <a:ext cx="1176793" cy="225427"/>
            <a:chOff x="7013933" y="1175360"/>
            <a:chExt cx="908745" cy="172255"/>
          </a:xfrm>
        </p:grpSpPr>
        <p:grpSp>
          <p:nvGrpSpPr>
            <p:cNvPr id="24" name="组合 116"/>
            <p:cNvGrpSpPr/>
            <p:nvPr/>
          </p:nvGrpSpPr>
          <p:grpSpPr bwMode="auto">
            <a:xfrm>
              <a:off x="7507971" y="1175360"/>
              <a:ext cx="170400" cy="172254"/>
              <a:chOff x="6859759" y="1135407"/>
              <a:chExt cx="228134" cy="230616"/>
            </a:xfrm>
          </p:grpSpPr>
          <p:sp>
            <p:nvSpPr>
              <p:cNvPr id="35" name="Oval 83"/>
              <p:cNvSpPr>
                <a:spLocks noChangeArrowheads="1"/>
              </p:cNvSpPr>
              <p:nvPr/>
            </p:nvSpPr>
            <p:spPr bwMode="auto">
              <a:xfrm>
                <a:off x="6859759" y="1135407"/>
                <a:ext cx="228134" cy="230616"/>
              </a:xfrm>
              <a:prstGeom prst="ellipse">
                <a:avLst/>
              </a:prstGeom>
              <a:solidFill>
                <a:srgbClr val="72717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6" name="Freeform 85"/>
              <p:cNvSpPr>
                <a:spLocks noEditPoints="1"/>
              </p:cNvSpPr>
              <p:nvPr/>
            </p:nvSpPr>
            <p:spPr bwMode="auto">
              <a:xfrm>
                <a:off x="6935426" y="1195489"/>
                <a:ext cx="79899" cy="124388"/>
              </a:xfrm>
              <a:custGeom>
                <a:avLst/>
                <a:gdLst>
                  <a:gd name="T0" fmla="*/ 2147483647 w 9"/>
                  <a:gd name="T1" fmla="*/ 2147483647 h 14"/>
                  <a:gd name="T2" fmla="*/ 2147483647 w 9"/>
                  <a:gd name="T3" fmla="*/ 0 h 14"/>
                  <a:gd name="T4" fmla="*/ 2147483647 w 9"/>
                  <a:gd name="T5" fmla="*/ 0 h 14"/>
                  <a:gd name="T6" fmla="*/ 0 w 9"/>
                  <a:gd name="T7" fmla="*/ 2147483647 h 14"/>
                  <a:gd name="T8" fmla="*/ 2147483647 w 9"/>
                  <a:gd name="T9" fmla="*/ 2147483647 h 14"/>
                  <a:gd name="T10" fmla="*/ 2147483647 w 9"/>
                  <a:gd name="T11" fmla="*/ 2147483647 h 14"/>
                  <a:gd name="T12" fmla="*/ 2147483647 w 9"/>
                  <a:gd name="T13" fmla="*/ 2147483647 h 14"/>
                  <a:gd name="T14" fmla="*/ 2147483647 w 9"/>
                  <a:gd name="T15" fmla="*/ 2147483647 h 14"/>
                  <a:gd name="T16" fmla="*/ 2147483647 w 9"/>
                  <a:gd name="T17" fmla="*/ 2147483647 h 14"/>
                  <a:gd name="T18" fmla="*/ 2147483647 w 9"/>
                  <a:gd name="T19" fmla="*/ 2147483647 h 14"/>
                  <a:gd name="T20" fmla="*/ 2147483647 w 9"/>
                  <a:gd name="T21" fmla="*/ 2147483647 h 14"/>
                  <a:gd name="T22" fmla="*/ 2147483647 w 9"/>
                  <a:gd name="T23" fmla="*/ 2147483647 h 14"/>
                  <a:gd name="T24" fmla="*/ 2147483647 w 9"/>
                  <a:gd name="T25" fmla="*/ 2147483647 h 14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</a:gdLst>
                <a:ahLst/>
                <a:cxnLst>
                  <a:cxn ang="T26">
                    <a:pos x="T0" y="T1"/>
                  </a:cxn>
                  <a:cxn ang="T27">
                    <a:pos x="T2" y="T3"/>
                  </a:cxn>
                  <a:cxn ang="T28">
                    <a:pos x="T4" y="T5"/>
                  </a:cxn>
                  <a:cxn ang="T29">
                    <a:pos x="T6" y="T7"/>
                  </a:cxn>
                  <a:cxn ang="T30">
                    <a:pos x="T8" y="T9"/>
                  </a:cxn>
                  <a:cxn ang="T31">
                    <a:pos x="T10" y="T11"/>
                  </a:cxn>
                  <a:cxn ang="T32">
                    <a:pos x="T12" y="T13"/>
                  </a:cxn>
                  <a:cxn ang="T33">
                    <a:pos x="T14" y="T15"/>
                  </a:cxn>
                  <a:cxn ang="T34">
                    <a:pos x="T16" y="T17"/>
                  </a:cxn>
                  <a:cxn ang="T35">
                    <a:pos x="T18" y="T19"/>
                  </a:cxn>
                  <a:cxn ang="T36">
                    <a:pos x="T20" y="T21"/>
                  </a:cxn>
                  <a:cxn ang="T37">
                    <a:pos x="T22" y="T23"/>
                  </a:cxn>
                  <a:cxn ang="T38">
                    <a:pos x="T24" y="T25"/>
                  </a:cxn>
                </a:cxnLst>
                <a:rect l="0" t="0" r="r" b="b"/>
                <a:pathLst>
                  <a:path w="9" h="14">
                    <a:moveTo>
                      <a:pt x="9" y="5"/>
                    </a:moveTo>
                    <a:cubicBezTo>
                      <a:pt x="9" y="2"/>
                      <a:pt x="7" y="0"/>
                      <a:pt x="5" y="0"/>
                    </a:cubicBezTo>
                    <a:cubicBezTo>
                      <a:pt x="5" y="0"/>
                      <a:pt x="5" y="0"/>
                      <a:pt x="5" y="0"/>
                    </a:cubicBezTo>
                    <a:cubicBezTo>
                      <a:pt x="2" y="0"/>
                      <a:pt x="0" y="2"/>
                      <a:pt x="0" y="5"/>
                    </a:cubicBezTo>
                    <a:cubicBezTo>
                      <a:pt x="0" y="8"/>
                      <a:pt x="5" y="14"/>
                      <a:pt x="5" y="14"/>
                    </a:cubicBezTo>
                    <a:cubicBezTo>
                      <a:pt x="5" y="14"/>
                      <a:pt x="5" y="14"/>
                      <a:pt x="5" y="14"/>
                    </a:cubicBezTo>
                    <a:cubicBezTo>
                      <a:pt x="5" y="14"/>
                      <a:pt x="5" y="14"/>
                      <a:pt x="5" y="14"/>
                    </a:cubicBezTo>
                    <a:cubicBezTo>
                      <a:pt x="5" y="14"/>
                      <a:pt x="9" y="8"/>
                      <a:pt x="9" y="5"/>
                    </a:cubicBezTo>
                    <a:close/>
                    <a:moveTo>
                      <a:pt x="3" y="4"/>
                    </a:moveTo>
                    <a:cubicBezTo>
                      <a:pt x="3" y="3"/>
                      <a:pt x="4" y="2"/>
                      <a:pt x="5" y="2"/>
                    </a:cubicBezTo>
                    <a:cubicBezTo>
                      <a:pt x="6" y="2"/>
                      <a:pt x="7" y="3"/>
                      <a:pt x="7" y="4"/>
                    </a:cubicBezTo>
                    <a:cubicBezTo>
                      <a:pt x="7" y="5"/>
                      <a:pt x="6" y="6"/>
                      <a:pt x="5" y="6"/>
                    </a:cubicBezTo>
                    <a:cubicBezTo>
                      <a:pt x="4" y="6"/>
                      <a:pt x="3" y="5"/>
                      <a:pt x="3" y="4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25" name="组合 118"/>
            <p:cNvGrpSpPr/>
            <p:nvPr/>
          </p:nvGrpSpPr>
          <p:grpSpPr bwMode="auto">
            <a:xfrm>
              <a:off x="7257774" y="1175361"/>
              <a:ext cx="178357" cy="172253"/>
              <a:chOff x="6452659" y="1135410"/>
              <a:chExt cx="238787" cy="230615"/>
            </a:xfrm>
          </p:grpSpPr>
          <p:sp>
            <p:nvSpPr>
              <p:cNvPr id="33" name="Oval 89"/>
              <p:cNvSpPr>
                <a:spLocks noChangeArrowheads="1"/>
              </p:cNvSpPr>
              <p:nvPr/>
            </p:nvSpPr>
            <p:spPr bwMode="auto">
              <a:xfrm>
                <a:off x="6451169" y="1135410"/>
                <a:ext cx="237982" cy="230616"/>
              </a:xfrm>
              <a:prstGeom prst="ellipse">
                <a:avLst/>
              </a:prstGeom>
              <a:solidFill>
                <a:srgbClr val="72717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4" name="Freeform 90"/>
              <p:cNvSpPr>
                <a:spLocks noEditPoints="1"/>
              </p:cNvSpPr>
              <p:nvPr/>
            </p:nvSpPr>
            <p:spPr bwMode="auto">
              <a:xfrm>
                <a:off x="6531650" y="1188070"/>
                <a:ext cx="79898" cy="116215"/>
              </a:xfrm>
              <a:custGeom>
                <a:avLst/>
                <a:gdLst>
                  <a:gd name="T0" fmla="*/ 2147483647 w 9"/>
                  <a:gd name="T1" fmla="*/ 0 h 13"/>
                  <a:gd name="T2" fmla="*/ 0 w 9"/>
                  <a:gd name="T3" fmla="*/ 2147483647 h 13"/>
                  <a:gd name="T4" fmla="*/ 0 w 9"/>
                  <a:gd name="T5" fmla="*/ 2147483647 h 13"/>
                  <a:gd name="T6" fmla="*/ 2147483647 w 9"/>
                  <a:gd name="T7" fmla="*/ 2147483647 h 13"/>
                  <a:gd name="T8" fmla="*/ 2147483647 w 9"/>
                  <a:gd name="T9" fmla="*/ 2147483647 h 13"/>
                  <a:gd name="T10" fmla="*/ 2147483647 w 9"/>
                  <a:gd name="T11" fmla="*/ 0 h 13"/>
                  <a:gd name="T12" fmla="*/ 2147483647 w 9"/>
                  <a:gd name="T13" fmla="*/ 2147483647 h 13"/>
                  <a:gd name="T14" fmla="*/ 2147483647 w 9"/>
                  <a:gd name="T15" fmla="*/ 2147483647 h 13"/>
                  <a:gd name="T16" fmla="*/ 2147483647 w 9"/>
                  <a:gd name="T17" fmla="*/ 2147483647 h 13"/>
                  <a:gd name="T18" fmla="*/ 2147483647 w 9"/>
                  <a:gd name="T19" fmla="*/ 2147483647 h 13"/>
                  <a:gd name="T20" fmla="*/ 2147483647 w 9"/>
                  <a:gd name="T21" fmla="*/ 2147483647 h 13"/>
                  <a:gd name="T22" fmla="*/ 2147483647 w 9"/>
                  <a:gd name="T23" fmla="*/ 2147483647 h 13"/>
                  <a:gd name="T24" fmla="*/ 2147483647 w 9"/>
                  <a:gd name="T25" fmla="*/ 2147483647 h 13"/>
                  <a:gd name="T26" fmla="*/ 2147483647 w 9"/>
                  <a:gd name="T27" fmla="*/ 2147483647 h 13"/>
                  <a:gd name="T28" fmla="*/ 2147483647 w 9"/>
                  <a:gd name="T29" fmla="*/ 2147483647 h 13"/>
                  <a:gd name="T30" fmla="*/ 2147483647 w 9"/>
                  <a:gd name="T31" fmla="*/ 2147483647 h 13"/>
                  <a:gd name="T32" fmla="*/ 2147483647 w 9"/>
                  <a:gd name="T33" fmla="*/ 2147483647 h 13"/>
                  <a:gd name="T34" fmla="*/ 2147483647 w 9"/>
                  <a:gd name="T35" fmla="*/ 2147483647 h 13"/>
                  <a:gd name="T36" fmla="*/ 2147483647 w 9"/>
                  <a:gd name="T37" fmla="*/ 2147483647 h 13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</a:gdLst>
                <a:ahLst/>
                <a:cxnLst>
                  <a:cxn ang="T38">
                    <a:pos x="T0" y="T1"/>
                  </a:cxn>
                  <a:cxn ang="T39">
                    <a:pos x="T2" y="T3"/>
                  </a:cxn>
                  <a:cxn ang="T40">
                    <a:pos x="T4" y="T5"/>
                  </a:cxn>
                  <a:cxn ang="T41">
                    <a:pos x="T6" y="T7"/>
                  </a:cxn>
                  <a:cxn ang="T42">
                    <a:pos x="T8" y="T9"/>
                  </a:cxn>
                  <a:cxn ang="T43">
                    <a:pos x="T10" y="T11"/>
                  </a:cxn>
                  <a:cxn ang="T44">
                    <a:pos x="T12" y="T13"/>
                  </a:cxn>
                  <a:cxn ang="T45">
                    <a:pos x="T14" y="T15"/>
                  </a:cxn>
                  <a:cxn ang="T46">
                    <a:pos x="T16" y="T17"/>
                  </a:cxn>
                  <a:cxn ang="T47">
                    <a:pos x="T18" y="T19"/>
                  </a:cxn>
                  <a:cxn ang="T48">
                    <a:pos x="T20" y="T21"/>
                  </a:cxn>
                  <a:cxn ang="T49">
                    <a:pos x="T22" y="T23"/>
                  </a:cxn>
                  <a:cxn ang="T50">
                    <a:pos x="T24" y="T25"/>
                  </a:cxn>
                  <a:cxn ang="T51">
                    <a:pos x="T26" y="T27"/>
                  </a:cxn>
                  <a:cxn ang="T52">
                    <a:pos x="T28" y="T29"/>
                  </a:cxn>
                  <a:cxn ang="T53">
                    <a:pos x="T30" y="T31"/>
                  </a:cxn>
                  <a:cxn ang="T54">
                    <a:pos x="T32" y="T33"/>
                  </a:cxn>
                  <a:cxn ang="T55">
                    <a:pos x="T34" y="T35"/>
                  </a:cxn>
                  <a:cxn ang="T56">
                    <a:pos x="T36" y="T37"/>
                  </a:cxn>
                </a:cxnLst>
                <a:rect l="0" t="0" r="r" b="b"/>
                <a:pathLst>
                  <a:path w="9" h="13">
                    <a:moveTo>
                      <a:pt x="5" y="0"/>
                    </a:moveTo>
                    <a:cubicBezTo>
                      <a:pt x="2" y="0"/>
                      <a:pt x="0" y="2"/>
                      <a:pt x="0" y="5"/>
                    </a:cubicBezTo>
                    <a:cubicBezTo>
                      <a:pt x="0" y="13"/>
                      <a:pt x="0" y="13"/>
                      <a:pt x="0" y="13"/>
                    </a:cubicBezTo>
                    <a:cubicBezTo>
                      <a:pt x="9" y="13"/>
                      <a:pt x="9" y="13"/>
                      <a:pt x="9" y="13"/>
                    </a:cubicBezTo>
                    <a:cubicBezTo>
                      <a:pt x="9" y="5"/>
                      <a:pt x="9" y="5"/>
                      <a:pt x="9" y="5"/>
                    </a:cubicBezTo>
                    <a:cubicBezTo>
                      <a:pt x="9" y="2"/>
                      <a:pt x="7" y="0"/>
                      <a:pt x="5" y="0"/>
                    </a:cubicBezTo>
                    <a:close/>
                    <a:moveTo>
                      <a:pt x="5" y="10"/>
                    </a:moveTo>
                    <a:cubicBezTo>
                      <a:pt x="5" y="11"/>
                      <a:pt x="5" y="11"/>
                      <a:pt x="5" y="11"/>
                    </a:cubicBezTo>
                    <a:cubicBezTo>
                      <a:pt x="5" y="11"/>
                      <a:pt x="5" y="12"/>
                      <a:pt x="5" y="12"/>
                    </a:cubicBezTo>
                    <a:cubicBezTo>
                      <a:pt x="4" y="12"/>
                      <a:pt x="4" y="11"/>
                      <a:pt x="4" y="11"/>
                    </a:cubicBezTo>
                    <a:cubicBezTo>
                      <a:pt x="4" y="10"/>
                      <a:pt x="4" y="10"/>
                      <a:pt x="4" y="10"/>
                    </a:cubicBezTo>
                    <a:cubicBezTo>
                      <a:pt x="3" y="9"/>
                      <a:pt x="3" y="9"/>
                      <a:pt x="3" y="8"/>
                    </a:cubicBezTo>
                    <a:cubicBezTo>
                      <a:pt x="3" y="7"/>
                      <a:pt x="3" y="6"/>
                      <a:pt x="5" y="6"/>
                    </a:cubicBezTo>
                    <a:cubicBezTo>
                      <a:pt x="6" y="6"/>
                      <a:pt x="6" y="7"/>
                      <a:pt x="6" y="8"/>
                    </a:cubicBezTo>
                    <a:cubicBezTo>
                      <a:pt x="6" y="9"/>
                      <a:pt x="6" y="9"/>
                      <a:pt x="5" y="10"/>
                    </a:cubicBezTo>
                    <a:close/>
                    <a:moveTo>
                      <a:pt x="1" y="5"/>
                    </a:moveTo>
                    <a:cubicBezTo>
                      <a:pt x="1" y="3"/>
                      <a:pt x="3" y="1"/>
                      <a:pt x="5" y="1"/>
                    </a:cubicBezTo>
                    <a:cubicBezTo>
                      <a:pt x="6" y="1"/>
                      <a:pt x="8" y="3"/>
                      <a:pt x="8" y="5"/>
                    </a:cubicBezTo>
                    <a:lnTo>
                      <a:pt x="1" y="5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26" name="组合 119"/>
            <p:cNvGrpSpPr/>
            <p:nvPr/>
          </p:nvGrpSpPr>
          <p:grpSpPr bwMode="auto">
            <a:xfrm>
              <a:off x="7751248" y="1176075"/>
              <a:ext cx="171430" cy="171539"/>
              <a:chOff x="7258497" y="1136366"/>
              <a:chExt cx="229513" cy="229659"/>
            </a:xfrm>
          </p:grpSpPr>
          <p:sp>
            <p:nvSpPr>
              <p:cNvPr id="31" name="Oval 88"/>
              <p:cNvSpPr>
                <a:spLocks noChangeArrowheads="1"/>
              </p:cNvSpPr>
              <p:nvPr/>
            </p:nvSpPr>
            <p:spPr bwMode="auto">
              <a:xfrm>
                <a:off x="7257763" y="1135410"/>
                <a:ext cx="228135" cy="230617"/>
              </a:xfrm>
              <a:prstGeom prst="ellipse">
                <a:avLst/>
              </a:prstGeom>
              <a:solidFill>
                <a:srgbClr val="72717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2" name="Freeform 91"/>
              <p:cNvSpPr/>
              <p:nvPr/>
            </p:nvSpPr>
            <p:spPr bwMode="auto">
              <a:xfrm>
                <a:off x="7324929" y="1197150"/>
                <a:ext cx="106227" cy="107135"/>
              </a:xfrm>
              <a:custGeom>
                <a:avLst/>
                <a:gdLst>
                  <a:gd name="T0" fmla="*/ 0 w 117"/>
                  <a:gd name="T1" fmla="*/ 0 h 118"/>
                  <a:gd name="T2" fmla="*/ 0 w 117"/>
                  <a:gd name="T3" fmla="*/ 2147483647 h 118"/>
                  <a:gd name="T4" fmla="*/ 2147483647 w 117"/>
                  <a:gd name="T5" fmla="*/ 2147483647 h 118"/>
                  <a:gd name="T6" fmla="*/ 2147483647 w 117"/>
                  <a:gd name="T7" fmla="*/ 2147483647 h 118"/>
                  <a:gd name="T8" fmla="*/ 2147483647 w 117"/>
                  <a:gd name="T9" fmla="*/ 0 h 118"/>
                  <a:gd name="T10" fmla="*/ 2147483647 w 117"/>
                  <a:gd name="T11" fmla="*/ 2147483647 h 118"/>
                  <a:gd name="T12" fmla="*/ 0 w 117"/>
                  <a:gd name="T13" fmla="*/ 0 h 118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117" h="118">
                    <a:moveTo>
                      <a:pt x="0" y="0"/>
                    </a:moveTo>
                    <a:lnTo>
                      <a:pt x="0" y="98"/>
                    </a:lnTo>
                    <a:lnTo>
                      <a:pt x="58" y="118"/>
                    </a:lnTo>
                    <a:lnTo>
                      <a:pt x="117" y="98"/>
                    </a:lnTo>
                    <a:lnTo>
                      <a:pt x="117" y="0"/>
                    </a:lnTo>
                    <a:lnTo>
                      <a:pt x="58" y="2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27" name="组合 120"/>
            <p:cNvGrpSpPr/>
            <p:nvPr/>
          </p:nvGrpSpPr>
          <p:grpSpPr bwMode="auto">
            <a:xfrm>
              <a:off x="7013933" y="1175362"/>
              <a:ext cx="173257" cy="172253"/>
              <a:chOff x="6054069" y="942439"/>
              <a:chExt cx="231957" cy="230615"/>
            </a:xfrm>
          </p:grpSpPr>
          <p:sp>
            <p:nvSpPr>
              <p:cNvPr id="28" name="Freeform 92"/>
              <p:cNvSpPr>
                <a:spLocks noEditPoints="1"/>
              </p:cNvSpPr>
              <p:nvPr/>
            </p:nvSpPr>
            <p:spPr bwMode="auto">
              <a:xfrm>
                <a:off x="6107644" y="996006"/>
                <a:ext cx="132558" cy="124387"/>
              </a:xfrm>
              <a:custGeom>
                <a:avLst/>
                <a:gdLst>
                  <a:gd name="T0" fmla="*/ 0 w 146"/>
                  <a:gd name="T1" fmla="*/ 2147483647 h 137"/>
                  <a:gd name="T2" fmla="*/ 2147483647 w 146"/>
                  <a:gd name="T3" fmla="*/ 2147483647 h 137"/>
                  <a:gd name="T4" fmla="*/ 2147483647 w 146"/>
                  <a:gd name="T5" fmla="*/ 2147483647 h 137"/>
                  <a:gd name="T6" fmla="*/ 2147483647 w 146"/>
                  <a:gd name="T7" fmla="*/ 2147483647 h 137"/>
                  <a:gd name="T8" fmla="*/ 2147483647 w 146"/>
                  <a:gd name="T9" fmla="*/ 2147483647 h 137"/>
                  <a:gd name="T10" fmla="*/ 2147483647 w 146"/>
                  <a:gd name="T11" fmla="*/ 2147483647 h 137"/>
                  <a:gd name="T12" fmla="*/ 2147483647 w 146"/>
                  <a:gd name="T13" fmla="*/ 0 h 137"/>
                  <a:gd name="T14" fmla="*/ 0 w 146"/>
                  <a:gd name="T15" fmla="*/ 2147483647 h 137"/>
                  <a:gd name="T16" fmla="*/ 2147483647 w 146"/>
                  <a:gd name="T17" fmla="*/ 2147483647 h 137"/>
                  <a:gd name="T18" fmla="*/ 2147483647 w 146"/>
                  <a:gd name="T19" fmla="*/ 2147483647 h 137"/>
                  <a:gd name="T20" fmla="*/ 2147483647 w 146"/>
                  <a:gd name="T21" fmla="*/ 2147483647 h 137"/>
                  <a:gd name="T22" fmla="*/ 2147483647 w 146"/>
                  <a:gd name="T23" fmla="*/ 2147483647 h 137"/>
                  <a:gd name="T24" fmla="*/ 2147483647 w 146"/>
                  <a:gd name="T25" fmla="*/ 2147483647 h 137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</a:gdLst>
                <a:ahLst/>
                <a:cxnLst>
                  <a:cxn ang="T26">
                    <a:pos x="T0" y="T1"/>
                  </a:cxn>
                  <a:cxn ang="T27">
                    <a:pos x="T2" y="T3"/>
                  </a:cxn>
                  <a:cxn ang="T28">
                    <a:pos x="T4" y="T5"/>
                  </a:cxn>
                  <a:cxn ang="T29">
                    <a:pos x="T6" y="T7"/>
                  </a:cxn>
                  <a:cxn ang="T30">
                    <a:pos x="T8" y="T9"/>
                  </a:cxn>
                  <a:cxn ang="T31">
                    <a:pos x="T10" y="T11"/>
                  </a:cxn>
                  <a:cxn ang="T32">
                    <a:pos x="T12" y="T13"/>
                  </a:cxn>
                  <a:cxn ang="T33">
                    <a:pos x="T14" y="T15"/>
                  </a:cxn>
                  <a:cxn ang="T34">
                    <a:pos x="T16" y="T17"/>
                  </a:cxn>
                  <a:cxn ang="T35">
                    <a:pos x="T18" y="T19"/>
                  </a:cxn>
                  <a:cxn ang="T36">
                    <a:pos x="T20" y="T21"/>
                  </a:cxn>
                  <a:cxn ang="T37">
                    <a:pos x="T22" y="T23"/>
                  </a:cxn>
                  <a:cxn ang="T38">
                    <a:pos x="T24" y="T25"/>
                  </a:cxn>
                </a:cxnLst>
                <a:rect l="0" t="0" r="r" b="b"/>
                <a:pathLst>
                  <a:path w="146" h="137">
                    <a:moveTo>
                      <a:pt x="0" y="68"/>
                    </a:moveTo>
                    <a:lnTo>
                      <a:pt x="19" y="68"/>
                    </a:lnTo>
                    <a:lnTo>
                      <a:pt x="19" y="137"/>
                    </a:lnTo>
                    <a:lnTo>
                      <a:pt x="117" y="137"/>
                    </a:lnTo>
                    <a:lnTo>
                      <a:pt x="117" y="68"/>
                    </a:lnTo>
                    <a:lnTo>
                      <a:pt x="146" y="68"/>
                    </a:lnTo>
                    <a:lnTo>
                      <a:pt x="68" y="0"/>
                    </a:lnTo>
                    <a:lnTo>
                      <a:pt x="0" y="68"/>
                    </a:lnTo>
                    <a:close/>
                    <a:moveTo>
                      <a:pt x="87" y="107"/>
                    </a:moveTo>
                    <a:lnTo>
                      <a:pt x="48" y="107"/>
                    </a:lnTo>
                    <a:lnTo>
                      <a:pt x="48" y="68"/>
                    </a:lnTo>
                    <a:lnTo>
                      <a:pt x="87" y="68"/>
                    </a:lnTo>
                    <a:lnTo>
                      <a:pt x="87" y="107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9" name="Rectangle 93"/>
              <p:cNvSpPr>
                <a:spLocks noChangeArrowheads="1"/>
              </p:cNvSpPr>
              <p:nvPr/>
            </p:nvSpPr>
            <p:spPr bwMode="auto">
              <a:xfrm>
                <a:off x="6150902" y="1056122"/>
                <a:ext cx="37749" cy="37354"/>
              </a:xfrm>
              <a:prstGeom prst="rect">
                <a:avLst/>
              </a:prstGeom>
              <a:solidFill>
                <a:srgbClr val="72717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zh-CN" altLang="en-US"/>
              </a:p>
            </p:txBody>
          </p:sp>
          <p:sp>
            <p:nvSpPr>
              <p:cNvPr id="30" name="Freeform 94"/>
              <p:cNvSpPr>
                <a:spLocks noEditPoints="1"/>
              </p:cNvSpPr>
              <p:nvPr/>
            </p:nvSpPr>
            <p:spPr bwMode="auto">
              <a:xfrm>
                <a:off x="6054069" y="942438"/>
                <a:ext cx="231414" cy="230616"/>
              </a:xfrm>
              <a:custGeom>
                <a:avLst/>
                <a:gdLst>
                  <a:gd name="T0" fmla="*/ 1022750916 w 26"/>
                  <a:gd name="T1" fmla="*/ 0 h 26"/>
                  <a:gd name="T2" fmla="*/ 0 w 26"/>
                  <a:gd name="T3" fmla="*/ 1022750916 h 26"/>
                  <a:gd name="T4" fmla="*/ 1022750916 w 26"/>
                  <a:gd name="T5" fmla="*/ 2045510701 h 26"/>
                  <a:gd name="T6" fmla="*/ 2045510701 w 26"/>
                  <a:gd name="T7" fmla="*/ 1022750916 h 26"/>
                  <a:gd name="T8" fmla="*/ 1022750916 w 26"/>
                  <a:gd name="T9" fmla="*/ 0 h 26"/>
                  <a:gd name="T10" fmla="*/ 1416126887 w 26"/>
                  <a:gd name="T11" fmla="*/ 1022750916 h 26"/>
                  <a:gd name="T12" fmla="*/ 1416126887 w 26"/>
                  <a:gd name="T13" fmla="*/ 1573468405 h 26"/>
                  <a:gd name="T14" fmla="*/ 629383814 w 26"/>
                  <a:gd name="T15" fmla="*/ 1573468405 h 26"/>
                  <a:gd name="T16" fmla="*/ 629383814 w 26"/>
                  <a:gd name="T17" fmla="*/ 1022750916 h 26"/>
                  <a:gd name="T18" fmla="*/ 472042296 w 26"/>
                  <a:gd name="T19" fmla="*/ 1022750916 h 26"/>
                  <a:gd name="T20" fmla="*/ 1022750916 w 26"/>
                  <a:gd name="T21" fmla="*/ 472042296 h 26"/>
                  <a:gd name="T22" fmla="*/ 1652143600 w 26"/>
                  <a:gd name="T23" fmla="*/ 1022750916 h 26"/>
                  <a:gd name="T24" fmla="*/ 1416126887 w 26"/>
                  <a:gd name="T25" fmla="*/ 1022750916 h 2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</a:gdLst>
                <a:ahLst/>
                <a:cxnLst>
                  <a:cxn ang="T26">
                    <a:pos x="T0" y="T1"/>
                  </a:cxn>
                  <a:cxn ang="T27">
                    <a:pos x="T2" y="T3"/>
                  </a:cxn>
                  <a:cxn ang="T28">
                    <a:pos x="T4" y="T5"/>
                  </a:cxn>
                  <a:cxn ang="T29">
                    <a:pos x="T6" y="T7"/>
                  </a:cxn>
                  <a:cxn ang="T30">
                    <a:pos x="T8" y="T9"/>
                  </a:cxn>
                  <a:cxn ang="T31">
                    <a:pos x="T10" y="T11"/>
                  </a:cxn>
                  <a:cxn ang="T32">
                    <a:pos x="T12" y="T13"/>
                  </a:cxn>
                  <a:cxn ang="T33">
                    <a:pos x="T14" y="T15"/>
                  </a:cxn>
                  <a:cxn ang="T34">
                    <a:pos x="T16" y="T17"/>
                  </a:cxn>
                  <a:cxn ang="T35">
                    <a:pos x="T18" y="T19"/>
                  </a:cxn>
                  <a:cxn ang="T36">
                    <a:pos x="T20" y="T21"/>
                  </a:cxn>
                  <a:cxn ang="T37">
                    <a:pos x="T22" y="T23"/>
                  </a:cxn>
                  <a:cxn ang="T38">
                    <a:pos x="T24" y="T25"/>
                  </a:cxn>
                </a:cxnLst>
                <a:rect l="0" t="0" r="r" b="b"/>
                <a:pathLst>
                  <a:path w="26" h="26">
                    <a:moveTo>
                      <a:pt x="13" y="0"/>
                    </a:moveTo>
                    <a:cubicBezTo>
                      <a:pt x="6" y="0"/>
                      <a:pt x="0" y="6"/>
                      <a:pt x="0" y="13"/>
                    </a:cubicBezTo>
                    <a:cubicBezTo>
                      <a:pt x="0" y="21"/>
                      <a:pt x="6" y="26"/>
                      <a:pt x="13" y="26"/>
                    </a:cubicBezTo>
                    <a:cubicBezTo>
                      <a:pt x="20" y="26"/>
                      <a:pt x="26" y="21"/>
                      <a:pt x="26" y="13"/>
                    </a:cubicBezTo>
                    <a:cubicBezTo>
                      <a:pt x="26" y="6"/>
                      <a:pt x="20" y="0"/>
                      <a:pt x="13" y="0"/>
                    </a:cubicBezTo>
                    <a:close/>
                    <a:moveTo>
                      <a:pt x="18" y="13"/>
                    </a:moveTo>
                    <a:cubicBezTo>
                      <a:pt x="18" y="20"/>
                      <a:pt x="18" y="20"/>
                      <a:pt x="18" y="20"/>
                    </a:cubicBezTo>
                    <a:cubicBezTo>
                      <a:pt x="8" y="20"/>
                      <a:pt x="8" y="20"/>
                      <a:pt x="8" y="20"/>
                    </a:cubicBezTo>
                    <a:cubicBezTo>
                      <a:pt x="8" y="13"/>
                      <a:pt x="8" y="13"/>
                      <a:pt x="8" y="13"/>
                    </a:cubicBezTo>
                    <a:cubicBezTo>
                      <a:pt x="6" y="13"/>
                      <a:pt x="6" y="13"/>
                      <a:pt x="6" y="13"/>
                    </a:cubicBezTo>
                    <a:cubicBezTo>
                      <a:pt x="13" y="6"/>
                      <a:pt x="13" y="6"/>
                      <a:pt x="13" y="6"/>
                    </a:cubicBezTo>
                    <a:cubicBezTo>
                      <a:pt x="21" y="13"/>
                      <a:pt x="21" y="13"/>
                      <a:pt x="21" y="13"/>
                    </a:cubicBezTo>
                    <a:lnTo>
                      <a:pt x="18" y="13"/>
                    </a:lnTo>
                    <a:close/>
                  </a:path>
                </a:pathLst>
              </a:custGeom>
              <a:solidFill>
                <a:srgbClr val="72717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zh-CN" altLang="en-US"/>
              </a:p>
            </p:txBody>
          </p:sp>
        </p:grpSp>
      </p:grpSp>
      <p:sp>
        <p:nvSpPr>
          <p:cNvPr id="5" name="文本占位符 4"/>
          <p:cNvSpPr>
            <a:spLocks noGrp="1"/>
          </p:cNvSpPr>
          <p:nvPr>
            <p:ph type="body" sz="quarter" idx="11" hasCustomPrompt="1"/>
          </p:nvPr>
        </p:nvSpPr>
        <p:spPr>
          <a:xfrm>
            <a:off x="577313" y="3096246"/>
            <a:ext cx="1959350" cy="313932"/>
          </a:xfrm>
        </p:spPr>
        <p:txBody>
          <a:bodyPr wrap="square" anchor="ctr">
            <a:spAutoFit/>
          </a:bodyPr>
          <a:lstStyle>
            <a:lvl1pPr marL="0" indent="0" algn="dist">
              <a:buFontTx/>
              <a:buNone/>
              <a:defRPr sz="1600" b="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 sz="1600"/>
            </a:lvl2pPr>
            <a:lvl3pPr marL="914400" indent="0">
              <a:buFontTx/>
              <a:buNone/>
              <a:defRPr sz="1600"/>
            </a:lvl3pPr>
            <a:lvl4pPr marL="1371600" indent="0">
              <a:buFontTx/>
              <a:buNone/>
              <a:defRPr sz="1600"/>
            </a:lvl4pPr>
            <a:lvl5pPr marL="1828800" indent="0">
              <a:buFontTx/>
              <a:buNone/>
              <a:defRPr sz="1600"/>
            </a:lvl5pPr>
          </a:lstStyle>
          <a:p>
            <a:pPr lvl="0"/>
            <a:r>
              <a:rPr lang="en-US" altLang="zh-CN" dirty="0"/>
              <a:t>Theme template</a:t>
            </a:r>
          </a:p>
        </p:txBody>
      </p:sp>
      <p:sp>
        <p:nvSpPr>
          <p:cNvPr id="45" name="标题 44"/>
          <p:cNvSpPr>
            <a:spLocks noGrp="1"/>
          </p:cNvSpPr>
          <p:nvPr>
            <p:ph type="title" hasCustomPrompt="1"/>
          </p:nvPr>
        </p:nvSpPr>
        <p:spPr>
          <a:xfrm>
            <a:off x="577313" y="1916492"/>
            <a:ext cx="4831981" cy="738664"/>
          </a:xfrm>
        </p:spPr>
        <p:txBody>
          <a:bodyPr anchor="b">
            <a:normAutofit/>
          </a:bodyPr>
          <a:lstStyle>
            <a:lvl1pPr>
              <a:defRPr sz="4200" b="1">
                <a:solidFill>
                  <a:schemeClr val="accent1"/>
                </a:solidFill>
              </a:defRPr>
            </a:lvl1pPr>
          </a:lstStyle>
          <a:p>
            <a:r>
              <a:rPr lang="zh-CN" altLang="en-US" dirty="0"/>
              <a:t>海康威视</a:t>
            </a:r>
            <a:r>
              <a:rPr lang="en-US" altLang="zh-CN" dirty="0"/>
              <a:t>PPT</a:t>
            </a:r>
            <a:r>
              <a:rPr lang="zh-CN" altLang="en-US" dirty="0"/>
              <a:t>日常</a:t>
            </a:r>
          </a:p>
        </p:txBody>
      </p:sp>
      <p:sp>
        <p:nvSpPr>
          <p:cNvPr id="49" name="文本占位符 48"/>
          <p:cNvSpPr>
            <a:spLocks noGrp="1"/>
          </p:cNvSpPr>
          <p:nvPr>
            <p:ph type="body" sz="quarter" idx="10" hasCustomPrompt="1"/>
          </p:nvPr>
        </p:nvSpPr>
        <p:spPr>
          <a:xfrm>
            <a:off x="577313" y="2603218"/>
            <a:ext cx="4831981" cy="5588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3600" b="1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zh-CN" altLang="en-US" dirty="0"/>
              <a:t>主题模板</a:t>
            </a:r>
          </a:p>
        </p:txBody>
      </p:sp>
      <p:sp>
        <p:nvSpPr>
          <p:cNvPr id="37" name="文本占位符 53"/>
          <p:cNvSpPr>
            <a:spLocks noGrp="1"/>
          </p:cNvSpPr>
          <p:nvPr>
            <p:ph type="body" sz="quarter" idx="14" hasCustomPrompt="1"/>
          </p:nvPr>
        </p:nvSpPr>
        <p:spPr>
          <a:xfrm>
            <a:off x="577313" y="3849687"/>
            <a:ext cx="1959350" cy="258532"/>
          </a:xfrm>
        </p:spPr>
        <p:txBody>
          <a:bodyPr anchor="ctr">
            <a:spAutoFit/>
          </a:bodyPr>
          <a:lstStyle>
            <a:lvl1pPr marL="0" indent="0">
              <a:buFontTx/>
              <a:buNone/>
              <a:defRPr sz="1200" b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altLang="zh-CN" dirty="0"/>
              <a:t>Speaker name and title</a:t>
            </a:r>
          </a:p>
        </p:txBody>
      </p:sp>
      <p:sp>
        <p:nvSpPr>
          <p:cNvPr id="38" name="文本占位符 53"/>
          <p:cNvSpPr>
            <a:spLocks noGrp="1"/>
          </p:cNvSpPr>
          <p:nvPr>
            <p:ph type="body" sz="quarter" idx="15" hasCustomPrompt="1"/>
          </p:nvPr>
        </p:nvSpPr>
        <p:spPr>
          <a:xfrm>
            <a:off x="577313" y="4066238"/>
            <a:ext cx="1959350" cy="269068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200" b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altLang="zh-CN" dirty="0"/>
              <a:t>Date &amp; Time</a:t>
            </a:r>
          </a:p>
        </p:txBody>
      </p:sp>
      <p:sp>
        <p:nvSpPr>
          <p:cNvPr id="43" name="文本占位符 53"/>
          <p:cNvSpPr>
            <a:spLocks noGrp="1"/>
          </p:cNvSpPr>
          <p:nvPr>
            <p:ph type="body" sz="quarter" idx="16" hasCustomPrompt="1"/>
          </p:nvPr>
        </p:nvSpPr>
        <p:spPr>
          <a:xfrm>
            <a:off x="577313" y="4406974"/>
            <a:ext cx="1959350" cy="269068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800" b="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altLang="zh-CN" dirty="0"/>
              <a:t>2021.04   V1.0</a:t>
            </a:r>
          </a:p>
        </p:txBody>
      </p:sp>
      <p:pic>
        <p:nvPicPr>
          <p:cNvPr id="39" name="图片 38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09926" y="448282"/>
            <a:ext cx="1719470" cy="22389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007" r="5223"/>
          <a:stretch>
            <a:fillRect/>
          </a:stretch>
        </p:blipFill>
        <p:spPr>
          <a:xfrm>
            <a:off x="4749194" y="0"/>
            <a:ext cx="7442807" cy="6858000"/>
          </a:xfrm>
          <a:custGeom>
            <a:avLst/>
            <a:gdLst>
              <a:gd name="connsiteX0" fmla="*/ 6510652 w 7442807"/>
              <a:gd name="connsiteY0" fmla="*/ 0 h 6858000"/>
              <a:gd name="connsiteX1" fmla="*/ 7163088 w 7442807"/>
              <a:gd name="connsiteY1" fmla="*/ 0 h 6858000"/>
              <a:gd name="connsiteX2" fmla="*/ 7442807 w 7442807"/>
              <a:gd name="connsiteY2" fmla="*/ 14125 h 6858000"/>
              <a:gd name="connsiteX3" fmla="*/ 7442807 w 7442807"/>
              <a:gd name="connsiteY3" fmla="*/ 6858000 h 6858000"/>
              <a:gd name="connsiteX4" fmla="*/ 0 w 7442807"/>
              <a:gd name="connsiteY4" fmla="*/ 6858000 h 6858000"/>
              <a:gd name="connsiteX5" fmla="*/ 33523 w 7442807"/>
              <a:gd name="connsiteY5" fmla="*/ 6194129 h 6858000"/>
              <a:gd name="connsiteX6" fmla="*/ 6248275 w 7442807"/>
              <a:gd name="connsiteY6" fmla="*/ 18702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7442807" h="6858000">
                <a:moveTo>
                  <a:pt x="6510652" y="0"/>
                </a:moveTo>
                <a:lnTo>
                  <a:pt x="7163088" y="0"/>
                </a:lnTo>
                <a:lnTo>
                  <a:pt x="7442807" y="14125"/>
                </a:lnTo>
                <a:lnTo>
                  <a:pt x="7442807" y="6858000"/>
                </a:lnTo>
                <a:lnTo>
                  <a:pt x="0" y="6858000"/>
                </a:lnTo>
                <a:lnTo>
                  <a:pt x="33523" y="6194129"/>
                </a:lnTo>
                <a:cubicBezTo>
                  <a:pt x="365445" y="2925738"/>
                  <a:pt x="2973934" y="330358"/>
                  <a:pt x="6248275" y="18702"/>
                </a:cubicBezTo>
                <a:close/>
              </a:path>
            </a:pathLst>
          </a:custGeom>
        </p:spPr>
      </p:pic>
      <p:sp>
        <p:nvSpPr>
          <p:cNvPr id="6" name="任意多边形: 形状 5"/>
          <p:cNvSpPr/>
          <p:nvPr userDrawn="1"/>
        </p:nvSpPr>
        <p:spPr>
          <a:xfrm rot="16200000">
            <a:off x="7616922" y="2282922"/>
            <a:ext cx="4344560" cy="4805596"/>
          </a:xfrm>
          <a:custGeom>
            <a:avLst/>
            <a:gdLst>
              <a:gd name="connsiteX0" fmla="*/ 4344560 w 4344560"/>
              <a:gd name="connsiteY0" fmla="*/ 4805596 h 4805596"/>
              <a:gd name="connsiteX1" fmla="*/ 2794197 w 4344560"/>
              <a:gd name="connsiteY1" fmla="*/ 4805596 h 4805596"/>
              <a:gd name="connsiteX2" fmla="*/ 2795233 w 4344560"/>
              <a:gd name="connsiteY2" fmla="*/ 4636800 h 4805596"/>
              <a:gd name="connsiteX3" fmla="*/ 2170386 w 4344560"/>
              <a:gd name="connsiteY3" fmla="*/ 2871775 h 4805596"/>
              <a:gd name="connsiteX4" fmla="*/ 137002 w 4344560"/>
              <a:gd name="connsiteY4" fmla="*/ 1578842 h 4805596"/>
              <a:gd name="connsiteX5" fmla="*/ 0 w 4344560"/>
              <a:gd name="connsiteY5" fmla="*/ 1556463 h 4805596"/>
              <a:gd name="connsiteX6" fmla="*/ 0 w 4344560"/>
              <a:gd name="connsiteY6" fmla="*/ 0 h 4805596"/>
              <a:gd name="connsiteX7" fmla="*/ 153586 w 4344560"/>
              <a:gd name="connsiteY7" fmla="*/ 15981 h 4805596"/>
              <a:gd name="connsiteX8" fmla="*/ 3420198 w 4344560"/>
              <a:gd name="connsiteY8" fmla="*/ 1962245 h 4805596"/>
              <a:gd name="connsiteX9" fmla="*/ 4338927 w 4344560"/>
              <a:gd name="connsiteY9" fmla="*/ 4557412 h 48055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4344560" h="4805596">
                <a:moveTo>
                  <a:pt x="4344560" y="4805596"/>
                </a:moveTo>
                <a:lnTo>
                  <a:pt x="2794197" y="4805596"/>
                </a:lnTo>
                <a:lnTo>
                  <a:pt x="2795233" y="4636800"/>
                </a:lnTo>
                <a:cubicBezTo>
                  <a:pt x="2762864" y="4008190"/>
                  <a:pt x="2550192" y="3393678"/>
                  <a:pt x="2170386" y="2871775"/>
                </a:cubicBezTo>
                <a:cubicBezTo>
                  <a:pt x="1676638" y="2193303"/>
                  <a:pt x="947097" y="1735466"/>
                  <a:pt x="137002" y="1578842"/>
                </a:cubicBezTo>
                <a:lnTo>
                  <a:pt x="0" y="1556463"/>
                </a:lnTo>
                <a:lnTo>
                  <a:pt x="0" y="0"/>
                </a:lnTo>
                <a:lnTo>
                  <a:pt x="153586" y="15981"/>
                </a:lnTo>
                <a:cubicBezTo>
                  <a:pt x="1454487" y="189851"/>
                  <a:pt x="2638383" y="887931"/>
                  <a:pt x="3420198" y="1962245"/>
                </a:cubicBezTo>
                <a:cubicBezTo>
                  <a:pt x="3978638" y="2729613"/>
                  <a:pt x="4291335" y="3633149"/>
                  <a:pt x="4338927" y="4557412"/>
                </a:cubicBezTo>
                <a:close/>
              </a:path>
            </a:pathLst>
          </a:custGeom>
          <a:gradFill flip="none" rotWithShape="1">
            <a:gsLst>
              <a:gs pos="0">
                <a:srgbClr val="FD863D">
                  <a:alpha val="31000"/>
                </a:srgbClr>
              </a:gs>
              <a:gs pos="100000">
                <a:srgbClr val="F92864">
                  <a:alpha val="25000"/>
                </a:srgb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grpSp>
        <p:nvGrpSpPr>
          <p:cNvPr id="7" name="组合 6"/>
          <p:cNvGrpSpPr/>
          <p:nvPr userDrawn="1"/>
        </p:nvGrpSpPr>
        <p:grpSpPr>
          <a:xfrm>
            <a:off x="4460862" y="-422031"/>
            <a:ext cx="14714521" cy="14714521"/>
            <a:chOff x="4460862" y="-593271"/>
            <a:chExt cx="14885761" cy="14885761"/>
          </a:xfrm>
        </p:grpSpPr>
        <p:sp>
          <p:nvSpPr>
            <p:cNvPr id="8" name="弧形 7"/>
            <p:cNvSpPr/>
            <p:nvPr/>
          </p:nvSpPr>
          <p:spPr>
            <a:xfrm>
              <a:off x="4460862" y="-593271"/>
              <a:ext cx="14885761" cy="14885761"/>
            </a:xfrm>
            <a:prstGeom prst="arc">
              <a:avLst>
                <a:gd name="adj1" fmla="val 10802852"/>
                <a:gd name="adj2" fmla="val 13892665"/>
              </a:avLst>
            </a:prstGeom>
            <a:ln w="12700">
              <a:solidFill>
                <a:srgbClr val="72717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" name="椭圆 8"/>
            <p:cNvSpPr/>
            <p:nvPr/>
          </p:nvSpPr>
          <p:spPr>
            <a:xfrm>
              <a:off x="7264572" y="873530"/>
              <a:ext cx="185737" cy="185737"/>
            </a:xfrm>
            <a:prstGeom prst="ellipse">
              <a:avLst/>
            </a:prstGeom>
            <a:solidFill>
              <a:srgbClr val="D7000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zh-CN" altLang="en-US"/>
            </a:p>
          </p:txBody>
        </p:sp>
      </p:grpSp>
      <p:sp>
        <p:nvSpPr>
          <p:cNvPr id="12" name="任意多边形: 形状 11"/>
          <p:cNvSpPr/>
          <p:nvPr userDrawn="1"/>
        </p:nvSpPr>
        <p:spPr>
          <a:xfrm rot="2640108">
            <a:off x="-718179" y="5229514"/>
            <a:ext cx="1783615" cy="1503488"/>
          </a:xfrm>
          <a:custGeom>
            <a:avLst/>
            <a:gdLst>
              <a:gd name="connsiteX0" fmla="*/ 0 w 1783615"/>
              <a:gd name="connsiteY0" fmla="*/ 79226 h 1503488"/>
              <a:gd name="connsiteX1" fmla="*/ 116190 w 1783615"/>
              <a:gd name="connsiteY1" fmla="*/ 40704 h 1503488"/>
              <a:gd name="connsiteX2" fmla="*/ 1406613 w 1783615"/>
              <a:gd name="connsiteY2" fmla="*/ 395244 h 1503488"/>
              <a:gd name="connsiteX3" fmla="*/ 1758984 w 1783615"/>
              <a:gd name="connsiteY3" fmla="*/ 994118 h 1503488"/>
              <a:gd name="connsiteX4" fmla="*/ 1783615 w 1783615"/>
              <a:gd name="connsiteY4" fmla="*/ 1109331 h 1503488"/>
              <a:gd name="connsiteX5" fmla="*/ 1375480 w 1783615"/>
              <a:gd name="connsiteY5" fmla="*/ 1503488 h 1503488"/>
              <a:gd name="connsiteX6" fmla="*/ 1350967 w 1783615"/>
              <a:gd name="connsiteY6" fmla="*/ 1478106 h 1503488"/>
              <a:gd name="connsiteX7" fmla="*/ 1356484 w 1783615"/>
              <a:gd name="connsiteY7" fmla="*/ 1444589 h 1503488"/>
              <a:gd name="connsiteX8" fmla="*/ 1089908 w 1783615"/>
              <a:gd name="connsiteY8" fmla="*/ 714601 h 1503488"/>
              <a:gd name="connsiteX9" fmla="*/ 490738 w 1783615"/>
              <a:gd name="connsiteY9" fmla="*/ 450844 h 1503488"/>
              <a:gd name="connsiteX10" fmla="*/ 361954 w 1783615"/>
              <a:gd name="connsiteY10" fmla="*/ 454017 h 15034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783615" h="1503488">
                <a:moveTo>
                  <a:pt x="0" y="79226"/>
                </a:moveTo>
                <a:lnTo>
                  <a:pt x="116190" y="40704"/>
                </a:lnTo>
                <a:cubicBezTo>
                  <a:pt x="573845" y="-73853"/>
                  <a:pt x="1064745" y="56216"/>
                  <a:pt x="1406613" y="395244"/>
                </a:cubicBezTo>
                <a:cubicBezTo>
                  <a:pt x="1577547" y="564759"/>
                  <a:pt x="1696553" y="771966"/>
                  <a:pt x="1758984" y="994118"/>
                </a:cubicBezTo>
                <a:lnTo>
                  <a:pt x="1783615" y="1109331"/>
                </a:lnTo>
                <a:lnTo>
                  <a:pt x="1375480" y="1503488"/>
                </a:lnTo>
                <a:lnTo>
                  <a:pt x="1350967" y="1478106"/>
                </a:lnTo>
                <a:lnTo>
                  <a:pt x="1356484" y="1444589"/>
                </a:lnTo>
                <a:cubicBezTo>
                  <a:pt x="1380332" y="1178229"/>
                  <a:pt x="1286244" y="909306"/>
                  <a:pt x="1089908" y="714601"/>
                </a:cubicBezTo>
                <a:cubicBezTo>
                  <a:pt x="926295" y="552347"/>
                  <a:pt x="711736" y="461525"/>
                  <a:pt x="490738" y="450844"/>
                </a:cubicBezTo>
                <a:lnTo>
                  <a:pt x="361954" y="454017"/>
                </a:lnTo>
                <a:close/>
              </a:path>
            </a:pathLst>
          </a:custGeom>
          <a:solidFill>
            <a:srgbClr val="727171">
              <a:alpha val="6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grpSp>
        <p:nvGrpSpPr>
          <p:cNvPr id="13" name="组合 12"/>
          <p:cNvGrpSpPr/>
          <p:nvPr userDrawn="1"/>
        </p:nvGrpSpPr>
        <p:grpSpPr>
          <a:xfrm rot="9328605">
            <a:off x="-2953853" y="4081333"/>
            <a:ext cx="4251748" cy="4248277"/>
            <a:chOff x="5364020" y="-1617552"/>
            <a:chExt cx="10101349" cy="10093104"/>
          </a:xfrm>
        </p:grpSpPr>
        <p:sp>
          <p:nvSpPr>
            <p:cNvPr id="14" name="椭圆 13"/>
            <p:cNvSpPr/>
            <p:nvPr/>
          </p:nvSpPr>
          <p:spPr>
            <a:xfrm>
              <a:off x="5364020" y="2270485"/>
              <a:ext cx="243840" cy="243840"/>
            </a:xfrm>
            <a:prstGeom prst="ellipse">
              <a:avLst/>
            </a:prstGeom>
            <a:solidFill>
              <a:srgbClr val="727171">
                <a:alpha val="12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15" name="弧形 14"/>
            <p:cNvSpPr/>
            <p:nvPr/>
          </p:nvSpPr>
          <p:spPr>
            <a:xfrm rot="19355239">
              <a:off x="5372265" y="-1617552"/>
              <a:ext cx="10093104" cy="10093104"/>
            </a:xfrm>
            <a:prstGeom prst="arc">
              <a:avLst>
                <a:gd name="adj1" fmla="val 10480822"/>
                <a:gd name="adj2" fmla="val 13388850"/>
              </a:avLst>
            </a:prstGeom>
            <a:ln w="12700">
              <a:solidFill>
                <a:srgbClr val="727171">
                  <a:alpha val="12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" name="弧形 15"/>
            <p:cNvSpPr/>
            <p:nvPr/>
          </p:nvSpPr>
          <p:spPr>
            <a:xfrm rot="3378363">
              <a:off x="5372265" y="-1617552"/>
              <a:ext cx="10093104" cy="10093104"/>
            </a:xfrm>
            <a:prstGeom prst="arc">
              <a:avLst>
                <a:gd name="adj1" fmla="val 8216217"/>
                <a:gd name="adj2" fmla="val 10007891"/>
              </a:avLst>
            </a:prstGeom>
            <a:ln w="12700">
              <a:solidFill>
                <a:srgbClr val="727171">
                  <a:alpha val="12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3" name="文本占位符 2"/>
          <p:cNvSpPr>
            <a:spLocks noGrp="1"/>
          </p:cNvSpPr>
          <p:nvPr>
            <p:ph type="body" sz="quarter" idx="10" hasCustomPrompt="1"/>
          </p:nvPr>
        </p:nvSpPr>
        <p:spPr>
          <a:xfrm>
            <a:off x="459697" y="3303348"/>
            <a:ext cx="3756743" cy="584775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3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zh-CN" altLang="en-US" dirty="0"/>
              <a:t>点击添加一级标题</a:t>
            </a:r>
          </a:p>
        </p:txBody>
      </p:sp>
      <p:sp>
        <p:nvSpPr>
          <p:cNvPr id="19" name="文本占位符 2"/>
          <p:cNvSpPr>
            <a:spLocks noGrp="1"/>
          </p:cNvSpPr>
          <p:nvPr>
            <p:ph type="body" sz="quarter" idx="11" hasCustomPrompt="1"/>
          </p:nvPr>
        </p:nvSpPr>
        <p:spPr>
          <a:xfrm>
            <a:off x="459697" y="3838766"/>
            <a:ext cx="3756743" cy="663002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180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altLang="zh-CN" dirty="0"/>
              <a:t>Copy paste fonts. Choose the only option to retain text.</a:t>
            </a:r>
          </a:p>
        </p:txBody>
      </p:sp>
      <p:pic>
        <p:nvPicPr>
          <p:cNvPr id="22" name="图片 21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09926" y="448282"/>
            <a:ext cx="1719470" cy="22389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666750" y="136526"/>
            <a:ext cx="10858500" cy="549274"/>
          </a:xfrm>
        </p:spPr>
        <p:txBody>
          <a:bodyPr/>
          <a:lstStyle/>
          <a:p>
            <a:r>
              <a:rPr lang="zh-CN" altLang="en-US" dirty="0"/>
              <a:t>单击此处编辑母版标题样式 </a:t>
            </a:r>
            <a:r>
              <a:rPr lang="en-US" altLang="zh-CN" dirty="0"/>
              <a:t>-26pt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r>
              <a:rPr lang="zh-CN" altLang="en-US" sz="2000" dirty="0"/>
              <a:t>一级标题</a:t>
            </a:r>
            <a:r>
              <a:rPr lang="ja-JP" altLang="en-US" sz="2000" dirty="0"/>
              <a:t> </a:t>
            </a:r>
            <a:r>
              <a:rPr lang="en-US" altLang="zh-CN" sz="2000" dirty="0"/>
              <a:t>-20pt</a:t>
            </a:r>
          </a:p>
          <a:p>
            <a:pPr lvl="1"/>
            <a:r>
              <a:rPr lang="zh-CN" altLang="en-US" sz="1800" dirty="0"/>
              <a:t>二级标题</a:t>
            </a:r>
            <a:r>
              <a:rPr lang="en-US" altLang="zh-CN" sz="1800" dirty="0"/>
              <a:t> -18pt</a:t>
            </a:r>
          </a:p>
          <a:p>
            <a:pPr lvl="2"/>
            <a:r>
              <a:rPr lang="zh-CN" altLang="en-US" sz="1600" dirty="0"/>
              <a:t>三级</a:t>
            </a:r>
            <a:r>
              <a:rPr lang="zh-CN" altLang="en-US" sz="100" dirty="0"/>
              <a:t> </a:t>
            </a:r>
            <a:r>
              <a:rPr lang="zh-CN" altLang="en-US" sz="1600" dirty="0"/>
              <a:t>标题</a:t>
            </a:r>
            <a:r>
              <a:rPr lang="en-US" altLang="zh-CN" sz="1600" dirty="0"/>
              <a:t> -16pt</a:t>
            </a:r>
          </a:p>
          <a:p>
            <a:pPr lvl="3"/>
            <a:r>
              <a:rPr lang="zh-CN" altLang="en-US" sz="1400" dirty="0"/>
              <a:t>四级标题</a:t>
            </a:r>
            <a:r>
              <a:rPr lang="en-US" altLang="zh-CN" sz="1400" dirty="0"/>
              <a:t> -14pt</a:t>
            </a:r>
          </a:p>
          <a:p>
            <a:pPr lvl="4"/>
            <a:r>
              <a:rPr lang="en-US" altLang="zh-CN" dirty="0"/>
              <a:t>…</a:t>
            </a:r>
          </a:p>
          <a:p>
            <a:pPr lvl="4"/>
            <a:r>
              <a:rPr lang="zh-CN" altLang="en-US" sz="1100" dirty="0"/>
              <a:t>正文</a:t>
            </a:r>
            <a:r>
              <a:rPr lang="en-US" altLang="zh-CN" sz="1100" dirty="0"/>
              <a:t> -11pt</a:t>
            </a:r>
            <a:endParaRPr lang="zh-CN" altLang="en-US" sz="1100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660400" y="6350000"/>
            <a:ext cx="4248978" cy="365125"/>
          </a:xfrm>
        </p:spPr>
        <p:txBody>
          <a:bodyPr/>
          <a:lstStyle>
            <a:lvl1pPr algn="l">
              <a:defRPr/>
            </a:lvl1pPr>
          </a:lstStyle>
          <a:p>
            <a:r>
              <a:rPr lang="en-US" altLang="zh-CN"/>
              <a:t>© </a:t>
            </a:r>
            <a:r>
              <a:rPr lang="zh-CN" altLang="en-US"/>
              <a:t>杭州海康威视数字技术股份有限公司版权所有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C946CC-EE93-41DB-9128-F8894F1B0EE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666750" y="136526"/>
            <a:ext cx="10858500" cy="549274"/>
          </a:xfrm>
        </p:spPr>
        <p:txBody>
          <a:bodyPr/>
          <a:lstStyle/>
          <a:p>
            <a:r>
              <a:rPr lang="zh-CN" altLang="en-US" dirty="0"/>
              <a:t>单击此处编辑母版标题样式 </a:t>
            </a:r>
            <a:r>
              <a:rPr lang="en-US" altLang="zh-CN" dirty="0"/>
              <a:t>-26pt</a:t>
            </a:r>
            <a:endParaRPr lang="zh-CN" altLang="en-US" dirty="0"/>
          </a:p>
        </p:txBody>
      </p:sp>
      <p:sp>
        <p:nvSpPr>
          <p:cNvPr id="6" name="页脚占位符 2"/>
          <p:cNvSpPr>
            <a:spLocks noGrp="1"/>
          </p:cNvSpPr>
          <p:nvPr>
            <p:ph type="ftr" sz="quarter" idx="10"/>
          </p:nvPr>
        </p:nvSpPr>
        <p:spPr>
          <a:xfrm>
            <a:off x="660400" y="6350000"/>
            <a:ext cx="4248978" cy="365125"/>
          </a:xfrm>
        </p:spPr>
        <p:txBody>
          <a:bodyPr/>
          <a:lstStyle/>
          <a:p>
            <a:r>
              <a:rPr lang="en-US" altLang="zh-CN" dirty="0"/>
              <a:t>© </a:t>
            </a:r>
            <a:r>
              <a:rPr lang="zh-CN" altLang="en-US" dirty="0"/>
              <a:t>杭州海康威视数字技术股份有限公司版权所有</a:t>
            </a:r>
          </a:p>
        </p:txBody>
      </p:sp>
      <p:sp>
        <p:nvSpPr>
          <p:cNvPr id="7" name="灯片编号占位符 3"/>
          <p:cNvSpPr>
            <a:spLocks noGrp="1"/>
          </p:cNvSpPr>
          <p:nvPr>
            <p:ph type="sldNum" sz="quarter" idx="11"/>
          </p:nvPr>
        </p:nvSpPr>
        <p:spPr>
          <a:xfrm>
            <a:off x="8686248" y="6356350"/>
            <a:ext cx="2832652" cy="365125"/>
          </a:xfrm>
        </p:spPr>
        <p:txBody>
          <a:bodyPr/>
          <a:lstStyle/>
          <a:p>
            <a:fld id="{E7C946CC-EE93-41DB-9128-F8894F1B0EE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图片 53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930" b="23680"/>
          <a:stretch>
            <a:fillRect/>
          </a:stretch>
        </p:blipFill>
        <p:spPr>
          <a:xfrm>
            <a:off x="0" y="2101434"/>
            <a:ext cx="10737448" cy="4652463"/>
          </a:xfrm>
          <a:prstGeom prst="rect">
            <a:avLst/>
          </a:prstGeom>
        </p:spPr>
      </p:pic>
      <p:sp>
        <p:nvSpPr>
          <p:cNvPr id="55" name="任意多边形: 形状 54"/>
          <p:cNvSpPr/>
          <p:nvPr userDrawn="1"/>
        </p:nvSpPr>
        <p:spPr>
          <a:xfrm>
            <a:off x="5744120" y="1"/>
            <a:ext cx="6447881" cy="6858001"/>
          </a:xfrm>
          <a:custGeom>
            <a:avLst/>
            <a:gdLst>
              <a:gd name="connsiteX0" fmla="*/ 1392437 w 6447881"/>
              <a:gd name="connsiteY0" fmla="*/ 0 h 6858001"/>
              <a:gd name="connsiteX1" fmla="*/ 6447881 w 6447881"/>
              <a:gd name="connsiteY1" fmla="*/ 0 h 6858001"/>
              <a:gd name="connsiteX2" fmla="*/ 6447881 w 6447881"/>
              <a:gd name="connsiteY2" fmla="*/ 6858001 h 6858001"/>
              <a:gd name="connsiteX3" fmla="*/ 1392438 w 6447881"/>
              <a:gd name="connsiteY3" fmla="*/ 6858001 h 6858001"/>
              <a:gd name="connsiteX4" fmla="*/ 1278782 w 6447881"/>
              <a:gd name="connsiteY4" fmla="*/ 6738792 h 6858001"/>
              <a:gd name="connsiteX5" fmla="*/ 0 w 6447881"/>
              <a:gd name="connsiteY5" fmla="*/ 3429000 h 6858001"/>
              <a:gd name="connsiteX6" fmla="*/ 1278782 w 6447881"/>
              <a:gd name="connsiteY6" fmla="*/ 119209 h 68580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447881" h="6858001">
                <a:moveTo>
                  <a:pt x="1392437" y="0"/>
                </a:moveTo>
                <a:lnTo>
                  <a:pt x="6447881" y="0"/>
                </a:lnTo>
                <a:lnTo>
                  <a:pt x="6447881" y="6858001"/>
                </a:lnTo>
                <a:lnTo>
                  <a:pt x="1392438" y="6858001"/>
                </a:lnTo>
                <a:lnTo>
                  <a:pt x="1278782" y="6738792"/>
                </a:lnTo>
                <a:cubicBezTo>
                  <a:pt x="484253" y="5864615"/>
                  <a:pt x="0" y="4703360"/>
                  <a:pt x="0" y="3429000"/>
                </a:cubicBezTo>
                <a:cubicBezTo>
                  <a:pt x="0" y="2154641"/>
                  <a:pt x="484253" y="993385"/>
                  <a:pt x="1278782" y="119209"/>
                </a:cubicBezTo>
                <a:close/>
              </a:path>
            </a:pathLst>
          </a:custGeom>
          <a:solidFill>
            <a:srgbClr val="D7000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pic>
        <p:nvPicPr>
          <p:cNvPr id="56" name="图片 55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9190" t="1021" r="18116" b="527"/>
          <a:stretch>
            <a:fillRect/>
          </a:stretch>
        </p:blipFill>
        <p:spPr>
          <a:xfrm>
            <a:off x="5925639" y="1"/>
            <a:ext cx="6266363" cy="6858000"/>
          </a:xfrm>
          <a:custGeom>
            <a:avLst/>
            <a:gdLst>
              <a:gd name="connsiteX0" fmla="*/ 1468957 w 6266363"/>
              <a:gd name="connsiteY0" fmla="*/ 0 h 6858000"/>
              <a:gd name="connsiteX1" fmla="*/ 6266363 w 6266363"/>
              <a:gd name="connsiteY1" fmla="*/ 0 h 6858000"/>
              <a:gd name="connsiteX2" fmla="*/ 6266363 w 6266363"/>
              <a:gd name="connsiteY2" fmla="*/ 6858000 h 6858000"/>
              <a:gd name="connsiteX3" fmla="*/ 1468959 w 6266363"/>
              <a:gd name="connsiteY3" fmla="*/ 6858000 h 6858000"/>
              <a:gd name="connsiteX4" fmla="*/ 1388608 w 6266363"/>
              <a:gd name="connsiteY4" fmla="*/ 6781394 h 6858000"/>
              <a:gd name="connsiteX5" fmla="*/ 0 w 6266363"/>
              <a:gd name="connsiteY5" fmla="*/ 3429000 h 6858000"/>
              <a:gd name="connsiteX6" fmla="*/ 1388608 w 6266363"/>
              <a:gd name="connsiteY6" fmla="*/ 76606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266363" h="6858000">
                <a:moveTo>
                  <a:pt x="1468957" y="0"/>
                </a:moveTo>
                <a:lnTo>
                  <a:pt x="6266363" y="0"/>
                </a:lnTo>
                <a:lnTo>
                  <a:pt x="6266363" y="6858000"/>
                </a:lnTo>
                <a:lnTo>
                  <a:pt x="1468959" y="6858000"/>
                </a:lnTo>
                <a:lnTo>
                  <a:pt x="1388608" y="6781394"/>
                </a:lnTo>
                <a:cubicBezTo>
                  <a:pt x="530655" y="5923442"/>
                  <a:pt x="0" y="4738192"/>
                  <a:pt x="0" y="3429000"/>
                </a:cubicBezTo>
                <a:cubicBezTo>
                  <a:pt x="0" y="2119809"/>
                  <a:pt x="530656" y="934558"/>
                  <a:pt x="1388608" y="76606"/>
                </a:cubicBezTo>
                <a:close/>
              </a:path>
            </a:pathLst>
          </a:custGeom>
        </p:spPr>
      </p:pic>
      <p:grpSp>
        <p:nvGrpSpPr>
          <p:cNvPr id="57" name="组合 56"/>
          <p:cNvGrpSpPr/>
          <p:nvPr userDrawn="1"/>
        </p:nvGrpSpPr>
        <p:grpSpPr>
          <a:xfrm>
            <a:off x="5457993" y="-1617552"/>
            <a:ext cx="10093104" cy="10093104"/>
            <a:chOff x="5372265" y="-1617552"/>
            <a:chExt cx="10093104" cy="10093104"/>
          </a:xfrm>
        </p:grpSpPr>
        <p:sp>
          <p:nvSpPr>
            <p:cNvPr id="58" name="椭圆 57"/>
            <p:cNvSpPr/>
            <p:nvPr/>
          </p:nvSpPr>
          <p:spPr>
            <a:xfrm>
              <a:off x="5399580" y="2275565"/>
              <a:ext cx="183600" cy="183600"/>
            </a:xfrm>
            <a:prstGeom prst="ellipse">
              <a:avLst/>
            </a:prstGeom>
            <a:solidFill>
              <a:srgbClr val="D7000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59" name="弧形 58"/>
            <p:cNvSpPr/>
            <p:nvPr/>
          </p:nvSpPr>
          <p:spPr>
            <a:xfrm rot="19355239">
              <a:off x="5372265" y="-1617552"/>
              <a:ext cx="10093104" cy="10093104"/>
            </a:xfrm>
            <a:prstGeom prst="arc">
              <a:avLst>
                <a:gd name="adj1" fmla="val 10480822"/>
                <a:gd name="adj2" fmla="val 13388850"/>
              </a:avLst>
            </a:prstGeom>
            <a:ln w="12700">
              <a:solidFill>
                <a:srgbClr val="72717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0" name="弧形 59"/>
            <p:cNvSpPr/>
            <p:nvPr/>
          </p:nvSpPr>
          <p:spPr>
            <a:xfrm rot="3378363">
              <a:off x="5372265" y="-1617552"/>
              <a:ext cx="10093104" cy="10093104"/>
            </a:xfrm>
            <a:prstGeom prst="arc">
              <a:avLst>
                <a:gd name="adj1" fmla="val 8216217"/>
                <a:gd name="adj2" fmla="val 10007891"/>
              </a:avLst>
            </a:prstGeom>
            <a:ln w="12700">
              <a:solidFill>
                <a:srgbClr val="72717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sp>
        <p:nvSpPr>
          <p:cNvPr id="61" name="任意多边形: 形状 60"/>
          <p:cNvSpPr/>
          <p:nvPr userDrawn="1"/>
        </p:nvSpPr>
        <p:spPr>
          <a:xfrm rot="2640108">
            <a:off x="-718179" y="5229514"/>
            <a:ext cx="1783615" cy="1503488"/>
          </a:xfrm>
          <a:custGeom>
            <a:avLst/>
            <a:gdLst>
              <a:gd name="connsiteX0" fmla="*/ 0 w 1783615"/>
              <a:gd name="connsiteY0" fmla="*/ 79226 h 1503488"/>
              <a:gd name="connsiteX1" fmla="*/ 116190 w 1783615"/>
              <a:gd name="connsiteY1" fmla="*/ 40704 h 1503488"/>
              <a:gd name="connsiteX2" fmla="*/ 1406613 w 1783615"/>
              <a:gd name="connsiteY2" fmla="*/ 395244 h 1503488"/>
              <a:gd name="connsiteX3" fmla="*/ 1758984 w 1783615"/>
              <a:gd name="connsiteY3" fmla="*/ 994118 h 1503488"/>
              <a:gd name="connsiteX4" fmla="*/ 1783615 w 1783615"/>
              <a:gd name="connsiteY4" fmla="*/ 1109331 h 1503488"/>
              <a:gd name="connsiteX5" fmla="*/ 1375480 w 1783615"/>
              <a:gd name="connsiteY5" fmla="*/ 1503488 h 1503488"/>
              <a:gd name="connsiteX6" fmla="*/ 1350967 w 1783615"/>
              <a:gd name="connsiteY6" fmla="*/ 1478106 h 1503488"/>
              <a:gd name="connsiteX7" fmla="*/ 1356484 w 1783615"/>
              <a:gd name="connsiteY7" fmla="*/ 1444589 h 1503488"/>
              <a:gd name="connsiteX8" fmla="*/ 1089908 w 1783615"/>
              <a:gd name="connsiteY8" fmla="*/ 714601 h 1503488"/>
              <a:gd name="connsiteX9" fmla="*/ 490738 w 1783615"/>
              <a:gd name="connsiteY9" fmla="*/ 450844 h 1503488"/>
              <a:gd name="connsiteX10" fmla="*/ 361954 w 1783615"/>
              <a:gd name="connsiteY10" fmla="*/ 454017 h 15034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783615" h="1503488">
                <a:moveTo>
                  <a:pt x="0" y="79226"/>
                </a:moveTo>
                <a:lnTo>
                  <a:pt x="116190" y="40704"/>
                </a:lnTo>
                <a:cubicBezTo>
                  <a:pt x="573845" y="-73853"/>
                  <a:pt x="1064745" y="56216"/>
                  <a:pt x="1406613" y="395244"/>
                </a:cubicBezTo>
                <a:cubicBezTo>
                  <a:pt x="1577547" y="564759"/>
                  <a:pt x="1696553" y="771966"/>
                  <a:pt x="1758984" y="994118"/>
                </a:cubicBezTo>
                <a:lnTo>
                  <a:pt x="1783615" y="1109331"/>
                </a:lnTo>
                <a:lnTo>
                  <a:pt x="1375480" y="1503488"/>
                </a:lnTo>
                <a:lnTo>
                  <a:pt x="1350967" y="1478106"/>
                </a:lnTo>
                <a:lnTo>
                  <a:pt x="1356484" y="1444589"/>
                </a:lnTo>
                <a:cubicBezTo>
                  <a:pt x="1380332" y="1178229"/>
                  <a:pt x="1286244" y="909306"/>
                  <a:pt x="1089908" y="714601"/>
                </a:cubicBezTo>
                <a:cubicBezTo>
                  <a:pt x="926295" y="552347"/>
                  <a:pt x="711736" y="461525"/>
                  <a:pt x="490738" y="450844"/>
                </a:cubicBezTo>
                <a:lnTo>
                  <a:pt x="361954" y="454017"/>
                </a:lnTo>
                <a:close/>
              </a:path>
            </a:pathLst>
          </a:custGeom>
          <a:solidFill>
            <a:srgbClr val="727171">
              <a:alpha val="7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grpSp>
        <p:nvGrpSpPr>
          <p:cNvPr id="62" name="组合 61"/>
          <p:cNvGrpSpPr/>
          <p:nvPr userDrawn="1"/>
        </p:nvGrpSpPr>
        <p:grpSpPr>
          <a:xfrm rot="9328605">
            <a:off x="-2953853" y="4081333"/>
            <a:ext cx="4251748" cy="4248277"/>
            <a:chOff x="5364020" y="-1617552"/>
            <a:chExt cx="10101349" cy="10093104"/>
          </a:xfrm>
        </p:grpSpPr>
        <p:sp>
          <p:nvSpPr>
            <p:cNvPr id="63" name="椭圆 62"/>
            <p:cNvSpPr/>
            <p:nvPr/>
          </p:nvSpPr>
          <p:spPr>
            <a:xfrm>
              <a:off x="5364020" y="2270485"/>
              <a:ext cx="243840" cy="243840"/>
            </a:xfrm>
            <a:prstGeom prst="ellipse">
              <a:avLst/>
            </a:prstGeom>
            <a:solidFill>
              <a:srgbClr val="D7000F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64" name="弧形 63"/>
            <p:cNvSpPr/>
            <p:nvPr/>
          </p:nvSpPr>
          <p:spPr>
            <a:xfrm rot="19355239">
              <a:off x="5372265" y="-1617552"/>
              <a:ext cx="10093104" cy="10093104"/>
            </a:xfrm>
            <a:prstGeom prst="arc">
              <a:avLst>
                <a:gd name="adj1" fmla="val 10480822"/>
                <a:gd name="adj2" fmla="val 13388850"/>
              </a:avLst>
            </a:prstGeom>
            <a:ln w="12700">
              <a:solidFill>
                <a:srgbClr val="727171">
                  <a:alpha val="21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5" name="弧形 64"/>
            <p:cNvSpPr/>
            <p:nvPr/>
          </p:nvSpPr>
          <p:spPr>
            <a:xfrm rot="3378363">
              <a:off x="5372265" y="-1617552"/>
              <a:ext cx="10093104" cy="10093104"/>
            </a:xfrm>
            <a:prstGeom prst="arc">
              <a:avLst>
                <a:gd name="adj1" fmla="val 8216217"/>
                <a:gd name="adj2" fmla="val 10007891"/>
              </a:avLst>
            </a:prstGeom>
            <a:ln w="12700">
              <a:solidFill>
                <a:srgbClr val="727171">
                  <a:alpha val="29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pic>
        <p:nvPicPr>
          <p:cNvPr id="67" name="图片 66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23" b="723"/>
          <a:stretch>
            <a:fillRect/>
          </a:stretch>
        </p:blipFill>
        <p:spPr>
          <a:xfrm>
            <a:off x="582168" y="3375614"/>
            <a:ext cx="1236703" cy="1218809"/>
          </a:xfrm>
          <a:prstGeom prst="rect">
            <a:avLst/>
          </a:prstGeom>
        </p:spPr>
      </p:pic>
      <p:sp>
        <p:nvSpPr>
          <p:cNvPr id="68" name="文本框 67"/>
          <p:cNvSpPr txBox="1"/>
          <p:nvPr userDrawn="1"/>
        </p:nvSpPr>
        <p:spPr>
          <a:xfrm>
            <a:off x="563880" y="3127287"/>
            <a:ext cx="1481496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000" dirty="0">
                <a:solidFill>
                  <a:srgbClr val="D7000F"/>
                </a:solidFill>
              </a:rPr>
              <a:t>WWW.HIKISION.COM</a:t>
            </a:r>
            <a:endParaRPr lang="zh-CN" altLang="en-US" sz="1000" dirty="0">
              <a:solidFill>
                <a:srgbClr val="D7000F"/>
              </a:solidFill>
            </a:endParaRPr>
          </a:p>
        </p:txBody>
      </p:sp>
      <p:sp>
        <p:nvSpPr>
          <p:cNvPr id="92" name="文本占位符 2"/>
          <p:cNvSpPr>
            <a:spLocks noGrp="1"/>
          </p:cNvSpPr>
          <p:nvPr>
            <p:ph type="body" sz="quarter" idx="10" hasCustomPrompt="1"/>
          </p:nvPr>
        </p:nvSpPr>
        <p:spPr>
          <a:xfrm>
            <a:off x="543764" y="1532546"/>
            <a:ext cx="4893452" cy="830997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4900">
                <a:solidFill>
                  <a:schemeClr val="accent1"/>
                </a:solidFill>
                <a:latin typeface="+mj-ea"/>
                <a:ea typeface="+mj-ea"/>
              </a:defRPr>
            </a:lvl1pPr>
          </a:lstStyle>
          <a:p>
            <a:pPr lvl="0"/>
            <a:r>
              <a:rPr lang="en-US" altLang="zh-CN" dirty="0"/>
              <a:t>THANK YOU</a:t>
            </a:r>
          </a:p>
        </p:txBody>
      </p:sp>
      <p:pic>
        <p:nvPicPr>
          <p:cNvPr id="20" name="图片 19"/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09926" y="448282"/>
            <a:ext cx="1719470" cy="223895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660400" y="136526"/>
            <a:ext cx="10858500" cy="54927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zh-CN" altLang="en-US" dirty="0"/>
              <a:t>单击此处编辑母版标题样式 </a:t>
            </a:r>
            <a:r>
              <a:rPr lang="en-US" altLang="zh-CN" dirty="0"/>
              <a:t>-26pt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60400" y="746734"/>
            <a:ext cx="10858500" cy="547066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r>
              <a:rPr lang="zh-CN" altLang="en-US" sz="2000" dirty="0"/>
              <a:t>一级标题</a:t>
            </a:r>
            <a:r>
              <a:rPr lang="ja-JP" altLang="en-US" sz="2000" dirty="0"/>
              <a:t> </a:t>
            </a:r>
            <a:r>
              <a:rPr lang="en-US" altLang="zh-CN" sz="2000" dirty="0"/>
              <a:t>-20pt</a:t>
            </a:r>
          </a:p>
          <a:p>
            <a:pPr lvl="1"/>
            <a:r>
              <a:rPr lang="zh-CN" altLang="en-US" sz="1800" dirty="0"/>
              <a:t>二级标题</a:t>
            </a:r>
            <a:r>
              <a:rPr lang="en-US" altLang="zh-CN" sz="1800" dirty="0"/>
              <a:t> -18pt</a:t>
            </a:r>
          </a:p>
          <a:p>
            <a:pPr lvl="2"/>
            <a:r>
              <a:rPr lang="zh-CN" altLang="en-US" sz="1600" dirty="0"/>
              <a:t>三级</a:t>
            </a:r>
            <a:r>
              <a:rPr lang="zh-CN" altLang="en-US" sz="100" dirty="0"/>
              <a:t> </a:t>
            </a:r>
            <a:r>
              <a:rPr lang="zh-CN" altLang="en-US" sz="1600" dirty="0"/>
              <a:t>标题</a:t>
            </a:r>
            <a:r>
              <a:rPr lang="en-US" altLang="zh-CN" sz="1600" dirty="0"/>
              <a:t> -16pt</a:t>
            </a:r>
          </a:p>
          <a:p>
            <a:pPr lvl="3"/>
            <a:r>
              <a:rPr lang="zh-CN" altLang="en-US" sz="1400" dirty="0"/>
              <a:t>四级标题</a:t>
            </a:r>
            <a:r>
              <a:rPr lang="en-US" altLang="zh-CN" sz="1400" dirty="0"/>
              <a:t> -14pt</a:t>
            </a:r>
          </a:p>
          <a:p>
            <a:pPr lvl="4"/>
            <a:r>
              <a:rPr lang="en-US" altLang="zh-CN" dirty="0"/>
              <a:t>…</a:t>
            </a:r>
          </a:p>
          <a:p>
            <a:pPr lvl="4"/>
            <a:r>
              <a:rPr lang="zh-CN" altLang="en-US" sz="1100" dirty="0"/>
              <a:t>正文</a:t>
            </a:r>
            <a:r>
              <a:rPr lang="en-US" altLang="zh-CN" sz="1100" dirty="0"/>
              <a:t> -11pt</a:t>
            </a:r>
            <a:endParaRPr lang="zh-CN" altLang="en-US" sz="1100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660400" y="6356350"/>
            <a:ext cx="424897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altLang="zh-CN"/>
              <a:t>© </a:t>
            </a:r>
            <a:r>
              <a:rPr lang="zh-CN" altLang="en-US"/>
              <a:t>杭州海康威视数字技术股份有限公司版权所有</a:t>
            </a:r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86248" y="6356350"/>
            <a:ext cx="283265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7C946CC-EE93-41DB-9128-F8894F1B0EE4}" type="slidenum">
              <a:rPr lang="zh-CN" altLang="en-US" smtClean="0"/>
              <a:t>‹#›</a:t>
            </a:fld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 flipH="1">
            <a:off x="10873090" y="4082052"/>
            <a:ext cx="4366904" cy="4248277"/>
            <a:chOff x="-2953853" y="4081333"/>
            <a:chExt cx="4251748" cy="4248277"/>
          </a:xfrm>
        </p:grpSpPr>
        <p:sp>
          <p:nvSpPr>
            <p:cNvPr id="14" name="任意多边形: 形状 13"/>
            <p:cNvSpPr/>
            <p:nvPr/>
          </p:nvSpPr>
          <p:spPr>
            <a:xfrm rot="2640108">
              <a:off x="-718179" y="5229514"/>
              <a:ext cx="1783615" cy="1503488"/>
            </a:xfrm>
            <a:custGeom>
              <a:avLst/>
              <a:gdLst>
                <a:gd name="connsiteX0" fmla="*/ 0 w 1783615"/>
                <a:gd name="connsiteY0" fmla="*/ 79226 h 1503488"/>
                <a:gd name="connsiteX1" fmla="*/ 116190 w 1783615"/>
                <a:gd name="connsiteY1" fmla="*/ 40704 h 1503488"/>
                <a:gd name="connsiteX2" fmla="*/ 1406613 w 1783615"/>
                <a:gd name="connsiteY2" fmla="*/ 395244 h 1503488"/>
                <a:gd name="connsiteX3" fmla="*/ 1758984 w 1783615"/>
                <a:gd name="connsiteY3" fmla="*/ 994118 h 1503488"/>
                <a:gd name="connsiteX4" fmla="*/ 1783615 w 1783615"/>
                <a:gd name="connsiteY4" fmla="*/ 1109331 h 1503488"/>
                <a:gd name="connsiteX5" fmla="*/ 1375480 w 1783615"/>
                <a:gd name="connsiteY5" fmla="*/ 1503488 h 1503488"/>
                <a:gd name="connsiteX6" fmla="*/ 1350967 w 1783615"/>
                <a:gd name="connsiteY6" fmla="*/ 1478106 h 1503488"/>
                <a:gd name="connsiteX7" fmla="*/ 1356484 w 1783615"/>
                <a:gd name="connsiteY7" fmla="*/ 1444589 h 1503488"/>
                <a:gd name="connsiteX8" fmla="*/ 1089908 w 1783615"/>
                <a:gd name="connsiteY8" fmla="*/ 714601 h 1503488"/>
                <a:gd name="connsiteX9" fmla="*/ 490738 w 1783615"/>
                <a:gd name="connsiteY9" fmla="*/ 450844 h 1503488"/>
                <a:gd name="connsiteX10" fmla="*/ 361954 w 1783615"/>
                <a:gd name="connsiteY10" fmla="*/ 454017 h 15034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783615" h="1503488">
                  <a:moveTo>
                    <a:pt x="0" y="79226"/>
                  </a:moveTo>
                  <a:lnTo>
                    <a:pt x="116190" y="40704"/>
                  </a:lnTo>
                  <a:cubicBezTo>
                    <a:pt x="573845" y="-73853"/>
                    <a:pt x="1064745" y="56216"/>
                    <a:pt x="1406613" y="395244"/>
                  </a:cubicBezTo>
                  <a:cubicBezTo>
                    <a:pt x="1577547" y="564759"/>
                    <a:pt x="1696553" y="771966"/>
                    <a:pt x="1758984" y="994118"/>
                  </a:cubicBezTo>
                  <a:lnTo>
                    <a:pt x="1783615" y="1109331"/>
                  </a:lnTo>
                  <a:lnTo>
                    <a:pt x="1375480" y="1503488"/>
                  </a:lnTo>
                  <a:lnTo>
                    <a:pt x="1350967" y="1478106"/>
                  </a:lnTo>
                  <a:lnTo>
                    <a:pt x="1356484" y="1444589"/>
                  </a:lnTo>
                  <a:cubicBezTo>
                    <a:pt x="1380332" y="1178229"/>
                    <a:pt x="1286244" y="909306"/>
                    <a:pt x="1089908" y="714601"/>
                  </a:cubicBezTo>
                  <a:cubicBezTo>
                    <a:pt x="926295" y="552347"/>
                    <a:pt x="711736" y="461525"/>
                    <a:pt x="490738" y="450844"/>
                  </a:cubicBezTo>
                  <a:lnTo>
                    <a:pt x="361954" y="454017"/>
                  </a:lnTo>
                  <a:close/>
                </a:path>
              </a:pathLst>
            </a:custGeom>
            <a:solidFill>
              <a:srgbClr val="727171">
                <a:alpha val="6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  <p:grpSp>
          <p:nvGrpSpPr>
            <p:cNvPr id="15" name="组合 14"/>
            <p:cNvGrpSpPr/>
            <p:nvPr/>
          </p:nvGrpSpPr>
          <p:grpSpPr>
            <a:xfrm rot="9328605">
              <a:off x="-2953853" y="4081333"/>
              <a:ext cx="4251748" cy="4248277"/>
              <a:chOff x="5364020" y="-1617552"/>
              <a:chExt cx="10101349" cy="10093104"/>
            </a:xfrm>
          </p:grpSpPr>
          <p:sp>
            <p:nvSpPr>
              <p:cNvPr id="16" name="椭圆 15"/>
              <p:cNvSpPr/>
              <p:nvPr/>
            </p:nvSpPr>
            <p:spPr>
              <a:xfrm>
                <a:off x="5364020" y="2270485"/>
                <a:ext cx="243840" cy="243840"/>
              </a:xfrm>
              <a:prstGeom prst="ellipse">
                <a:avLst/>
              </a:prstGeom>
              <a:solidFill>
                <a:srgbClr val="727171">
                  <a:alpha val="12000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zh-CN" altLang="en-US"/>
              </a:p>
            </p:txBody>
          </p:sp>
          <p:sp>
            <p:nvSpPr>
              <p:cNvPr id="17" name="弧形 16"/>
              <p:cNvSpPr/>
              <p:nvPr/>
            </p:nvSpPr>
            <p:spPr>
              <a:xfrm rot="19355239">
                <a:off x="5372265" y="-1617552"/>
                <a:ext cx="10093104" cy="10093104"/>
              </a:xfrm>
              <a:prstGeom prst="arc">
                <a:avLst>
                  <a:gd name="adj1" fmla="val 10480822"/>
                  <a:gd name="adj2" fmla="val 13388850"/>
                </a:avLst>
              </a:prstGeom>
              <a:ln w="12700">
                <a:solidFill>
                  <a:srgbClr val="727171">
                    <a:alpha val="12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8" name="弧形 17"/>
              <p:cNvSpPr/>
              <p:nvPr/>
            </p:nvSpPr>
            <p:spPr>
              <a:xfrm rot="3378363">
                <a:off x="5372265" y="-1617552"/>
                <a:ext cx="10093104" cy="10093104"/>
              </a:xfrm>
              <a:prstGeom prst="arc">
                <a:avLst>
                  <a:gd name="adj1" fmla="val 8216217"/>
                  <a:gd name="adj2" fmla="val 10007891"/>
                </a:avLst>
              </a:prstGeom>
              <a:ln w="12700">
                <a:solidFill>
                  <a:srgbClr val="727171">
                    <a:alpha val="12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</p:grpSp>
      <p:grpSp>
        <p:nvGrpSpPr>
          <p:cNvPr id="22" name="组合 21"/>
          <p:cNvGrpSpPr/>
          <p:nvPr/>
        </p:nvGrpSpPr>
        <p:grpSpPr>
          <a:xfrm>
            <a:off x="649370" y="599812"/>
            <a:ext cx="10893260" cy="183600"/>
            <a:chOff x="625640" y="599812"/>
            <a:chExt cx="10893260" cy="183600"/>
          </a:xfrm>
        </p:grpSpPr>
        <p:sp>
          <p:nvSpPr>
            <p:cNvPr id="19" name="椭圆 18"/>
            <p:cNvSpPr/>
            <p:nvPr userDrawn="1"/>
          </p:nvSpPr>
          <p:spPr>
            <a:xfrm>
              <a:off x="625640" y="599812"/>
              <a:ext cx="183600" cy="183600"/>
            </a:xfrm>
            <a:prstGeom prst="ellipse">
              <a:avLst/>
            </a:prstGeom>
            <a:solidFill>
              <a:srgbClr val="D7000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r>
                <a:rPr lang="en-US" altLang="zh-CN" dirty="0"/>
                <a:t> </a:t>
              </a:r>
              <a:endParaRPr lang="zh-CN" altLang="en-US" dirty="0"/>
            </a:p>
          </p:txBody>
        </p:sp>
        <p:cxnSp>
          <p:nvCxnSpPr>
            <p:cNvPr id="21" name="直接连接符 20"/>
            <p:cNvCxnSpPr/>
            <p:nvPr userDrawn="1"/>
          </p:nvCxnSpPr>
          <p:spPr>
            <a:xfrm>
              <a:off x="916747" y="691612"/>
              <a:ext cx="10602153" cy="0"/>
            </a:xfrm>
            <a:prstGeom prst="line">
              <a:avLst/>
            </a:prstGeom>
            <a:ln w="12700">
              <a:solidFill>
                <a:srgbClr val="72717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3" name="组合 22"/>
          <p:cNvGrpSpPr/>
          <p:nvPr/>
        </p:nvGrpSpPr>
        <p:grpSpPr>
          <a:xfrm>
            <a:off x="9840416" y="273824"/>
            <a:ext cx="1678484" cy="224432"/>
            <a:chOff x="1955800" y="5410200"/>
            <a:chExt cx="3074988" cy="411163"/>
          </a:xfrm>
        </p:grpSpPr>
        <p:sp>
          <p:nvSpPr>
            <p:cNvPr id="24" name="Freeform 5"/>
            <p:cNvSpPr>
              <a:spLocks noEditPoints="1"/>
            </p:cNvSpPr>
            <p:nvPr/>
          </p:nvSpPr>
          <p:spPr bwMode="auto">
            <a:xfrm>
              <a:off x="3128963" y="5410200"/>
              <a:ext cx="1901825" cy="411163"/>
            </a:xfrm>
            <a:custGeom>
              <a:avLst/>
              <a:gdLst>
                <a:gd name="T0" fmla="*/ 315 w 872"/>
                <a:gd name="T1" fmla="*/ 3 h 186"/>
                <a:gd name="T2" fmla="*/ 400 w 872"/>
                <a:gd name="T3" fmla="*/ 26 h 186"/>
                <a:gd name="T4" fmla="*/ 324 w 872"/>
                <a:gd name="T5" fmla="*/ 26 h 186"/>
                <a:gd name="T6" fmla="*/ 355 w 872"/>
                <a:gd name="T7" fmla="*/ 99 h 186"/>
                <a:gd name="T8" fmla="*/ 213 w 872"/>
                <a:gd name="T9" fmla="*/ 183 h 186"/>
                <a:gd name="T10" fmla="*/ 277 w 872"/>
                <a:gd name="T11" fmla="*/ 160 h 186"/>
                <a:gd name="T12" fmla="*/ 315 w 872"/>
                <a:gd name="T13" fmla="*/ 135 h 186"/>
                <a:gd name="T14" fmla="*/ 179 w 872"/>
                <a:gd name="T15" fmla="*/ 183 h 186"/>
                <a:gd name="T16" fmla="*/ 194 w 872"/>
                <a:gd name="T17" fmla="*/ 3 h 186"/>
                <a:gd name="T18" fmla="*/ 179 w 872"/>
                <a:gd name="T19" fmla="*/ 183 h 186"/>
                <a:gd name="T20" fmla="*/ 379 w 872"/>
                <a:gd name="T21" fmla="*/ 183 h 186"/>
                <a:gd name="T22" fmla="*/ 496 w 872"/>
                <a:gd name="T23" fmla="*/ 3 h 186"/>
                <a:gd name="T24" fmla="*/ 507 w 872"/>
                <a:gd name="T25" fmla="*/ 57 h 186"/>
                <a:gd name="T26" fmla="*/ 610 w 872"/>
                <a:gd name="T27" fmla="*/ 1 h 186"/>
                <a:gd name="T28" fmla="*/ 672 w 872"/>
                <a:gd name="T29" fmla="*/ 43 h 186"/>
                <a:gd name="T30" fmla="*/ 670 w 872"/>
                <a:gd name="T31" fmla="*/ 61 h 186"/>
                <a:gd name="T32" fmla="*/ 556 w 872"/>
                <a:gd name="T33" fmla="*/ 185 h 186"/>
                <a:gd name="T34" fmla="*/ 542 w 872"/>
                <a:gd name="T35" fmla="*/ 185 h 186"/>
                <a:gd name="T36" fmla="*/ 480 w 872"/>
                <a:gd name="T37" fmla="*/ 143 h 186"/>
                <a:gd name="T38" fmla="*/ 482 w 872"/>
                <a:gd name="T39" fmla="*/ 125 h 186"/>
                <a:gd name="T40" fmla="*/ 603 w 872"/>
                <a:gd name="T41" fmla="*/ 20 h 186"/>
                <a:gd name="T42" fmla="*/ 562 w 872"/>
                <a:gd name="T43" fmla="*/ 49 h 186"/>
                <a:gd name="T44" fmla="*/ 527 w 872"/>
                <a:gd name="T45" fmla="*/ 147 h 186"/>
                <a:gd name="T46" fmla="*/ 544 w 872"/>
                <a:gd name="T47" fmla="*/ 166 h 186"/>
                <a:gd name="T48" fmla="*/ 590 w 872"/>
                <a:gd name="T49" fmla="*/ 137 h 186"/>
                <a:gd name="T50" fmla="*/ 625 w 872"/>
                <a:gd name="T51" fmla="*/ 38 h 186"/>
                <a:gd name="T52" fmla="*/ 608 w 872"/>
                <a:gd name="T53" fmla="*/ 20 h 186"/>
                <a:gd name="T54" fmla="*/ 61 w 872"/>
                <a:gd name="T55" fmla="*/ 127 h 186"/>
                <a:gd name="T56" fmla="*/ 174 w 872"/>
                <a:gd name="T57" fmla="*/ 3 h 186"/>
                <a:gd name="T58" fmla="*/ 45 w 872"/>
                <a:gd name="T59" fmla="*/ 183 h 186"/>
                <a:gd name="T60" fmla="*/ 43 w 872"/>
                <a:gd name="T61" fmla="*/ 183 h 186"/>
                <a:gd name="T62" fmla="*/ 41 w 872"/>
                <a:gd name="T63" fmla="*/ 183 h 186"/>
                <a:gd name="T64" fmla="*/ 15 w 872"/>
                <a:gd name="T65" fmla="*/ 183 h 186"/>
                <a:gd name="T66" fmla="*/ 51 w 872"/>
                <a:gd name="T67" fmla="*/ 3 h 186"/>
                <a:gd name="T68" fmla="*/ 726 w 872"/>
                <a:gd name="T69" fmla="*/ 61 h 186"/>
                <a:gd name="T70" fmla="*/ 680 w 872"/>
                <a:gd name="T71" fmla="*/ 183 h 186"/>
                <a:gd name="T72" fmla="*/ 720 w 872"/>
                <a:gd name="T73" fmla="*/ 3 h 186"/>
                <a:gd name="T74" fmla="*/ 801 w 872"/>
                <a:gd name="T75" fmla="*/ 124 h 186"/>
                <a:gd name="T76" fmla="*/ 872 w 872"/>
                <a:gd name="T77" fmla="*/ 3 h 186"/>
                <a:gd name="T78" fmla="*/ 782 w 872"/>
                <a:gd name="T79" fmla="*/ 183 h 186"/>
                <a:gd name="T80" fmla="*/ 726 w 872"/>
                <a:gd name="T81" fmla="*/ 61 h 1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872" h="186">
                  <a:moveTo>
                    <a:pt x="274" y="87"/>
                  </a:moveTo>
                  <a:cubicBezTo>
                    <a:pt x="249" y="54"/>
                    <a:pt x="269" y="3"/>
                    <a:pt x="315" y="3"/>
                  </a:cubicBezTo>
                  <a:cubicBezTo>
                    <a:pt x="408" y="3"/>
                    <a:pt x="408" y="3"/>
                    <a:pt x="408" y="3"/>
                  </a:cubicBezTo>
                  <a:cubicBezTo>
                    <a:pt x="400" y="26"/>
                    <a:pt x="400" y="26"/>
                    <a:pt x="400" y="26"/>
                  </a:cubicBezTo>
                  <a:cubicBezTo>
                    <a:pt x="350" y="26"/>
                    <a:pt x="350" y="26"/>
                    <a:pt x="350" y="26"/>
                  </a:cubicBezTo>
                  <a:cubicBezTo>
                    <a:pt x="324" y="26"/>
                    <a:pt x="324" y="26"/>
                    <a:pt x="324" y="26"/>
                  </a:cubicBezTo>
                  <a:cubicBezTo>
                    <a:pt x="312" y="26"/>
                    <a:pt x="305" y="41"/>
                    <a:pt x="312" y="50"/>
                  </a:cubicBezTo>
                  <a:cubicBezTo>
                    <a:pt x="323" y="68"/>
                    <a:pt x="343" y="81"/>
                    <a:pt x="355" y="99"/>
                  </a:cubicBezTo>
                  <a:cubicBezTo>
                    <a:pt x="382" y="135"/>
                    <a:pt x="355" y="183"/>
                    <a:pt x="315" y="183"/>
                  </a:cubicBezTo>
                  <a:cubicBezTo>
                    <a:pt x="213" y="183"/>
                    <a:pt x="213" y="183"/>
                    <a:pt x="213" y="183"/>
                  </a:cubicBezTo>
                  <a:cubicBezTo>
                    <a:pt x="221" y="160"/>
                    <a:pt x="221" y="160"/>
                    <a:pt x="221" y="160"/>
                  </a:cubicBezTo>
                  <a:cubicBezTo>
                    <a:pt x="277" y="160"/>
                    <a:pt x="277" y="160"/>
                    <a:pt x="277" y="160"/>
                  </a:cubicBezTo>
                  <a:cubicBezTo>
                    <a:pt x="302" y="160"/>
                    <a:pt x="302" y="160"/>
                    <a:pt x="302" y="160"/>
                  </a:cubicBezTo>
                  <a:cubicBezTo>
                    <a:pt x="314" y="160"/>
                    <a:pt x="321" y="145"/>
                    <a:pt x="315" y="135"/>
                  </a:cubicBezTo>
                  <a:cubicBezTo>
                    <a:pt x="305" y="118"/>
                    <a:pt x="286" y="102"/>
                    <a:pt x="274" y="87"/>
                  </a:cubicBezTo>
                  <a:moveTo>
                    <a:pt x="179" y="183"/>
                  </a:moveTo>
                  <a:cubicBezTo>
                    <a:pt x="128" y="183"/>
                    <a:pt x="128" y="183"/>
                    <a:pt x="128" y="183"/>
                  </a:cubicBezTo>
                  <a:cubicBezTo>
                    <a:pt x="194" y="3"/>
                    <a:pt x="194" y="3"/>
                    <a:pt x="194" y="3"/>
                  </a:cubicBezTo>
                  <a:cubicBezTo>
                    <a:pt x="245" y="3"/>
                    <a:pt x="245" y="3"/>
                    <a:pt x="245" y="3"/>
                  </a:cubicBezTo>
                  <a:lnTo>
                    <a:pt x="179" y="183"/>
                  </a:lnTo>
                  <a:close/>
                  <a:moveTo>
                    <a:pt x="430" y="183"/>
                  </a:moveTo>
                  <a:cubicBezTo>
                    <a:pt x="379" y="183"/>
                    <a:pt x="379" y="183"/>
                    <a:pt x="379" y="183"/>
                  </a:cubicBezTo>
                  <a:cubicBezTo>
                    <a:pt x="445" y="3"/>
                    <a:pt x="445" y="3"/>
                    <a:pt x="445" y="3"/>
                  </a:cubicBezTo>
                  <a:cubicBezTo>
                    <a:pt x="496" y="3"/>
                    <a:pt x="496" y="3"/>
                    <a:pt x="496" y="3"/>
                  </a:cubicBezTo>
                  <a:lnTo>
                    <a:pt x="430" y="183"/>
                  </a:lnTo>
                  <a:close/>
                  <a:moveTo>
                    <a:pt x="507" y="57"/>
                  </a:moveTo>
                  <a:cubicBezTo>
                    <a:pt x="524" y="20"/>
                    <a:pt x="562" y="0"/>
                    <a:pt x="596" y="1"/>
                  </a:cubicBezTo>
                  <a:cubicBezTo>
                    <a:pt x="610" y="1"/>
                    <a:pt x="610" y="1"/>
                    <a:pt x="610" y="1"/>
                  </a:cubicBezTo>
                  <a:cubicBezTo>
                    <a:pt x="628" y="1"/>
                    <a:pt x="628" y="1"/>
                    <a:pt x="628" y="1"/>
                  </a:cubicBezTo>
                  <a:cubicBezTo>
                    <a:pt x="655" y="2"/>
                    <a:pt x="671" y="24"/>
                    <a:pt x="672" y="43"/>
                  </a:cubicBezTo>
                  <a:cubicBezTo>
                    <a:pt x="672" y="47"/>
                    <a:pt x="672" y="51"/>
                    <a:pt x="672" y="54"/>
                  </a:cubicBezTo>
                  <a:cubicBezTo>
                    <a:pt x="671" y="56"/>
                    <a:pt x="671" y="58"/>
                    <a:pt x="670" y="61"/>
                  </a:cubicBezTo>
                  <a:cubicBezTo>
                    <a:pt x="665" y="84"/>
                    <a:pt x="656" y="107"/>
                    <a:pt x="645" y="128"/>
                  </a:cubicBezTo>
                  <a:cubicBezTo>
                    <a:pt x="628" y="166"/>
                    <a:pt x="590" y="186"/>
                    <a:pt x="556" y="185"/>
                  </a:cubicBezTo>
                  <a:cubicBezTo>
                    <a:pt x="542" y="185"/>
                    <a:pt x="542" y="185"/>
                    <a:pt x="542" y="185"/>
                  </a:cubicBezTo>
                  <a:cubicBezTo>
                    <a:pt x="542" y="185"/>
                    <a:pt x="542" y="185"/>
                    <a:pt x="542" y="185"/>
                  </a:cubicBezTo>
                  <a:cubicBezTo>
                    <a:pt x="524" y="185"/>
                    <a:pt x="524" y="185"/>
                    <a:pt x="524" y="185"/>
                  </a:cubicBezTo>
                  <a:cubicBezTo>
                    <a:pt x="497" y="183"/>
                    <a:pt x="481" y="161"/>
                    <a:pt x="480" y="143"/>
                  </a:cubicBezTo>
                  <a:cubicBezTo>
                    <a:pt x="480" y="139"/>
                    <a:pt x="480" y="135"/>
                    <a:pt x="480" y="131"/>
                  </a:cubicBezTo>
                  <a:cubicBezTo>
                    <a:pt x="481" y="129"/>
                    <a:pt x="481" y="127"/>
                    <a:pt x="482" y="125"/>
                  </a:cubicBezTo>
                  <a:cubicBezTo>
                    <a:pt x="487" y="102"/>
                    <a:pt x="496" y="79"/>
                    <a:pt x="507" y="57"/>
                  </a:cubicBezTo>
                  <a:moveTo>
                    <a:pt x="603" y="20"/>
                  </a:moveTo>
                  <a:cubicBezTo>
                    <a:pt x="603" y="20"/>
                    <a:pt x="603" y="20"/>
                    <a:pt x="603" y="20"/>
                  </a:cubicBezTo>
                  <a:cubicBezTo>
                    <a:pt x="584" y="20"/>
                    <a:pt x="568" y="31"/>
                    <a:pt x="562" y="49"/>
                  </a:cubicBezTo>
                  <a:cubicBezTo>
                    <a:pt x="528" y="140"/>
                    <a:pt x="528" y="140"/>
                    <a:pt x="528" y="140"/>
                  </a:cubicBezTo>
                  <a:cubicBezTo>
                    <a:pt x="527" y="142"/>
                    <a:pt x="527" y="145"/>
                    <a:pt x="527" y="147"/>
                  </a:cubicBezTo>
                  <a:cubicBezTo>
                    <a:pt x="527" y="147"/>
                    <a:pt x="527" y="147"/>
                    <a:pt x="527" y="147"/>
                  </a:cubicBezTo>
                  <a:cubicBezTo>
                    <a:pt x="527" y="157"/>
                    <a:pt x="534" y="165"/>
                    <a:pt x="544" y="166"/>
                  </a:cubicBezTo>
                  <a:cubicBezTo>
                    <a:pt x="549" y="166"/>
                    <a:pt x="549" y="166"/>
                    <a:pt x="549" y="166"/>
                  </a:cubicBezTo>
                  <a:cubicBezTo>
                    <a:pt x="568" y="165"/>
                    <a:pt x="584" y="155"/>
                    <a:pt x="590" y="137"/>
                  </a:cubicBezTo>
                  <a:cubicBezTo>
                    <a:pt x="624" y="45"/>
                    <a:pt x="624" y="45"/>
                    <a:pt x="624" y="45"/>
                  </a:cubicBezTo>
                  <a:cubicBezTo>
                    <a:pt x="625" y="43"/>
                    <a:pt x="625" y="41"/>
                    <a:pt x="625" y="38"/>
                  </a:cubicBezTo>
                  <a:cubicBezTo>
                    <a:pt x="625" y="38"/>
                    <a:pt x="625" y="38"/>
                    <a:pt x="625" y="38"/>
                  </a:cubicBezTo>
                  <a:cubicBezTo>
                    <a:pt x="625" y="29"/>
                    <a:pt x="618" y="20"/>
                    <a:pt x="608" y="20"/>
                  </a:cubicBezTo>
                  <a:lnTo>
                    <a:pt x="603" y="20"/>
                  </a:lnTo>
                  <a:close/>
                  <a:moveTo>
                    <a:pt x="61" y="127"/>
                  </a:moveTo>
                  <a:cubicBezTo>
                    <a:pt x="144" y="3"/>
                    <a:pt x="144" y="3"/>
                    <a:pt x="144" y="3"/>
                  </a:cubicBezTo>
                  <a:cubicBezTo>
                    <a:pt x="174" y="3"/>
                    <a:pt x="174" y="3"/>
                    <a:pt x="174" y="3"/>
                  </a:cubicBezTo>
                  <a:cubicBezTo>
                    <a:pt x="58" y="175"/>
                    <a:pt x="58" y="175"/>
                    <a:pt x="58" y="175"/>
                  </a:cubicBezTo>
                  <a:cubicBezTo>
                    <a:pt x="55" y="180"/>
                    <a:pt x="50" y="183"/>
                    <a:pt x="45" y="183"/>
                  </a:cubicBezTo>
                  <a:cubicBezTo>
                    <a:pt x="43" y="183"/>
                    <a:pt x="43" y="183"/>
                    <a:pt x="43" y="183"/>
                  </a:cubicBezTo>
                  <a:cubicBezTo>
                    <a:pt x="43" y="183"/>
                    <a:pt x="43" y="183"/>
                    <a:pt x="43" y="183"/>
                  </a:cubicBezTo>
                  <a:cubicBezTo>
                    <a:pt x="43" y="183"/>
                    <a:pt x="43" y="183"/>
                    <a:pt x="43" y="183"/>
                  </a:cubicBezTo>
                  <a:cubicBezTo>
                    <a:pt x="41" y="183"/>
                    <a:pt x="41" y="183"/>
                    <a:pt x="41" y="183"/>
                  </a:cubicBezTo>
                  <a:cubicBezTo>
                    <a:pt x="23" y="183"/>
                    <a:pt x="23" y="183"/>
                    <a:pt x="23" y="183"/>
                  </a:cubicBezTo>
                  <a:cubicBezTo>
                    <a:pt x="15" y="183"/>
                    <a:pt x="15" y="183"/>
                    <a:pt x="15" y="183"/>
                  </a:cubicBezTo>
                  <a:cubicBezTo>
                    <a:pt x="0" y="3"/>
                    <a:pt x="0" y="3"/>
                    <a:pt x="0" y="3"/>
                  </a:cubicBezTo>
                  <a:cubicBezTo>
                    <a:pt x="51" y="3"/>
                    <a:pt x="51" y="3"/>
                    <a:pt x="51" y="3"/>
                  </a:cubicBezTo>
                  <a:lnTo>
                    <a:pt x="61" y="127"/>
                  </a:lnTo>
                  <a:close/>
                  <a:moveTo>
                    <a:pt x="726" y="61"/>
                  </a:moveTo>
                  <a:cubicBezTo>
                    <a:pt x="726" y="59"/>
                    <a:pt x="726" y="59"/>
                    <a:pt x="726" y="59"/>
                  </a:cubicBezTo>
                  <a:cubicBezTo>
                    <a:pt x="680" y="183"/>
                    <a:pt x="680" y="183"/>
                    <a:pt x="680" y="183"/>
                  </a:cubicBezTo>
                  <a:cubicBezTo>
                    <a:pt x="653" y="183"/>
                    <a:pt x="653" y="183"/>
                    <a:pt x="653" y="183"/>
                  </a:cubicBezTo>
                  <a:cubicBezTo>
                    <a:pt x="720" y="3"/>
                    <a:pt x="720" y="3"/>
                    <a:pt x="720" y="3"/>
                  </a:cubicBezTo>
                  <a:cubicBezTo>
                    <a:pt x="753" y="3"/>
                    <a:pt x="753" y="3"/>
                    <a:pt x="753" y="3"/>
                  </a:cubicBezTo>
                  <a:cubicBezTo>
                    <a:pt x="801" y="124"/>
                    <a:pt x="801" y="124"/>
                    <a:pt x="801" y="124"/>
                  </a:cubicBezTo>
                  <a:cubicBezTo>
                    <a:pt x="846" y="3"/>
                    <a:pt x="846" y="3"/>
                    <a:pt x="846" y="3"/>
                  </a:cubicBezTo>
                  <a:cubicBezTo>
                    <a:pt x="872" y="3"/>
                    <a:pt x="872" y="3"/>
                    <a:pt x="872" y="3"/>
                  </a:cubicBezTo>
                  <a:cubicBezTo>
                    <a:pt x="806" y="183"/>
                    <a:pt x="806" y="183"/>
                    <a:pt x="806" y="183"/>
                  </a:cubicBezTo>
                  <a:cubicBezTo>
                    <a:pt x="782" y="183"/>
                    <a:pt x="782" y="183"/>
                    <a:pt x="782" y="183"/>
                  </a:cubicBezTo>
                  <a:cubicBezTo>
                    <a:pt x="775" y="182"/>
                    <a:pt x="769" y="178"/>
                    <a:pt x="767" y="172"/>
                  </a:cubicBezTo>
                  <a:lnTo>
                    <a:pt x="726" y="61"/>
                  </a:lnTo>
                  <a:close/>
                </a:path>
              </a:pathLst>
            </a:custGeom>
            <a:solidFill>
              <a:srgbClr val="71707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5" name="Freeform 6"/>
            <p:cNvSpPr>
              <a:spLocks noEditPoints="1"/>
            </p:cNvSpPr>
            <p:nvPr/>
          </p:nvSpPr>
          <p:spPr bwMode="auto">
            <a:xfrm>
              <a:off x="1955800" y="5416550"/>
              <a:ext cx="1139825" cy="398463"/>
            </a:xfrm>
            <a:custGeom>
              <a:avLst/>
              <a:gdLst>
                <a:gd name="T0" fmla="*/ 262 w 522"/>
                <a:gd name="T1" fmla="*/ 180 h 180"/>
                <a:gd name="T2" fmla="*/ 207 w 522"/>
                <a:gd name="T3" fmla="*/ 180 h 180"/>
                <a:gd name="T4" fmla="*/ 274 w 522"/>
                <a:gd name="T5" fmla="*/ 0 h 180"/>
                <a:gd name="T6" fmla="*/ 275 w 522"/>
                <a:gd name="T7" fmla="*/ 0 h 180"/>
                <a:gd name="T8" fmla="*/ 327 w 522"/>
                <a:gd name="T9" fmla="*/ 0 h 180"/>
                <a:gd name="T10" fmla="*/ 328 w 522"/>
                <a:gd name="T11" fmla="*/ 0 h 180"/>
                <a:gd name="T12" fmla="*/ 262 w 522"/>
                <a:gd name="T13" fmla="*/ 180 h 180"/>
                <a:gd name="T14" fmla="*/ 95 w 522"/>
                <a:gd name="T15" fmla="*/ 69 h 180"/>
                <a:gd name="T16" fmla="*/ 159 w 522"/>
                <a:gd name="T17" fmla="*/ 69 h 180"/>
                <a:gd name="T18" fmla="*/ 185 w 522"/>
                <a:gd name="T19" fmla="*/ 0 h 180"/>
                <a:gd name="T20" fmla="*/ 239 w 522"/>
                <a:gd name="T21" fmla="*/ 0 h 180"/>
                <a:gd name="T22" fmla="*/ 177 w 522"/>
                <a:gd name="T23" fmla="*/ 169 h 180"/>
                <a:gd name="T24" fmla="*/ 177 w 522"/>
                <a:gd name="T25" fmla="*/ 169 h 180"/>
                <a:gd name="T26" fmla="*/ 177 w 522"/>
                <a:gd name="T27" fmla="*/ 169 h 180"/>
                <a:gd name="T28" fmla="*/ 161 w 522"/>
                <a:gd name="T29" fmla="*/ 180 h 180"/>
                <a:gd name="T30" fmla="*/ 119 w 522"/>
                <a:gd name="T31" fmla="*/ 180 h 180"/>
                <a:gd name="T32" fmla="*/ 150 w 522"/>
                <a:gd name="T33" fmla="*/ 94 h 180"/>
                <a:gd name="T34" fmla="*/ 86 w 522"/>
                <a:gd name="T35" fmla="*/ 94 h 180"/>
                <a:gd name="T36" fmla="*/ 54 w 522"/>
                <a:gd name="T37" fmla="*/ 180 h 180"/>
                <a:gd name="T38" fmla="*/ 0 w 522"/>
                <a:gd name="T39" fmla="*/ 180 h 180"/>
                <a:gd name="T40" fmla="*/ 66 w 522"/>
                <a:gd name="T41" fmla="*/ 0 h 180"/>
                <a:gd name="T42" fmla="*/ 121 w 522"/>
                <a:gd name="T43" fmla="*/ 0 h 180"/>
                <a:gd name="T44" fmla="*/ 95 w 522"/>
                <a:gd name="T45" fmla="*/ 69 h 180"/>
                <a:gd name="T46" fmla="*/ 393 w 522"/>
                <a:gd name="T47" fmla="*/ 68 h 180"/>
                <a:gd name="T48" fmla="*/ 481 w 522"/>
                <a:gd name="T49" fmla="*/ 0 h 180"/>
                <a:gd name="T50" fmla="*/ 522 w 522"/>
                <a:gd name="T51" fmla="*/ 0 h 180"/>
                <a:gd name="T52" fmla="*/ 432 w 522"/>
                <a:gd name="T53" fmla="*/ 69 h 180"/>
                <a:gd name="T54" fmla="*/ 489 w 522"/>
                <a:gd name="T55" fmla="*/ 180 h 180"/>
                <a:gd name="T56" fmla="*/ 443 w 522"/>
                <a:gd name="T57" fmla="*/ 180 h 180"/>
                <a:gd name="T58" fmla="*/ 443 w 522"/>
                <a:gd name="T59" fmla="*/ 180 h 180"/>
                <a:gd name="T60" fmla="*/ 427 w 522"/>
                <a:gd name="T61" fmla="*/ 170 h 180"/>
                <a:gd name="T62" fmla="*/ 427 w 522"/>
                <a:gd name="T63" fmla="*/ 170 h 180"/>
                <a:gd name="T64" fmla="*/ 427 w 522"/>
                <a:gd name="T65" fmla="*/ 170 h 180"/>
                <a:gd name="T66" fmla="*/ 391 w 522"/>
                <a:gd name="T67" fmla="*/ 100 h 180"/>
                <a:gd name="T68" fmla="*/ 377 w 522"/>
                <a:gd name="T69" fmla="*/ 111 h 180"/>
                <a:gd name="T70" fmla="*/ 352 w 522"/>
                <a:gd name="T71" fmla="*/ 180 h 180"/>
                <a:gd name="T72" fmla="*/ 298 w 522"/>
                <a:gd name="T73" fmla="*/ 180 h 180"/>
                <a:gd name="T74" fmla="*/ 364 w 522"/>
                <a:gd name="T75" fmla="*/ 0 h 180"/>
                <a:gd name="T76" fmla="*/ 418 w 522"/>
                <a:gd name="T77" fmla="*/ 0 h 180"/>
                <a:gd name="T78" fmla="*/ 393 w 522"/>
                <a:gd name="T79" fmla="*/ 68 h 1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</a:cxnLst>
              <a:rect l="0" t="0" r="r" b="b"/>
              <a:pathLst>
                <a:path w="522" h="180">
                  <a:moveTo>
                    <a:pt x="262" y="180"/>
                  </a:moveTo>
                  <a:cubicBezTo>
                    <a:pt x="207" y="180"/>
                    <a:pt x="207" y="180"/>
                    <a:pt x="207" y="180"/>
                  </a:cubicBezTo>
                  <a:cubicBezTo>
                    <a:pt x="274" y="0"/>
                    <a:pt x="274" y="0"/>
                    <a:pt x="274" y="0"/>
                  </a:cubicBezTo>
                  <a:cubicBezTo>
                    <a:pt x="275" y="0"/>
                    <a:pt x="275" y="0"/>
                    <a:pt x="275" y="0"/>
                  </a:cubicBezTo>
                  <a:cubicBezTo>
                    <a:pt x="327" y="0"/>
                    <a:pt x="327" y="0"/>
                    <a:pt x="327" y="0"/>
                  </a:cubicBezTo>
                  <a:cubicBezTo>
                    <a:pt x="328" y="0"/>
                    <a:pt x="328" y="0"/>
                    <a:pt x="328" y="0"/>
                  </a:cubicBezTo>
                  <a:lnTo>
                    <a:pt x="262" y="180"/>
                  </a:lnTo>
                  <a:close/>
                  <a:moveTo>
                    <a:pt x="95" y="69"/>
                  </a:moveTo>
                  <a:cubicBezTo>
                    <a:pt x="159" y="69"/>
                    <a:pt x="159" y="69"/>
                    <a:pt x="159" y="69"/>
                  </a:cubicBezTo>
                  <a:cubicBezTo>
                    <a:pt x="185" y="0"/>
                    <a:pt x="185" y="0"/>
                    <a:pt x="185" y="0"/>
                  </a:cubicBezTo>
                  <a:cubicBezTo>
                    <a:pt x="239" y="0"/>
                    <a:pt x="239" y="0"/>
                    <a:pt x="239" y="0"/>
                  </a:cubicBezTo>
                  <a:cubicBezTo>
                    <a:pt x="177" y="169"/>
                    <a:pt x="177" y="169"/>
                    <a:pt x="177" y="169"/>
                  </a:cubicBezTo>
                  <a:cubicBezTo>
                    <a:pt x="177" y="169"/>
                    <a:pt x="177" y="169"/>
                    <a:pt x="177" y="169"/>
                  </a:cubicBezTo>
                  <a:cubicBezTo>
                    <a:pt x="177" y="169"/>
                    <a:pt x="177" y="169"/>
                    <a:pt x="177" y="169"/>
                  </a:cubicBezTo>
                  <a:cubicBezTo>
                    <a:pt x="174" y="175"/>
                    <a:pt x="168" y="180"/>
                    <a:pt x="161" y="180"/>
                  </a:cubicBezTo>
                  <a:cubicBezTo>
                    <a:pt x="119" y="180"/>
                    <a:pt x="119" y="180"/>
                    <a:pt x="119" y="180"/>
                  </a:cubicBezTo>
                  <a:cubicBezTo>
                    <a:pt x="150" y="94"/>
                    <a:pt x="150" y="94"/>
                    <a:pt x="150" y="94"/>
                  </a:cubicBezTo>
                  <a:cubicBezTo>
                    <a:pt x="86" y="94"/>
                    <a:pt x="86" y="94"/>
                    <a:pt x="86" y="94"/>
                  </a:cubicBezTo>
                  <a:cubicBezTo>
                    <a:pt x="54" y="180"/>
                    <a:pt x="54" y="180"/>
                    <a:pt x="54" y="180"/>
                  </a:cubicBezTo>
                  <a:cubicBezTo>
                    <a:pt x="0" y="180"/>
                    <a:pt x="0" y="180"/>
                    <a:pt x="0" y="180"/>
                  </a:cubicBezTo>
                  <a:cubicBezTo>
                    <a:pt x="66" y="0"/>
                    <a:pt x="66" y="0"/>
                    <a:pt x="66" y="0"/>
                  </a:cubicBezTo>
                  <a:cubicBezTo>
                    <a:pt x="121" y="0"/>
                    <a:pt x="121" y="0"/>
                    <a:pt x="121" y="0"/>
                  </a:cubicBezTo>
                  <a:lnTo>
                    <a:pt x="95" y="69"/>
                  </a:lnTo>
                  <a:close/>
                  <a:moveTo>
                    <a:pt x="393" y="68"/>
                  </a:moveTo>
                  <a:cubicBezTo>
                    <a:pt x="481" y="0"/>
                    <a:pt x="481" y="0"/>
                    <a:pt x="481" y="0"/>
                  </a:cubicBezTo>
                  <a:cubicBezTo>
                    <a:pt x="522" y="0"/>
                    <a:pt x="522" y="0"/>
                    <a:pt x="522" y="0"/>
                  </a:cubicBezTo>
                  <a:cubicBezTo>
                    <a:pt x="432" y="69"/>
                    <a:pt x="432" y="69"/>
                    <a:pt x="432" y="69"/>
                  </a:cubicBezTo>
                  <a:cubicBezTo>
                    <a:pt x="489" y="180"/>
                    <a:pt x="489" y="180"/>
                    <a:pt x="489" y="180"/>
                  </a:cubicBezTo>
                  <a:cubicBezTo>
                    <a:pt x="443" y="180"/>
                    <a:pt x="443" y="180"/>
                    <a:pt x="443" y="180"/>
                  </a:cubicBezTo>
                  <a:cubicBezTo>
                    <a:pt x="443" y="180"/>
                    <a:pt x="443" y="180"/>
                    <a:pt x="443" y="180"/>
                  </a:cubicBezTo>
                  <a:cubicBezTo>
                    <a:pt x="436" y="180"/>
                    <a:pt x="430" y="176"/>
                    <a:pt x="427" y="170"/>
                  </a:cubicBezTo>
                  <a:cubicBezTo>
                    <a:pt x="427" y="170"/>
                    <a:pt x="427" y="170"/>
                    <a:pt x="427" y="170"/>
                  </a:cubicBezTo>
                  <a:cubicBezTo>
                    <a:pt x="427" y="170"/>
                    <a:pt x="427" y="170"/>
                    <a:pt x="427" y="170"/>
                  </a:cubicBezTo>
                  <a:cubicBezTo>
                    <a:pt x="391" y="100"/>
                    <a:pt x="391" y="100"/>
                    <a:pt x="391" y="100"/>
                  </a:cubicBezTo>
                  <a:cubicBezTo>
                    <a:pt x="377" y="111"/>
                    <a:pt x="377" y="111"/>
                    <a:pt x="377" y="111"/>
                  </a:cubicBezTo>
                  <a:cubicBezTo>
                    <a:pt x="352" y="180"/>
                    <a:pt x="352" y="180"/>
                    <a:pt x="352" y="180"/>
                  </a:cubicBezTo>
                  <a:cubicBezTo>
                    <a:pt x="298" y="180"/>
                    <a:pt x="298" y="180"/>
                    <a:pt x="298" y="180"/>
                  </a:cubicBezTo>
                  <a:cubicBezTo>
                    <a:pt x="364" y="0"/>
                    <a:pt x="364" y="0"/>
                    <a:pt x="364" y="0"/>
                  </a:cubicBezTo>
                  <a:cubicBezTo>
                    <a:pt x="418" y="0"/>
                    <a:pt x="418" y="0"/>
                    <a:pt x="418" y="0"/>
                  </a:cubicBezTo>
                  <a:lnTo>
                    <a:pt x="393" y="68"/>
                  </a:lnTo>
                  <a:close/>
                </a:path>
              </a:pathLst>
            </a:custGeom>
            <a:solidFill>
              <a:srgbClr val="D7000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hf sldNum="0"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6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b="1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8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7.png"/><Relationship Id="rId4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7.png"/><Relationship Id="rId4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 wrap="none" lIns="0" tIns="0" rIns="0" bIns="0">
            <a:noAutofit/>
          </a:bodyPr>
          <a:lstStyle/>
          <a:p>
            <a:pPr>
              <a:defRPr sz="2600" b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2600" b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寒武纪算子开发 Skill：现状与优化方向</a:t>
            </a:r>
          </a:p>
        </p:txBody>
      </p:sp>
      <p:sp>
        <p:nvSpPr>
          <p:cNvPr id="3" name="text_103_原始 Skill 已具备完整开发流程"/>
          <p:cNvSpPr>
            <a:spLocks noGrp="1"/>
          </p:cNvSpPr>
          <p:nvPr/>
        </p:nvSpPr>
        <p:spPr>
          <a:xfrm>
            <a:off x="1181100" y="876300"/>
            <a:ext cx="10382250" cy="400050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100" b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2100" b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原始 Skill 已具备完整开发流程</a:t>
            </a:r>
          </a:p>
        </p:txBody>
      </p:sp>
      <p:sp>
        <p:nvSpPr>
          <p:cNvPr id="4" name="connector_104"/>
          <p:cNvSpPr>
            <a:spLocks noGrp="1"/>
          </p:cNvSpPr>
          <p:nvPr/>
        </p:nvSpPr>
        <p:spPr>
          <a:xfrm>
            <a:off x="714375" y="1323975"/>
            <a:ext cx="2076450" cy="19050"/>
          </a:xfrm>
          <a:custGeom>
            <a:avLst/>
            <a:gdLst/>
            <a:ahLst/>
            <a:cxnLst/>
            <a:rect l="0" t="0" r="0" b="0"/>
            <a:pathLst>
              <a:path w="2076450" h="19050">
                <a:moveTo>
                  <a:pt x="9525" y="9525"/>
                </a:moveTo>
                <a:lnTo>
                  <a:pt x="2066925" y="9525"/>
                </a:lnTo>
              </a:path>
            </a:pathLst>
          </a:custGeom>
          <a:noFill/>
          <a:ln w="16193">
            <a:solidFill>
              <a:srgbClr val="D7000F"/>
            </a:solidFill>
          </a:ln>
        </p:spPr>
      </p:sp>
      <p:sp>
        <p:nvSpPr>
          <p:cNvPr id="5" name="object_105"/>
          <p:cNvSpPr>
            <a:spLocks noGrp="1"/>
          </p:cNvSpPr>
          <p:nvPr/>
        </p:nvSpPr>
        <p:spPr>
          <a:xfrm>
            <a:off x="723900" y="1543050"/>
            <a:ext cx="1619250" cy="533400"/>
          </a:xfrm>
          <a:prstGeom prst="rect">
            <a:avLst/>
          </a:prstGeom>
          <a:solidFill>
            <a:srgbClr val="FFFFFF"/>
          </a:solidFill>
          <a:ln w="17145">
            <a:solidFill>
              <a:srgbClr val="D7000F"/>
            </a:solidFill>
          </a:ln>
        </p:spPr>
      </p:sp>
      <p:sp>
        <p:nvSpPr>
          <p:cNvPr id="6" name="text_107_需求输入"/>
          <p:cNvSpPr>
            <a:spLocks noGrp="1"/>
          </p:cNvSpPr>
          <p:nvPr/>
        </p:nvSpPr>
        <p:spPr>
          <a:xfrm>
            <a:off x="790575" y="1590675"/>
            <a:ext cx="1485900" cy="438150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650" b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650" b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需求输入</a:t>
            </a:r>
          </a:p>
        </p:txBody>
      </p:sp>
      <p:sp>
        <p:nvSpPr>
          <p:cNvPr id="7" name="connector_108"/>
          <p:cNvSpPr>
            <a:spLocks noGrp="1"/>
          </p:cNvSpPr>
          <p:nvPr/>
        </p:nvSpPr>
        <p:spPr>
          <a:xfrm>
            <a:off x="2381250" y="1800225"/>
            <a:ext cx="142875" cy="19050"/>
          </a:xfrm>
          <a:custGeom>
            <a:avLst/>
            <a:gdLst/>
            <a:ahLst/>
            <a:cxnLst/>
            <a:rect l="0" t="0" r="0" b="0"/>
            <a:pathLst>
              <a:path w="142875" h="19050">
                <a:moveTo>
                  <a:pt x="9525" y="9525"/>
                </a:moveTo>
                <a:lnTo>
                  <a:pt x="133350" y="9525"/>
                </a:lnTo>
              </a:path>
            </a:pathLst>
          </a:custGeom>
          <a:noFill/>
          <a:ln w="19050">
            <a:solidFill>
              <a:srgbClr val="D7000F"/>
            </a:solidFill>
          </a:ln>
        </p:spPr>
      </p:sp>
      <p:sp>
        <p:nvSpPr>
          <p:cNvPr id="8" name="connector_109"/>
          <p:cNvSpPr>
            <a:spLocks noGrp="1"/>
          </p:cNvSpPr>
          <p:nvPr/>
        </p:nvSpPr>
        <p:spPr>
          <a:xfrm>
            <a:off x="2446562" y="1768259"/>
            <a:ext cx="77563" cy="82981"/>
          </a:xfrm>
          <a:custGeom>
            <a:avLst/>
            <a:gdLst/>
            <a:ahLst/>
            <a:cxnLst/>
            <a:rect l="0" t="0" r="0" b="0"/>
            <a:pathLst>
              <a:path w="77563" h="82981">
                <a:moveTo>
                  <a:pt x="9525" y="73456"/>
                </a:moveTo>
                <a:lnTo>
                  <a:pt x="68038" y="41491"/>
                </a:lnTo>
                <a:lnTo>
                  <a:pt x="9525" y="9525"/>
                </a:lnTo>
              </a:path>
            </a:pathLst>
          </a:custGeom>
          <a:noFill/>
          <a:ln w="19050">
            <a:solidFill>
              <a:srgbClr val="D7000F"/>
            </a:solidFill>
          </a:ln>
        </p:spPr>
      </p:sp>
      <p:sp>
        <p:nvSpPr>
          <p:cNvPr id="9" name="object_110"/>
          <p:cNvSpPr>
            <a:spLocks noGrp="1"/>
          </p:cNvSpPr>
          <p:nvPr/>
        </p:nvSpPr>
        <p:spPr>
          <a:xfrm>
            <a:off x="2562225" y="1543050"/>
            <a:ext cx="1619250" cy="533400"/>
          </a:xfrm>
          <a:prstGeom prst="rect">
            <a:avLst/>
          </a:prstGeom>
          <a:solidFill>
            <a:srgbClr val="FFFFFF"/>
          </a:solidFill>
          <a:ln w="17145">
            <a:solidFill>
              <a:srgbClr val="D7000F"/>
            </a:solidFill>
          </a:ln>
        </p:spPr>
      </p:sp>
      <p:sp>
        <p:nvSpPr>
          <p:cNvPr id="10" name="text_112_Main"/>
          <p:cNvSpPr>
            <a:spLocks noGrp="1"/>
          </p:cNvSpPr>
          <p:nvPr/>
        </p:nvSpPr>
        <p:spPr>
          <a:xfrm>
            <a:off x="2628900" y="1590675"/>
            <a:ext cx="1485900" cy="438150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650" b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650" b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Main</a:t>
            </a:r>
          </a:p>
        </p:txBody>
      </p:sp>
      <p:sp>
        <p:nvSpPr>
          <p:cNvPr id="11" name="connector_113"/>
          <p:cNvSpPr>
            <a:spLocks noGrp="1"/>
          </p:cNvSpPr>
          <p:nvPr/>
        </p:nvSpPr>
        <p:spPr>
          <a:xfrm>
            <a:off x="4219575" y="1800225"/>
            <a:ext cx="142875" cy="19050"/>
          </a:xfrm>
          <a:custGeom>
            <a:avLst/>
            <a:gdLst/>
            <a:ahLst/>
            <a:cxnLst/>
            <a:rect l="0" t="0" r="0" b="0"/>
            <a:pathLst>
              <a:path w="142875" h="19050">
                <a:moveTo>
                  <a:pt x="9525" y="9525"/>
                </a:moveTo>
                <a:lnTo>
                  <a:pt x="133350" y="9525"/>
                </a:lnTo>
              </a:path>
            </a:pathLst>
          </a:custGeom>
          <a:noFill/>
          <a:ln w="19050">
            <a:solidFill>
              <a:srgbClr val="D7000F"/>
            </a:solidFill>
          </a:ln>
        </p:spPr>
      </p:sp>
      <p:sp>
        <p:nvSpPr>
          <p:cNvPr id="12" name="connector_114"/>
          <p:cNvSpPr>
            <a:spLocks noGrp="1"/>
          </p:cNvSpPr>
          <p:nvPr/>
        </p:nvSpPr>
        <p:spPr>
          <a:xfrm>
            <a:off x="4284887" y="1768259"/>
            <a:ext cx="77563" cy="82981"/>
          </a:xfrm>
          <a:custGeom>
            <a:avLst/>
            <a:gdLst/>
            <a:ahLst/>
            <a:cxnLst/>
            <a:rect l="0" t="0" r="0" b="0"/>
            <a:pathLst>
              <a:path w="77563" h="82981">
                <a:moveTo>
                  <a:pt x="9525" y="73456"/>
                </a:moveTo>
                <a:lnTo>
                  <a:pt x="68038" y="41491"/>
                </a:lnTo>
                <a:lnTo>
                  <a:pt x="9525" y="9525"/>
                </a:lnTo>
              </a:path>
            </a:pathLst>
          </a:custGeom>
          <a:noFill/>
          <a:ln w="19050">
            <a:solidFill>
              <a:srgbClr val="D7000F"/>
            </a:solidFill>
          </a:ln>
        </p:spPr>
      </p:sp>
      <p:sp>
        <p:nvSpPr>
          <p:cNvPr id="13" name="object_115"/>
          <p:cNvSpPr>
            <a:spLocks noGrp="1"/>
          </p:cNvSpPr>
          <p:nvPr/>
        </p:nvSpPr>
        <p:spPr>
          <a:xfrm>
            <a:off x="4400550" y="1543050"/>
            <a:ext cx="1619250" cy="533400"/>
          </a:xfrm>
          <a:prstGeom prst="rect">
            <a:avLst/>
          </a:prstGeom>
          <a:solidFill>
            <a:srgbClr val="FFFFFF"/>
          </a:solidFill>
          <a:ln w="17145">
            <a:solidFill>
              <a:srgbClr val="D7000F"/>
            </a:solidFill>
          </a:ln>
        </p:spPr>
      </p:sp>
      <p:sp>
        <p:nvSpPr>
          <p:cNvPr id="14" name="text_117_Code-Gen"/>
          <p:cNvSpPr>
            <a:spLocks noGrp="1"/>
          </p:cNvSpPr>
          <p:nvPr/>
        </p:nvSpPr>
        <p:spPr>
          <a:xfrm>
            <a:off x="4467225" y="1590675"/>
            <a:ext cx="1485900" cy="438150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650" b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650" b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Code-Gen</a:t>
            </a:r>
          </a:p>
        </p:txBody>
      </p:sp>
      <p:sp>
        <p:nvSpPr>
          <p:cNvPr id="15" name="connector_118"/>
          <p:cNvSpPr>
            <a:spLocks noGrp="1"/>
          </p:cNvSpPr>
          <p:nvPr/>
        </p:nvSpPr>
        <p:spPr>
          <a:xfrm>
            <a:off x="6057900" y="1800225"/>
            <a:ext cx="142875" cy="19050"/>
          </a:xfrm>
          <a:custGeom>
            <a:avLst/>
            <a:gdLst/>
            <a:ahLst/>
            <a:cxnLst/>
            <a:rect l="0" t="0" r="0" b="0"/>
            <a:pathLst>
              <a:path w="142875" h="19050">
                <a:moveTo>
                  <a:pt x="9525" y="9525"/>
                </a:moveTo>
                <a:lnTo>
                  <a:pt x="133350" y="9525"/>
                </a:lnTo>
              </a:path>
            </a:pathLst>
          </a:custGeom>
          <a:noFill/>
          <a:ln w="19050">
            <a:solidFill>
              <a:srgbClr val="D7000F"/>
            </a:solidFill>
          </a:ln>
        </p:spPr>
      </p:sp>
      <p:sp>
        <p:nvSpPr>
          <p:cNvPr id="16" name="connector_119"/>
          <p:cNvSpPr>
            <a:spLocks noGrp="1"/>
          </p:cNvSpPr>
          <p:nvPr/>
        </p:nvSpPr>
        <p:spPr>
          <a:xfrm>
            <a:off x="6123212" y="1768259"/>
            <a:ext cx="77563" cy="82981"/>
          </a:xfrm>
          <a:custGeom>
            <a:avLst/>
            <a:gdLst/>
            <a:ahLst/>
            <a:cxnLst/>
            <a:rect l="0" t="0" r="0" b="0"/>
            <a:pathLst>
              <a:path w="77563" h="82981">
                <a:moveTo>
                  <a:pt x="9525" y="73456"/>
                </a:moveTo>
                <a:lnTo>
                  <a:pt x="68038" y="41491"/>
                </a:lnTo>
                <a:lnTo>
                  <a:pt x="9525" y="9525"/>
                </a:lnTo>
              </a:path>
            </a:pathLst>
          </a:custGeom>
          <a:noFill/>
          <a:ln w="19050">
            <a:solidFill>
              <a:srgbClr val="D7000F"/>
            </a:solidFill>
          </a:ln>
        </p:spPr>
      </p:sp>
      <p:sp>
        <p:nvSpPr>
          <p:cNvPr id="17" name="object_120"/>
          <p:cNvSpPr>
            <a:spLocks noGrp="1"/>
          </p:cNvSpPr>
          <p:nvPr/>
        </p:nvSpPr>
        <p:spPr>
          <a:xfrm>
            <a:off x="6238875" y="1543050"/>
            <a:ext cx="1619250" cy="533400"/>
          </a:xfrm>
          <a:prstGeom prst="rect">
            <a:avLst/>
          </a:prstGeom>
          <a:solidFill>
            <a:srgbClr val="FFFFFF"/>
          </a:solidFill>
          <a:ln w="17145">
            <a:solidFill>
              <a:srgbClr val="D7000F"/>
            </a:solidFill>
          </a:ln>
        </p:spPr>
      </p:sp>
      <p:sp>
        <p:nvSpPr>
          <p:cNvPr id="18" name="text_122_Code-Review"/>
          <p:cNvSpPr>
            <a:spLocks noGrp="1"/>
          </p:cNvSpPr>
          <p:nvPr/>
        </p:nvSpPr>
        <p:spPr>
          <a:xfrm>
            <a:off x="6305550" y="1590675"/>
            <a:ext cx="1485900" cy="438150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650" b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650" b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Code-Review</a:t>
            </a:r>
          </a:p>
        </p:txBody>
      </p:sp>
      <p:sp>
        <p:nvSpPr>
          <p:cNvPr id="19" name="connector_123"/>
          <p:cNvSpPr>
            <a:spLocks noGrp="1"/>
          </p:cNvSpPr>
          <p:nvPr/>
        </p:nvSpPr>
        <p:spPr>
          <a:xfrm>
            <a:off x="7896225" y="1800225"/>
            <a:ext cx="142875" cy="19050"/>
          </a:xfrm>
          <a:custGeom>
            <a:avLst/>
            <a:gdLst/>
            <a:ahLst/>
            <a:cxnLst/>
            <a:rect l="0" t="0" r="0" b="0"/>
            <a:pathLst>
              <a:path w="142875" h="19050">
                <a:moveTo>
                  <a:pt x="9525" y="9525"/>
                </a:moveTo>
                <a:lnTo>
                  <a:pt x="133350" y="9525"/>
                </a:lnTo>
              </a:path>
            </a:pathLst>
          </a:custGeom>
          <a:noFill/>
          <a:ln w="19050">
            <a:solidFill>
              <a:srgbClr val="D7000F"/>
            </a:solidFill>
          </a:ln>
        </p:spPr>
      </p:sp>
      <p:sp>
        <p:nvSpPr>
          <p:cNvPr id="20" name="connector_124"/>
          <p:cNvSpPr>
            <a:spLocks noGrp="1"/>
          </p:cNvSpPr>
          <p:nvPr/>
        </p:nvSpPr>
        <p:spPr>
          <a:xfrm>
            <a:off x="7961537" y="1768259"/>
            <a:ext cx="77563" cy="82981"/>
          </a:xfrm>
          <a:custGeom>
            <a:avLst/>
            <a:gdLst/>
            <a:ahLst/>
            <a:cxnLst/>
            <a:rect l="0" t="0" r="0" b="0"/>
            <a:pathLst>
              <a:path w="77563" h="82981">
                <a:moveTo>
                  <a:pt x="9525" y="73456"/>
                </a:moveTo>
                <a:lnTo>
                  <a:pt x="68038" y="41491"/>
                </a:lnTo>
                <a:lnTo>
                  <a:pt x="9525" y="9525"/>
                </a:lnTo>
              </a:path>
            </a:pathLst>
          </a:custGeom>
          <a:noFill/>
          <a:ln w="19050">
            <a:solidFill>
              <a:srgbClr val="D7000F"/>
            </a:solidFill>
          </a:ln>
        </p:spPr>
      </p:sp>
      <p:sp>
        <p:nvSpPr>
          <p:cNvPr id="21" name="object_125"/>
          <p:cNvSpPr>
            <a:spLocks noGrp="1"/>
          </p:cNvSpPr>
          <p:nvPr/>
        </p:nvSpPr>
        <p:spPr>
          <a:xfrm>
            <a:off x="8077200" y="1543050"/>
            <a:ext cx="1619250" cy="533400"/>
          </a:xfrm>
          <a:prstGeom prst="rect">
            <a:avLst/>
          </a:prstGeom>
          <a:solidFill>
            <a:srgbClr val="FFFFFF"/>
          </a:solidFill>
          <a:ln w="17145">
            <a:solidFill>
              <a:srgbClr val="D7000F"/>
            </a:solidFill>
          </a:ln>
        </p:spPr>
      </p:sp>
      <p:sp>
        <p:nvSpPr>
          <p:cNvPr id="22" name="text_127_Optimize"/>
          <p:cNvSpPr>
            <a:spLocks noGrp="1"/>
          </p:cNvSpPr>
          <p:nvPr/>
        </p:nvSpPr>
        <p:spPr>
          <a:xfrm>
            <a:off x="8143875" y="1590675"/>
            <a:ext cx="1485900" cy="438150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650" b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650" b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Optimize</a:t>
            </a:r>
          </a:p>
        </p:txBody>
      </p:sp>
      <p:sp>
        <p:nvSpPr>
          <p:cNvPr id="23" name="connector_128"/>
          <p:cNvSpPr>
            <a:spLocks noGrp="1"/>
          </p:cNvSpPr>
          <p:nvPr/>
        </p:nvSpPr>
        <p:spPr>
          <a:xfrm>
            <a:off x="9734550" y="1800225"/>
            <a:ext cx="142875" cy="19050"/>
          </a:xfrm>
          <a:custGeom>
            <a:avLst/>
            <a:gdLst/>
            <a:ahLst/>
            <a:cxnLst/>
            <a:rect l="0" t="0" r="0" b="0"/>
            <a:pathLst>
              <a:path w="142875" h="19050">
                <a:moveTo>
                  <a:pt x="9525" y="9525"/>
                </a:moveTo>
                <a:lnTo>
                  <a:pt x="133350" y="9525"/>
                </a:lnTo>
              </a:path>
            </a:pathLst>
          </a:custGeom>
          <a:noFill/>
          <a:ln w="19050">
            <a:solidFill>
              <a:srgbClr val="D7000F"/>
            </a:solidFill>
          </a:ln>
        </p:spPr>
      </p:sp>
      <p:sp>
        <p:nvSpPr>
          <p:cNvPr id="24" name="connector_129"/>
          <p:cNvSpPr>
            <a:spLocks noGrp="1"/>
          </p:cNvSpPr>
          <p:nvPr/>
        </p:nvSpPr>
        <p:spPr>
          <a:xfrm>
            <a:off x="9799862" y="1768259"/>
            <a:ext cx="77563" cy="82981"/>
          </a:xfrm>
          <a:custGeom>
            <a:avLst/>
            <a:gdLst/>
            <a:ahLst/>
            <a:cxnLst/>
            <a:rect l="0" t="0" r="0" b="0"/>
            <a:pathLst>
              <a:path w="77563" h="82981">
                <a:moveTo>
                  <a:pt x="9525" y="73456"/>
                </a:moveTo>
                <a:lnTo>
                  <a:pt x="68038" y="41491"/>
                </a:lnTo>
                <a:lnTo>
                  <a:pt x="9525" y="9525"/>
                </a:lnTo>
              </a:path>
            </a:pathLst>
          </a:custGeom>
          <a:noFill/>
          <a:ln w="19050">
            <a:solidFill>
              <a:srgbClr val="D7000F"/>
            </a:solidFill>
          </a:ln>
        </p:spPr>
      </p:sp>
      <p:sp>
        <p:nvSpPr>
          <p:cNvPr id="25" name="object_130"/>
          <p:cNvSpPr>
            <a:spLocks noGrp="1"/>
          </p:cNvSpPr>
          <p:nvPr/>
        </p:nvSpPr>
        <p:spPr>
          <a:xfrm>
            <a:off x="9915525" y="1543050"/>
            <a:ext cx="1619250" cy="533400"/>
          </a:xfrm>
          <a:prstGeom prst="rect">
            <a:avLst/>
          </a:prstGeom>
          <a:solidFill>
            <a:srgbClr val="FFFFFF"/>
          </a:solidFill>
          <a:ln w="17145">
            <a:solidFill>
              <a:srgbClr val="D7000F"/>
            </a:solidFill>
          </a:ln>
        </p:spPr>
      </p:sp>
      <p:sp>
        <p:nvSpPr>
          <p:cNvPr id="26" name="text_132_Kernel 交付"/>
          <p:cNvSpPr>
            <a:spLocks noGrp="1"/>
          </p:cNvSpPr>
          <p:nvPr/>
        </p:nvSpPr>
        <p:spPr>
          <a:xfrm>
            <a:off x="9982200" y="1590675"/>
            <a:ext cx="1485900" cy="438150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650" b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650" b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Kernel 交付</a:t>
            </a:r>
          </a:p>
        </p:txBody>
      </p:sp>
      <p:sp>
        <p:nvSpPr>
          <p:cNvPr id="27" name="text_134_细粒度阶段拆分，多 Agent 协作，完整验证流"/>
          <p:cNvSpPr>
            <a:spLocks noGrp="1"/>
          </p:cNvSpPr>
          <p:nvPr/>
        </p:nvSpPr>
        <p:spPr>
          <a:xfrm>
            <a:off x="733425" y="2219325"/>
            <a:ext cx="10810875" cy="295275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650" b="0">
                <a:solidFill>
                  <a:srgbClr val="242424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650" b="0">
                <a:solidFill>
                  <a:srgbClr val="242424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细粒度阶段拆分，多 Agent 协作，完整验证流程保障稳定交付。</a:t>
            </a:r>
          </a:p>
        </p:txBody>
      </p:sp>
      <p:sp>
        <p:nvSpPr>
          <p:cNvPr id="28" name="text_137_实际使用中的核心问题"/>
          <p:cNvSpPr>
            <a:spLocks noGrp="1"/>
          </p:cNvSpPr>
          <p:nvPr/>
        </p:nvSpPr>
        <p:spPr>
          <a:xfrm>
            <a:off x="1181100" y="2800350"/>
            <a:ext cx="4591050" cy="400050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100" b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2100" b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实际使用中的核心问题</a:t>
            </a:r>
          </a:p>
        </p:txBody>
      </p:sp>
      <p:sp>
        <p:nvSpPr>
          <p:cNvPr id="29" name="connector_138"/>
          <p:cNvSpPr>
            <a:spLocks noGrp="1"/>
          </p:cNvSpPr>
          <p:nvPr/>
        </p:nvSpPr>
        <p:spPr>
          <a:xfrm>
            <a:off x="714375" y="3248025"/>
            <a:ext cx="2076450" cy="19050"/>
          </a:xfrm>
          <a:custGeom>
            <a:avLst/>
            <a:gdLst/>
            <a:ahLst/>
            <a:cxnLst/>
            <a:rect l="0" t="0" r="0" b="0"/>
            <a:pathLst>
              <a:path w="2076450" h="19050">
                <a:moveTo>
                  <a:pt x="9525" y="9525"/>
                </a:moveTo>
                <a:lnTo>
                  <a:pt x="2066925" y="9525"/>
                </a:lnTo>
              </a:path>
            </a:pathLst>
          </a:custGeom>
          <a:noFill/>
          <a:ln w="16193">
            <a:solidFill>
              <a:srgbClr val="D7000F"/>
            </a:solidFill>
          </a:ln>
        </p:spPr>
      </p:sp>
      <p:sp>
        <p:nvSpPr>
          <p:cNvPr id="30" name="text_141_新版 Skill 重构方向"/>
          <p:cNvSpPr>
            <a:spLocks noGrp="1"/>
          </p:cNvSpPr>
          <p:nvPr/>
        </p:nvSpPr>
        <p:spPr>
          <a:xfrm>
            <a:off x="6858000" y="2800350"/>
            <a:ext cx="4705350" cy="400050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100" b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2100" b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新版 Skill 重构方向</a:t>
            </a:r>
          </a:p>
        </p:txBody>
      </p:sp>
      <p:sp>
        <p:nvSpPr>
          <p:cNvPr id="31" name="connector_142"/>
          <p:cNvSpPr>
            <a:spLocks noGrp="1"/>
          </p:cNvSpPr>
          <p:nvPr/>
        </p:nvSpPr>
        <p:spPr>
          <a:xfrm>
            <a:off x="6391275" y="3248025"/>
            <a:ext cx="2076450" cy="19050"/>
          </a:xfrm>
          <a:custGeom>
            <a:avLst/>
            <a:gdLst/>
            <a:ahLst/>
            <a:cxnLst/>
            <a:rect l="0" t="0" r="0" b="0"/>
            <a:pathLst>
              <a:path w="2076450" h="19050">
                <a:moveTo>
                  <a:pt x="9525" y="9525"/>
                </a:moveTo>
                <a:lnTo>
                  <a:pt x="2066925" y="9525"/>
                </a:lnTo>
              </a:path>
            </a:pathLst>
          </a:custGeom>
          <a:noFill/>
          <a:ln w="16193">
            <a:solidFill>
              <a:srgbClr val="D7000F"/>
            </a:solidFill>
          </a:ln>
        </p:spPr>
      </p:sp>
      <p:sp>
        <p:nvSpPr>
          <p:cNvPr id="32" name="connector_143"/>
          <p:cNvSpPr>
            <a:spLocks noGrp="1"/>
          </p:cNvSpPr>
          <p:nvPr/>
        </p:nvSpPr>
        <p:spPr>
          <a:xfrm>
            <a:off x="6057900" y="2914650"/>
            <a:ext cx="19050" cy="95250"/>
          </a:xfrm>
          <a:custGeom>
            <a:avLst/>
            <a:gdLst/>
            <a:ahLst/>
            <a:cxnLst/>
            <a:rect l="0" t="0" r="0" b="0"/>
            <a:pathLst>
              <a:path w="19050" h="95250">
                <a:moveTo>
                  <a:pt x="9525" y="9525"/>
                </a:moveTo>
                <a:lnTo>
                  <a:pt x="9525" y="85725"/>
                </a:lnTo>
              </a:path>
            </a:pathLst>
          </a:custGeom>
          <a:noFill/>
          <a:ln w="19050">
            <a:solidFill>
              <a:srgbClr val="D9D9D9"/>
            </a:solidFill>
          </a:ln>
        </p:spPr>
      </p:sp>
      <p:sp>
        <p:nvSpPr>
          <p:cNvPr id="33" name="connector_144"/>
          <p:cNvSpPr>
            <a:spLocks noGrp="1"/>
          </p:cNvSpPr>
          <p:nvPr/>
        </p:nvSpPr>
        <p:spPr>
          <a:xfrm>
            <a:off x="6057900" y="3038475"/>
            <a:ext cx="19050" cy="95250"/>
          </a:xfrm>
          <a:custGeom>
            <a:avLst/>
            <a:gdLst/>
            <a:ahLst/>
            <a:cxnLst/>
            <a:rect l="0" t="0" r="0" b="0"/>
            <a:pathLst>
              <a:path w="19050" h="95250">
                <a:moveTo>
                  <a:pt x="9525" y="9525"/>
                </a:moveTo>
                <a:lnTo>
                  <a:pt x="9525" y="85725"/>
                </a:lnTo>
              </a:path>
            </a:pathLst>
          </a:custGeom>
          <a:noFill/>
          <a:ln w="19050">
            <a:solidFill>
              <a:srgbClr val="D9D9D9"/>
            </a:solidFill>
          </a:ln>
        </p:spPr>
      </p:sp>
      <p:sp>
        <p:nvSpPr>
          <p:cNvPr id="34" name="connector_145"/>
          <p:cNvSpPr>
            <a:spLocks noGrp="1"/>
          </p:cNvSpPr>
          <p:nvPr/>
        </p:nvSpPr>
        <p:spPr>
          <a:xfrm>
            <a:off x="6057900" y="3162300"/>
            <a:ext cx="19050" cy="95250"/>
          </a:xfrm>
          <a:custGeom>
            <a:avLst/>
            <a:gdLst/>
            <a:ahLst/>
            <a:cxnLst/>
            <a:rect l="0" t="0" r="0" b="0"/>
            <a:pathLst>
              <a:path w="19050" h="95250">
                <a:moveTo>
                  <a:pt x="9525" y="9525"/>
                </a:moveTo>
                <a:lnTo>
                  <a:pt x="9525" y="85725"/>
                </a:lnTo>
              </a:path>
            </a:pathLst>
          </a:custGeom>
          <a:noFill/>
          <a:ln w="19050">
            <a:solidFill>
              <a:srgbClr val="D9D9D9"/>
            </a:solidFill>
          </a:ln>
        </p:spPr>
      </p:sp>
      <p:sp>
        <p:nvSpPr>
          <p:cNvPr id="35" name="connector_146"/>
          <p:cNvSpPr>
            <a:spLocks noGrp="1"/>
          </p:cNvSpPr>
          <p:nvPr/>
        </p:nvSpPr>
        <p:spPr>
          <a:xfrm>
            <a:off x="6057900" y="3286125"/>
            <a:ext cx="19050" cy="95250"/>
          </a:xfrm>
          <a:custGeom>
            <a:avLst/>
            <a:gdLst/>
            <a:ahLst/>
            <a:cxnLst/>
            <a:rect l="0" t="0" r="0" b="0"/>
            <a:pathLst>
              <a:path w="19050" h="95250">
                <a:moveTo>
                  <a:pt x="9525" y="9525"/>
                </a:moveTo>
                <a:lnTo>
                  <a:pt x="9525" y="85725"/>
                </a:lnTo>
              </a:path>
            </a:pathLst>
          </a:custGeom>
          <a:noFill/>
          <a:ln w="19050">
            <a:solidFill>
              <a:srgbClr val="D9D9D9"/>
            </a:solidFill>
          </a:ln>
        </p:spPr>
      </p:sp>
      <p:sp>
        <p:nvSpPr>
          <p:cNvPr id="36" name="connector_147"/>
          <p:cNvSpPr>
            <a:spLocks noGrp="1"/>
          </p:cNvSpPr>
          <p:nvPr/>
        </p:nvSpPr>
        <p:spPr>
          <a:xfrm>
            <a:off x="6057900" y="3409950"/>
            <a:ext cx="19050" cy="95250"/>
          </a:xfrm>
          <a:custGeom>
            <a:avLst/>
            <a:gdLst/>
            <a:ahLst/>
            <a:cxnLst/>
            <a:rect l="0" t="0" r="0" b="0"/>
            <a:pathLst>
              <a:path w="19050" h="95250">
                <a:moveTo>
                  <a:pt x="9525" y="9525"/>
                </a:moveTo>
                <a:lnTo>
                  <a:pt x="9525" y="85725"/>
                </a:lnTo>
              </a:path>
            </a:pathLst>
          </a:custGeom>
          <a:noFill/>
          <a:ln w="19050">
            <a:solidFill>
              <a:srgbClr val="D9D9D9"/>
            </a:solidFill>
          </a:ln>
        </p:spPr>
      </p:sp>
      <p:sp>
        <p:nvSpPr>
          <p:cNvPr id="37" name="connector_148"/>
          <p:cNvSpPr>
            <a:spLocks noGrp="1"/>
          </p:cNvSpPr>
          <p:nvPr/>
        </p:nvSpPr>
        <p:spPr>
          <a:xfrm>
            <a:off x="6057900" y="3533775"/>
            <a:ext cx="19050" cy="95250"/>
          </a:xfrm>
          <a:custGeom>
            <a:avLst/>
            <a:gdLst/>
            <a:ahLst/>
            <a:cxnLst/>
            <a:rect l="0" t="0" r="0" b="0"/>
            <a:pathLst>
              <a:path w="19050" h="95250">
                <a:moveTo>
                  <a:pt x="9525" y="9525"/>
                </a:moveTo>
                <a:lnTo>
                  <a:pt x="9525" y="85725"/>
                </a:lnTo>
              </a:path>
            </a:pathLst>
          </a:custGeom>
          <a:noFill/>
          <a:ln w="19050">
            <a:solidFill>
              <a:srgbClr val="D9D9D9"/>
            </a:solidFill>
          </a:ln>
        </p:spPr>
      </p:sp>
      <p:sp>
        <p:nvSpPr>
          <p:cNvPr id="38" name="connector_149"/>
          <p:cNvSpPr>
            <a:spLocks noGrp="1"/>
          </p:cNvSpPr>
          <p:nvPr/>
        </p:nvSpPr>
        <p:spPr>
          <a:xfrm>
            <a:off x="6057900" y="3657600"/>
            <a:ext cx="19050" cy="95250"/>
          </a:xfrm>
          <a:custGeom>
            <a:avLst/>
            <a:gdLst/>
            <a:ahLst/>
            <a:cxnLst/>
            <a:rect l="0" t="0" r="0" b="0"/>
            <a:pathLst>
              <a:path w="19050" h="95250">
                <a:moveTo>
                  <a:pt x="9525" y="9525"/>
                </a:moveTo>
                <a:lnTo>
                  <a:pt x="9525" y="85725"/>
                </a:lnTo>
              </a:path>
            </a:pathLst>
          </a:custGeom>
          <a:noFill/>
          <a:ln w="19050">
            <a:solidFill>
              <a:srgbClr val="D9D9D9"/>
            </a:solidFill>
          </a:ln>
        </p:spPr>
      </p:sp>
      <p:sp>
        <p:nvSpPr>
          <p:cNvPr id="39" name="connector_150"/>
          <p:cNvSpPr>
            <a:spLocks noGrp="1"/>
          </p:cNvSpPr>
          <p:nvPr/>
        </p:nvSpPr>
        <p:spPr>
          <a:xfrm>
            <a:off x="6057900" y="3781425"/>
            <a:ext cx="19050" cy="95250"/>
          </a:xfrm>
          <a:custGeom>
            <a:avLst/>
            <a:gdLst/>
            <a:ahLst/>
            <a:cxnLst/>
            <a:rect l="0" t="0" r="0" b="0"/>
            <a:pathLst>
              <a:path w="19050" h="95250">
                <a:moveTo>
                  <a:pt x="9525" y="9525"/>
                </a:moveTo>
                <a:lnTo>
                  <a:pt x="9525" y="85725"/>
                </a:lnTo>
              </a:path>
            </a:pathLst>
          </a:custGeom>
          <a:noFill/>
          <a:ln w="19050">
            <a:solidFill>
              <a:srgbClr val="D9D9D9"/>
            </a:solidFill>
          </a:ln>
        </p:spPr>
      </p:sp>
      <p:sp>
        <p:nvSpPr>
          <p:cNvPr id="40" name="connector_151"/>
          <p:cNvSpPr>
            <a:spLocks noGrp="1"/>
          </p:cNvSpPr>
          <p:nvPr/>
        </p:nvSpPr>
        <p:spPr>
          <a:xfrm>
            <a:off x="6057900" y="3905250"/>
            <a:ext cx="19050" cy="95250"/>
          </a:xfrm>
          <a:custGeom>
            <a:avLst/>
            <a:gdLst/>
            <a:ahLst/>
            <a:cxnLst/>
            <a:rect l="0" t="0" r="0" b="0"/>
            <a:pathLst>
              <a:path w="19050" h="95250">
                <a:moveTo>
                  <a:pt x="9525" y="9525"/>
                </a:moveTo>
                <a:lnTo>
                  <a:pt x="9525" y="85725"/>
                </a:lnTo>
              </a:path>
            </a:pathLst>
          </a:custGeom>
          <a:noFill/>
          <a:ln w="19050">
            <a:solidFill>
              <a:srgbClr val="D9D9D9"/>
            </a:solidFill>
          </a:ln>
        </p:spPr>
      </p:sp>
      <p:sp>
        <p:nvSpPr>
          <p:cNvPr id="41" name="connector_152"/>
          <p:cNvSpPr>
            <a:spLocks noGrp="1"/>
          </p:cNvSpPr>
          <p:nvPr/>
        </p:nvSpPr>
        <p:spPr>
          <a:xfrm>
            <a:off x="6057900" y="4029075"/>
            <a:ext cx="19050" cy="95250"/>
          </a:xfrm>
          <a:custGeom>
            <a:avLst/>
            <a:gdLst/>
            <a:ahLst/>
            <a:cxnLst/>
            <a:rect l="0" t="0" r="0" b="0"/>
            <a:pathLst>
              <a:path w="19050" h="95250">
                <a:moveTo>
                  <a:pt x="9525" y="9525"/>
                </a:moveTo>
                <a:lnTo>
                  <a:pt x="9525" y="85725"/>
                </a:lnTo>
              </a:path>
            </a:pathLst>
          </a:custGeom>
          <a:noFill/>
          <a:ln w="19050">
            <a:solidFill>
              <a:srgbClr val="D9D9D9"/>
            </a:solidFill>
          </a:ln>
        </p:spPr>
      </p:sp>
      <p:sp>
        <p:nvSpPr>
          <p:cNvPr id="42" name="connector_153"/>
          <p:cNvSpPr>
            <a:spLocks noGrp="1"/>
          </p:cNvSpPr>
          <p:nvPr/>
        </p:nvSpPr>
        <p:spPr>
          <a:xfrm>
            <a:off x="6057900" y="4152900"/>
            <a:ext cx="19050" cy="95250"/>
          </a:xfrm>
          <a:custGeom>
            <a:avLst/>
            <a:gdLst/>
            <a:ahLst/>
            <a:cxnLst/>
            <a:rect l="0" t="0" r="0" b="0"/>
            <a:pathLst>
              <a:path w="19050" h="95250">
                <a:moveTo>
                  <a:pt x="9525" y="9525"/>
                </a:moveTo>
                <a:lnTo>
                  <a:pt x="9525" y="85725"/>
                </a:lnTo>
              </a:path>
            </a:pathLst>
          </a:custGeom>
          <a:noFill/>
          <a:ln w="19050">
            <a:solidFill>
              <a:srgbClr val="D9D9D9"/>
            </a:solidFill>
          </a:ln>
        </p:spPr>
      </p:sp>
      <p:sp>
        <p:nvSpPr>
          <p:cNvPr id="43" name="connector_154"/>
          <p:cNvSpPr>
            <a:spLocks noGrp="1"/>
          </p:cNvSpPr>
          <p:nvPr/>
        </p:nvSpPr>
        <p:spPr>
          <a:xfrm>
            <a:off x="6057900" y="4276725"/>
            <a:ext cx="19050" cy="95250"/>
          </a:xfrm>
          <a:custGeom>
            <a:avLst/>
            <a:gdLst/>
            <a:ahLst/>
            <a:cxnLst/>
            <a:rect l="0" t="0" r="0" b="0"/>
            <a:pathLst>
              <a:path w="19050" h="95250">
                <a:moveTo>
                  <a:pt x="9525" y="9525"/>
                </a:moveTo>
                <a:lnTo>
                  <a:pt x="9525" y="85725"/>
                </a:lnTo>
              </a:path>
            </a:pathLst>
          </a:custGeom>
          <a:noFill/>
          <a:ln w="19050">
            <a:solidFill>
              <a:srgbClr val="D9D9D9"/>
            </a:solidFill>
          </a:ln>
        </p:spPr>
      </p:sp>
      <p:sp>
        <p:nvSpPr>
          <p:cNvPr id="44" name="connector_155"/>
          <p:cNvSpPr>
            <a:spLocks noGrp="1"/>
          </p:cNvSpPr>
          <p:nvPr/>
        </p:nvSpPr>
        <p:spPr>
          <a:xfrm>
            <a:off x="6057900" y="4400550"/>
            <a:ext cx="19050" cy="95250"/>
          </a:xfrm>
          <a:custGeom>
            <a:avLst/>
            <a:gdLst/>
            <a:ahLst/>
            <a:cxnLst/>
            <a:rect l="0" t="0" r="0" b="0"/>
            <a:pathLst>
              <a:path w="19050" h="95250">
                <a:moveTo>
                  <a:pt x="9525" y="9525"/>
                </a:moveTo>
                <a:lnTo>
                  <a:pt x="9525" y="85725"/>
                </a:lnTo>
              </a:path>
            </a:pathLst>
          </a:custGeom>
          <a:noFill/>
          <a:ln w="19050">
            <a:solidFill>
              <a:srgbClr val="D9D9D9"/>
            </a:solidFill>
          </a:ln>
        </p:spPr>
      </p:sp>
      <p:sp>
        <p:nvSpPr>
          <p:cNvPr id="45" name="connector_156"/>
          <p:cNvSpPr>
            <a:spLocks noGrp="1"/>
          </p:cNvSpPr>
          <p:nvPr/>
        </p:nvSpPr>
        <p:spPr>
          <a:xfrm>
            <a:off x="6057900" y="4524375"/>
            <a:ext cx="19050" cy="95250"/>
          </a:xfrm>
          <a:custGeom>
            <a:avLst/>
            <a:gdLst/>
            <a:ahLst/>
            <a:cxnLst/>
            <a:rect l="0" t="0" r="0" b="0"/>
            <a:pathLst>
              <a:path w="19050" h="95250">
                <a:moveTo>
                  <a:pt x="9525" y="9525"/>
                </a:moveTo>
                <a:lnTo>
                  <a:pt x="9525" y="85725"/>
                </a:lnTo>
              </a:path>
            </a:pathLst>
          </a:custGeom>
          <a:noFill/>
          <a:ln w="19050">
            <a:solidFill>
              <a:srgbClr val="D9D9D9"/>
            </a:solidFill>
          </a:ln>
        </p:spPr>
      </p:sp>
      <p:sp>
        <p:nvSpPr>
          <p:cNvPr id="46" name="connector_157"/>
          <p:cNvSpPr>
            <a:spLocks noGrp="1"/>
          </p:cNvSpPr>
          <p:nvPr/>
        </p:nvSpPr>
        <p:spPr>
          <a:xfrm>
            <a:off x="6057900" y="4648200"/>
            <a:ext cx="19050" cy="95250"/>
          </a:xfrm>
          <a:custGeom>
            <a:avLst/>
            <a:gdLst/>
            <a:ahLst/>
            <a:cxnLst/>
            <a:rect l="0" t="0" r="0" b="0"/>
            <a:pathLst>
              <a:path w="19050" h="95250">
                <a:moveTo>
                  <a:pt x="9525" y="9525"/>
                </a:moveTo>
                <a:lnTo>
                  <a:pt x="9525" y="85725"/>
                </a:lnTo>
              </a:path>
            </a:pathLst>
          </a:custGeom>
          <a:noFill/>
          <a:ln w="19050">
            <a:solidFill>
              <a:srgbClr val="D9D9D9"/>
            </a:solidFill>
          </a:ln>
        </p:spPr>
      </p:sp>
      <p:sp>
        <p:nvSpPr>
          <p:cNvPr id="47" name="connector_158"/>
          <p:cNvSpPr>
            <a:spLocks noGrp="1"/>
          </p:cNvSpPr>
          <p:nvPr/>
        </p:nvSpPr>
        <p:spPr>
          <a:xfrm>
            <a:off x="6057900" y="4772025"/>
            <a:ext cx="19050" cy="95250"/>
          </a:xfrm>
          <a:custGeom>
            <a:avLst/>
            <a:gdLst/>
            <a:ahLst/>
            <a:cxnLst/>
            <a:rect l="0" t="0" r="0" b="0"/>
            <a:pathLst>
              <a:path w="19050" h="95250">
                <a:moveTo>
                  <a:pt x="9525" y="9525"/>
                </a:moveTo>
                <a:lnTo>
                  <a:pt x="9525" y="85725"/>
                </a:lnTo>
              </a:path>
            </a:pathLst>
          </a:custGeom>
          <a:noFill/>
          <a:ln w="19050">
            <a:solidFill>
              <a:srgbClr val="D9D9D9"/>
            </a:solidFill>
          </a:ln>
        </p:spPr>
      </p:sp>
      <p:sp>
        <p:nvSpPr>
          <p:cNvPr id="48" name="connector_159"/>
          <p:cNvSpPr>
            <a:spLocks noGrp="1"/>
          </p:cNvSpPr>
          <p:nvPr/>
        </p:nvSpPr>
        <p:spPr>
          <a:xfrm>
            <a:off x="6057900" y="4895850"/>
            <a:ext cx="19050" cy="95250"/>
          </a:xfrm>
          <a:custGeom>
            <a:avLst/>
            <a:gdLst/>
            <a:ahLst/>
            <a:cxnLst/>
            <a:rect l="0" t="0" r="0" b="0"/>
            <a:pathLst>
              <a:path w="19050" h="95250">
                <a:moveTo>
                  <a:pt x="9525" y="9525"/>
                </a:moveTo>
                <a:lnTo>
                  <a:pt x="9525" y="85725"/>
                </a:lnTo>
              </a:path>
            </a:pathLst>
          </a:custGeom>
          <a:noFill/>
          <a:ln w="19050">
            <a:solidFill>
              <a:srgbClr val="D9D9D9"/>
            </a:solidFill>
          </a:ln>
        </p:spPr>
      </p:sp>
      <p:sp>
        <p:nvSpPr>
          <p:cNvPr id="49" name="connector_160"/>
          <p:cNvSpPr>
            <a:spLocks noGrp="1"/>
          </p:cNvSpPr>
          <p:nvPr/>
        </p:nvSpPr>
        <p:spPr>
          <a:xfrm>
            <a:off x="6057900" y="5019675"/>
            <a:ext cx="19050" cy="95250"/>
          </a:xfrm>
          <a:custGeom>
            <a:avLst/>
            <a:gdLst/>
            <a:ahLst/>
            <a:cxnLst/>
            <a:rect l="0" t="0" r="0" b="0"/>
            <a:pathLst>
              <a:path w="19050" h="95250">
                <a:moveTo>
                  <a:pt x="9525" y="9525"/>
                </a:moveTo>
                <a:lnTo>
                  <a:pt x="9525" y="85725"/>
                </a:lnTo>
              </a:path>
            </a:pathLst>
          </a:custGeom>
          <a:noFill/>
          <a:ln w="19050">
            <a:solidFill>
              <a:srgbClr val="D9D9D9"/>
            </a:solidFill>
          </a:ln>
        </p:spPr>
      </p:sp>
      <p:sp>
        <p:nvSpPr>
          <p:cNvPr id="50" name="connector_161"/>
          <p:cNvSpPr>
            <a:spLocks noGrp="1"/>
          </p:cNvSpPr>
          <p:nvPr/>
        </p:nvSpPr>
        <p:spPr>
          <a:xfrm>
            <a:off x="6057900" y="5143500"/>
            <a:ext cx="19050" cy="95250"/>
          </a:xfrm>
          <a:custGeom>
            <a:avLst/>
            <a:gdLst/>
            <a:ahLst/>
            <a:cxnLst/>
            <a:rect l="0" t="0" r="0" b="0"/>
            <a:pathLst>
              <a:path w="19050" h="95250">
                <a:moveTo>
                  <a:pt x="9525" y="9525"/>
                </a:moveTo>
                <a:lnTo>
                  <a:pt x="9525" y="85725"/>
                </a:lnTo>
              </a:path>
            </a:pathLst>
          </a:custGeom>
          <a:noFill/>
          <a:ln w="19050">
            <a:solidFill>
              <a:srgbClr val="D9D9D9"/>
            </a:solidFill>
          </a:ln>
        </p:spPr>
      </p:sp>
      <p:sp>
        <p:nvSpPr>
          <p:cNvPr id="51" name="connector_162"/>
          <p:cNvSpPr>
            <a:spLocks noGrp="1"/>
          </p:cNvSpPr>
          <p:nvPr/>
        </p:nvSpPr>
        <p:spPr>
          <a:xfrm>
            <a:off x="6057900" y="5267325"/>
            <a:ext cx="19050" cy="95250"/>
          </a:xfrm>
          <a:custGeom>
            <a:avLst/>
            <a:gdLst/>
            <a:ahLst/>
            <a:cxnLst/>
            <a:rect l="0" t="0" r="0" b="0"/>
            <a:pathLst>
              <a:path w="19050" h="95250">
                <a:moveTo>
                  <a:pt x="9525" y="9525"/>
                </a:moveTo>
                <a:lnTo>
                  <a:pt x="9525" y="85725"/>
                </a:lnTo>
              </a:path>
            </a:pathLst>
          </a:custGeom>
          <a:noFill/>
          <a:ln w="19050">
            <a:solidFill>
              <a:srgbClr val="D9D9D9"/>
            </a:solidFill>
          </a:ln>
        </p:spPr>
      </p:sp>
      <p:sp>
        <p:nvSpPr>
          <p:cNvPr id="52" name="connector_163"/>
          <p:cNvSpPr>
            <a:spLocks noGrp="1"/>
          </p:cNvSpPr>
          <p:nvPr/>
        </p:nvSpPr>
        <p:spPr>
          <a:xfrm>
            <a:off x="6057900" y="5391150"/>
            <a:ext cx="19050" cy="95250"/>
          </a:xfrm>
          <a:custGeom>
            <a:avLst/>
            <a:gdLst/>
            <a:ahLst/>
            <a:cxnLst/>
            <a:rect l="0" t="0" r="0" b="0"/>
            <a:pathLst>
              <a:path w="19050" h="95250">
                <a:moveTo>
                  <a:pt x="9525" y="9525"/>
                </a:moveTo>
                <a:lnTo>
                  <a:pt x="9525" y="85725"/>
                </a:lnTo>
              </a:path>
            </a:pathLst>
          </a:custGeom>
          <a:noFill/>
          <a:ln w="19050">
            <a:solidFill>
              <a:srgbClr val="D9D9D9"/>
            </a:solidFill>
          </a:ln>
        </p:spPr>
      </p:sp>
      <p:sp>
        <p:nvSpPr>
          <p:cNvPr id="53" name="connector_164"/>
          <p:cNvSpPr>
            <a:spLocks noGrp="1"/>
          </p:cNvSpPr>
          <p:nvPr/>
        </p:nvSpPr>
        <p:spPr>
          <a:xfrm>
            <a:off x="6057900" y="5514975"/>
            <a:ext cx="19050" cy="95250"/>
          </a:xfrm>
          <a:custGeom>
            <a:avLst/>
            <a:gdLst/>
            <a:ahLst/>
            <a:cxnLst/>
            <a:rect l="0" t="0" r="0" b="0"/>
            <a:pathLst>
              <a:path w="19050" h="95250">
                <a:moveTo>
                  <a:pt x="9525" y="9525"/>
                </a:moveTo>
                <a:lnTo>
                  <a:pt x="9525" y="85725"/>
                </a:lnTo>
              </a:path>
            </a:pathLst>
          </a:custGeom>
          <a:noFill/>
          <a:ln w="19050">
            <a:solidFill>
              <a:srgbClr val="D9D9D9"/>
            </a:solidFill>
          </a:ln>
        </p:spPr>
      </p:sp>
      <p:sp>
        <p:nvSpPr>
          <p:cNvPr id="54" name="connector_165"/>
          <p:cNvSpPr>
            <a:spLocks noGrp="1"/>
          </p:cNvSpPr>
          <p:nvPr/>
        </p:nvSpPr>
        <p:spPr>
          <a:xfrm>
            <a:off x="6057900" y="5638800"/>
            <a:ext cx="19050" cy="95250"/>
          </a:xfrm>
          <a:custGeom>
            <a:avLst/>
            <a:gdLst/>
            <a:ahLst/>
            <a:cxnLst/>
            <a:rect l="0" t="0" r="0" b="0"/>
            <a:pathLst>
              <a:path w="19050" h="95250">
                <a:moveTo>
                  <a:pt x="9525" y="9525"/>
                </a:moveTo>
                <a:lnTo>
                  <a:pt x="9525" y="85725"/>
                </a:lnTo>
              </a:path>
            </a:pathLst>
          </a:custGeom>
          <a:noFill/>
          <a:ln w="19050">
            <a:solidFill>
              <a:srgbClr val="D9D9D9"/>
            </a:solidFill>
          </a:ln>
        </p:spPr>
      </p:sp>
      <p:sp>
        <p:nvSpPr>
          <p:cNvPr id="55" name="connector_166"/>
          <p:cNvSpPr>
            <a:spLocks noGrp="1"/>
          </p:cNvSpPr>
          <p:nvPr/>
        </p:nvSpPr>
        <p:spPr>
          <a:xfrm>
            <a:off x="6057900" y="5762625"/>
            <a:ext cx="19050" cy="95250"/>
          </a:xfrm>
          <a:custGeom>
            <a:avLst/>
            <a:gdLst/>
            <a:ahLst/>
            <a:cxnLst/>
            <a:rect l="0" t="0" r="0" b="0"/>
            <a:pathLst>
              <a:path w="19050" h="95250">
                <a:moveTo>
                  <a:pt x="9525" y="9525"/>
                </a:moveTo>
                <a:lnTo>
                  <a:pt x="9525" y="85725"/>
                </a:lnTo>
              </a:path>
            </a:pathLst>
          </a:custGeom>
          <a:noFill/>
          <a:ln w="19050">
            <a:solidFill>
              <a:srgbClr val="D9D9D9"/>
            </a:solidFill>
          </a:ln>
        </p:spPr>
      </p:sp>
      <p:sp>
        <p:nvSpPr>
          <p:cNvPr id="56" name="connector_167"/>
          <p:cNvSpPr>
            <a:spLocks noGrp="1"/>
          </p:cNvSpPr>
          <p:nvPr/>
        </p:nvSpPr>
        <p:spPr>
          <a:xfrm>
            <a:off x="6057900" y="5886450"/>
            <a:ext cx="19050" cy="95250"/>
          </a:xfrm>
          <a:custGeom>
            <a:avLst/>
            <a:gdLst/>
            <a:ahLst/>
            <a:cxnLst/>
            <a:rect l="0" t="0" r="0" b="0"/>
            <a:pathLst>
              <a:path w="19050" h="95250">
                <a:moveTo>
                  <a:pt x="9525" y="9525"/>
                </a:moveTo>
                <a:lnTo>
                  <a:pt x="9525" y="85725"/>
                </a:lnTo>
              </a:path>
            </a:pathLst>
          </a:custGeom>
          <a:noFill/>
          <a:ln w="19050">
            <a:solidFill>
              <a:srgbClr val="D9D9D9"/>
            </a:solidFill>
          </a:ln>
        </p:spPr>
      </p:sp>
      <p:sp>
        <p:nvSpPr>
          <p:cNvPr id="57" name="connector_168"/>
          <p:cNvSpPr>
            <a:spLocks noGrp="1"/>
          </p:cNvSpPr>
          <p:nvPr/>
        </p:nvSpPr>
        <p:spPr>
          <a:xfrm>
            <a:off x="6057900" y="6010275"/>
            <a:ext cx="19050" cy="95250"/>
          </a:xfrm>
          <a:custGeom>
            <a:avLst/>
            <a:gdLst/>
            <a:ahLst/>
            <a:cxnLst/>
            <a:rect l="0" t="0" r="0" b="0"/>
            <a:pathLst>
              <a:path w="19050" h="95250">
                <a:moveTo>
                  <a:pt x="9525" y="9525"/>
                </a:moveTo>
                <a:lnTo>
                  <a:pt x="9525" y="85725"/>
                </a:lnTo>
              </a:path>
            </a:pathLst>
          </a:custGeom>
          <a:noFill/>
          <a:ln w="19050">
            <a:solidFill>
              <a:srgbClr val="D9D9D9"/>
            </a:solidFill>
          </a:ln>
        </p:spPr>
      </p:sp>
      <p:sp>
        <p:nvSpPr>
          <p:cNvPr id="58" name="connector_169"/>
          <p:cNvSpPr>
            <a:spLocks noGrp="1"/>
          </p:cNvSpPr>
          <p:nvPr/>
        </p:nvSpPr>
        <p:spPr>
          <a:xfrm>
            <a:off x="6057900" y="6134100"/>
            <a:ext cx="19050" cy="66675"/>
          </a:xfrm>
          <a:custGeom>
            <a:avLst/>
            <a:gdLst/>
            <a:ahLst/>
            <a:cxnLst/>
            <a:rect l="0" t="0" r="0" b="0"/>
            <a:pathLst>
              <a:path w="19050" h="66675">
                <a:moveTo>
                  <a:pt x="9525" y="9525"/>
                </a:moveTo>
                <a:lnTo>
                  <a:pt x="9525" y="57150"/>
                </a:lnTo>
              </a:path>
            </a:pathLst>
          </a:custGeom>
          <a:noFill/>
          <a:ln w="19050">
            <a:solidFill>
              <a:srgbClr val="D9D9D9"/>
            </a:solidFill>
          </a:ln>
        </p:spPr>
      </p:sp>
      <p:sp>
        <p:nvSpPr>
          <p:cNvPr id="59" name="text_171_上下文重复"/>
          <p:cNvSpPr>
            <a:spLocks noGrp="1"/>
          </p:cNvSpPr>
          <p:nvPr/>
        </p:nvSpPr>
        <p:spPr>
          <a:xfrm>
            <a:off x="752475" y="3419475"/>
            <a:ext cx="1571625" cy="295275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800" b="1">
                <a:solidFill>
                  <a:srgbClr val="D7000F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800" b="1">
                <a:solidFill>
                  <a:srgbClr val="D7000F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上下文重复</a:t>
            </a:r>
          </a:p>
        </p:txBody>
      </p:sp>
      <p:sp>
        <p:nvSpPr>
          <p:cNvPr id="60" name="text_173_相同语义反复读取&#10;Token 消耗高"/>
          <p:cNvSpPr>
            <a:spLocks noGrp="1"/>
          </p:cNvSpPr>
          <p:nvPr/>
        </p:nvSpPr>
        <p:spPr>
          <a:xfrm>
            <a:off x="2409825" y="3419475"/>
            <a:ext cx="3476625" cy="533400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500" b="0">
                <a:solidFill>
                  <a:srgbClr val="242424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500" b="0">
                <a:solidFill>
                  <a:srgbClr val="242424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相同语义反复读取</a:t>
            </a:r>
          </a:p>
          <a:p>
            <a:pPr algn="l">
              <a:defRPr sz="1500" b="0">
                <a:solidFill>
                  <a:srgbClr val="242424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500" b="0">
                <a:solidFill>
                  <a:srgbClr val="242424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Token 消耗高</a:t>
            </a:r>
          </a:p>
        </p:txBody>
      </p:sp>
      <p:sp>
        <p:nvSpPr>
          <p:cNvPr id="61" name="connector_174"/>
          <p:cNvSpPr>
            <a:spLocks noGrp="1"/>
          </p:cNvSpPr>
          <p:nvPr/>
        </p:nvSpPr>
        <p:spPr>
          <a:xfrm>
            <a:off x="733425" y="4000500"/>
            <a:ext cx="5124450" cy="19050"/>
          </a:xfrm>
          <a:custGeom>
            <a:avLst/>
            <a:gdLst/>
            <a:ahLst/>
            <a:cxnLst/>
            <a:rect l="0" t="0" r="0" b="0"/>
            <a:pathLst>
              <a:path w="5124450" h="19050">
                <a:moveTo>
                  <a:pt x="9525" y="9525"/>
                </a:moveTo>
                <a:lnTo>
                  <a:pt x="5114925" y="9525"/>
                </a:lnTo>
              </a:path>
            </a:pathLst>
          </a:custGeom>
          <a:noFill/>
          <a:ln w="14288">
            <a:solidFill>
              <a:srgbClr val="D9D9D9"/>
            </a:solidFill>
          </a:ln>
        </p:spPr>
      </p:sp>
      <p:sp>
        <p:nvSpPr>
          <p:cNvPr id="62" name="text_176_调度过多"/>
          <p:cNvSpPr>
            <a:spLocks noGrp="1"/>
          </p:cNvSpPr>
          <p:nvPr/>
        </p:nvSpPr>
        <p:spPr>
          <a:xfrm>
            <a:off x="752475" y="4076700"/>
            <a:ext cx="1571625" cy="295275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800" b="1">
                <a:solidFill>
                  <a:srgbClr val="D7000F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800" b="1">
                <a:solidFill>
                  <a:srgbClr val="D7000F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调度过多</a:t>
            </a:r>
          </a:p>
        </p:txBody>
      </p:sp>
      <p:sp>
        <p:nvSpPr>
          <p:cNvPr id="63" name="text_178_小任务也独立分发&#10;开发周期长"/>
          <p:cNvSpPr>
            <a:spLocks noGrp="1"/>
          </p:cNvSpPr>
          <p:nvPr/>
        </p:nvSpPr>
        <p:spPr>
          <a:xfrm>
            <a:off x="2409825" y="4076700"/>
            <a:ext cx="3476625" cy="533400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500" b="0">
                <a:solidFill>
                  <a:srgbClr val="242424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500" b="0">
                <a:solidFill>
                  <a:srgbClr val="242424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小任务也独立分发</a:t>
            </a:r>
          </a:p>
          <a:p>
            <a:pPr algn="l">
              <a:defRPr sz="1500" b="0">
                <a:solidFill>
                  <a:srgbClr val="242424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500" b="0">
                <a:solidFill>
                  <a:srgbClr val="242424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开发周期长</a:t>
            </a:r>
          </a:p>
        </p:txBody>
      </p:sp>
      <p:sp>
        <p:nvSpPr>
          <p:cNvPr id="64" name="connector_179"/>
          <p:cNvSpPr>
            <a:spLocks noGrp="1"/>
          </p:cNvSpPr>
          <p:nvPr/>
        </p:nvSpPr>
        <p:spPr>
          <a:xfrm>
            <a:off x="733425" y="4657725"/>
            <a:ext cx="5124450" cy="19050"/>
          </a:xfrm>
          <a:custGeom>
            <a:avLst/>
            <a:gdLst/>
            <a:ahLst/>
            <a:cxnLst/>
            <a:rect l="0" t="0" r="0" b="0"/>
            <a:pathLst>
              <a:path w="5124450" h="19050">
                <a:moveTo>
                  <a:pt x="9525" y="9525"/>
                </a:moveTo>
                <a:lnTo>
                  <a:pt x="5114925" y="9525"/>
                </a:lnTo>
              </a:path>
            </a:pathLst>
          </a:custGeom>
          <a:noFill/>
          <a:ln w="14288">
            <a:solidFill>
              <a:srgbClr val="D9D9D9"/>
            </a:solidFill>
          </a:ln>
        </p:spPr>
      </p:sp>
      <p:sp>
        <p:nvSpPr>
          <p:cNvPr id="65" name="text_181_优化不稳"/>
          <p:cNvSpPr>
            <a:spLocks noGrp="1"/>
          </p:cNvSpPr>
          <p:nvPr/>
        </p:nvSpPr>
        <p:spPr>
          <a:xfrm>
            <a:off x="752475" y="4733925"/>
            <a:ext cx="1571625" cy="295275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800" b="1">
                <a:solidFill>
                  <a:srgbClr val="D7000F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800" b="1">
                <a:solidFill>
                  <a:srgbClr val="D7000F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优化不稳</a:t>
            </a:r>
          </a:p>
        </p:txBody>
      </p:sp>
      <p:sp>
        <p:nvSpPr>
          <p:cNvPr id="66" name="text_183_默认遍历策略&#10;无效优化较多"/>
          <p:cNvSpPr>
            <a:spLocks noGrp="1"/>
          </p:cNvSpPr>
          <p:nvPr/>
        </p:nvSpPr>
        <p:spPr>
          <a:xfrm>
            <a:off x="2409825" y="4733925"/>
            <a:ext cx="3476625" cy="533400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500" b="0">
                <a:solidFill>
                  <a:srgbClr val="242424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500" b="0">
                <a:solidFill>
                  <a:srgbClr val="242424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默认遍历策略</a:t>
            </a:r>
          </a:p>
          <a:p>
            <a:pPr algn="l">
              <a:defRPr sz="1500" b="0">
                <a:solidFill>
                  <a:srgbClr val="242424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500" b="0">
                <a:solidFill>
                  <a:srgbClr val="242424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无效优化较多</a:t>
            </a:r>
          </a:p>
        </p:txBody>
      </p:sp>
      <p:sp>
        <p:nvSpPr>
          <p:cNvPr id="67" name="connector_184"/>
          <p:cNvSpPr>
            <a:spLocks noGrp="1"/>
          </p:cNvSpPr>
          <p:nvPr/>
        </p:nvSpPr>
        <p:spPr>
          <a:xfrm>
            <a:off x="733425" y="5314950"/>
            <a:ext cx="5124450" cy="19050"/>
          </a:xfrm>
          <a:custGeom>
            <a:avLst/>
            <a:gdLst/>
            <a:ahLst/>
            <a:cxnLst/>
            <a:rect l="0" t="0" r="0" b="0"/>
            <a:pathLst>
              <a:path w="5124450" h="19050">
                <a:moveTo>
                  <a:pt x="9525" y="9525"/>
                </a:moveTo>
                <a:lnTo>
                  <a:pt x="5114925" y="9525"/>
                </a:lnTo>
              </a:path>
            </a:pathLst>
          </a:custGeom>
          <a:noFill/>
          <a:ln w="14288">
            <a:solidFill>
              <a:srgbClr val="D9D9D9"/>
            </a:solidFill>
          </a:ln>
        </p:spPr>
      </p:sp>
      <p:sp>
        <p:nvSpPr>
          <p:cNvPr id="68" name="text_186_验证成本高"/>
          <p:cNvSpPr>
            <a:spLocks noGrp="1"/>
          </p:cNvSpPr>
          <p:nvPr/>
        </p:nvSpPr>
        <p:spPr>
          <a:xfrm>
            <a:off x="752475" y="5391150"/>
            <a:ext cx="1571625" cy="295275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800" b="1">
                <a:solidFill>
                  <a:srgbClr val="D7000F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800" b="1">
                <a:solidFill>
                  <a:srgbClr val="D7000F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验证成本高</a:t>
            </a:r>
          </a:p>
        </p:txBody>
      </p:sp>
      <p:sp>
        <p:nvSpPr>
          <p:cNvPr id="69" name="text_188_小改动也全量验证&#10;中断后重复执行"/>
          <p:cNvSpPr>
            <a:spLocks noGrp="1"/>
          </p:cNvSpPr>
          <p:nvPr/>
        </p:nvSpPr>
        <p:spPr>
          <a:xfrm>
            <a:off x="2409825" y="5391150"/>
            <a:ext cx="3476625" cy="533400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500" b="0">
                <a:solidFill>
                  <a:srgbClr val="242424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500" b="0">
                <a:solidFill>
                  <a:srgbClr val="242424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小改动也全量验证</a:t>
            </a:r>
          </a:p>
          <a:p>
            <a:pPr algn="l">
              <a:defRPr sz="1500" b="0">
                <a:solidFill>
                  <a:srgbClr val="242424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500" b="0">
                <a:solidFill>
                  <a:srgbClr val="242424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中断后重复执行</a:t>
            </a:r>
          </a:p>
        </p:txBody>
      </p:sp>
      <p:sp>
        <p:nvSpPr>
          <p:cNvPr id="70" name="text_190_参考资料共享"/>
          <p:cNvSpPr>
            <a:spLocks noGrp="1"/>
          </p:cNvSpPr>
          <p:nvPr/>
        </p:nvSpPr>
        <p:spPr>
          <a:xfrm>
            <a:off x="6429375" y="3390900"/>
            <a:ext cx="1885950" cy="314325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650" b="1">
                <a:solidFill>
                  <a:srgbClr val="D7000F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650" b="1">
                <a:solidFill>
                  <a:srgbClr val="D7000F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参考资料共享</a:t>
            </a:r>
          </a:p>
        </p:txBody>
      </p:sp>
      <p:sp>
        <p:nvSpPr>
          <p:cNvPr id="71" name="text_192_集中管理公共知识"/>
          <p:cNvSpPr>
            <a:spLocks noGrp="1"/>
          </p:cNvSpPr>
          <p:nvPr/>
        </p:nvSpPr>
        <p:spPr>
          <a:xfrm>
            <a:off x="8429625" y="3390900"/>
            <a:ext cx="3057525" cy="314325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500" b="0">
                <a:solidFill>
                  <a:srgbClr val="242424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500" b="0">
                <a:solidFill>
                  <a:srgbClr val="242424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集中管理公共知识</a:t>
            </a:r>
          </a:p>
        </p:txBody>
      </p:sp>
      <p:sp>
        <p:nvSpPr>
          <p:cNvPr id="72" name="text_194_上下文轻量化"/>
          <p:cNvSpPr>
            <a:spLocks noGrp="1"/>
          </p:cNvSpPr>
          <p:nvPr/>
        </p:nvSpPr>
        <p:spPr>
          <a:xfrm>
            <a:off x="6429375" y="3848100"/>
            <a:ext cx="1885950" cy="314325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650" b="1">
                <a:solidFill>
                  <a:srgbClr val="D7000F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650" b="1">
                <a:solidFill>
                  <a:srgbClr val="D7000F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上下文轻量化</a:t>
            </a:r>
          </a:p>
        </p:txBody>
      </p:sp>
      <p:sp>
        <p:nvSpPr>
          <p:cNvPr id="73" name="text_196_合并执行单元，减少重复理解"/>
          <p:cNvSpPr>
            <a:spLocks noGrp="1"/>
          </p:cNvSpPr>
          <p:nvPr/>
        </p:nvSpPr>
        <p:spPr>
          <a:xfrm>
            <a:off x="8429625" y="3848100"/>
            <a:ext cx="3057525" cy="314325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500" b="0">
                <a:solidFill>
                  <a:srgbClr val="242424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500" b="0">
                <a:solidFill>
                  <a:srgbClr val="242424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合并执行单元，减少重复理解</a:t>
            </a:r>
          </a:p>
        </p:txBody>
      </p:sp>
      <p:sp>
        <p:nvSpPr>
          <p:cNvPr id="74" name="text_198_策略按需选择"/>
          <p:cNvSpPr>
            <a:spLocks noGrp="1"/>
          </p:cNvSpPr>
          <p:nvPr/>
        </p:nvSpPr>
        <p:spPr>
          <a:xfrm>
            <a:off x="6429375" y="4305300"/>
            <a:ext cx="1885950" cy="314325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650" b="1">
                <a:solidFill>
                  <a:srgbClr val="D7000F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650" b="1">
                <a:solidFill>
                  <a:srgbClr val="D7000F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策略按需选择</a:t>
            </a:r>
          </a:p>
        </p:txBody>
      </p:sp>
      <p:sp>
        <p:nvSpPr>
          <p:cNvPr id="75" name="text_200_基于 Profile 判断适用优化"/>
          <p:cNvSpPr>
            <a:spLocks noGrp="1"/>
          </p:cNvSpPr>
          <p:nvPr/>
        </p:nvSpPr>
        <p:spPr>
          <a:xfrm>
            <a:off x="8429625" y="4305300"/>
            <a:ext cx="3057525" cy="314325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500" b="0">
                <a:solidFill>
                  <a:srgbClr val="242424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500" b="0">
                <a:solidFill>
                  <a:srgbClr val="242424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基于 Profile 判断适用优化</a:t>
            </a:r>
          </a:p>
        </p:txBody>
      </p:sp>
      <p:sp>
        <p:nvSpPr>
          <p:cNvPr id="76" name="text_202_三层验证"/>
          <p:cNvSpPr>
            <a:spLocks noGrp="1"/>
          </p:cNvSpPr>
          <p:nvPr/>
        </p:nvSpPr>
        <p:spPr>
          <a:xfrm>
            <a:off x="6429375" y="4762500"/>
            <a:ext cx="1885950" cy="314325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650" b="1">
                <a:solidFill>
                  <a:srgbClr val="D7000F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650" b="1">
                <a:solidFill>
                  <a:srgbClr val="D7000F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三层验证</a:t>
            </a:r>
          </a:p>
        </p:txBody>
      </p:sp>
      <p:sp>
        <p:nvSpPr>
          <p:cNvPr id="77" name="text_204_按修改范围选择验证深度"/>
          <p:cNvSpPr>
            <a:spLocks noGrp="1"/>
          </p:cNvSpPr>
          <p:nvPr/>
        </p:nvSpPr>
        <p:spPr>
          <a:xfrm>
            <a:off x="8429625" y="4762500"/>
            <a:ext cx="3057525" cy="314325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500" b="0">
                <a:solidFill>
                  <a:srgbClr val="242424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500" b="0">
                <a:solidFill>
                  <a:srgbClr val="242424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按修改范围选择验证深度</a:t>
            </a:r>
          </a:p>
        </p:txBody>
      </p:sp>
      <p:sp>
        <p:nvSpPr>
          <p:cNvPr id="78" name="text_206_分阶段缓存复用"/>
          <p:cNvSpPr>
            <a:spLocks noGrp="1"/>
          </p:cNvSpPr>
          <p:nvPr/>
        </p:nvSpPr>
        <p:spPr>
          <a:xfrm>
            <a:off x="6429375" y="5219700"/>
            <a:ext cx="1885950" cy="314325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650" b="1">
                <a:solidFill>
                  <a:srgbClr val="D7000F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650" b="1">
                <a:solidFill>
                  <a:srgbClr val="D7000F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分阶段缓存复用</a:t>
            </a:r>
          </a:p>
        </p:txBody>
      </p:sp>
      <p:sp>
        <p:nvSpPr>
          <p:cNvPr id="79" name="text_208_复用阶段产物与执行状态"/>
          <p:cNvSpPr>
            <a:spLocks noGrp="1"/>
          </p:cNvSpPr>
          <p:nvPr/>
        </p:nvSpPr>
        <p:spPr>
          <a:xfrm>
            <a:off x="8429625" y="5219700"/>
            <a:ext cx="3057525" cy="314325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500" b="0">
                <a:solidFill>
                  <a:srgbClr val="242424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500" b="0">
                <a:solidFill>
                  <a:srgbClr val="242424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复用阶段产物与执行状态</a:t>
            </a:r>
          </a:p>
        </p:txBody>
      </p:sp>
      <p:sp>
        <p:nvSpPr>
          <p:cNvPr id="80" name="text_210_多平台迁移"/>
          <p:cNvSpPr>
            <a:spLocks noGrp="1"/>
          </p:cNvSpPr>
          <p:nvPr/>
        </p:nvSpPr>
        <p:spPr>
          <a:xfrm>
            <a:off x="6429375" y="5676900"/>
            <a:ext cx="1885950" cy="314325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650" b="1">
                <a:solidFill>
                  <a:srgbClr val="D7000F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650" b="1">
                <a:solidFill>
                  <a:srgbClr val="D7000F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多平台迁移</a:t>
            </a:r>
          </a:p>
        </p:txBody>
      </p:sp>
      <p:sp>
        <p:nvSpPr>
          <p:cNvPr id="81" name="text_212_模块化管理平台知识"/>
          <p:cNvSpPr>
            <a:spLocks noGrp="1"/>
          </p:cNvSpPr>
          <p:nvPr/>
        </p:nvSpPr>
        <p:spPr>
          <a:xfrm>
            <a:off x="8429625" y="5676900"/>
            <a:ext cx="3057525" cy="314325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500" b="0">
                <a:solidFill>
                  <a:srgbClr val="242424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500" b="0">
                <a:solidFill>
                  <a:srgbClr val="242424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模块化管理平台知识</a:t>
            </a:r>
          </a:p>
        </p:txBody>
      </p:sp>
      <p:sp>
        <p:nvSpPr>
          <p:cNvPr id="82" name="text_214_保留算子开发主流程，重点减少重复上下文、无效调度"/>
          <p:cNvSpPr>
            <a:spLocks noGrp="1"/>
          </p:cNvSpPr>
          <p:nvPr/>
        </p:nvSpPr>
        <p:spPr>
          <a:xfrm>
            <a:off x="723900" y="6372225"/>
            <a:ext cx="10829925" cy="371475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800" b="1">
                <a:solidFill>
                  <a:srgbClr val="FF0000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800" b="1">
                <a:solidFill>
                  <a:srgbClr val="FF0000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保留算子开发主流程，重点减少重复上下文、无效调度和重复验证。</a:t>
            </a:r>
          </a:p>
        </p:txBody>
      </p:sp>
      <p:pic>
        <p:nvPicPr>
          <p:cNvPr id="167" name="图片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3900" y="895350"/>
            <a:ext cx="361950" cy="361950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168" name="图片 2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3900" y="2819400"/>
            <a:ext cx="361950" cy="361950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169" name="图片 4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0800" y="2819400"/>
            <a:ext cx="361950" cy="36195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 wrap="none" lIns="0" tIns="0" rIns="0" bIns="0">
            <a:noAutofit/>
          </a:bodyPr>
          <a:lstStyle/>
          <a:p>
            <a:pPr>
              <a:defRPr sz="2600" b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2600" b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Shared 知识体系：统一管理与按需加载</a:t>
            </a:r>
          </a:p>
        </p:txBody>
      </p:sp>
      <p:sp>
        <p:nvSpPr>
          <p:cNvPr id="3" name="text_217_原始：平台知识分散"/>
          <p:cNvSpPr>
            <a:spLocks noGrp="1"/>
          </p:cNvSpPr>
          <p:nvPr/>
        </p:nvSpPr>
        <p:spPr>
          <a:xfrm>
            <a:off x="1181100" y="876300"/>
            <a:ext cx="3390900" cy="400050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100" b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2100" b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原始：平台知识分散</a:t>
            </a:r>
          </a:p>
        </p:txBody>
      </p:sp>
      <p:sp>
        <p:nvSpPr>
          <p:cNvPr id="4" name="connector_218"/>
          <p:cNvSpPr>
            <a:spLocks noGrp="1"/>
          </p:cNvSpPr>
          <p:nvPr/>
        </p:nvSpPr>
        <p:spPr>
          <a:xfrm>
            <a:off x="714375" y="1323975"/>
            <a:ext cx="2076450" cy="19050"/>
          </a:xfrm>
          <a:custGeom>
            <a:avLst/>
            <a:gdLst/>
            <a:ahLst/>
            <a:cxnLst/>
            <a:rect l="0" t="0" r="0" b="0"/>
            <a:pathLst>
              <a:path w="2076450" h="19050">
                <a:moveTo>
                  <a:pt x="9525" y="9525"/>
                </a:moveTo>
                <a:lnTo>
                  <a:pt x="2066925" y="9525"/>
                </a:lnTo>
              </a:path>
            </a:pathLst>
          </a:custGeom>
          <a:noFill/>
          <a:ln w="16193">
            <a:solidFill>
              <a:srgbClr val="D7000F"/>
            </a:solidFill>
          </a:ln>
        </p:spPr>
      </p:sp>
      <p:sp>
        <p:nvSpPr>
          <p:cNvPr id="5" name="text_221_新版：流程与知识解耦"/>
          <p:cNvSpPr>
            <a:spLocks noGrp="1"/>
          </p:cNvSpPr>
          <p:nvPr/>
        </p:nvSpPr>
        <p:spPr>
          <a:xfrm>
            <a:off x="5657850" y="876300"/>
            <a:ext cx="5915025" cy="400050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100" b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2100" b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新版：流程与知识解耦</a:t>
            </a:r>
          </a:p>
        </p:txBody>
      </p:sp>
      <p:sp>
        <p:nvSpPr>
          <p:cNvPr id="6" name="connector_222"/>
          <p:cNvSpPr>
            <a:spLocks noGrp="1"/>
          </p:cNvSpPr>
          <p:nvPr/>
        </p:nvSpPr>
        <p:spPr>
          <a:xfrm>
            <a:off x="5191125" y="1323975"/>
            <a:ext cx="2076450" cy="19050"/>
          </a:xfrm>
          <a:custGeom>
            <a:avLst/>
            <a:gdLst/>
            <a:ahLst/>
            <a:cxnLst/>
            <a:rect l="0" t="0" r="0" b="0"/>
            <a:pathLst>
              <a:path w="2076450" h="19050">
                <a:moveTo>
                  <a:pt x="9525" y="9525"/>
                </a:moveTo>
                <a:lnTo>
                  <a:pt x="2066925" y="9525"/>
                </a:lnTo>
              </a:path>
            </a:pathLst>
          </a:custGeom>
          <a:noFill/>
          <a:ln w="16193">
            <a:solidFill>
              <a:srgbClr val="D7000F"/>
            </a:solidFill>
          </a:ln>
        </p:spPr>
      </p:sp>
      <p:sp>
        <p:nvSpPr>
          <p:cNvPr id="7" name="connector_223"/>
          <p:cNvSpPr>
            <a:spLocks noGrp="1"/>
          </p:cNvSpPr>
          <p:nvPr/>
        </p:nvSpPr>
        <p:spPr>
          <a:xfrm>
            <a:off x="4924425" y="1000125"/>
            <a:ext cx="19050" cy="95250"/>
          </a:xfrm>
          <a:custGeom>
            <a:avLst/>
            <a:gdLst/>
            <a:ahLst/>
            <a:cxnLst/>
            <a:rect l="0" t="0" r="0" b="0"/>
            <a:pathLst>
              <a:path w="19050" h="95250">
                <a:moveTo>
                  <a:pt x="9525" y="9525"/>
                </a:moveTo>
                <a:lnTo>
                  <a:pt x="9525" y="85725"/>
                </a:lnTo>
              </a:path>
            </a:pathLst>
          </a:custGeom>
          <a:noFill/>
          <a:ln w="19050">
            <a:solidFill>
              <a:srgbClr val="D9D9D9"/>
            </a:solidFill>
          </a:ln>
        </p:spPr>
      </p:sp>
      <p:sp>
        <p:nvSpPr>
          <p:cNvPr id="8" name="connector_224"/>
          <p:cNvSpPr>
            <a:spLocks noGrp="1"/>
          </p:cNvSpPr>
          <p:nvPr/>
        </p:nvSpPr>
        <p:spPr>
          <a:xfrm>
            <a:off x="4924425" y="1123950"/>
            <a:ext cx="19050" cy="95250"/>
          </a:xfrm>
          <a:custGeom>
            <a:avLst/>
            <a:gdLst/>
            <a:ahLst/>
            <a:cxnLst/>
            <a:rect l="0" t="0" r="0" b="0"/>
            <a:pathLst>
              <a:path w="19050" h="95250">
                <a:moveTo>
                  <a:pt x="9525" y="9525"/>
                </a:moveTo>
                <a:lnTo>
                  <a:pt x="9525" y="85725"/>
                </a:lnTo>
              </a:path>
            </a:pathLst>
          </a:custGeom>
          <a:noFill/>
          <a:ln w="19050">
            <a:solidFill>
              <a:srgbClr val="D9D9D9"/>
            </a:solidFill>
          </a:ln>
        </p:spPr>
      </p:sp>
      <p:sp>
        <p:nvSpPr>
          <p:cNvPr id="9" name="connector_225"/>
          <p:cNvSpPr>
            <a:spLocks noGrp="1"/>
          </p:cNvSpPr>
          <p:nvPr/>
        </p:nvSpPr>
        <p:spPr>
          <a:xfrm>
            <a:off x="4924425" y="1247775"/>
            <a:ext cx="19050" cy="95250"/>
          </a:xfrm>
          <a:custGeom>
            <a:avLst/>
            <a:gdLst/>
            <a:ahLst/>
            <a:cxnLst/>
            <a:rect l="0" t="0" r="0" b="0"/>
            <a:pathLst>
              <a:path w="19050" h="95250">
                <a:moveTo>
                  <a:pt x="9525" y="9525"/>
                </a:moveTo>
                <a:lnTo>
                  <a:pt x="9525" y="85725"/>
                </a:lnTo>
              </a:path>
            </a:pathLst>
          </a:custGeom>
          <a:noFill/>
          <a:ln w="19050">
            <a:solidFill>
              <a:srgbClr val="D9D9D9"/>
            </a:solidFill>
          </a:ln>
        </p:spPr>
      </p:sp>
      <p:sp>
        <p:nvSpPr>
          <p:cNvPr id="10" name="connector_226"/>
          <p:cNvSpPr>
            <a:spLocks noGrp="1"/>
          </p:cNvSpPr>
          <p:nvPr/>
        </p:nvSpPr>
        <p:spPr>
          <a:xfrm>
            <a:off x="4924425" y="1371600"/>
            <a:ext cx="19050" cy="95250"/>
          </a:xfrm>
          <a:custGeom>
            <a:avLst/>
            <a:gdLst/>
            <a:ahLst/>
            <a:cxnLst/>
            <a:rect l="0" t="0" r="0" b="0"/>
            <a:pathLst>
              <a:path w="19050" h="95250">
                <a:moveTo>
                  <a:pt x="9525" y="9525"/>
                </a:moveTo>
                <a:lnTo>
                  <a:pt x="9525" y="85725"/>
                </a:lnTo>
              </a:path>
            </a:pathLst>
          </a:custGeom>
          <a:noFill/>
          <a:ln w="19050">
            <a:solidFill>
              <a:srgbClr val="D9D9D9"/>
            </a:solidFill>
          </a:ln>
        </p:spPr>
      </p:sp>
      <p:sp>
        <p:nvSpPr>
          <p:cNvPr id="11" name="connector_227"/>
          <p:cNvSpPr>
            <a:spLocks noGrp="1"/>
          </p:cNvSpPr>
          <p:nvPr/>
        </p:nvSpPr>
        <p:spPr>
          <a:xfrm>
            <a:off x="4924425" y="1495425"/>
            <a:ext cx="19050" cy="95250"/>
          </a:xfrm>
          <a:custGeom>
            <a:avLst/>
            <a:gdLst/>
            <a:ahLst/>
            <a:cxnLst/>
            <a:rect l="0" t="0" r="0" b="0"/>
            <a:pathLst>
              <a:path w="19050" h="95250">
                <a:moveTo>
                  <a:pt x="9525" y="9525"/>
                </a:moveTo>
                <a:lnTo>
                  <a:pt x="9525" y="85725"/>
                </a:lnTo>
              </a:path>
            </a:pathLst>
          </a:custGeom>
          <a:noFill/>
          <a:ln w="19050">
            <a:solidFill>
              <a:srgbClr val="D9D9D9"/>
            </a:solidFill>
          </a:ln>
        </p:spPr>
      </p:sp>
      <p:sp>
        <p:nvSpPr>
          <p:cNvPr id="12" name="connector_228"/>
          <p:cNvSpPr>
            <a:spLocks noGrp="1"/>
          </p:cNvSpPr>
          <p:nvPr/>
        </p:nvSpPr>
        <p:spPr>
          <a:xfrm>
            <a:off x="4924425" y="1619250"/>
            <a:ext cx="19050" cy="95250"/>
          </a:xfrm>
          <a:custGeom>
            <a:avLst/>
            <a:gdLst/>
            <a:ahLst/>
            <a:cxnLst/>
            <a:rect l="0" t="0" r="0" b="0"/>
            <a:pathLst>
              <a:path w="19050" h="95250">
                <a:moveTo>
                  <a:pt x="9525" y="9525"/>
                </a:moveTo>
                <a:lnTo>
                  <a:pt x="9525" y="85725"/>
                </a:lnTo>
              </a:path>
            </a:pathLst>
          </a:custGeom>
          <a:noFill/>
          <a:ln w="19050">
            <a:solidFill>
              <a:srgbClr val="D9D9D9"/>
            </a:solidFill>
          </a:ln>
        </p:spPr>
      </p:sp>
      <p:sp>
        <p:nvSpPr>
          <p:cNvPr id="13" name="connector_229"/>
          <p:cNvSpPr>
            <a:spLocks noGrp="1"/>
          </p:cNvSpPr>
          <p:nvPr/>
        </p:nvSpPr>
        <p:spPr>
          <a:xfrm>
            <a:off x="4924425" y="1743075"/>
            <a:ext cx="19050" cy="95250"/>
          </a:xfrm>
          <a:custGeom>
            <a:avLst/>
            <a:gdLst/>
            <a:ahLst/>
            <a:cxnLst/>
            <a:rect l="0" t="0" r="0" b="0"/>
            <a:pathLst>
              <a:path w="19050" h="95250">
                <a:moveTo>
                  <a:pt x="9525" y="9525"/>
                </a:moveTo>
                <a:lnTo>
                  <a:pt x="9525" y="85725"/>
                </a:lnTo>
              </a:path>
            </a:pathLst>
          </a:custGeom>
          <a:noFill/>
          <a:ln w="19050">
            <a:solidFill>
              <a:srgbClr val="D9D9D9"/>
            </a:solidFill>
          </a:ln>
        </p:spPr>
      </p:sp>
      <p:sp>
        <p:nvSpPr>
          <p:cNvPr id="14" name="connector_230"/>
          <p:cNvSpPr>
            <a:spLocks noGrp="1"/>
          </p:cNvSpPr>
          <p:nvPr/>
        </p:nvSpPr>
        <p:spPr>
          <a:xfrm>
            <a:off x="4924425" y="1866900"/>
            <a:ext cx="19050" cy="95250"/>
          </a:xfrm>
          <a:custGeom>
            <a:avLst/>
            <a:gdLst/>
            <a:ahLst/>
            <a:cxnLst/>
            <a:rect l="0" t="0" r="0" b="0"/>
            <a:pathLst>
              <a:path w="19050" h="95250">
                <a:moveTo>
                  <a:pt x="9525" y="9525"/>
                </a:moveTo>
                <a:lnTo>
                  <a:pt x="9525" y="85725"/>
                </a:lnTo>
              </a:path>
            </a:pathLst>
          </a:custGeom>
          <a:noFill/>
          <a:ln w="19050">
            <a:solidFill>
              <a:srgbClr val="D9D9D9"/>
            </a:solidFill>
          </a:ln>
        </p:spPr>
      </p:sp>
      <p:sp>
        <p:nvSpPr>
          <p:cNvPr id="15" name="connector_231"/>
          <p:cNvSpPr>
            <a:spLocks noGrp="1"/>
          </p:cNvSpPr>
          <p:nvPr/>
        </p:nvSpPr>
        <p:spPr>
          <a:xfrm>
            <a:off x="4924425" y="1990725"/>
            <a:ext cx="19050" cy="95250"/>
          </a:xfrm>
          <a:custGeom>
            <a:avLst/>
            <a:gdLst/>
            <a:ahLst/>
            <a:cxnLst/>
            <a:rect l="0" t="0" r="0" b="0"/>
            <a:pathLst>
              <a:path w="19050" h="95250">
                <a:moveTo>
                  <a:pt x="9525" y="9525"/>
                </a:moveTo>
                <a:lnTo>
                  <a:pt x="9525" y="85725"/>
                </a:lnTo>
              </a:path>
            </a:pathLst>
          </a:custGeom>
          <a:noFill/>
          <a:ln w="19050">
            <a:solidFill>
              <a:srgbClr val="D9D9D9"/>
            </a:solidFill>
          </a:ln>
        </p:spPr>
      </p:sp>
      <p:sp>
        <p:nvSpPr>
          <p:cNvPr id="16" name="connector_232"/>
          <p:cNvSpPr>
            <a:spLocks noGrp="1"/>
          </p:cNvSpPr>
          <p:nvPr/>
        </p:nvSpPr>
        <p:spPr>
          <a:xfrm>
            <a:off x="4924425" y="2114550"/>
            <a:ext cx="19050" cy="95250"/>
          </a:xfrm>
          <a:custGeom>
            <a:avLst/>
            <a:gdLst/>
            <a:ahLst/>
            <a:cxnLst/>
            <a:rect l="0" t="0" r="0" b="0"/>
            <a:pathLst>
              <a:path w="19050" h="95250">
                <a:moveTo>
                  <a:pt x="9525" y="9525"/>
                </a:moveTo>
                <a:lnTo>
                  <a:pt x="9525" y="85725"/>
                </a:lnTo>
              </a:path>
            </a:pathLst>
          </a:custGeom>
          <a:noFill/>
          <a:ln w="19050">
            <a:solidFill>
              <a:srgbClr val="D9D9D9"/>
            </a:solidFill>
          </a:ln>
        </p:spPr>
      </p:sp>
      <p:sp>
        <p:nvSpPr>
          <p:cNvPr id="17" name="connector_233"/>
          <p:cNvSpPr>
            <a:spLocks noGrp="1"/>
          </p:cNvSpPr>
          <p:nvPr/>
        </p:nvSpPr>
        <p:spPr>
          <a:xfrm>
            <a:off x="4924425" y="2238375"/>
            <a:ext cx="19050" cy="95250"/>
          </a:xfrm>
          <a:custGeom>
            <a:avLst/>
            <a:gdLst/>
            <a:ahLst/>
            <a:cxnLst/>
            <a:rect l="0" t="0" r="0" b="0"/>
            <a:pathLst>
              <a:path w="19050" h="95250">
                <a:moveTo>
                  <a:pt x="9525" y="9525"/>
                </a:moveTo>
                <a:lnTo>
                  <a:pt x="9525" y="85725"/>
                </a:lnTo>
              </a:path>
            </a:pathLst>
          </a:custGeom>
          <a:noFill/>
          <a:ln w="19050">
            <a:solidFill>
              <a:srgbClr val="D9D9D9"/>
            </a:solidFill>
          </a:ln>
        </p:spPr>
      </p:sp>
      <p:sp>
        <p:nvSpPr>
          <p:cNvPr id="18" name="connector_234"/>
          <p:cNvSpPr>
            <a:spLocks noGrp="1"/>
          </p:cNvSpPr>
          <p:nvPr/>
        </p:nvSpPr>
        <p:spPr>
          <a:xfrm>
            <a:off x="4924425" y="2362200"/>
            <a:ext cx="19050" cy="95250"/>
          </a:xfrm>
          <a:custGeom>
            <a:avLst/>
            <a:gdLst/>
            <a:ahLst/>
            <a:cxnLst/>
            <a:rect l="0" t="0" r="0" b="0"/>
            <a:pathLst>
              <a:path w="19050" h="95250">
                <a:moveTo>
                  <a:pt x="9525" y="9525"/>
                </a:moveTo>
                <a:lnTo>
                  <a:pt x="9525" y="85725"/>
                </a:lnTo>
              </a:path>
            </a:pathLst>
          </a:custGeom>
          <a:noFill/>
          <a:ln w="19050">
            <a:solidFill>
              <a:srgbClr val="D9D9D9"/>
            </a:solidFill>
          </a:ln>
        </p:spPr>
      </p:sp>
      <p:sp>
        <p:nvSpPr>
          <p:cNvPr id="19" name="connector_235"/>
          <p:cNvSpPr>
            <a:spLocks noGrp="1"/>
          </p:cNvSpPr>
          <p:nvPr/>
        </p:nvSpPr>
        <p:spPr>
          <a:xfrm>
            <a:off x="4924425" y="2486025"/>
            <a:ext cx="19050" cy="95250"/>
          </a:xfrm>
          <a:custGeom>
            <a:avLst/>
            <a:gdLst/>
            <a:ahLst/>
            <a:cxnLst/>
            <a:rect l="0" t="0" r="0" b="0"/>
            <a:pathLst>
              <a:path w="19050" h="95250">
                <a:moveTo>
                  <a:pt x="9525" y="9525"/>
                </a:moveTo>
                <a:lnTo>
                  <a:pt x="9525" y="85725"/>
                </a:lnTo>
              </a:path>
            </a:pathLst>
          </a:custGeom>
          <a:noFill/>
          <a:ln w="19050">
            <a:solidFill>
              <a:srgbClr val="D9D9D9"/>
            </a:solidFill>
          </a:ln>
        </p:spPr>
      </p:sp>
      <p:sp>
        <p:nvSpPr>
          <p:cNvPr id="20" name="connector_236"/>
          <p:cNvSpPr>
            <a:spLocks noGrp="1"/>
          </p:cNvSpPr>
          <p:nvPr/>
        </p:nvSpPr>
        <p:spPr>
          <a:xfrm>
            <a:off x="4924425" y="2609850"/>
            <a:ext cx="19050" cy="95250"/>
          </a:xfrm>
          <a:custGeom>
            <a:avLst/>
            <a:gdLst/>
            <a:ahLst/>
            <a:cxnLst/>
            <a:rect l="0" t="0" r="0" b="0"/>
            <a:pathLst>
              <a:path w="19050" h="95250">
                <a:moveTo>
                  <a:pt x="9525" y="9525"/>
                </a:moveTo>
                <a:lnTo>
                  <a:pt x="9525" y="85725"/>
                </a:lnTo>
              </a:path>
            </a:pathLst>
          </a:custGeom>
          <a:noFill/>
          <a:ln w="19050">
            <a:solidFill>
              <a:srgbClr val="D9D9D9"/>
            </a:solidFill>
          </a:ln>
        </p:spPr>
      </p:sp>
      <p:sp>
        <p:nvSpPr>
          <p:cNvPr id="21" name="connector_237"/>
          <p:cNvSpPr>
            <a:spLocks noGrp="1"/>
          </p:cNvSpPr>
          <p:nvPr/>
        </p:nvSpPr>
        <p:spPr>
          <a:xfrm>
            <a:off x="4924425" y="2733675"/>
            <a:ext cx="19050" cy="95250"/>
          </a:xfrm>
          <a:custGeom>
            <a:avLst/>
            <a:gdLst/>
            <a:ahLst/>
            <a:cxnLst/>
            <a:rect l="0" t="0" r="0" b="0"/>
            <a:pathLst>
              <a:path w="19050" h="95250">
                <a:moveTo>
                  <a:pt x="9525" y="9525"/>
                </a:moveTo>
                <a:lnTo>
                  <a:pt x="9525" y="85725"/>
                </a:lnTo>
              </a:path>
            </a:pathLst>
          </a:custGeom>
          <a:noFill/>
          <a:ln w="19050">
            <a:solidFill>
              <a:srgbClr val="D9D9D9"/>
            </a:solidFill>
          </a:ln>
        </p:spPr>
      </p:sp>
      <p:sp>
        <p:nvSpPr>
          <p:cNvPr id="22" name="connector_238"/>
          <p:cNvSpPr>
            <a:spLocks noGrp="1"/>
          </p:cNvSpPr>
          <p:nvPr/>
        </p:nvSpPr>
        <p:spPr>
          <a:xfrm>
            <a:off x="4924425" y="2857500"/>
            <a:ext cx="19050" cy="95250"/>
          </a:xfrm>
          <a:custGeom>
            <a:avLst/>
            <a:gdLst/>
            <a:ahLst/>
            <a:cxnLst/>
            <a:rect l="0" t="0" r="0" b="0"/>
            <a:pathLst>
              <a:path w="19050" h="95250">
                <a:moveTo>
                  <a:pt x="9525" y="9525"/>
                </a:moveTo>
                <a:lnTo>
                  <a:pt x="9525" y="85725"/>
                </a:lnTo>
              </a:path>
            </a:pathLst>
          </a:custGeom>
          <a:noFill/>
          <a:ln w="19050">
            <a:solidFill>
              <a:srgbClr val="D9D9D9"/>
            </a:solidFill>
          </a:ln>
        </p:spPr>
      </p:sp>
      <p:sp>
        <p:nvSpPr>
          <p:cNvPr id="23" name="connector_239"/>
          <p:cNvSpPr>
            <a:spLocks noGrp="1"/>
          </p:cNvSpPr>
          <p:nvPr/>
        </p:nvSpPr>
        <p:spPr>
          <a:xfrm>
            <a:off x="4924425" y="2981325"/>
            <a:ext cx="19050" cy="95250"/>
          </a:xfrm>
          <a:custGeom>
            <a:avLst/>
            <a:gdLst/>
            <a:ahLst/>
            <a:cxnLst/>
            <a:rect l="0" t="0" r="0" b="0"/>
            <a:pathLst>
              <a:path w="19050" h="95250">
                <a:moveTo>
                  <a:pt x="9525" y="9525"/>
                </a:moveTo>
                <a:lnTo>
                  <a:pt x="9525" y="85725"/>
                </a:lnTo>
              </a:path>
            </a:pathLst>
          </a:custGeom>
          <a:noFill/>
          <a:ln w="19050">
            <a:solidFill>
              <a:srgbClr val="D9D9D9"/>
            </a:solidFill>
          </a:ln>
        </p:spPr>
      </p:sp>
      <p:sp>
        <p:nvSpPr>
          <p:cNvPr id="24" name="connector_240"/>
          <p:cNvSpPr>
            <a:spLocks noGrp="1"/>
          </p:cNvSpPr>
          <p:nvPr/>
        </p:nvSpPr>
        <p:spPr>
          <a:xfrm>
            <a:off x="4924425" y="3105150"/>
            <a:ext cx="19050" cy="95250"/>
          </a:xfrm>
          <a:custGeom>
            <a:avLst/>
            <a:gdLst/>
            <a:ahLst/>
            <a:cxnLst/>
            <a:rect l="0" t="0" r="0" b="0"/>
            <a:pathLst>
              <a:path w="19050" h="95250">
                <a:moveTo>
                  <a:pt x="9525" y="9525"/>
                </a:moveTo>
                <a:lnTo>
                  <a:pt x="9525" y="85725"/>
                </a:lnTo>
              </a:path>
            </a:pathLst>
          </a:custGeom>
          <a:noFill/>
          <a:ln w="19050">
            <a:solidFill>
              <a:srgbClr val="D9D9D9"/>
            </a:solidFill>
          </a:ln>
        </p:spPr>
      </p:sp>
      <p:sp>
        <p:nvSpPr>
          <p:cNvPr id="25" name="connector_241"/>
          <p:cNvSpPr>
            <a:spLocks noGrp="1"/>
          </p:cNvSpPr>
          <p:nvPr/>
        </p:nvSpPr>
        <p:spPr>
          <a:xfrm>
            <a:off x="4924425" y="3228975"/>
            <a:ext cx="19050" cy="95250"/>
          </a:xfrm>
          <a:custGeom>
            <a:avLst/>
            <a:gdLst/>
            <a:ahLst/>
            <a:cxnLst/>
            <a:rect l="0" t="0" r="0" b="0"/>
            <a:pathLst>
              <a:path w="19050" h="95250">
                <a:moveTo>
                  <a:pt x="9525" y="9525"/>
                </a:moveTo>
                <a:lnTo>
                  <a:pt x="9525" y="85725"/>
                </a:lnTo>
              </a:path>
            </a:pathLst>
          </a:custGeom>
          <a:noFill/>
          <a:ln w="19050">
            <a:solidFill>
              <a:srgbClr val="D9D9D9"/>
            </a:solidFill>
          </a:ln>
        </p:spPr>
      </p:sp>
      <p:sp>
        <p:nvSpPr>
          <p:cNvPr id="26" name="connector_242"/>
          <p:cNvSpPr>
            <a:spLocks noGrp="1"/>
          </p:cNvSpPr>
          <p:nvPr/>
        </p:nvSpPr>
        <p:spPr>
          <a:xfrm>
            <a:off x="4924425" y="3352800"/>
            <a:ext cx="19050" cy="95250"/>
          </a:xfrm>
          <a:custGeom>
            <a:avLst/>
            <a:gdLst/>
            <a:ahLst/>
            <a:cxnLst/>
            <a:rect l="0" t="0" r="0" b="0"/>
            <a:pathLst>
              <a:path w="19050" h="95250">
                <a:moveTo>
                  <a:pt x="9525" y="9525"/>
                </a:moveTo>
                <a:lnTo>
                  <a:pt x="9525" y="85725"/>
                </a:lnTo>
              </a:path>
            </a:pathLst>
          </a:custGeom>
          <a:noFill/>
          <a:ln w="19050">
            <a:solidFill>
              <a:srgbClr val="D9D9D9"/>
            </a:solidFill>
          </a:ln>
        </p:spPr>
      </p:sp>
      <p:sp>
        <p:nvSpPr>
          <p:cNvPr id="27" name="connector_243"/>
          <p:cNvSpPr>
            <a:spLocks noGrp="1"/>
          </p:cNvSpPr>
          <p:nvPr/>
        </p:nvSpPr>
        <p:spPr>
          <a:xfrm>
            <a:off x="4924425" y="3476625"/>
            <a:ext cx="19050" cy="95250"/>
          </a:xfrm>
          <a:custGeom>
            <a:avLst/>
            <a:gdLst/>
            <a:ahLst/>
            <a:cxnLst/>
            <a:rect l="0" t="0" r="0" b="0"/>
            <a:pathLst>
              <a:path w="19050" h="95250">
                <a:moveTo>
                  <a:pt x="9525" y="9525"/>
                </a:moveTo>
                <a:lnTo>
                  <a:pt x="9525" y="85725"/>
                </a:lnTo>
              </a:path>
            </a:pathLst>
          </a:custGeom>
          <a:noFill/>
          <a:ln w="19050">
            <a:solidFill>
              <a:srgbClr val="D9D9D9"/>
            </a:solidFill>
          </a:ln>
        </p:spPr>
      </p:sp>
      <p:sp>
        <p:nvSpPr>
          <p:cNvPr id="28" name="connector_244"/>
          <p:cNvSpPr>
            <a:spLocks noGrp="1"/>
          </p:cNvSpPr>
          <p:nvPr/>
        </p:nvSpPr>
        <p:spPr>
          <a:xfrm>
            <a:off x="4924425" y="3600450"/>
            <a:ext cx="19050" cy="95250"/>
          </a:xfrm>
          <a:custGeom>
            <a:avLst/>
            <a:gdLst/>
            <a:ahLst/>
            <a:cxnLst/>
            <a:rect l="0" t="0" r="0" b="0"/>
            <a:pathLst>
              <a:path w="19050" h="95250">
                <a:moveTo>
                  <a:pt x="9525" y="9525"/>
                </a:moveTo>
                <a:lnTo>
                  <a:pt x="9525" y="85725"/>
                </a:lnTo>
              </a:path>
            </a:pathLst>
          </a:custGeom>
          <a:noFill/>
          <a:ln w="19050">
            <a:solidFill>
              <a:srgbClr val="D9D9D9"/>
            </a:solidFill>
          </a:ln>
        </p:spPr>
      </p:sp>
      <p:sp>
        <p:nvSpPr>
          <p:cNvPr id="29" name="connector_245"/>
          <p:cNvSpPr>
            <a:spLocks noGrp="1"/>
          </p:cNvSpPr>
          <p:nvPr/>
        </p:nvSpPr>
        <p:spPr>
          <a:xfrm>
            <a:off x="4924425" y="3724275"/>
            <a:ext cx="19050" cy="95250"/>
          </a:xfrm>
          <a:custGeom>
            <a:avLst/>
            <a:gdLst/>
            <a:ahLst/>
            <a:cxnLst/>
            <a:rect l="0" t="0" r="0" b="0"/>
            <a:pathLst>
              <a:path w="19050" h="95250">
                <a:moveTo>
                  <a:pt x="9525" y="9525"/>
                </a:moveTo>
                <a:lnTo>
                  <a:pt x="9525" y="85725"/>
                </a:lnTo>
              </a:path>
            </a:pathLst>
          </a:custGeom>
          <a:noFill/>
          <a:ln w="19050">
            <a:solidFill>
              <a:srgbClr val="D9D9D9"/>
            </a:solidFill>
          </a:ln>
        </p:spPr>
      </p:sp>
      <p:sp>
        <p:nvSpPr>
          <p:cNvPr id="30" name="connector_246"/>
          <p:cNvSpPr>
            <a:spLocks noGrp="1"/>
          </p:cNvSpPr>
          <p:nvPr/>
        </p:nvSpPr>
        <p:spPr>
          <a:xfrm>
            <a:off x="4924425" y="3848100"/>
            <a:ext cx="19050" cy="95250"/>
          </a:xfrm>
          <a:custGeom>
            <a:avLst/>
            <a:gdLst/>
            <a:ahLst/>
            <a:cxnLst/>
            <a:rect l="0" t="0" r="0" b="0"/>
            <a:pathLst>
              <a:path w="19050" h="95250">
                <a:moveTo>
                  <a:pt x="9525" y="9525"/>
                </a:moveTo>
                <a:lnTo>
                  <a:pt x="9525" y="85725"/>
                </a:lnTo>
              </a:path>
            </a:pathLst>
          </a:custGeom>
          <a:noFill/>
          <a:ln w="19050">
            <a:solidFill>
              <a:srgbClr val="D9D9D9"/>
            </a:solidFill>
          </a:ln>
        </p:spPr>
      </p:sp>
      <p:sp>
        <p:nvSpPr>
          <p:cNvPr id="31" name="connector_247"/>
          <p:cNvSpPr>
            <a:spLocks noGrp="1"/>
          </p:cNvSpPr>
          <p:nvPr/>
        </p:nvSpPr>
        <p:spPr>
          <a:xfrm>
            <a:off x="4924425" y="3971925"/>
            <a:ext cx="19050" cy="95250"/>
          </a:xfrm>
          <a:custGeom>
            <a:avLst/>
            <a:gdLst/>
            <a:ahLst/>
            <a:cxnLst/>
            <a:rect l="0" t="0" r="0" b="0"/>
            <a:pathLst>
              <a:path w="19050" h="95250">
                <a:moveTo>
                  <a:pt x="9525" y="9525"/>
                </a:moveTo>
                <a:lnTo>
                  <a:pt x="9525" y="85725"/>
                </a:lnTo>
              </a:path>
            </a:pathLst>
          </a:custGeom>
          <a:noFill/>
          <a:ln w="19050">
            <a:solidFill>
              <a:srgbClr val="D9D9D9"/>
            </a:solidFill>
          </a:ln>
        </p:spPr>
      </p:sp>
      <p:sp>
        <p:nvSpPr>
          <p:cNvPr id="32" name="connector_248"/>
          <p:cNvSpPr>
            <a:spLocks noGrp="1"/>
          </p:cNvSpPr>
          <p:nvPr/>
        </p:nvSpPr>
        <p:spPr>
          <a:xfrm>
            <a:off x="4924425" y="4095750"/>
            <a:ext cx="19050" cy="95250"/>
          </a:xfrm>
          <a:custGeom>
            <a:avLst/>
            <a:gdLst/>
            <a:ahLst/>
            <a:cxnLst/>
            <a:rect l="0" t="0" r="0" b="0"/>
            <a:pathLst>
              <a:path w="19050" h="95250">
                <a:moveTo>
                  <a:pt x="9525" y="9525"/>
                </a:moveTo>
                <a:lnTo>
                  <a:pt x="9525" y="85725"/>
                </a:lnTo>
              </a:path>
            </a:pathLst>
          </a:custGeom>
          <a:noFill/>
          <a:ln w="19050">
            <a:solidFill>
              <a:srgbClr val="D9D9D9"/>
            </a:solidFill>
          </a:ln>
        </p:spPr>
      </p:sp>
      <p:sp>
        <p:nvSpPr>
          <p:cNvPr id="33" name="connector_249"/>
          <p:cNvSpPr>
            <a:spLocks noGrp="1"/>
          </p:cNvSpPr>
          <p:nvPr/>
        </p:nvSpPr>
        <p:spPr>
          <a:xfrm>
            <a:off x="4924425" y="4219575"/>
            <a:ext cx="19050" cy="95250"/>
          </a:xfrm>
          <a:custGeom>
            <a:avLst/>
            <a:gdLst/>
            <a:ahLst/>
            <a:cxnLst/>
            <a:rect l="0" t="0" r="0" b="0"/>
            <a:pathLst>
              <a:path w="19050" h="95250">
                <a:moveTo>
                  <a:pt x="9525" y="9525"/>
                </a:moveTo>
                <a:lnTo>
                  <a:pt x="9525" y="85725"/>
                </a:lnTo>
              </a:path>
            </a:pathLst>
          </a:custGeom>
          <a:noFill/>
          <a:ln w="19050">
            <a:solidFill>
              <a:srgbClr val="D9D9D9"/>
            </a:solidFill>
          </a:ln>
        </p:spPr>
      </p:sp>
      <p:sp>
        <p:nvSpPr>
          <p:cNvPr id="34" name="connector_250"/>
          <p:cNvSpPr>
            <a:spLocks noGrp="1"/>
          </p:cNvSpPr>
          <p:nvPr/>
        </p:nvSpPr>
        <p:spPr>
          <a:xfrm>
            <a:off x="4924425" y="4343400"/>
            <a:ext cx="19050" cy="95250"/>
          </a:xfrm>
          <a:custGeom>
            <a:avLst/>
            <a:gdLst/>
            <a:ahLst/>
            <a:cxnLst/>
            <a:rect l="0" t="0" r="0" b="0"/>
            <a:pathLst>
              <a:path w="19050" h="95250">
                <a:moveTo>
                  <a:pt x="9525" y="9525"/>
                </a:moveTo>
                <a:lnTo>
                  <a:pt x="9525" y="85725"/>
                </a:lnTo>
              </a:path>
            </a:pathLst>
          </a:custGeom>
          <a:noFill/>
          <a:ln w="19050">
            <a:solidFill>
              <a:srgbClr val="D9D9D9"/>
            </a:solidFill>
          </a:ln>
        </p:spPr>
      </p:sp>
      <p:sp>
        <p:nvSpPr>
          <p:cNvPr id="35" name="object_251"/>
          <p:cNvSpPr>
            <a:spLocks noGrp="1"/>
          </p:cNvSpPr>
          <p:nvPr/>
        </p:nvSpPr>
        <p:spPr>
          <a:xfrm>
            <a:off x="1095375" y="1533525"/>
            <a:ext cx="3105150" cy="485775"/>
          </a:xfrm>
          <a:prstGeom prst="rect">
            <a:avLst/>
          </a:prstGeom>
          <a:solidFill>
            <a:srgbClr val="FFFFFF"/>
          </a:solidFill>
          <a:ln w="17145">
            <a:solidFill>
              <a:srgbClr val="D7000F"/>
            </a:solidFill>
          </a:ln>
        </p:spPr>
      </p:sp>
      <p:sp>
        <p:nvSpPr>
          <p:cNvPr id="36" name="text_253_用户任务 / 需求"/>
          <p:cNvSpPr>
            <a:spLocks noGrp="1"/>
          </p:cNvSpPr>
          <p:nvPr/>
        </p:nvSpPr>
        <p:spPr>
          <a:xfrm>
            <a:off x="1162050" y="1581150"/>
            <a:ext cx="2971800" cy="390525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575" b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575" b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用户任务 / 需求</a:t>
            </a:r>
          </a:p>
        </p:txBody>
      </p:sp>
      <p:sp>
        <p:nvSpPr>
          <p:cNvPr id="37" name="connector_254"/>
          <p:cNvSpPr>
            <a:spLocks noGrp="1"/>
          </p:cNvSpPr>
          <p:nvPr/>
        </p:nvSpPr>
        <p:spPr>
          <a:xfrm>
            <a:off x="2638425" y="2047875"/>
            <a:ext cx="19050" cy="171450"/>
          </a:xfrm>
          <a:custGeom>
            <a:avLst/>
            <a:gdLst/>
            <a:ahLst/>
            <a:cxnLst/>
            <a:rect l="0" t="0" r="0" b="0"/>
            <a:pathLst>
              <a:path w="19050" h="171450">
                <a:moveTo>
                  <a:pt x="9525" y="9525"/>
                </a:moveTo>
                <a:lnTo>
                  <a:pt x="9525" y="161925"/>
                </a:lnTo>
              </a:path>
            </a:pathLst>
          </a:custGeom>
          <a:noFill/>
          <a:ln w="19050">
            <a:solidFill>
              <a:srgbClr val="D7000F"/>
            </a:solidFill>
          </a:ln>
        </p:spPr>
      </p:sp>
      <p:sp>
        <p:nvSpPr>
          <p:cNvPr id="38" name="connector_255"/>
          <p:cNvSpPr>
            <a:spLocks noGrp="1"/>
          </p:cNvSpPr>
          <p:nvPr/>
        </p:nvSpPr>
        <p:spPr>
          <a:xfrm>
            <a:off x="2606459" y="2141762"/>
            <a:ext cx="82981" cy="77563"/>
          </a:xfrm>
          <a:custGeom>
            <a:avLst/>
            <a:gdLst/>
            <a:ahLst/>
            <a:cxnLst/>
            <a:rect l="0" t="0" r="0" b="0"/>
            <a:pathLst>
              <a:path w="82981" h="77563">
                <a:moveTo>
                  <a:pt x="9525" y="9525"/>
                </a:moveTo>
                <a:lnTo>
                  <a:pt x="41491" y="68038"/>
                </a:lnTo>
                <a:lnTo>
                  <a:pt x="73456" y="9525"/>
                </a:lnTo>
              </a:path>
            </a:pathLst>
          </a:custGeom>
          <a:noFill/>
          <a:ln w="19050">
            <a:solidFill>
              <a:srgbClr val="D7000F"/>
            </a:solidFill>
          </a:ln>
        </p:spPr>
      </p:sp>
      <p:sp>
        <p:nvSpPr>
          <p:cNvPr id="39" name="object_256"/>
          <p:cNvSpPr>
            <a:spLocks noGrp="1"/>
          </p:cNvSpPr>
          <p:nvPr/>
        </p:nvSpPr>
        <p:spPr>
          <a:xfrm>
            <a:off x="1095375" y="2266950"/>
            <a:ext cx="3105150" cy="504825"/>
          </a:xfrm>
          <a:prstGeom prst="rect">
            <a:avLst/>
          </a:prstGeom>
          <a:solidFill>
            <a:srgbClr val="FFFFFF"/>
          </a:solidFill>
          <a:ln w="17145">
            <a:solidFill>
              <a:srgbClr val="D7000F"/>
            </a:solidFill>
          </a:ln>
        </p:spPr>
      </p:sp>
      <p:sp>
        <p:nvSpPr>
          <p:cNvPr id="40" name="text_258_Main"/>
          <p:cNvSpPr>
            <a:spLocks noGrp="1"/>
          </p:cNvSpPr>
          <p:nvPr/>
        </p:nvSpPr>
        <p:spPr>
          <a:xfrm>
            <a:off x="1162050" y="2295525"/>
            <a:ext cx="2971800" cy="238125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500" b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500" b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Main</a:t>
            </a:r>
          </a:p>
        </p:txBody>
      </p:sp>
      <p:sp>
        <p:nvSpPr>
          <p:cNvPr id="41" name="text_260_环境准备 / 需求提取"/>
          <p:cNvSpPr>
            <a:spLocks noGrp="1"/>
          </p:cNvSpPr>
          <p:nvPr/>
        </p:nvSpPr>
        <p:spPr>
          <a:xfrm>
            <a:off x="1171575" y="2533650"/>
            <a:ext cx="2952750" cy="209550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275" b="0">
                <a:solidFill>
                  <a:srgbClr val="242424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275" b="0">
                <a:solidFill>
                  <a:srgbClr val="242424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环境准备 / 需求提取</a:t>
            </a:r>
          </a:p>
        </p:txBody>
      </p:sp>
      <p:sp>
        <p:nvSpPr>
          <p:cNvPr id="42" name="object_261"/>
          <p:cNvSpPr>
            <a:spLocks noGrp="1"/>
          </p:cNvSpPr>
          <p:nvPr/>
        </p:nvSpPr>
        <p:spPr>
          <a:xfrm>
            <a:off x="733425" y="3048000"/>
            <a:ext cx="1257300" cy="428625"/>
          </a:xfrm>
          <a:prstGeom prst="rect">
            <a:avLst/>
          </a:prstGeom>
          <a:solidFill>
            <a:srgbClr val="FFFFFF"/>
          </a:solidFill>
          <a:ln w="17145">
            <a:solidFill>
              <a:srgbClr val="D7000F"/>
            </a:solidFill>
          </a:ln>
        </p:spPr>
      </p:sp>
      <p:sp>
        <p:nvSpPr>
          <p:cNvPr id="43" name="text_263_Code-Gen"/>
          <p:cNvSpPr>
            <a:spLocks noGrp="1"/>
          </p:cNvSpPr>
          <p:nvPr/>
        </p:nvSpPr>
        <p:spPr>
          <a:xfrm>
            <a:off x="800100" y="3095625"/>
            <a:ext cx="1123950" cy="333375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425" b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425" b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Code-Gen</a:t>
            </a:r>
          </a:p>
        </p:txBody>
      </p:sp>
      <p:sp>
        <p:nvSpPr>
          <p:cNvPr id="44" name="object_264"/>
          <p:cNvSpPr>
            <a:spLocks noGrp="1"/>
          </p:cNvSpPr>
          <p:nvPr/>
        </p:nvSpPr>
        <p:spPr>
          <a:xfrm>
            <a:off x="733425" y="3562350"/>
            <a:ext cx="1257300" cy="638175"/>
          </a:xfrm>
          <a:prstGeom prst="rect">
            <a:avLst/>
          </a:prstGeom>
          <a:solidFill>
            <a:srgbClr val="F2F2F2"/>
          </a:solidFill>
          <a:ln w="9525">
            <a:noFill/>
          </a:ln>
        </p:spPr>
      </p:sp>
      <p:sp>
        <p:nvSpPr>
          <p:cNvPr id="45" name="text_266_primitive / rules"/>
          <p:cNvSpPr>
            <a:spLocks noGrp="1"/>
          </p:cNvSpPr>
          <p:nvPr/>
        </p:nvSpPr>
        <p:spPr>
          <a:xfrm>
            <a:off x="771525" y="3609975"/>
            <a:ext cx="1181100" cy="247650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090" b="0">
                <a:solidFill>
                  <a:srgbClr val="242424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090" b="0">
                <a:solidFill>
                  <a:srgbClr val="242424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primitive / rules</a:t>
            </a:r>
          </a:p>
        </p:txBody>
      </p:sp>
      <p:sp>
        <p:nvSpPr>
          <p:cNvPr id="46" name="text_268_hardware / profiler"/>
          <p:cNvSpPr>
            <a:spLocks noGrp="1"/>
          </p:cNvSpPr>
          <p:nvPr/>
        </p:nvSpPr>
        <p:spPr>
          <a:xfrm>
            <a:off x="771525" y="3857625"/>
            <a:ext cx="1181100" cy="247650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090" b="0">
                <a:solidFill>
                  <a:srgbClr val="242424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090" b="0">
                <a:solidFill>
                  <a:srgbClr val="242424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hardware / profiler</a:t>
            </a:r>
          </a:p>
        </p:txBody>
      </p:sp>
      <p:sp>
        <p:nvSpPr>
          <p:cNvPr id="47" name="connector_269"/>
          <p:cNvSpPr>
            <a:spLocks noGrp="1"/>
          </p:cNvSpPr>
          <p:nvPr/>
        </p:nvSpPr>
        <p:spPr>
          <a:xfrm>
            <a:off x="1352550" y="2876550"/>
            <a:ext cx="19050" cy="152400"/>
          </a:xfrm>
          <a:custGeom>
            <a:avLst/>
            <a:gdLst/>
            <a:ahLst/>
            <a:cxnLst/>
            <a:rect l="0" t="0" r="0" b="0"/>
            <a:pathLst>
              <a:path w="19050" h="152400">
                <a:moveTo>
                  <a:pt x="9525" y="9525"/>
                </a:moveTo>
                <a:lnTo>
                  <a:pt x="9525" y="142875"/>
                </a:lnTo>
              </a:path>
            </a:pathLst>
          </a:custGeom>
          <a:noFill/>
          <a:ln w="14288">
            <a:solidFill>
              <a:srgbClr val="D7000F"/>
            </a:solidFill>
          </a:ln>
        </p:spPr>
      </p:sp>
      <p:sp>
        <p:nvSpPr>
          <p:cNvPr id="48" name="object_270"/>
          <p:cNvSpPr>
            <a:spLocks noGrp="1"/>
          </p:cNvSpPr>
          <p:nvPr/>
        </p:nvSpPr>
        <p:spPr>
          <a:xfrm>
            <a:off x="2066925" y="3048000"/>
            <a:ext cx="1257300" cy="428625"/>
          </a:xfrm>
          <a:prstGeom prst="rect">
            <a:avLst/>
          </a:prstGeom>
          <a:solidFill>
            <a:srgbClr val="FFFFFF"/>
          </a:solidFill>
          <a:ln w="17145">
            <a:solidFill>
              <a:srgbClr val="D7000F"/>
            </a:solidFill>
          </a:ln>
        </p:spPr>
      </p:sp>
      <p:sp>
        <p:nvSpPr>
          <p:cNvPr id="49" name="text_272_Review"/>
          <p:cNvSpPr>
            <a:spLocks noGrp="1"/>
          </p:cNvSpPr>
          <p:nvPr/>
        </p:nvSpPr>
        <p:spPr>
          <a:xfrm>
            <a:off x="2133600" y="3095625"/>
            <a:ext cx="1123950" cy="333375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425" b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425" b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Review</a:t>
            </a:r>
          </a:p>
        </p:txBody>
      </p:sp>
      <p:sp>
        <p:nvSpPr>
          <p:cNvPr id="50" name="object_273"/>
          <p:cNvSpPr>
            <a:spLocks noGrp="1"/>
          </p:cNvSpPr>
          <p:nvPr/>
        </p:nvSpPr>
        <p:spPr>
          <a:xfrm>
            <a:off x="2066925" y="3562350"/>
            <a:ext cx="1257300" cy="638175"/>
          </a:xfrm>
          <a:prstGeom prst="rect">
            <a:avLst/>
          </a:prstGeom>
          <a:solidFill>
            <a:srgbClr val="F2F2F2"/>
          </a:solidFill>
          <a:ln w="9525">
            <a:noFill/>
          </a:ln>
        </p:spPr>
      </p:sp>
      <p:sp>
        <p:nvSpPr>
          <p:cNvPr id="51" name="text_275_primitive / rules"/>
          <p:cNvSpPr>
            <a:spLocks noGrp="1"/>
          </p:cNvSpPr>
          <p:nvPr/>
        </p:nvSpPr>
        <p:spPr>
          <a:xfrm>
            <a:off x="2105025" y="3609975"/>
            <a:ext cx="1181100" cy="247650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090" b="0">
                <a:solidFill>
                  <a:srgbClr val="242424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090" b="0">
                <a:solidFill>
                  <a:srgbClr val="242424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primitive / rules</a:t>
            </a:r>
          </a:p>
        </p:txBody>
      </p:sp>
      <p:sp>
        <p:nvSpPr>
          <p:cNvPr id="52" name="text_277_hardware / profiler"/>
          <p:cNvSpPr>
            <a:spLocks noGrp="1"/>
          </p:cNvSpPr>
          <p:nvPr/>
        </p:nvSpPr>
        <p:spPr>
          <a:xfrm>
            <a:off x="2105025" y="3857625"/>
            <a:ext cx="1181100" cy="247650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090" b="0">
                <a:solidFill>
                  <a:srgbClr val="242424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090" b="0">
                <a:solidFill>
                  <a:srgbClr val="242424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hardware / profiler</a:t>
            </a:r>
          </a:p>
        </p:txBody>
      </p:sp>
      <p:sp>
        <p:nvSpPr>
          <p:cNvPr id="53" name="connector_278"/>
          <p:cNvSpPr>
            <a:spLocks noGrp="1"/>
          </p:cNvSpPr>
          <p:nvPr/>
        </p:nvSpPr>
        <p:spPr>
          <a:xfrm>
            <a:off x="2686050" y="2876550"/>
            <a:ext cx="19050" cy="152400"/>
          </a:xfrm>
          <a:custGeom>
            <a:avLst/>
            <a:gdLst/>
            <a:ahLst/>
            <a:cxnLst/>
            <a:rect l="0" t="0" r="0" b="0"/>
            <a:pathLst>
              <a:path w="19050" h="152400">
                <a:moveTo>
                  <a:pt x="9525" y="9525"/>
                </a:moveTo>
                <a:lnTo>
                  <a:pt x="9525" y="142875"/>
                </a:lnTo>
              </a:path>
            </a:pathLst>
          </a:custGeom>
          <a:noFill/>
          <a:ln w="14288">
            <a:solidFill>
              <a:srgbClr val="D7000F"/>
            </a:solidFill>
          </a:ln>
        </p:spPr>
      </p:sp>
      <p:sp>
        <p:nvSpPr>
          <p:cNvPr id="54" name="object_279"/>
          <p:cNvSpPr>
            <a:spLocks noGrp="1"/>
          </p:cNvSpPr>
          <p:nvPr/>
        </p:nvSpPr>
        <p:spPr>
          <a:xfrm>
            <a:off x="3400425" y="3048000"/>
            <a:ext cx="1257300" cy="428625"/>
          </a:xfrm>
          <a:prstGeom prst="rect">
            <a:avLst/>
          </a:prstGeom>
          <a:solidFill>
            <a:srgbClr val="FFFFFF"/>
          </a:solidFill>
          <a:ln w="17145">
            <a:solidFill>
              <a:srgbClr val="D7000F"/>
            </a:solidFill>
          </a:ln>
        </p:spPr>
      </p:sp>
      <p:sp>
        <p:nvSpPr>
          <p:cNvPr id="55" name="text_281_Optimize"/>
          <p:cNvSpPr>
            <a:spLocks noGrp="1"/>
          </p:cNvSpPr>
          <p:nvPr/>
        </p:nvSpPr>
        <p:spPr>
          <a:xfrm>
            <a:off x="3467100" y="3095625"/>
            <a:ext cx="1123950" cy="333375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425" b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425" b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Optimize</a:t>
            </a:r>
          </a:p>
        </p:txBody>
      </p:sp>
      <p:sp>
        <p:nvSpPr>
          <p:cNvPr id="56" name="object_282"/>
          <p:cNvSpPr>
            <a:spLocks noGrp="1"/>
          </p:cNvSpPr>
          <p:nvPr/>
        </p:nvSpPr>
        <p:spPr>
          <a:xfrm>
            <a:off x="3400425" y="3562350"/>
            <a:ext cx="1257300" cy="638175"/>
          </a:xfrm>
          <a:prstGeom prst="rect">
            <a:avLst/>
          </a:prstGeom>
          <a:solidFill>
            <a:srgbClr val="F2F2F2"/>
          </a:solidFill>
          <a:ln w="9525">
            <a:noFill/>
          </a:ln>
        </p:spPr>
      </p:sp>
      <p:sp>
        <p:nvSpPr>
          <p:cNvPr id="57" name="text_284_primitive / rules"/>
          <p:cNvSpPr>
            <a:spLocks noGrp="1"/>
          </p:cNvSpPr>
          <p:nvPr/>
        </p:nvSpPr>
        <p:spPr>
          <a:xfrm>
            <a:off x="3438525" y="3609975"/>
            <a:ext cx="1181100" cy="247650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090" b="0">
                <a:solidFill>
                  <a:srgbClr val="242424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090" b="0">
                <a:solidFill>
                  <a:srgbClr val="242424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primitive / rules</a:t>
            </a:r>
          </a:p>
        </p:txBody>
      </p:sp>
      <p:sp>
        <p:nvSpPr>
          <p:cNvPr id="58" name="text_286_hardware / profiler"/>
          <p:cNvSpPr>
            <a:spLocks noGrp="1"/>
          </p:cNvSpPr>
          <p:nvPr/>
        </p:nvSpPr>
        <p:spPr>
          <a:xfrm>
            <a:off x="3438525" y="3857625"/>
            <a:ext cx="1181100" cy="247650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090" b="0">
                <a:solidFill>
                  <a:srgbClr val="242424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090" b="0">
                <a:solidFill>
                  <a:srgbClr val="242424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hardware / profiler</a:t>
            </a:r>
          </a:p>
        </p:txBody>
      </p:sp>
      <p:sp>
        <p:nvSpPr>
          <p:cNvPr id="59" name="connector_287"/>
          <p:cNvSpPr>
            <a:spLocks noGrp="1"/>
          </p:cNvSpPr>
          <p:nvPr/>
        </p:nvSpPr>
        <p:spPr>
          <a:xfrm>
            <a:off x="4019550" y="2876550"/>
            <a:ext cx="19050" cy="152400"/>
          </a:xfrm>
          <a:custGeom>
            <a:avLst/>
            <a:gdLst/>
            <a:ahLst/>
            <a:cxnLst/>
            <a:rect l="0" t="0" r="0" b="0"/>
            <a:pathLst>
              <a:path w="19050" h="152400">
                <a:moveTo>
                  <a:pt x="9525" y="9525"/>
                </a:moveTo>
                <a:lnTo>
                  <a:pt x="9525" y="142875"/>
                </a:lnTo>
              </a:path>
            </a:pathLst>
          </a:custGeom>
          <a:noFill/>
          <a:ln w="14288">
            <a:solidFill>
              <a:srgbClr val="D7000F"/>
            </a:solidFill>
          </a:ln>
        </p:spPr>
      </p:sp>
      <p:sp>
        <p:nvSpPr>
          <p:cNvPr id="60" name="connector_288"/>
          <p:cNvSpPr>
            <a:spLocks noGrp="1"/>
          </p:cNvSpPr>
          <p:nvPr/>
        </p:nvSpPr>
        <p:spPr>
          <a:xfrm>
            <a:off x="1352550" y="2876550"/>
            <a:ext cx="2686050" cy="19050"/>
          </a:xfrm>
          <a:custGeom>
            <a:avLst/>
            <a:gdLst/>
            <a:ahLst/>
            <a:cxnLst/>
            <a:rect l="0" t="0" r="0" b="0"/>
            <a:pathLst>
              <a:path w="2686050" h="19050">
                <a:moveTo>
                  <a:pt x="9525" y="9525"/>
                </a:moveTo>
                <a:lnTo>
                  <a:pt x="2676525" y="9525"/>
                </a:lnTo>
              </a:path>
            </a:pathLst>
          </a:custGeom>
          <a:noFill/>
          <a:ln w="14288">
            <a:solidFill>
              <a:srgbClr val="D7000F"/>
            </a:solidFill>
          </a:ln>
        </p:spPr>
      </p:sp>
      <p:sp>
        <p:nvSpPr>
          <p:cNvPr id="61" name="connector_289"/>
          <p:cNvSpPr>
            <a:spLocks noGrp="1"/>
          </p:cNvSpPr>
          <p:nvPr/>
        </p:nvSpPr>
        <p:spPr>
          <a:xfrm>
            <a:off x="2638425" y="2790825"/>
            <a:ext cx="19050" cy="104775"/>
          </a:xfrm>
          <a:custGeom>
            <a:avLst/>
            <a:gdLst/>
            <a:ahLst/>
            <a:cxnLst/>
            <a:rect l="0" t="0" r="0" b="0"/>
            <a:pathLst>
              <a:path w="19050" h="104775">
                <a:moveTo>
                  <a:pt x="9525" y="9525"/>
                </a:moveTo>
                <a:lnTo>
                  <a:pt x="9525" y="95250"/>
                </a:lnTo>
              </a:path>
            </a:pathLst>
          </a:custGeom>
          <a:noFill/>
          <a:ln w="14288">
            <a:solidFill>
              <a:srgbClr val="D7000F"/>
            </a:solidFill>
          </a:ln>
        </p:spPr>
      </p:sp>
      <p:sp>
        <p:nvSpPr>
          <p:cNvPr id="62" name="text_291_Reference 重复，20+ 平台规则文件分"/>
          <p:cNvSpPr>
            <a:spLocks noGrp="1"/>
          </p:cNvSpPr>
          <p:nvPr/>
        </p:nvSpPr>
        <p:spPr>
          <a:xfrm>
            <a:off x="742950" y="4286250"/>
            <a:ext cx="4010025" cy="266700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425" b="1">
                <a:solidFill>
                  <a:srgbClr val="D7000F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425" b="1">
                <a:solidFill>
                  <a:srgbClr val="D7000F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Reference 重复，20+ 平台规则文件分散</a:t>
            </a:r>
          </a:p>
        </p:txBody>
      </p:sp>
      <p:sp>
        <p:nvSpPr>
          <p:cNvPr id="63" name="object_292"/>
          <p:cNvSpPr>
            <a:spLocks noGrp="1"/>
          </p:cNvSpPr>
          <p:nvPr/>
        </p:nvSpPr>
        <p:spPr>
          <a:xfrm>
            <a:off x="6800850" y="1533525"/>
            <a:ext cx="3105150" cy="485775"/>
          </a:xfrm>
          <a:prstGeom prst="rect">
            <a:avLst/>
          </a:prstGeom>
          <a:solidFill>
            <a:srgbClr val="FFFFFF"/>
          </a:solidFill>
          <a:ln w="17145">
            <a:solidFill>
              <a:srgbClr val="D7000F"/>
            </a:solidFill>
          </a:ln>
        </p:spPr>
      </p:sp>
      <p:sp>
        <p:nvSpPr>
          <p:cNvPr id="64" name="text_294_用户任务 / 需求"/>
          <p:cNvSpPr>
            <a:spLocks noGrp="1"/>
          </p:cNvSpPr>
          <p:nvPr/>
        </p:nvSpPr>
        <p:spPr>
          <a:xfrm>
            <a:off x="6867525" y="1581150"/>
            <a:ext cx="2971800" cy="390525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575" b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575" b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用户任务 / 需求</a:t>
            </a:r>
          </a:p>
        </p:txBody>
      </p:sp>
      <p:sp>
        <p:nvSpPr>
          <p:cNvPr id="65" name="connector_295"/>
          <p:cNvSpPr>
            <a:spLocks noGrp="1"/>
          </p:cNvSpPr>
          <p:nvPr/>
        </p:nvSpPr>
        <p:spPr>
          <a:xfrm>
            <a:off x="8343900" y="2038350"/>
            <a:ext cx="19050" cy="171450"/>
          </a:xfrm>
          <a:custGeom>
            <a:avLst/>
            <a:gdLst/>
            <a:ahLst/>
            <a:cxnLst/>
            <a:rect l="0" t="0" r="0" b="0"/>
            <a:pathLst>
              <a:path w="19050" h="171450">
                <a:moveTo>
                  <a:pt x="9525" y="9525"/>
                </a:moveTo>
                <a:lnTo>
                  <a:pt x="9525" y="161925"/>
                </a:lnTo>
              </a:path>
            </a:pathLst>
          </a:custGeom>
          <a:noFill/>
          <a:ln w="19050">
            <a:solidFill>
              <a:srgbClr val="D7000F"/>
            </a:solidFill>
          </a:ln>
        </p:spPr>
      </p:sp>
      <p:sp>
        <p:nvSpPr>
          <p:cNvPr id="66" name="connector_296"/>
          <p:cNvSpPr>
            <a:spLocks noGrp="1"/>
          </p:cNvSpPr>
          <p:nvPr/>
        </p:nvSpPr>
        <p:spPr>
          <a:xfrm>
            <a:off x="8311934" y="2132237"/>
            <a:ext cx="82981" cy="77563"/>
          </a:xfrm>
          <a:custGeom>
            <a:avLst/>
            <a:gdLst/>
            <a:ahLst/>
            <a:cxnLst/>
            <a:rect l="0" t="0" r="0" b="0"/>
            <a:pathLst>
              <a:path w="82981" h="77563">
                <a:moveTo>
                  <a:pt x="9525" y="9525"/>
                </a:moveTo>
                <a:lnTo>
                  <a:pt x="41491" y="68038"/>
                </a:lnTo>
                <a:lnTo>
                  <a:pt x="73456" y="9525"/>
                </a:lnTo>
              </a:path>
            </a:pathLst>
          </a:custGeom>
          <a:noFill/>
          <a:ln w="19050">
            <a:solidFill>
              <a:srgbClr val="D7000F"/>
            </a:solidFill>
          </a:ln>
        </p:spPr>
      </p:sp>
      <p:sp>
        <p:nvSpPr>
          <p:cNvPr id="67" name="object_297"/>
          <p:cNvSpPr>
            <a:spLocks noGrp="1"/>
          </p:cNvSpPr>
          <p:nvPr/>
        </p:nvSpPr>
        <p:spPr>
          <a:xfrm>
            <a:off x="5267325" y="2257425"/>
            <a:ext cx="6219825" cy="800100"/>
          </a:xfrm>
          <a:prstGeom prst="rect">
            <a:avLst/>
          </a:prstGeom>
          <a:solidFill>
            <a:srgbClr val="FFFFFF"/>
          </a:solidFill>
          <a:ln w="19050">
            <a:solidFill>
              <a:srgbClr val="D7000F"/>
            </a:solidFill>
          </a:ln>
        </p:spPr>
      </p:sp>
      <p:sp>
        <p:nvSpPr>
          <p:cNvPr id="68" name="text_299_Skill Workflow"/>
          <p:cNvSpPr>
            <a:spLocks noGrp="1"/>
          </p:cNvSpPr>
          <p:nvPr/>
        </p:nvSpPr>
        <p:spPr>
          <a:xfrm>
            <a:off x="5381625" y="2295525"/>
            <a:ext cx="5962650" cy="257175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800" b="1">
                <a:solidFill>
                  <a:srgbClr val="D7000F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800" b="1">
                <a:solidFill>
                  <a:srgbClr val="D7000F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Skill Workflow</a:t>
            </a:r>
          </a:p>
        </p:txBody>
      </p:sp>
      <p:sp>
        <p:nvSpPr>
          <p:cNvPr id="69" name="text_301_Main"/>
          <p:cNvSpPr>
            <a:spLocks noGrp="1"/>
          </p:cNvSpPr>
          <p:nvPr/>
        </p:nvSpPr>
        <p:spPr>
          <a:xfrm>
            <a:off x="5400675" y="2628900"/>
            <a:ext cx="1409700" cy="323850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575" b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575" b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Main</a:t>
            </a:r>
          </a:p>
        </p:txBody>
      </p:sp>
      <p:sp>
        <p:nvSpPr>
          <p:cNvPr id="70" name="connector_302"/>
          <p:cNvSpPr>
            <a:spLocks noGrp="1"/>
          </p:cNvSpPr>
          <p:nvPr/>
        </p:nvSpPr>
        <p:spPr>
          <a:xfrm>
            <a:off x="6724650" y="2790825"/>
            <a:ext cx="161925" cy="19050"/>
          </a:xfrm>
          <a:custGeom>
            <a:avLst/>
            <a:gdLst/>
            <a:ahLst/>
            <a:cxnLst/>
            <a:rect l="0" t="0" r="0" b="0"/>
            <a:pathLst>
              <a:path w="161925" h="19050">
                <a:moveTo>
                  <a:pt x="9525" y="9525"/>
                </a:moveTo>
                <a:lnTo>
                  <a:pt x="152400" y="9525"/>
                </a:lnTo>
              </a:path>
            </a:pathLst>
          </a:custGeom>
          <a:noFill/>
          <a:ln w="19050">
            <a:solidFill>
              <a:srgbClr val="D7000F"/>
            </a:solidFill>
          </a:ln>
        </p:spPr>
      </p:sp>
      <p:sp>
        <p:nvSpPr>
          <p:cNvPr id="71" name="connector_303"/>
          <p:cNvSpPr>
            <a:spLocks noGrp="1"/>
          </p:cNvSpPr>
          <p:nvPr/>
        </p:nvSpPr>
        <p:spPr>
          <a:xfrm>
            <a:off x="6809012" y="2758859"/>
            <a:ext cx="77563" cy="82981"/>
          </a:xfrm>
          <a:custGeom>
            <a:avLst/>
            <a:gdLst/>
            <a:ahLst/>
            <a:cxnLst/>
            <a:rect l="0" t="0" r="0" b="0"/>
            <a:pathLst>
              <a:path w="77563" h="82981">
                <a:moveTo>
                  <a:pt x="9525" y="73456"/>
                </a:moveTo>
                <a:lnTo>
                  <a:pt x="68038" y="41491"/>
                </a:lnTo>
                <a:lnTo>
                  <a:pt x="9525" y="9525"/>
                </a:lnTo>
              </a:path>
            </a:pathLst>
          </a:custGeom>
          <a:noFill/>
          <a:ln w="19050">
            <a:solidFill>
              <a:srgbClr val="D7000F"/>
            </a:solidFill>
          </a:ln>
        </p:spPr>
      </p:sp>
      <p:sp>
        <p:nvSpPr>
          <p:cNvPr id="72" name="text_305_Code-Gen"/>
          <p:cNvSpPr>
            <a:spLocks noGrp="1"/>
          </p:cNvSpPr>
          <p:nvPr/>
        </p:nvSpPr>
        <p:spPr>
          <a:xfrm>
            <a:off x="6915150" y="2628900"/>
            <a:ext cx="1409700" cy="323850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575" b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575" b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Code-Gen</a:t>
            </a:r>
          </a:p>
        </p:txBody>
      </p:sp>
      <p:sp>
        <p:nvSpPr>
          <p:cNvPr id="73" name="connector_306"/>
          <p:cNvSpPr>
            <a:spLocks noGrp="1"/>
          </p:cNvSpPr>
          <p:nvPr/>
        </p:nvSpPr>
        <p:spPr>
          <a:xfrm>
            <a:off x="8239125" y="2790825"/>
            <a:ext cx="161925" cy="19050"/>
          </a:xfrm>
          <a:custGeom>
            <a:avLst/>
            <a:gdLst/>
            <a:ahLst/>
            <a:cxnLst/>
            <a:rect l="0" t="0" r="0" b="0"/>
            <a:pathLst>
              <a:path w="161925" h="19050">
                <a:moveTo>
                  <a:pt x="9525" y="9525"/>
                </a:moveTo>
                <a:lnTo>
                  <a:pt x="152400" y="9525"/>
                </a:lnTo>
              </a:path>
            </a:pathLst>
          </a:custGeom>
          <a:noFill/>
          <a:ln w="19050">
            <a:solidFill>
              <a:srgbClr val="D7000F"/>
            </a:solidFill>
          </a:ln>
        </p:spPr>
      </p:sp>
      <p:sp>
        <p:nvSpPr>
          <p:cNvPr id="74" name="connector_307"/>
          <p:cNvSpPr>
            <a:spLocks noGrp="1"/>
          </p:cNvSpPr>
          <p:nvPr/>
        </p:nvSpPr>
        <p:spPr>
          <a:xfrm>
            <a:off x="8323487" y="2758859"/>
            <a:ext cx="77563" cy="82981"/>
          </a:xfrm>
          <a:custGeom>
            <a:avLst/>
            <a:gdLst/>
            <a:ahLst/>
            <a:cxnLst/>
            <a:rect l="0" t="0" r="0" b="0"/>
            <a:pathLst>
              <a:path w="77563" h="82981">
                <a:moveTo>
                  <a:pt x="9525" y="73456"/>
                </a:moveTo>
                <a:lnTo>
                  <a:pt x="68038" y="41491"/>
                </a:lnTo>
                <a:lnTo>
                  <a:pt x="9525" y="9525"/>
                </a:lnTo>
              </a:path>
            </a:pathLst>
          </a:custGeom>
          <a:noFill/>
          <a:ln w="19050">
            <a:solidFill>
              <a:srgbClr val="D7000F"/>
            </a:solidFill>
          </a:ln>
        </p:spPr>
      </p:sp>
      <p:sp>
        <p:nvSpPr>
          <p:cNvPr id="75" name="text_309_Verify"/>
          <p:cNvSpPr>
            <a:spLocks noGrp="1"/>
          </p:cNvSpPr>
          <p:nvPr/>
        </p:nvSpPr>
        <p:spPr>
          <a:xfrm>
            <a:off x="8429625" y="2628900"/>
            <a:ext cx="1409700" cy="323850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575" b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575" b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Verify</a:t>
            </a:r>
          </a:p>
        </p:txBody>
      </p:sp>
      <p:sp>
        <p:nvSpPr>
          <p:cNvPr id="76" name="connector_310"/>
          <p:cNvSpPr>
            <a:spLocks noGrp="1"/>
          </p:cNvSpPr>
          <p:nvPr/>
        </p:nvSpPr>
        <p:spPr>
          <a:xfrm>
            <a:off x="9753600" y="2790825"/>
            <a:ext cx="161925" cy="19050"/>
          </a:xfrm>
          <a:custGeom>
            <a:avLst/>
            <a:gdLst/>
            <a:ahLst/>
            <a:cxnLst/>
            <a:rect l="0" t="0" r="0" b="0"/>
            <a:pathLst>
              <a:path w="161925" h="19050">
                <a:moveTo>
                  <a:pt x="9525" y="9525"/>
                </a:moveTo>
                <a:lnTo>
                  <a:pt x="152400" y="9525"/>
                </a:lnTo>
              </a:path>
            </a:pathLst>
          </a:custGeom>
          <a:noFill/>
          <a:ln w="19050">
            <a:solidFill>
              <a:srgbClr val="D7000F"/>
            </a:solidFill>
          </a:ln>
        </p:spPr>
      </p:sp>
      <p:sp>
        <p:nvSpPr>
          <p:cNvPr id="77" name="connector_311"/>
          <p:cNvSpPr>
            <a:spLocks noGrp="1"/>
          </p:cNvSpPr>
          <p:nvPr/>
        </p:nvSpPr>
        <p:spPr>
          <a:xfrm>
            <a:off x="9837962" y="2758859"/>
            <a:ext cx="77563" cy="82981"/>
          </a:xfrm>
          <a:custGeom>
            <a:avLst/>
            <a:gdLst/>
            <a:ahLst/>
            <a:cxnLst/>
            <a:rect l="0" t="0" r="0" b="0"/>
            <a:pathLst>
              <a:path w="77563" h="82981">
                <a:moveTo>
                  <a:pt x="9525" y="73456"/>
                </a:moveTo>
                <a:lnTo>
                  <a:pt x="68038" y="41491"/>
                </a:lnTo>
                <a:lnTo>
                  <a:pt x="9525" y="9525"/>
                </a:lnTo>
              </a:path>
            </a:pathLst>
          </a:custGeom>
          <a:noFill/>
          <a:ln w="19050">
            <a:solidFill>
              <a:srgbClr val="D7000F"/>
            </a:solidFill>
          </a:ln>
        </p:spPr>
      </p:sp>
      <p:sp>
        <p:nvSpPr>
          <p:cNvPr id="78" name="text_313_Optimize"/>
          <p:cNvSpPr>
            <a:spLocks noGrp="1"/>
          </p:cNvSpPr>
          <p:nvPr/>
        </p:nvSpPr>
        <p:spPr>
          <a:xfrm>
            <a:off x="9944100" y="2628900"/>
            <a:ext cx="1409700" cy="323850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575" b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575" b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Optimize</a:t>
            </a:r>
          </a:p>
        </p:txBody>
      </p:sp>
      <p:sp>
        <p:nvSpPr>
          <p:cNvPr id="79" name="connector_314"/>
          <p:cNvSpPr>
            <a:spLocks noGrp="1"/>
          </p:cNvSpPr>
          <p:nvPr/>
        </p:nvSpPr>
        <p:spPr>
          <a:xfrm>
            <a:off x="8343900" y="3086100"/>
            <a:ext cx="19050" cy="161925"/>
          </a:xfrm>
          <a:custGeom>
            <a:avLst/>
            <a:gdLst/>
            <a:ahLst/>
            <a:cxnLst/>
            <a:rect l="0" t="0" r="0" b="0"/>
            <a:pathLst>
              <a:path w="19050" h="161925">
                <a:moveTo>
                  <a:pt x="9525" y="9525"/>
                </a:moveTo>
                <a:lnTo>
                  <a:pt x="9525" y="152400"/>
                </a:lnTo>
              </a:path>
            </a:pathLst>
          </a:custGeom>
          <a:noFill/>
          <a:ln w="19050">
            <a:solidFill>
              <a:srgbClr val="D7000F"/>
            </a:solidFill>
          </a:ln>
        </p:spPr>
      </p:sp>
      <p:sp>
        <p:nvSpPr>
          <p:cNvPr id="80" name="connector_315"/>
          <p:cNvSpPr>
            <a:spLocks noGrp="1"/>
          </p:cNvSpPr>
          <p:nvPr/>
        </p:nvSpPr>
        <p:spPr>
          <a:xfrm>
            <a:off x="8311934" y="3170462"/>
            <a:ext cx="82981" cy="77563"/>
          </a:xfrm>
          <a:custGeom>
            <a:avLst/>
            <a:gdLst/>
            <a:ahLst/>
            <a:cxnLst/>
            <a:rect l="0" t="0" r="0" b="0"/>
            <a:pathLst>
              <a:path w="82981" h="77563">
                <a:moveTo>
                  <a:pt x="9525" y="9525"/>
                </a:moveTo>
                <a:lnTo>
                  <a:pt x="41491" y="68038"/>
                </a:lnTo>
                <a:lnTo>
                  <a:pt x="73456" y="9525"/>
                </a:lnTo>
              </a:path>
            </a:pathLst>
          </a:custGeom>
          <a:noFill/>
          <a:ln w="19050">
            <a:solidFill>
              <a:srgbClr val="D7000F"/>
            </a:solidFill>
          </a:ln>
        </p:spPr>
      </p:sp>
      <p:sp>
        <p:nvSpPr>
          <p:cNvPr id="81" name="object_316"/>
          <p:cNvSpPr>
            <a:spLocks noGrp="1"/>
          </p:cNvSpPr>
          <p:nvPr/>
        </p:nvSpPr>
        <p:spPr>
          <a:xfrm>
            <a:off x="5267325" y="3295650"/>
            <a:ext cx="6219825" cy="933450"/>
          </a:xfrm>
          <a:prstGeom prst="rect">
            <a:avLst/>
          </a:prstGeom>
          <a:solidFill>
            <a:srgbClr val="F2F2F2"/>
          </a:solidFill>
          <a:ln w="19050">
            <a:solidFill>
              <a:srgbClr val="D7000F"/>
            </a:solidFill>
          </a:ln>
        </p:spPr>
      </p:sp>
      <p:sp>
        <p:nvSpPr>
          <p:cNvPr id="82" name="text_318_shared/mlu（Shared Layer）"/>
          <p:cNvSpPr>
            <a:spLocks noGrp="1"/>
          </p:cNvSpPr>
          <p:nvPr/>
        </p:nvSpPr>
        <p:spPr>
          <a:xfrm>
            <a:off x="5381625" y="3343275"/>
            <a:ext cx="5962650" cy="285750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800" b="1">
                <a:solidFill>
                  <a:srgbClr val="D7000F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800" b="1">
                <a:solidFill>
                  <a:srgbClr val="D7000F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shared/mlu（Shared Layer）</a:t>
            </a:r>
          </a:p>
        </p:txBody>
      </p:sp>
      <p:sp>
        <p:nvSpPr>
          <p:cNvPr id="83" name="text_320_primitives.md    platfor"/>
          <p:cNvSpPr>
            <a:spLocks noGrp="1"/>
          </p:cNvSpPr>
          <p:nvPr/>
        </p:nvSpPr>
        <p:spPr>
          <a:xfrm>
            <a:off x="5400675" y="3676650"/>
            <a:ext cx="5972175" cy="238125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350" b="0">
                <a:solidFill>
                  <a:srgbClr val="242424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350" b="0">
                <a:solidFill>
                  <a:srgbClr val="242424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primitives.md    platform-rules.md    hardware.md</a:t>
            </a:r>
          </a:p>
        </p:txBody>
      </p:sp>
      <p:sp>
        <p:nvSpPr>
          <p:cNvPr id="84" name="text_322_profiler.md    optimizat"/>
          <p:cNvSpPr>
            <a:spLocks noGrp="1"/>
          </p:cNvSpPr>
          <p:nvPr/>
        </p:nvSpPr>
        <p:spPr>
          <a:xfrm>
            <a:off x="5400675" y="3914775"/>
            <a:ext cx="5972175" cy="238125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350" b="0">
                <a:solidFill>
                  <a:srgbClr val="242424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350" b="0">
                <a:solidFill>
                  <a:srgbClr val="242424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profiler.md    optimization.md</a:t>
            </a:r>
          </a:p>
        </p:txBody>
      </p:sp>
      <p:sp>
        <p:nvSpPr>
          <p:cNvPr id="85" name="text_324_知识只维护一次，各 Skill 按需加载，支持 "/>
          <p:cNvSpPr>
            <a:spLocks noGrp="1"/>
          </p:cNvSpPr>
          <p:nvPr/>
        </p:nvSpPr>
        <p:spPr>
          <a:xfrm>
            <a:off x="5248275" y="4286250"/>
            <a:ext cx="6276975" cy="266700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425" b="1">
                <a:solidFill>
                  <a:srgbClr val="D7000F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425" b="1">
                <a:solidFill>
                  <a:srgbClr val="D7000F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知识只维护一次，各 Skill 按需加载，支持 MLU / GPU / Ascend</a:t>
            </a:r>
          </a:p>
        </p:txBody>
      </p:sp>
      <p:sp>
        <p:nvSpPr>
          <p:cNvPr id="86" name="connector_325"/>
          <p:cNvSpPr>
            <a:spLocks noGrp="1"/>
          </p:cNvSpPr>
          <p:nvPr/>
        </p:nvSpPr>
        <p:spPr>
          <a:xfrm>
            <a:off x="714375" y="4657725"/>
            <a:ext cx="10839450" cy="19050"/>
          </a:xfrm>
          <a:custGeom>
            <a:avLst/>
            <a:gdLst/>
            <a:ahLst/>
            <a:cxnLst/>
            <a:rect l="0" t="0" r="0" b="0"/>
            <a:pathLst>
              <a:path w="10839450" h="19050">
                <a:moveTo>
                  <a:pt x="9525" y="9525"/>
                </a:moveTo>
                <a:lnTo>
                  <a:pt x="10829925" y="9525"/>
                </a:lnTo>
              </a:path>
            </a:pathLst>
          </a:custGeom>
          <a:noFill/>
          <a:ln w="14288">
            <a:solidFill>
              <a:srgbClr val="D9D9D9"/>
            </a:solidFill>
          </a:ln>
        </p:spPr>
      </p:sp>
      <p:sp>
        <p:nvSpPr>
          <p:cNvPr id="87" name="text_327_Case 1：Primitive 合并"/>
          <p:cNvSpPr>
            <a:spLocks noGrp="1"/>
          </p:cNvSpPr>
          <p:nvPr/>
        </p:nvSpPr>
        <p:spPr>
          <a:xfrm>
            <a:off x="742950" y="4772025"/>
            <a:ext cx="5162550" cy="314325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800" b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800" b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Case 1：Primitive 合并</a:t>
            </a:r>
          </a:p>
        </p:txBody>
      </p:sp>
      <p:sp>
        <p:nvSpPr>
          <p:cNvPr id="88" name="text_329_Case 2：平台规则合并"/>
          <p:cNvSpPr>
            <a:spLocks noGrp="1"/>
          </p:cNvSpPr>
          <p:nvPr/>
        </p:nvSpPr>
        <p:spPr>
          <a:xfrm>
            <a:off x="6419850" y="4772025"/>
            <a:ext cx="5124450" cy="314325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800" b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800" b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Case 2：平台规则合并</a:t>
            </a:r>
          </a:p>
        </p:txBody>
      </p:sp>
      <p:sp>
        <p:nvSpPr>
          <p:cNvPr id="89" name="text_331_code-gen/semantic.md"/>
          <p:cNvSpPr>
            <a:spLocks noGrp="1"/>
          </p:cNvSpPr>
          <p:nvPr/>
        </p:nvSpPr>
        <p:spPr>
          <a:xfrm>
            <a:off x="752475" y="5153025"/>
            <a:ext cx="5095875" cy="238125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350" b="0">
                <a:solidFill>
                  <a:srgbClr val="242424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350" b="0">
                <a:solidFill>
                  <a:srgbClr val="242424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code-gen/semantic.md</a:t>
            </a:r>
          </a:p>
        </p:txBody>
      </p:sp>
      <p:sp>
        <p:nvSpPr>
          <p:cNvPr id="90" name="text_333_review/mlu_supported_pri"/>
          <p:cNvSpPr>
            <a:spLocks noGrp="1"/>
          </p:cNvSpPr>
          <p:nvPr/>
        </p:nvSpPr>
        <p:spPr>
          <a:xfrm>
            <a:off x="752475" y="5391150"/>
            <a:ext cx="5095875" cy="238125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350" b="0">
                <a:solidFill>
                  <a:srgbClr val="242424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350" b="0">
                <a:solidFill>
                  <a:srgbClr val="242424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review/mlu_supported_primitives.md</a:t>
            </a:r>
          </a:p>
        </p:txBody>
      </p:sp>
      <p:sp>
        <p:nvSpPr>
          <p:cNvPr id="91" name="connector_334"/>
          <p:cNvSpPr>
            <a:spLocks noGrp="1"/>
          </p:cNvSpPr>
          <p:nvPr/>
        </p:nvSpPr>
        <p:spPr>
          <a:xfrm>
            <a:off x="3095625" y="5686425"/>
            <a:ext cx="19050" cy="171450"/>
          </a:xfrm>
          <a:custGeom>
            <a:avLst/>
            <a:gdLst/>
            <a:ahLst/>
            <a:cxnLst/>
            <a:rect l="0" t="0" r="0" b="0"/>
            <a:pathLst>
              <a:path w="19050" h="171450">
                <a:moveTo>
                  <a:pt x="9525" y="9525"/>
                </a:moveTo>
                <a:lnTo>
                  <a:pt x="9525" y="161925"/>
                </a:lnTo>
              </a:path>
            </a:pathLst>
          </a:custGeom>
          <a:noFill/>
          <a:ln w="19050">
            <a:solidFill>
              <a:srgbClr val="D7000F"/>
            </a:solidFill>
          </a:ln>
        </p:spPr>
      </p:sp>
      <p:sp>
        <p:nvSpPr>
          <p:cNvPr id="92" name="connector_335"/>
          <p:cNvSpPr>
            <a:spLocks noGrp="1"/>
          </p:cNvSpPr>
          <p:nvPr/>
        </p:nvSpPr>
        <p:spPr>
          <a:xfrm>
            <a:off x="3063659" y="5780312"/>
            <a:ext cx="82981" cy="77563"/>
          </a:xfrm>
          <a:custGeom>
            <a:avLst/>
            <a:gdLst/>
            <a:ahLst/>
            <a:cxnLst/>
            <a:rect l="0" t="0" r="0" b="0"/>
            <a:pathLst>
              <a:path w="82981" h="77563">
                <a:moveTo>
                  <a:pt x="9525" y="9525"/>
                </a:moveTo>
                <a:lnTo>
                  <a:pt x="41491" y="68038"/>
                </a:lnTo>
                <a:lnTo>
                  <a:pt x="73456" y="9525"/>
                </a:lnTo>
              </a:path>
            </a:pathLst>
          </a:custGeom>
          <a:noFill/>
          <a:ln w="19050">
            <a:solidFill>
              <a:srgbClr val="D7000F"/>
            </a:solidFill>
          </a:ln>
        </p:spPr>
      </p:sp>
      <p:sp>
        <p:nvSpPr>
          <p:cNvPr id="93" name="text_337_share/mlu/references/pri"/>
          <p:cNvSpPr>
            <a:spLocks noGrp="1"/>
          </p:cNvSpPr>
          <p:nvPr/>
        </p:nvSpPr>
        <p:spPr>
          <a:xfrm>
            <a:off x="762000" y="5924550"/>
            <a:ext cx="5095875" cy="257175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500" b="1">
                <a:solidFill>
                  <a:srgbClr val="D7000F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500" b="1">
                <a:solidFill>
                  <a:srgbClr val="D7000F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share/mlu/references/primitives.md</a:t>
            </a:r>
          </a:p>
        </p:txBody>
      </p:sp>
      <p:sp>
        <p:nvSpPr>
          <p:cNvPr id="94" name="text_339_原 20+ 文件：Grid 上限、NRAM、CU"/>
          <p:cNvSpPr>
            <a:spLocks noGrp="1"/>
          </p:cNvSpPr>
          <p:nvPr/>
        </p:nvSpPr>
        <p:spPr>
          <a:xfrm>
            <a:off x="6429375" y="5153025"/>
            <a:ext cx="5038725" cy="238125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350" b="0">
                <a:solidFill>
                  <a:srgbClr val="242424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350" b="0">
                <a:solidFill>
                  <a:srgbClr val="242424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原 20+ 文件：Grid 上限、NRAM、CUDA→MLU</a:t>
            </a:r>
          </a:p>
        </p:txBody>
      </p:sp>
      <p:sp>
        <p:nvSpPr>
          <p:cNvPr id="95" name="text_341_num_warps、Persistent Ker"/>
          <p:cNvSpPr>
            <a:spLocks noGrp="1"/>
          </p:cNvSpPr>
          <p:nvPr/>
        </p:nvSpPr>
        <p:spPr>
          <a:xfrm>
            <a:off x="6429375" y="5391150"/>
            <a:ext cx="5038725" cy="238125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350" b="0">
                <a:solidFill>
                  <a:srgbClr val="242424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350" b="0">
                <a:solidFill>
                  <a:srgbClr val="242424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num_warps、Persistent Kernel 等平台约束</a:t>
            </a:r>
          </a:p>
        </p:txBody>
      </p:sp>
      <p:sp>
        <p:nvSpPr>
          <p:cNvPr id="96" name="connector_342"/>
          <p:cNvSpPr>
            <a:spLocks noGrp="1"/>
          </p:cNvSpPr>
          <p:nvPr/>
        </p:nvSpPr>
        <p:spPr>
          <a:xfrm>
            <a:off x="8905875" y="5686425"/>
            <a:ext cx="19050" cy="171450"/>
          </a:xfrm>
          <a:custGeom>
            <a:avLst/>
            <a:gdLst/>
            <a:ahLst/>
            <a:cxnLst/>
            <a:rect l="0" t="0" r="0" b="0"/>
            <a:pathLst>
              <a:path w="19050" h="171450">
                <a:moveTo>
                  <a:pt x="9525" y="9525"/>
                </a:moveTo>
                <a:lnTo>
                  <a:pt x="9525" y="161925"/>
                </a:lnTo>
              </a:path>
            </a:pathLst>
          </a:custGeom>
          <a:noFill/>
          <a:ln w="19050">
            <a:solidFill>
              <a:srgbClr val="D7000F"/>
            </a:solidFill>
          </a:ln>
        </p:spPr>
      </p:sp>
      <p:sp>
        <p:nvSpPr>
          <p:cNvPr id="97" name="connector_343"/>
          <p:cNvSpPr>
            <a:spLocks noGrp="1"/>
          </p:cNvSpPr>
          <p:nvPr/>
        </p:nvSpPr>
        <p:spPr>
          <a:xfrm>
            <a:off x="8873909" y="5780312"/>
            <a:ext cx="82981" cy="77563"/>
          </a:xfrm>
          <a:custGeom>
            <a:avLst/>
            <a:gdLst/>
            <a:ahLst/>
            <a:cxnLst/>
            <a:rect l="0" t="0" r="0" b="0"/>
            <a:pathLst>
              <a:path w="82981" h="77563">
                <a:moveTo>
                  <a:pt x="9525" y="9525"/>
                </a:moveTo>
                <a:lnTo>
                  <a:pt x="41491" y="68038"/>
                </a:lnTo>
                <a:lnTo>
                  <a:pt x="73456" y="9525"/>
                </a:lnTo>
              </a:path>
            </a:pathLst>
          </a:custGeom>
          <a:noFill/>
          <a:ln w="19050">
            <a:solidFill>
              <a:srgbClr val="D7000F"/>
            </a:solidFill>
          </a:ln>
        </p:spPr>
      </p:sp>
      <p:sp>
        <p:nvSpPr>
          <p:cNvPr id="98" name="text_345_platform-rules.md"/>
          <p:cNvSpPr>
            <a:spLocks noGrp="1"/>
          </p:cNvSpPr>
          <p:nvPr/>
        </p:nvSpPr>
        <p:spPr>
          <a:xfrm>
            <a:off x="6429375" y="5924550"/>
            <a:ext cx="5095875" cy="257175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500" b="1">
                <a:solidFill>
                  <a:srgbClr val="D7000F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500" b="1">
                <a:solidFill>
                  <a:srgbClr val="D7000F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platform-rules.md</a:t>
            </a:r>
          </a:p>
        </p:txBody>
      </p:sp>
      <p:sp>
        <p:nvSpPr>
          <p:cNvPr id="99" name="text_347_Workflow 与平台知识解耦，减少重复维护与"/>
          <p:cNvSpPr>
            <a:spLocks noGrp="1"/>
          </p:cNvSpPr>
          <p:nvPr/>
        </p:nvSpPr>
        <p:spPr>
          <a:xfrm>
            <a:off x="723900" y="6372225"/>
            <a:ext cx="10829925" cy="371475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800" b="1">
                <a:solidFill>
                  <a:srgbClr val="FF0000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800" b="1">
                <a:solidFill>
                  <a:srgbClr val="FF0000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Workflow 与平台知识解耦，减少重复维护与重复加载，降低迁移成本。</a:t>
            </a:r>
          </a:p>
        </p:txBody>
      </p:sp>
      <p:pic>
        <p:nvPicPr>
          <p:cNvPr id="200" name="图片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3900" y="895350"/>
            <a:ext cx="361950" cy="361950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201" name="图片 4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00650" y="895350"/>
            <a:ext cx="361950" cy="36195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 wrap="none" lIns="0" tIns="0" rIns="0" bIns="0">
            <a:noAutofit/>
          </a:bodyPr>
          <a:lstStyle/>
          <a:p>
            <a:pPr>
              <a:defRPr sz="2600" b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2600" b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上下文优化：七步流程与三个核心 Agent</a:t>
            </a:r>
          </a:p>
        </p:txBody>
      </p:sp>
      <p:sp>
        <p:nvSpPr>
          <p:cNvPr id="162" name="内容占位符 16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text_350_原版：七个独立子步骤"/>
          <p:cNvSpPr>
            <a:spLocks noGrp="1"/>
          </p:cNvSpPr>
          <p:nvPr/>
        </p:nvSpPr>
        <p:spPr>
          <a:xfrm>
            <a:off x="1181100" y="876300"/>
            <a:ext cx="4200525" cy="400050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100" b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2100" b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原版：七个独立子步骤</a:t>
            </a:r>
          </a:p>
        </p:txBody>
      </p:sp>
      <p:sp>
        <p:nvSpPr>
          <p:cNvPr id="4" name="connector_351"/>
          <p:cNvSpPr>
            <a:spLocks noGrp="1"/>
          </p:cNvSpPr>
          <p:nvPr/>
        </p:nvSpPr>
        <p:spPr>
          <a:xfrm>
            <a:off x="714375" y="1323975"/>
            <a:ext cx="2076450" cy="19050"/>
          </a:xfrm>
          <a:custGeom>
            <a:avLst/>
            <a:gdLst/>
            <a:ahLst/>
            <a:cxnLst/>
            <a:rect l="0" t="0" r="0" b="0"/>
            <a:pathLst>
              <a:path w="2076450" h="19050">
                <a:moveTo>
                  <a:pt x="9525" y="9525"/>
                </a:moveTo>
                <a:lnTo>
                  <a:pt x="2066925" y="9525"/>
                </a:lnTo>
              </a:path>
            </a:pathLst>
          </a:custGeom>
          <a:noFill/>
          <a:ln w="16193">
            <a:solidFill>
              <a:srgbClr val="D7000F"/>
            </a:solidFill>
          </a:ln>
        </p:spPr>
      </p:sp>
      <p:sp>
        <p:nvSpPr>
          <p:cNvPr id="5" name="text_354_新版：三个核心 Agent"/>
          <p:cNvSpPr>
            <a:spLocks noGrp="1"/>
          </p:cNvSpPr>
          <p:nvPr/>
        </p:nvSpPr>
        <p:spPr>
          <a:xfrm>
            <a:off x="6267450" y="876300"/>
            <a:ext cx="2705100" cy="400050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950" b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950" b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新版：三个核心 Agent</a:t>
            </a:r>
          </a:p>
        </p:txBody>
      </p:sp>
      <p:sp>
        <p:nvSpPr>
          <p:cNvPr id="6" name="connector_355"/>
          <p:cNvSpPr>
            <a:spLocks noGrp="1"/>
          </p:cNvSpPr>
          <p:nvPr/>
        </p:nvSpPr>
        <p:spPr>
          <a:xfrm>
            <a:off x="5800725" y="1323975"/>
            <a:ext cx="2076450" cy="19050"/>
          </a:xfrm>
          <a:custGeom>
            <a:avLst/>
            <a:gdLst/>
            <a:ahLst/>
            <a:cxnLst/>
            <a:rect l="0" t="0" r="0" b="0"/>
            <a:pathLst>
              <a:path w="2076450" h="19050">
                <a:moveTo>
                  <a:pt x="9525" y="9525"/>
                </a:moveTo>
                <a:lnTo>
                  <a:pt x="2066925" y="9525"/>
                </a:lnTo>
              </a:path>
            </a:pathLst>
          </a:custGeom>
          <a:noFill/>
          <a:ln w="16193">
            <a:solidFill>
              <a:srgbClr val="D7000F"/>
            </a:solidFill>
          </a:ln>
        </p:spPr>
      </p:sp>
      <p:sp>
        <p:nvSpPr>
          <p:cNvPr id="7" name="text_358_优化效果"/>
          <p:cNvSpPr>
            <a:spLocks noGrp="1"/>
          </p:cNvSpPr>
          <p:nvPr/>
        </p:nvSpPr>
        <p:spPr>
          <a:xfrm>
            <a:off x="9906000" y="876300"/>
            <a:ext cx="1657350" cy="400050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950" b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950" b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优化效果</a:t>
            </a:r>
          </a:p>
        </p:txBody>
      </p:sp>
      <p:sp>
        <p:nvSpPr>
          <p:cNvPr id="8" name="connector_359"/>
          <p:cNvSpPr>
            <a:spLocks noGrp="1"/>
          </p:cNvSpPr>
          <p:nvPr/>
        </p:nvSpPr>
        <p:spPr>
          <a:xfrm>
            <a:off x="9439275" y="1323975"/>
            <a:ext cx="2076450" cy="19050"/>
          </a:xfrm>
          <a:custGeom>
            <a:avLst/>
            <a:gdLst/>
            <a:ahLst/>
            <a:cxnLst/>
            <a:rect l="0" t="0" r="0" b="0"/>
            <a:pathLst>
              <a:path w="2076450" h="19050">
                <a:moveTo>
                  <a:pt x="9525" y="9525"/>
                </a:moveTo>
                <a:lnTo>
                  <a:pt x="2066925" y="9525"/>
                </a:lnTo>
              </a:path>
            </a:pathLst>
          </a:custGeom>
          <a:noFill/>
          <a:ln w="16193">
            <a:solidFill>
              <a:srgbClr val="D7000F"/>
            </a:solidFill>
          </a:ln>
        </p:spPr>
      </p:sp>
      <p:sp>
        <p:nvSpPr>
          <p:cNvPr id="9" name="connector_360"/>
          <p:cNvSpPr>
            <a:spLocks noGrp="1"/>
          </p:cNvSpPr>
          <p:nvPr/>
        </p:nvSpPr>
        <p:spPr>
          <a:xfrm>
            <a:off x="5524500" y="1000125"/>
            <a:ext cx="19050" cy="95250"/>
          </a:xfrm>
          <a:custGeom>
            <a:avLst/>
            <a:gdLst/>
            <a:ahLst/>
            <a:cxnLst/>
            <a:rect l="0" t="0" r="0" b="0"/>
            <a:pathLst>
              <a:path w="19050" h="95250">
                <a:moveTo>
                  <a:pt x="9525" y="9525"/>
                </a:moveTo>
                <a:lnTo>
                  <a:pt x="9525" y="85725"/>
                </a:lnTo>
              </a:path>
            </a:pathLst>
          </a:custGeom>
          <a:noFill/>
          <a:ln w="19050">
            <a:solidFill>
              <a:srgbClr val="D9D9D9"/>
            </a:solidFill>
          </a:ln>
        </p:spPr>
      </p:sp>
      <p:sp>
        <p:nvSpPr>
          <p:cNvPr id="10" name="connector_361"/>
          <p:cNvSpPr>
            <a:spLocks noGrp="1"/>
          </p:cNvSpPr>
          <p:nvPr/>
        </p:nvSpPr>
        <p:spPr>
          <a:xfrm>
            <a:off x="5524500" y="1123950"/>
            <a:ext cx="19050" cy="95250"/>
          </a:xfrm>
          <a:custGeom>
            <a:avLst/>
            <a:gdLst/>
            <a:ahLst/>
            <a:cxnLst/>
            <a:rect l="0" t="0" r="0" b="0"/>
            <a:pathLst>
              <a:path w="19050" h="95250">
                <a:moveTo>
                  <a:pt x="9525" y="9525"/>
                </a:moveTo>
                <a:lnTo>
                  <a:pt x="9525" y="85725"/>
                </a:lnTo>
              </a:path>
            </a:pathLst>
          </a:custGeom>
          <a:noFill/>
          <a:ln w="19050">
            <a:solidFill>
              <a:srgbClr val="D9D9D9"/>
            </a:solidFill>
          </a:ln>
        </p:spPr>
      </p:sp>
      <p:sp>
        <p:nvSpPr>
          <p:cNvPr id="11" name="connector_362"/>
          <p:cNvSpPr>
            <a:spLocks noGrp="1"/>
          </p:cNvSpPr>
          <p:nvPr/>
        </p:nvSpPr>
        <p:spPr>
          <a:xfrm>
            <a:off x="5524500" y="1247775"/>
            <a:ext cx="19050" cy="95250"/>
          </a:xfrm>
          <a:custGeom>
            <a:avLst/>
            <a:gdLst/>
            <a:ahLst/>
            <a:cxnLst/>
            <a:rect l="0" t="0" r="0" b="0"/>
            <a:pathLst>
              <a:path w="19050" h="95250">
                <a:moveTo>
                  <a:pt x="9525" y="9525"/>
                </a:moveTo>
                <a:lnTo>
                  <a:pt x="9525" y="85725"/>
                </a:lnTo>
              </a:path>
            </a:pathLst>
          </a:custGeom>
          <a:noFill/>
          <a:ln w="19050">
            <a:solidFill>
              <a:srgbClr val="D9D9D9"/>
            </a:solidFill>
          </a:ln>
        </p:spPr>
      </p:sp>
      <p:sp>
        <p:nvSpPr>
          <p:cNvPr id="12" name="connector_363"/>
          <p:cNvSpPr>
            <a:spLocks noGrp="1"/>
          </p:cNvSpPr>
          <p:nvPr/>
        </p:nvSpPr>
        <p:spPr>
          <a:xfrm>
            <a:off x="5524500" y="1371600"/>
            <a:ext cx="19050" cy="95250"/>
          </a:xfrm>
          <a:custGeom>
            <a:avLst/>
            <a:gdLst/>
            <a:ahLst/>
            <a:cxnLst/>
            <a:rect l="0" t="0" r="0" b="0"/>
            <a:pathLst>
              <a:path w="19050" h="95250">
                <a:moveTo>
                  <a:pt x="9525" y="9525"/>
                </a:moveTo>
                <a:lnTo>
                  <a:pt x="9525" y="85725"/>
                </a:lnTo>
              </a:path>
            </a:pathLst>
          </a:custGeom>
          <a:noFill/>
          <a:ln w="19050">
            <a:solidFill>
              <a:srgbClr val="D9D9D9"/>
            </a:solidFill>
          </a:ln>
        </p:spPr>
      </p:sp>
      <p:sp>
        <p:nvSpPr>
          <p:cNvPr id="13" name="connector_364"/>
          <p:cNvSpPr>
            <a:spLocks noGrp="1"/>
          </p:cNvSpPr>
          <p:nvPr/>
        </p:nvSpPr>
        <p:spPr>
          <a:xfrm>
            <a:off x="5524500" y="1495425"/>
            <a:ext cx="19050" cy="95250"/>
          </a:xfrm>
          <a:custGeom>
            <a:avLst/>
            <a:gdLst/>
            <a:ahLst/>
            <a:cxnLst/>
            <a:rect l="0" t="0" r="0" b="0"/>
            <a:pathLst>
              <a:path w="19050" h="95250">
                <a:moveTo>
                  <a:pt x="9525" y="9525"/>
                </a:moveTo>
                <a:lnTo>
                  <a:pt x="9525" y="85725"/>
                </a:lnTo>
              </a:path>
            </a:pathLst>
          </a:custGeom>
          <a:noFill/>
          <a:ln w="19050">
            <a:solidFill>
              <a:srgbClr val="D9D9D9"/>
            </a:solidFill>
          </a:ln>
        </p:spPr>
      </p:sp>
      <p:sp>
        <p:nvSpPr>
          <p:cNvPr id="14" name="connector_365"/>
          <p:cNvSpPr>
            <a:spLocks noGrp="1"/>
          </p:cNvSpPr>
          <p:nvPr/>
        </p:nvSpPr>
        <p:spPr>
          <a:xfrm>
            <a:off x="5524500" y="1619250"/>
            <a:ext cx="19050" cy="95250"/>
          </a:xfrm>
          <a:custGeom>
            <a:avLst/>
            <a:gdLst/>
            <a:ahLst/>
            <a:cxnLst/>
            <a:rect l="0" t="0" r="0" b="0"/>
            <a:pathLst>
              <a:path w="19050" h="95250">
                <a:moveTo>
                  <a:pt x="9525" y="9525"/>
                </a:moveTo>
                <a:lnTo>
                  <a:pt x="9525" y="85725"/>
                </a:lnTo>
              </a:path>
            </a:pathLst>
          </a:custGeom>
          <a:noFill/>
          <a:ln w="19050">
            <a:solidFill>
              <a:srgbClr val="D9D9D9"/>
            </a:solidFill>
          </a:ln>
        </p:spPr>
      </p:sp>
      <p:sp>
        <p:nvSpPr>
          <p:cNvPr id="15" name="connector_366"/>
          <p:cNvSpPr>
            <a:spLocks noGrp="1"/>
          </p:cNvSpPr>
          <p:nvPr/>
        </p:nvSpPr>
        <p:spPr>
          <a:xfrm>
            <a:off x="5524500" y="1743075"/>
            <a:ext cx="19050" cy="95250"/>
          </a:xfrm>
          <a:custGeom>
            <a:avLst/>
            <a:gdLst/>
            <a:ahLst/>
            <a:cxnLst/>
            <a:rect l="0" t="0" r="0" b="0"/>
            <a:pathLst>
              <a:path w="19050" h="95250">
                <a:moveTo>
                  <a:pt x="9525" y="9525"/>
                </a:moveTo>
                <a:lnTo>
                  <a:pt x="9525" y="85725"/>
                </a:lnTo>
              </a:path>
            </a:pathLst>
          </a:custGeom>
          <a:noFill/>
          <a:ln w="19050">
            <a:solidFill>
              <a:srgbClr val="D9D9D9"/>
            </a:solidFill>
          </a:ln>
        </p:spPr>
      </p:sp>
      <p:sp>
        <p:nvSpPr>
          <p:cNvPr id="16" name="connector_367"/>
          <p:cNvSpPr>
            <a:spLocks noGrp="1"/>
          </p:cNvSpPr>
          <p:nvPr/>
        </p:nvSpPr>
        <p:spPr>
          <a:xfrm>
            <a:off x="5524500" y="1866900"/>
            <a:ext cx="19050" cy="95250"/>
          </a:xfrm>
          <a:custGeom>
            <a:avLst/>
            <a:gdLst/>
            <a:ahLst/>
            <a:cxnLst/>
            <a:rect l="0" t="0" r="0" b="0"/>
            <a:pathLst>
              <a:path w="19050" h="95250">
                <a:moveTo>
                  <a:pt x="9525" y="9525"/>
                </a:moveTo>
                <a:lnTo>
                  <a:pt x="9525" y="85725"/>
                </a:lnTo>
              </a:path>
            </a:pathLst>
          </a:custGeom>
          <a:noFill/>
          <a:ln w="19050">
            <a:solidFill>
              <a:srgbClr val="D9D9D9"/>
            </a:solidFill>
          </a:ln>
        </p:spPr>
      </p:sp>
      <p:sp>
        <p:nvSpPr>
          <p:cNvPr id="17" name="connector_368"/>
          <p:cNvSpPr>
            <a:spLocks noGrp="1"/>
          </p:cNvSpPr>
          <p:nvPr/>
        </p:nvSpPr>
        <p:spPr>
          <a:xfrm>
            <a:off x="5524500" y="1990725"/>
            <a:ext cx="19050" cy="95250"/>
          </a:xfrm>
          <a:custGeom>
            <a:avLst/>
            <a:gdLst/>
            <a:ahLst/>
            <a:cxnLst/>
            <a:rect l="0" t="0" r="0" b="0"/>
            <a:pathLst>
              <a:path w="19050" h="95250">
                <a:moveTo>
                  <a:pt x="9525" y="9525"/>
                </a:moveTo>
                <a:lnTo>
                  <a:pt x="9525" y="85725"/>
                </a:lnTo>
              </a:path>
            </a:pathLst>
          </a:custGeom>
          <a:noFill/>
          <a:ln w="19050">
            <a:solidFill>
              <a:srgbClr val="D9D9D9"/>
            </a:solidFill>
          </a:ln>
        </p:spPr>
      </p:sp>
      <p:sp>
        <p:nvSpPr>
          <p:cNvPr id="18" name="connector_369"/>
          <p:cNvSpPr>
            <a:spLocks noGrp="1"/>
          </p:cNvSpPr>
          <p:nvPr/>
        </p:nvSpPr>
        <p:spPr>
          <a:xfrm>
            <a:off x="5524500" y="2114550"/>
            <a:ext cx="19050" cy="95250"/>
          </a:xfrm>
          <a:custGeom>
            <a:avLst/>
            <a:gdLst/>
            <a:ahLst/>
            <a:cxnLst/>
            <a:rect l="0" t="0" r="0" b="0"/>
            <a:pathLst>
              <a:path w="19050" h="95250">
                <a:moveTo>
                  <a:pt x="9525" y="9525"/>
                </a:moveTo>
                <a:lnTo>
                  <a:pt x="9525" y="85725"/>
                </a:lnTo>
              </a:path>
            </a:pathLst>
          </a:custGeom>
          <a:noFill/>
          <a:ln w="19050">
            <a:solidFill>
              <a:srgbClr val="D9D9D9"/>
            </a:solidFill>
          </a:ln>
        </p:spPr>
      </p:sp>
      <p:sp>
        <p:nvSpPr>
          <p:cNvPr id="19" name="connector_370"/>
          <p:cNvSpPr>
            <a:spLocks noGrp="1"/>
          </p:cNvSpPr>
          <p:nvPr/>
        </p:nvSpPr>
        <p:spPr>
          <a:xfrm>
            <a:off x="5524500" y="2238375"/>
            <a:ext cx="19050" cy="95250"/>
          </a:xfrm>
          <a:custGeom>
            <a:avLst/>
            <a:gdLst/>
            <a:ahLst/>
            <a:cxnLst/>
            <a:rect l="0" t="0" r="0" b="0"/>
            <a:pathLst>
              <a:path w="19050" h="95250">
                <a:moveTo>
                  <a:pt x="9525" y="9525"/>
                </a:moveTo>
                <a:lnTo>
                  <a:pt x="9525" y="85725"/>
                </a:lnTo>
              </a:path>
            </a:pathLst>
          </a:custGeom>
          <a:noFill/>
          <a:ln w="19050">
            <a:solidFill>
              <a:srgbClr val="D9D9D9"/>
            </a:solidFill>
          </a:ln>
        </p:spPr>
      </p:sp>
      <p:sp>
        <p:nvSpPr>
          <p:cNvPr id="20" name="connector_371"/>
          <p:cNvSpPr>
            <a:spLocks noGrp="1"/>
          </p:cNvSpPr>
          <p:nvPr/>
        </p:nvSpPr>
        <p:spPr>
          <a:xfrm>
            <a:off x="5524500" y="2362200"/>
            <a:ext cx="19050" cy="95250"/>
          </a:xfrm>
          <a:custGeom>
            <a:avLst/>
            <a:gdLst/>
            <a:ahLst/>
            <a:cxnLst/>
            <a:rect l="0" t="0" r="0" b="0"/>
            <a:pathLst>
              <a:path w="19050" h="95250">
                <a:moveTo>
                  <a:pt x="9525" y="9525"/>
                </a:moveTo>
                <a:lnTo>
                  <a:pt x="9525" y="85725"/>
                </a:lnTo>
              </a:path>
            </a:pathLst>
          </a:custGeom>
          <a:noFill/>
          <a:ln w="19050">
            <a:solidFill>
              <a:srgbClr val="D9D9D9"/>
            </a:solidFill>
          </a:ln>
        </p:spPr>
      </p:sp>
      <p:sp>
        <p:nvSpPr>
          <p:cNvPr id="21" name="connector_372"/>
          <p:cNvSpPr>
            <a:spLocks noGrp="1"/>
          </p:cNvSpPr>
          <p:nvPr/>
        </p:nvSpPr>
        <p:spPr>
          <a:xfrm>
            <a:off x="5524500" y="2486025"/>
            <a:ext cx="19050" cy="95250"/>
          </a:xfrm>
          <a:custGeom>
            <a:avLst/>
            <a:gdLst/>
            <a:ahLst/>
            <a:cxnLst/>
            <a:rect l="0" t="0" r="0" b="0"/>
            <a:pathLst>
              <a:path w="19050" h="95250">
                <a:moveTo>
                  <a:pt x="9525" y="9525"/>
                </a:moveTo>
                <a:lnTo>
                  <a:pt x="9525" y="85725"/>
                </a:lnTo>
              </a:path>
            </a:pathLst>
          </a:custGeom>
          <a:noFill/>
          <a:ln w="19050">
            <a:solidFill>
              <a:srgbClr val="D9D9D9"/>
            </a:solidFill>
          </a:ln>
        </p:spPr>
      </p:sp>
      <p:sp>
        <p:nvSpPr>
          <p:cNvPr id="22" name="connector_373"/>
          <p:cNvSpPr>
            <a:spLocks noGrp="1"/>
          </p:cNvSpPr>
          <p:nvPr/>
        </p:nvSpPr>
        <p:spPr>
          <a:xfrm>
            <a:off x="5524500" y="2609850"/>
            <a:ext cx="19050" cy="95250"/>
          </a:xfrm>
          <a:custGeom>
            <a:avLst/>
            <a:gdLst/>
            <a:ahLst/>
            <a:cxnLst/>
            <a:rect l="0" t="0" r="0" b="0"/>
            <a:pathLst>
              <a:path w="19050" h="95250">
                <a:moveTo>
                  <a:pt x="9525" y="9525"/>
                </a:moveTo>
                <a:lnTo>
                  <a:pt x="9525" y="85725"/>
                </a:lnTo>
              </a:path>
            </a:pathLst>
          </a:custGeom>
          <a:noFill/>
          <a:ln w="19050">
            <a:solidFill>
              <a:srgbClr val="D9D9D9"/>
            </a:solidFill>
          </a:ln>
        </p:spPr>
      </p:sp>
      <p:sp>
        <p:nvSpPr>
          <p:cNvPr id="23" name="connector_374"/>
          <p:cNvSpPr>
            <a:spLocks noGrp="1"/>
          </p:cNvSpPr>
          <p:nvPr/>
        </p:nvSpPr>
        <p:spPr>
          <a:xfrm>
            <a:off x="5524500" y="2733675"/>
            <a:ext cx="19050" cy="95250"/>
          </a:xfrm>
          <a:custGeom>
            <a:avLst/>
            <a:gdLst/>
            <a:ahLst/>
            <a:cxnLst/>
            <a:rect l="0" t="0" r="0" b="0"/>
            <a:pathLst>
              <a:path w="19050" h="95250">
                <a:moveTo>
                  <a:pt x="9525" y="9525"/>
                </a:moveTo>
                <a:lnTo>
                  <a:pt x="9525" y="85725"/>
                </a:lnTo>
              </a:path>
            </a:pathLst>
          </a:custGeom>
          <a:noFill/>
          <a:ln w="19050">
            <a:solidFill>
              <a:srgbClr val="D9D9D9"/>
            </a:solidFill>
          </a:ln>
        </p:spPr>
      </p:sp>
      <p:sp>
        <p:nvSpPr>
          <p:cNvPr id="24" name="connector_375"/>
          <p:cNvSpPr>
            <a:spLocks noGrp="1"/>
          </p:cNvSpPr>
          <p:nvPr/>
        </p:nvSpPr>
        <p:spPr>
          <a:xfrm>
            <a:off x="5524500" y="2857500"/>
            <a:ext cx="19050" cy="95250"/>
          </a:xfrm>
          <a:custGeom>
            <a:avLst/>
            <a:gdLst/>
            <a:ahLst/>
            <a:cxnLst/>
            <a:rect l="0" t="0" r="0" b="0"/>
            <a:pathLst>
              <a:path w="19050" h="95250">
                <a:moveTo>
                  <a:pt x="9525" y="9525"/>
                </a:moveTo>
                <a:lnTo>
                  <a:pt x="9525" y="85725"/>
                </a:lnTo>
              </a:path>
            </a:pathLst>
          </a:custGeom>
          <a:noFill/>
          <a:ln w="19050">
            <a:solidFill>
              <a:srgbClr val="D9D9D9"/>
            </a:solidFill>
          </a:ln>
        </p:spPr>
      </p:sp>
      <p:sp>
        <p:nvSpPr>
          <p:cNvPr id="25" name="connector_376"/>
          <p:cNvSpPr>
            <a:spLocks noGrp="1"/>
          </p:cNvSpPr>
          <p:nvPr/>
        </p:nvSpPr>
        <p:spPr>
          <a:xfrm>
            <a:off x="5524500" y="2981325"/>
            <a:ext cx="19050" cy="95250"/>
          </a:xfrm>
          <a:custGeom>
            <a:avLst/>
            <a:gdLst/>
            <a:ahLst/>
            <a:cxnLst/>
            <a:rect l="0" t="0" r="0" b="0"/>
            <a:pathLst>
              <a:path w="19050" h="95250">
                <a:moveTo>
                  <a:pt x="9525" y="9525"/>
                </a:moveTo>
                <a:lnTo>
                  <a:pt x="9525" y="85725"/>
                </a:lnTo>
              </a:path>
            </a:pathLst>
          </a:custGeom>
          <a:noFill/>
          <a:ln w="19050">
            <a:solidFill>
              <a:srgbClr val="D9D9D9"/>
            </a:solidFill>
          </a:ln>
        </p:spPr>
      </p:sp>
      <p:sp>
        <p:nvSpPr>
          <p:cNvPr id="26" name="connector_377"/>
          <p:cNvSpPr>
            <a:spLocks noGrp="1"/>
          </p:cNvSpPr>
          <p:nvPr/>
        </p:nvSpPr>
        <p:spPr>
          <a:xfrm>
            <a:off x="5524500" y="3105150"/>
            <a:ext cx="19050" cy="95250"/>
          </a:xfrm>
          <a:custGeom>
            <a:avLst/>
            <a:gdLst/>
            <a:ahLst/>
            <a:cxnLst/>
            <a:rect l="0" t="0" r="0" b="0"/>
            <a:pathLst>
              <a:path w="19050" h="95250">
                <a:moveTo>
                  <a:pt x="9525" y="9525"/>
                </a:moveTo>
                <a:lnTo>
                  <a:pt x="9525" y="85725"/>
                </a:lnTo>
              </a:path>
            </a:pathLst>
          </a:custGeom>
          <a:noFill/>
          <a:ln w="19050">
            <a:solidFill>
              <a:srgbClr val="D9D9D9"/>
            </a:solidFill>
          </a:ln>
        </p:spPr>
      </p:sp>
      <p:sp>
        <p:nvSpPr>
          <p:cNvPr id="27" name="connector_378"/>
          <p:cNvSpPr>
            <a:spLocks noGrp="1"/>
          </p:cNvSpPr>
          <p:nvPr/>
        </p:nvSpPr>
        <p:spPr>
          <a:xfrm>
            <a:off x="5524500" y="3228975"/>
            <a:ext cx="19050" cy="95250"/>
          </a:xfrm>
          <a:custGeom>
            <a:avLst/>
            <a:gdLst/>
            <a:ahLst/>
            <a:cxnLst/>
            <a:rect l="0" t="0" r="0" b="0"/>
            <a:pathLst>
              <a:path w="19050" h="95250">
                <a:moveTo>
                  <a:pt x="9525" y="9525"/>
                </a:moveTo>
                <a:lnTo>
                  <a:pt x="9525" y="85725"/>
                </a:lnTo>
              </a:path>
            </a:pathLst>
          </a:custGeom>
          <a:noFill/>
          <a:ln w="19050">
            <a:solidFill>
              <a:srgbClr val="D9D9D9"/>
            </a:solidFill>
          </a:ln>
        </p:spPr>
      </p:sp>
      <p:sp>
        <p:nvSpPr>
          <p:cNvPr id="28" name="connector_379"/>
          <p:cNvSpPr>
            <a:spLocks noGrp="1"/>
          </p:cNvSpPr>
          <p:nvPr/>
        </p:nvSpPr>
        <p:spPr>
          <a:xfrm>
            <a:off x="5524500" y="3352800"/>
            <a:ext cx="19050" cy="95250"/>
          </a:xfrm>
          <a:custGeom>
            <a:avLst/>
            <a:gdLst/>
            <a:ahLst/>
            <a:cxnLst/>
            <a:rect l="0" t="0" r="0" b="0"/>
            <a:pathLst>
              <a:path w="19050" h="95250">
                <a:moveTo>
                  <a:pt x="9525" y="9525"/>
                </a:moveTo>
                <a:lnTo>
                  <a:pt x="9525" y="85725"/>
                </a:lnTo>
              </a:path>
            </a:pathLst>
          </a:custGeom>
          <a:noFill/>
          <a:ln w="19050">
            <a:solidFill>
              <a:srgbClr val="D9D9D9"/>
            </a:solidFill>
          </a:ln>
        </p:spPr>
      </p:sp>
      <p:sp>
        <p:nvSpPr>
          <p:cNvPr id="29" name="connector_380"/>
          <p:cNvSpPr>
            <a:spLocks noGrp="1"/>
          </p:cNvSpPr>
          <p:nvPr/>
        </p:nvSpPr>
        <p:spPr>
          <a:xfrm>
            <a:off x="5524500" y="3476625"/>
            <a:ext cx="19050" cy="95250"/>
          </a:xfrm>
          <a:custGeom>
            <a:avLst/>
            <a:gdLst/>
            <a:ahLst/>
            <a:cxnLst/>
            <a:rect l="0" t="0" r="0" b="0"/>
            <a:pathLst>
              <a:path w="19050" h="95250">
                <a:moveTo>
                  <a:pt x="9525" y="9525"/>
                </a:moveTo>
                <a:lnTo>
                  <a:pt x="9525" y="85725"/>
                </a:lnTo>
              </a:path>
            </a:pathLst>
          </a:custGeom>
          <a:noFill/>
          <a:ln w="19050">
            <a:solidFill>
              <a:srgbClr val="D9D9D9"/>
            </a:solidFill>
          </a:ln>
        </p:spPr>
      </p:sp>
      <p:sp>
        <p:nvSpPr>
          <p:cNvPr id="30" name="connector_381"/>
          <p:cNvSpPr>
            <a:spLocks noGrp="1"/>
          </p:cNvSpPr>
          <p:nvPr/>
        </p:nvSpPr>
        <p:spPr>
          <a:xfrm>
            <a:off x="5524500" y="3600450"/>
            <a:ext cx="19050" cy="95250"/>
          </a:xfrm>
          <a:custGeom>
            <a:avLst/>
            <a:gdLst/>
            <a:ahLst/>
            <a:cxnLst/>
            <a:rect l="0" t="0" r="0" b="0"/>
            <a:pathLst>
              <a:path w="19050" h="95250">
                <a:moveTo>
                  <a:pt x="9525" y="9525"/>
                </a:moveTo>
                <a:lnTo>
                  <a:pt x="9525" y="85725"/>
                </a:lnTo>
              </a:path>
            </a:pathLst>
          </a:custGeom>
          <a:noFill/>
          <a:ln w="19050">
            <a:solidFill>
              <a:srgbClr val="D9D9D9"/>
            </a:solidFill>
          </a:ln>
        </p:spPr>
      </p:sp>
      <p:sp>
        <p:nvSpPr>
          <p:cNvPr id="31" name="connector_382"/>
          <p:cNvSpPr>
            <a:spLocks noGrp="1"/>
          </p:cNvSpPr>
          <p:nvPr/>
        </p:nvSpPr>
        <p:spPr>
          <a:xfrm>
            <a:off x="5524500" y="3724275"/>
            <a:ext cx="19050" cy="95250"/>
          </a:xfrm>
          <a:custGeom>
            <a:avLst/>
            <a:gdLst/>
            <a:ahLst/>
            <a:cxnLst/>
            <a:rect l="0" t="0" r="0" b="0"/>
            <a:pathLst>
              <a:path w="19050" h="95250">
                <a:moveTo>
                  <a:pt x="9525" y="9525"/>
                </a:moveTo>
                <a:lnTo>
                  <a:pt x="9525" y="85725"/>
                </a:lnTo>
              </a:path>
            </a:pathLst>
          </a:custGeom>
          <a:noFill/>
          <a:ln w="19050">
            <a:solidFill>
              <a:srgbClr val="D9D9D9"/>
            </a:solidFill>
          </a:ln>
        </p:spPr>
      </p:sp>
      <p:sp>
        <p:nvSpPr>
          <p:cNvPr id="32" name="connector_383"/>
          <p:cNvSpPr>
            <a:spLocks noGrp="1"/>
          </p:cNvSpPr>
          <p:nvPr/>
        </p:nvSpPr>
        <p:spPr>
          <a:xfrm>
            <a:off x="5524500" y="3848100"/>
            <a:ext cx="19050" cy="95250"/>
          </a:xfrm>
          <a:custGeom>
            <a:avLst/>
            <a:gdLst/>
            <a:ahLst/>
            <a:cxnLst/>
            <a:rect l="0" t="0" r="0" b="0"/>
            <a:pathLst>
              <a:path w="19050" h="95250">
                <a:moveTo>
                  <a:pt x="9525" y="9525"/>
                </a:moveTo>
                <a:lnTo>
                  <a:pt x="9525" y="85725"/>
                </a:lnTo>
              </a:path>
            </a:pathLst>
          </a:custGeom>
          <a:noFill/>
          <a:ln w="19050">
            <a:solidFill>
              <a:srgbClr val="D9D9D9"/>
            </a:solidFill>
          </a:ln>
        </p:spPr>
      </p:sp>
      <p:sp>
        <p:nvSpPr>
          <p:cNvPr id="33" name="connector_384"/>
          <p:cNvSpPr>
            <a:spLocks noGrp="1"/>
          </p:cNvSpPr>
          <p:nvPr/>
        </p:nvSpPr>
        <p:spPr>
          <a:xfrm>
            <a:off x="5524500" y="3971925"/>
            <a:ext cx="19050" cy="95250"/>
          </a:xfrm>
          <a:custGeom>
            <a:avLst/>
            <a:gdLst/>
            <a:ahLst/>
            <a:cxnLst/>
            <a:rect l="0" t="0" r="0" b="0"/>
            <a:pathLst>
              <a:path w="19050" h="95250">
                <a:moveTo>
                  <a:pt x="9525" y="9525"/>
                </a:moveTo>
                <a:lnTo>
                  <a:pt x="9525" y="85725"/>
                </a:lnTo>
              </a:path>
            </a:pathLst>
          </a:custGeom>
          <a:noFill/>
          <a:ln w="19050">
            <a:solidFill>
              <a:srgbClr val="D9D9D9"/>
            </a:solidFill>
          </a:ln>
        </p:spPr>
      </p:sp>
      <p:sp>
        <p:nvSpPr>
          <p:cNvPr id="34" name="connector_385"/>
          <p:cNvSpPr>
            <a:spLocks noGrp="1"/>
          </p:cNvSpPr>
          <p:nvPr/>
        </p:nvSpPr>
        <p:spPr>
          <a:xfrm>
            <a:off x="5524500" y="4095750"/>
            <a:ext cx="19050" cy="95250"/>
          </a:xfrm>
          <a:custGeom>
            <a:avLst/>
            <a:gdLst/>
            <a:ahLst/>
            <a:cxnLst/>
            <a:rect l="0" t="0" r="0" b="0"/>
            <a:pathLst>
              <a:path w="19050" h="95250">
                <a:moveTo>
                  <a:pt x="9525" y="9525"/>
                </a:moveTo>
                <a:lnTo>
                  <a:pt x="9525" y="85725"/>
                </a:lnTo>
              </a:path>
            </a:pathLst>
          </a:custGeom>
          <a:noFill/>
          <a:ln w="19050">
            <a:solidFill>
              <a:srgbClr val="D9D9D9"/>
            </a:solidFill>
          </a:ln>
        </p:spPr>
      </p:sp>
      <p:sp>
        <p:nvSpPr>
          <p:cNvPr id="35" name="connector_386"/>
          <p:cNvSpPr>
            <a:spLocks noGrp="1"/>
          </p:cNvSpPr>
          <p:nvPr/>
        </p:nvSpPr>
        <p:spPr>
          <a:xfrm>
            <a:off x="5524500" y="4219575"/>
            <a:ext cx="19050" cy="95250"/>
          </a:xfrm>
          <a:custGeom>
            <a:avLst/>
            <a:gdLst/>
            <a:ahLst/>
            <a:cxnLst/>
            <a:rect l="0" t="0" r="0" b="0"/>
            <a:pathLst>
              <a:path w="19050" h="95250">
                <a:moveTo>
                  <a:pt x="9525" y="9525"/>
                </a:moveTo>
                <a:lnTo>
                  <a:pt x="9525" y="85725"/>
                </a:lnTo>
              </a:path>
            </a:pathLst>
          </a:custGeom>
          <a:noFill/>
          <a:ln w="19050">
            <a:solidFill>
              <a:srgbClr val="D9D9D9"/>
            </a:solidFill>
          </a:ln>
        </p:spPr>
      </p:sp>
      <p:sp>
        <p:nvSpPr>
          <p:cNvPr id="36" name="connector_387"/>
          <p:cNvSpPr>
            <a:spLocks noGrp="1"/>
          </p:cNvSpPr>
          <p:nvPr/>
        </p:nvSpPr>
        <p:spPr>
          <a:xfrm>
            <a:off x="5524500" y="4343400"/>
            <a:ext cx="19050" cy="95250"/>
          </a:xfrm>
          <a:custGeom>
            <a:avLst/>
            <a:gdLst/>
            <a:ahLst/>
            <a:cxnLst/>
            <a:rect l="0" t="0" r="0" b="0"/>
            <a:pathLst>
              <a:path w="19050" h="95250">
                <a:moveTo>
                  <a:pt x="9525" y="9525"/>
                </a:moveTo>
                <a:lnTo>
                  <a:pt x="9525" y="85725"/>
                </a:lnTo>
              </a:path>
            </a:pathLst>
          </a:custGeom>
          <a:noFill/>
          <a:ln w="19050">
            <a:solidFill>
              <a:srgbClr val="D9D9D9"/>
            </a:solidFill>
          </a:ln>
        </p:spPr>
      </p:sp>
      <p:sp>
        <p:nvSpPr>
          <p:cNvPr id="37" name="connector_388"/>
          <p:cNvSpPr>
            <a:spLocks noGrp="1"/>
          </p:cNvSpPr>
          <p:nvPr/>
        </p:nvSpPr>
        <p:spPr>
          <a:xfrm>
            <a:off x="5524500" y="4467225"/>
            <a:ext cx="19050" cy="95250"/>
          </a:xfrm>
          <a:custGeom>
            <a:avLst/>
            <a:gdLst/>
            <a:ahLst/>
            <a:cxnLst/>
            <a:rect l="0" t="0" r="0" b="0"/>
            <a:pathLst>
              <a:path w="19050" h="95250">
                <a:moveTo>
                  <a:pt x="9525" y="9525"/>
                </a:moveTo>
                <a:lnTo>
                  <a:pt x="9525" y="85725"/>
                </a:lnTo>
              </a:path>
            </a:pathLst>
          </a:custGeom>
          <a:noFill/>
          <a:ln w="19050">
            <a:solidFill>
              <a:srgbClr val="D9D9D9"/>
            </a:solidFill>
          </a:ln>
        </p:spPr>
      </p:sp>
      <p:sp>
        <p:nvSpPr>
          <p:cNvPr id="38" name="connector_389"/>
          <p:cNvSpPr>
            <a:spLocks noGrp="1"/>
          </p:cNvSpPr>
          <p:nvPr/>
        </p:nvSpPr>
        <p:spPr>
          <a:xfrm>
            <a:off x="5524500" y="4591050"/>
            <a:ext cx="19050" cy="95250"/>
          </a:xfrm>
          <a:custGeom>
            <a:avLst/>
            <a:gdLst/>
            <a:ahLst/>
            <a:cxnLst/>
            <a:rect l="0" t="0" r="0" b="0"/>
            <a:pathLst>
              <a:path w="19050" h="95250">
                <a:moveTo>
                  <a:pt x="9525" y="9525"/>
                </a:moveTo>
                <a:lnTo>
                  <a:pt x="9525" y="85725"/>
                </a:lnTo>
              </a:path>
            </a:pathLst>
          </a:custGeom>
          <a:noFill/>
          <a:ln w="19050">
            <a:solidFill>
              <a:srgbClr val="D9D9D9"/>
            </a:solidFill>
          </a:ln>
        </p:spPr>
      </p:sp>
      <p:sp>
        <p:nvSpPr>
          <p:cNvPr id="39" name="connector_390"/>
          <p:cNvSpPr>
            <a:spLocks noGrp="1"/>
          </p:cNvSpPr>
          <p:nvPr/>
        </p:nvSpPr>
        <p:spPr>
          <a:xfrm>
            <a:off x="5524500" y="4714875"/>
            <a:ext cx="19050" cy="95250"/>
          </a:xfrm>
          <a:custGeom>
            <a:avLst/>
            <a:gdLst/>
            <a:ahLst/>
            <a:cxnLst/>
            <a:rect l="0" t="0" r="0" b="0"/>
            <a:pathLst>
              <a:path w="19050" h="95250">
                <a:moveTo>
                  <a:pt x="9525" y="9525"/>
                </a:moveTo>
                <a:lnTo>
                  <a:pt x="9525" y="85725"/>
                </a:lnTo>
              </a:path>
            </a:pathLst>
          </a:custGeom>
          <a:noFill/>
          <a:ln w="19050">
            <a:solidFill>
              <a:srgbClr val="D9D9D9"/>
            </a:solidFill>
          </a:ln>
        </p:spPr>
      </p:sp>
      <p:sp>
        <p:nvSpPr>
          <p:cNvPr id="40" name="connector_391"/>
          <p:cNvSpPr>
            <a:spLocks noGrp="1"/>
          </p:cNvSpPr>
          <p:nvPr/>
        </p:nvSpPr>
        <p:spPr>
          <a:xfrm>
            <a:off x="5524500" y="4838700"/>
            <a:ext cx="19050" cy="95250"/>
          </a:xfrm>
          <a:custGeom>
            <a:avLst/>
            <a:gdLst/>
            <a:ahLst/>
            <a:cxnLst/>
            <a:rect l="0" t="0" r="0" b="0"/>
            <a:pathLst>
              <a:path w="19050" h="95250">
                <a:moveTo>
                  <a:pt x="9525" y="9525"/>
                </a:moveTo>
                <a:lnTo>
                  <a:pt x="9525" y="85725"/>
                </a:lnTo>
              </a:path>
            </a:pathLst>
          </a:custGeom>
          <a:noFill/>
          <a:ln w="19050">
            <a:solidFill>
              <a:srgbClr val="D9D9D9"/>
            </a:solidFill>
          </a:ln>
        </p:spPr>
      </p:sp>
      <p:sp>
        <p:nvSpPr>
          <p:cNvPr id="41" name="connector_392"/>
          <p:cNvSpPr>
            <a:spLocks noGrp="1"/>
          </p:cNvSpPr>
          <p:nvPr/>
        </p:nvSpPr>
        <p:spPr>
          <a:xfrm>
            <a:off x="5524500" y="4962525"/>
            <a:ext cx="19050" cy="95250"/>
          </a:xfrm>
          <a:custGeom>
            <a:avLst/>
            <a:gdLst/>
            <a:ahLst/>
            <a:cxnLst/>
            <a:rect l="0" t="0" r="0" b="0"/>
            <a:pathLst>
              <a:path w="19050" h="95250">
                <a:moveTo>
                  <a:pt x="9525" y="9525"/>
                </a:moveTo>
                <a:lnTo>
                  <a:pt x="9525" y="85725"/>
                </a:lnTo>
              </a:path>
            </a:pathLst>
          </a:custGeom>
          <a:noFill/>
          <a:ln w="19050">
            <a:solidFill>
              <a:srgbClr val="D9D9D9"/>
            </a:solidFill>
          </a:ln>
        </p:spPr>
      </p:sp>
      <p:sp>
        <p:nvSpPr>
          <p:cNvPr id="42" name="connector_393"/>
          <p:cNvSpPr>
            <a:spLocks noGrp="1"/>
          </p:cNvSpPr>
          <p:nvPr/>
        </p:nvSpPr>
        <p:spPr>
          <a:xfrm>
            <a:off x="5524500" y="5086350"/>
            <a:ext cx="19050" cy="95250"/>
          </a:xfrm>
          <a:custGeom>
            <a:avLst/>
            <a:gdLst/>
            <a:ahLst/>
            <a:cxnLst/>
            <a:rect l="0" t="0" r="0" b="0"/>
            <a:pathLst>
              <a:path w="19050" h="95250">
                <a:moveTo>
                  <a:pt x="9525" y="9525"/>
                </a:moveTo>
                <a:lnTo>
                  <a:pt x="9525" y="85725"/>
                </a:lnTo>
              </a:path>
            </a:pathLst>
          </a:custGeom>
          <a:noFill/>
          <a:ln w="19050">
            <a:solidFill>
              <a:srgbClr val="D9D9D9"/>
            </a:solidFill>
          </a:ln>
        </p:spPr>
      </p:sp>
      <p:sp>
        <p:nvSpPr>
          <p:cNvPr id="43" name="connector_394"/>
          <p:cNvSpPr>
            <a:spLocks noGrp="1"/>
          </p:cNvSpPr>
          <p:nvPr/>
        </p:nvSpPr>
        <p:spPr>
          <a:xfrm>
            <a:off x="5524500" y="5210175"/>
            <a:ext cx="19050" cy="95250"/>
          </a:xfrm>
          <a:custGeom>
            <a:avLst/>
            <a:gdLst/>
            <a:ahLst/>
            <a:cxnLst/>
            <a:rect l="0" t="0" r="0" b="0"/>
            <a:pathLst>
              <a:path w="19050" h="95250">
                <a:moveTo>
                  <a:pt x="9525" y="9525"/>
                </a:moveTo>
                <a:lnTo>
                  <a:pt x="9525" y="85725"/>
                </a:lnTo>
              </a:path>
            </a:pathLst>
          </a:custGeom>
          <a:noFill/>
          <a:ln w="19050">
            <a:solidFill>
              <a:srgbClr val="D9D9D9"/>
            </a:solidFill>
          </a:ln>
        </p:spPr>
      </p:sp>
      <p:sp>
        <p:nvSpPr>
          <p:cNvPr id="44" name="connector_395"/>
          <p:cNvSpPr>
            <a:spLocks noGrp="1"/>
          </p:cNvSpPr>
          <p:nvPr/>
        </p:nvSpPr>
        <p:spPr>
          <a:xfrm>
            <a:off x="5524500" y="5334000"/>
            <a:ext cx="19050" cy="95250"/>
          </a:xfrm>
          <a:custGeom>
            <a:avLst/>
            <a:gdLst/>
            <a:ahLst/>
            <a:cxnLst/>
            <a:rect l="0" t="0" r="0" b="0"/>
            <a:pathLst>
              <a:path w="19050" h="95250">
                <a:moveTo>
                  <a:pt x="9525" y="9525"/>
                </a:moveTo>
                <a:lnTo>
                  <a:pt x="9525" y="85725"/>
                </a:lnTo>
              </a:path>
            </a:pathLst>
          </a:custGeom>
          <a:noFill/>
          <a:ln w="19050">
            <a:solidFill>
              <a:srgbClr val="D9D9D9"/>
            </a:solidFill>
          </a:ln>
        </p:spPr>
      </p:sp>
      <p:sp>
        <p:nvSpPr>
          <p:cNvPr id="45" name="connector_396"/>
          <p:cNvSpPr>
            <a:spLocks noGrp="1"/>
          </p:cNvSpPr>
          <p:nvPr/>
        </p:nvSpPr>
        <p:spPr>
          <a:xfrm>
            <a:off x="5524500" y="5457825"/>
            <a:ext cx="19050" cy="95250"/>
          </a:xfrm>
          <a:custGeom>
            <a:avLst/>
            <a:gdLst/>
            <a:ahLst/>
            <a:cxnLst/>
            <a:rect l="0" t="0" r="0" b="0"/>
            <a:pathLst>
              <a:path w="19050" h="95250">
                <a:moveTo>
                  <a:pt x="9525" y="9525"/>
                </a:moveTo>
                <a:lnTo>
                  <a:pt x="9525" y="85725"/>
                </a:lnTo>
              </a:path>
            </a:pathLst>
          </a:custGeom>
          <a:noFill/>
          <a:ln w="19050">
            <a:solidFill>
              <a:srgbClr val="D9D9D9"/>
            </a:solidFill>
          </a:ln>
        </p:spPr>
      </p:sp>
      <p:sp>
        <p:nvSpPr>
          <p:cNvPr id="46" name="connector_397"/>
          <p:cNvSpPr>
            <a:spLocks noGrp="1"/>
          </p:cNvSpPr>
          <p:nvPr/>
        </p:nvSpPr>
        <p:spPr>
          <a:xfrm>
            <a:off x="5524500" y="5581650"/>
            <a:ext cx="19050" cy="95250"/>
          </a:xfrm>
          <a:custGeom>
            <a:avLst/>
            <a:gdLst/>
            <a:ahLst/>
            <a:cxnLst/>
            <a:rect l="0" t="0" r="0" b="0"/>
            <a:pathLst>
              <a:path w="19050" h="95250">
                <a:moveTo>
                  <a:pt x="9525" y="9525"/>
                </a:moveTo>
                <a:lnTo>
                  <a:pt x="9525" y="85725"/>
                </a:lnTo>
              </a:path>
            </a:pathLst>
          </a:custGeom>
          <a:noFill/>
          <a:ln w="19050">
            <a:solidFill>
              <a:srgbClr val="D9D9D9"/>
            </a:solidFill>
          </a:ln>
        </p:spPr>
      </p:sp>
      <p:sp>
        <p:nvSpPr>
          <p:cNvPr id="47" name="connector_398"/>
          <p:cNvSpPr>
            <a:spLocks noGrp="1"/>
          </p:cNvSpPr>
          <p:nvPr/>
        </p:nvSpPr>
        <p:spPr>
          <a:xfrm>
            <a:off x="5524500" y="5705475"/>
            <a:ext cx="19050" cy="95250"/>
          </a:xfrm>
          <a:custGeom>
            <a:avLst/>
            <a:gdLst/>
            <a:ahLst/>
            <a:cxnLst/>
            <a:rect l="0" t="0" r="0" b="0"/>
            <a:pathLst>
              <a:path w="19050" h="95250">
                <a:moveTo>
                  <a:pt x="9525" y="9525"/>
                </a:moveTo>
                <a:lnTo>
                  <a:pt x="9525" y="85725"/>
                </a:lnTo>
              </a:path>
            </a:pathLst>
          </a:custGeom>
          <a:noFill/>
          <a:ln w="19050">
            <a:solidFill>
              <a:srgbClr val="D9D9D9"/>
            </a:solidFill>
          </a:ln>
        </p:spPr>
      </p:sp>
      <p:sp>
        <p:nvSpPr>
          <p:cNvPr id="48" name="connector_399"/>
          <p:cNvSpPr>
            <a:spLocks noGrp="1"/>
          </p:cNvSpPr>
          <p:nvPr/>
        </p:nvSpPr>
        <p:spPr>
          <a:xfrm>
            <a:off x="5524500" y="5829300"/>
            <a:ext cx="19050" cy="95250"/>
          </a:xfrm>
          <a:custGeom>
            <a:avLst/>
            <a:gdLst/>
            <a:ahLst/>
            <a:cxnLst/>
            <a:rect l="0" t="0" r="0" b="0"/>
            <a:pathLst>
              <a:path w="19050" h="95250">
                <a:moveTo>
                  <a:pt x="9525" y="9525"/>
                </a:moveTo>
                <a:lnTo>
                  <a:pt x="9525" y="85725"/>
                </a:lnTo>
              </a:path>
            </a:pathLst>
          </a:custGeom>
          <a:noFill/>
          <a:ln w="19050">
            <a:solidFill>
              <a:srgbClr val="D9D9D9"/>
            </a:solidFill>
          </a:ln>
        </p:spPr>
      </p:sp>
      <p:sp>
        <p:nvSpPr>
          <p:cNvPr id="49" name="connector_400"/>
          <p:cNvSpPr>
            <a:spLocks noGrp="1"/>
          </p:cNvSpPr>
          <p:nvPr/>
        </p:nvSpPr>
        <p:spPr>
          <a:xfrm>
            <a:off x="5524500" y="5953125"/>
            <a:ext cx="19050" cy="95250"/>
          </a:xfrm>
          <a:custGeom>
            <a:avLst/>
            <a:gdLst/>
            <a:ahLst/>
            <a:cxnLst/>
            <a:rect l="0" t="0" r="0" b="0"/>
            <a:pathLst>
              <a:path w="19050" h="95250">
                <a:moveTo>
                  <a:pt x="9525" y="9525"/>
                </a:moveTo>
                <a:lnTo>
                  <a:pt x="9525" y="85725"/>
                </a:lnTo>
              </a:path>
            </a:pathLst>
          </a:custGeom>
          <a:noFill/>
          <a:ln w="19050">
            <a:solidFill>
              <a:srgbClr val="D9D9D9"/>
            </a:solidFill>
          </a:ln>
        </p:spPr>
      </p:sp>
      <p:sp>
        <p:nvSpPr>
          <p:cNvPr id="50" name="connector_401"/>
          <p:cNvSpPr>
            <a:spLocks noGrp="1"/>
          </p:cNvSpPr>
          <p:nvPr/>
        </p:nvSpPr>
        <p:spPr>
          <a:xfrm>
            <a:off x="5524500" y="6076950"/>
            <a:ext cx="19050" cy="95250"/>
          </a:xfrm>
          <a:custGeom>
            <a:avLst/>
            <a:gdLst/>
            <a:ahLst/>
            <a:cxnLst/>
            <a:rect l="0" t="0" r="0" b="0"/>
            <a:pathLst>
              <a:path w="19050" h="95250">
                <a:moveTo>
                  <a:pt x="9525" y="9525"/>
                </a:moveTo>
                <a:lnTo>
                  <a:pt x="9525" y="85725"/>
                </a:lnTo>
              </a:path>
            </a:pathLst>
          </a:custGeom>
          <a:noFill/>
          <a:ln w="19050">
            <a:solidFill>
              <a:srgbClr val="D9D9D9"/>
            </a:solidFill>
          </a:ln>
        </p:spPr>
      </p:sp>
      <p:sp>
        <p:nvSpPr>
          <p:cNvPr id="51" name="connector_402"/>
          <p:cNvSpPr>
            <a:spLocks noGrp="1"/>
          </p:cNvSpPr>
          <p:nvPr/>
        </p:nvSpPr>
        <p:spPr>
          <a:xfrm>
            <a:off x="9182100" y="1000125"/>
            <a:ext cx="19050" cy="95250"/>
          </a:xfrm>
          <a:custGeom>
            <a:avLst/>
            <a:gdLst/>
            <a:ahLst/>
            <a:cxnLst/>
            <a:rect l="0" t="0" r="0" b="0"/>
            <a:pathLst>
              <a:path w="19050" h="95250">
                <a:moveTo>
                  <a:pt x="9525" y="9525"/>
                </a:moveTo>
                <a:lnTo>
                  <a:pt x="9525" y="85725"/>
                </a:lnTo>
              </a:path>
            </a:pathLst>
          </a:custGeom>
          <a:noFill/>
          <a:ln w="19050">
            <a:solidFill>
              <a:srgbClr val="D9D9D9"/>
            </a:solidFill>
          </a:ln>
        </p:spPr>
      </p:sp>
      <p:sp>
        <p:nvSpPr>
          <p:cNvPr id="52" name="connector_403"/>
          <p:cNvSpPr>
            <a:spLocks noGrp="1"/>
          </p:cNvSpPr>
          <p:nvPr/>
        </p:nvSpPr>
        <p:spPr>
          <a:xfrm>
            <a:off x="9182100" y="1123950"/>
            <a:ext cx="19050" cy="95250"/>
          </a:xfrm>
          <a:custGeom>
            <a:avLst/>
            <a:gdLst/>
            <a:ahLst/>
            <a:cxnLst/>
            <a:rect l="0" t="0" r="0" b="0"/>
            <a:pathLst>
              <a:path w="19050" h="95250">
                <a:moveTo>
                  <a:pt x="9525" y="9525"/>
                </a:moveTo>
                <a:lnTo>
                  <a:pt x="9525" y="85725"/>
                </a:lnTo>
              </a:path>
            </a:pathLst>
          </a:custGeom>
          <a:noFill/>
          <a:ln w="19050">
            <a:solidFill>
              <a:srgbClr val="D9D9D9"/>
            </a:solidFill>
          </a:ln>
        </p:spPr>
      </p:sp>
      <p:sp>
        <p:nvSpPr>
          <p:cNvPr id="53" name="connector_404"/>
          <p:cNvSpPr>
            <a:spLocks noGrp="1"/>
          </p:cNvSpPr>
          <p:nvPr/>
        </p:nvSpPr>
        <p:spPr>
          <a:xfrm>
            <a:off x="9182100" y="1247775"/>
            <a:ext cx="19050" cy="95250"/>
          </a:xfrm>
          <a:custGeom>
            <a:avLst/>
            <a:gdLst/>
            <a:ahLst/>
            <a:cxnLst/>
            <a:rect l="0" t="0" r="0" b="0"/>
            <a:pathLst>
              <a:path w="19050" h="95250">
                <a:moveTo>
                  <a:pt x="9525" y="9525"/>
                </a:moveTo>
                <a:lnTo>
                  <a:pt x="9525" y="85725"/>
                </a:lnTo>
              </a:path>
            </a:pathLst>
          </a:custGeom>
          <a:noFill/>
          <a:ln w="19050">
            <a:solidFill>
              <a:srgbClr val="D9D9D9"/>
            </a:solidFill>
          </a:ln>
        </p:spPr>
      </p:sp>
      <p:sp>
        <p:nvSpPr>
          <p:cNvPr id="54" name="connector_405"/>
          <p:cNvSpPr>
            <a:spLocks noGrp="1"/>
          </p:cNvSpPr>
          <p:nvPr/>
        </p:nvSpPr>
        <p:spPr>
          <a:xfrm>
            <a:off x="9182100" y="1371600"/>
            <a:ext cx="19050" cy="95250"/>
          </a:xfrm>
          <a:custGeom>
            <a:avLst/>
            <a:gdLst/>
            <a:ahLst/>
            <a:cxnLst/>
            <a:rect l="0" t="0" r="0" b="0"/>
            <a:pathLst>
              <a:path w="19050" h="95250">
                <a:moveTo>
                  <a:pt x="9525" y="9525"/>
                </a:moveTo>
                <a:lnTo>
                  <a:pt x="9525" y="85725"/>
                </a:lnTo>
              </a:path>
            </a:pathLst>
          </a:custGeom>
          <a:noFill/>
          <a:ln w="19050">
            <a:solidFill>
              <a:srgbClr val="D9D9D9"/>
            </a:solidFill>
          </a:ln>
        </p:spPr>
      </p:sp>
      <p:sp>
        <p:nvSpPr>
          <p:cNvPr id="55" name="connector_406"/>
          <p:cNvSpPr>
            <a:spLocks noGrp="1"/>
          </p:cNvSpPr>
          <p:nvPr/>
        </p:nvSpPr>
        <p:spPr>
          <a:xfrm>
            <a:off x="9182100" y="1495425"/>
            <a:ext cx="19050" cy="95250"/>
          </a:xfrm>
          <a:custGeom>
            <a:avLst/>
            <a:gdLst/>
            <a:ahLst/>
            <a:cxnLst/>
            <a:rect l="0" t="0" r="0" b="0"/>
            <a:pathLst>
              <a:path w="19050" h="95250">
                <a:moveTo>
                  <a:pt x="9525" y="9525"/>
                </a:moveTo>
                <a:lnTo>
                  <a:pt x="9525" y="85725"/>
                </a:lnTo>
              </a:path>
            </a:pathLst>
          </a:custGeom>
          <a:noFill/>
          <a:ln w="19050">
            <a:solidFill>
              <a:srgbClr val="D9D9D9"/>
            </a:solidFill>
          </a:ln>
        </p:spPr>
      </p:sp>
      <p:sp>
        <p:nvSpPr>
          <p:cNvPr id="56" name="connector_407"/>
          <p:cNvSpPr>
            <a:spLocks noGrp="1"/>
          </p:cNvSpPr>
          <p:nvPr/>
        </p:nvSpPr>
        <p:spPr>
          <a:xfrm>
            <a:off x="9182100" y="1619250"/>
            <a:ext cx="19050" cy="95250"/>
          </a:xfrm>
          <a:custGeom>
            <a:avLst/>
            <a:gdLst/>
            <a:ahLst/>
            <a:cxnLst/>
            <a:rect l="0" t="0" r="0" b="0"/>
            <a:pathLst>
              <a:path w="19050" h="95250">
                <a:moveTo>
                  <a:pt x="9525" y="9525"/>
                </a:moveTo>
                <a:lnTo>
                  <a:pt x="9525" y="85725"/>
                </a:lnTo>
              </a:path>
            </a:pathLst>
          </a:custGeom>
          <a:noFill/>
          <a:ln w="19050">
            <a:solidFill>
              <a:srgbClr val="D9D9D9"/>
            </a:solidFill>
          </a:ln>
        </p:spPr>
      </p:sp>
      <p:sp>
        <p:nvSpPr>
          <p:cNvPr id="57" name="connector_408"/>
          <p:cNvSpPr>
            <a:spLocks noGrp="1"/>
          </p:cNvSpPr>
          <p:nvPr/>
        </p:nvSpPr>
        <p:spPr>
          <a:xfrm>
            <a:off x="9182100" y="1743075"/>
            <a:ext cx="19050" cy="95250"/>
          </a:xfrm>
          <a:custGeom>
            <a:avLst/>
            <a:gdLst/>
            <a:ahLst/>
            <a:cxnLst/>
            <a:rect l="0" t="0" r="0" b="0"/>
            <a:pathLst>
              <a:path w="19050" h="95250">
                <a:moveTo>
                  <a:pt x="9525" y="9525"/>
                </a:moveTo>
                <a:lnTo>
                  <a:pt x="9525" y="85725"/>
                </a:lnTo>
              </a:path>
            </a:pathLst>
          </a:custGeom>
          <a:noFill/>
          <a:ln w="19050">
            <a:solidFill>
              <a:srgbClr val="D9D9D9"/>
            </a:solidFill>
          </a:ln>
        </p:spPr>
      </p:sp>
      <p:sp>
        <p:nvSpPr>
          <p:cNvPr id="58" name="connector_409"/>
          <p:cNvSpPr>
            <a:spLocks noGrp="1"/>
          </p:cNvSpPr>
          <p:nvPr/>
        </p:nvSpPr>
        <p:spPr>
          <a:xfrm>
            <a:off x="9182100" y="1866900"/>
            <a:ext cx="19050" cy="95250"/>
          </a:xfrm>
          <a:custGeom>
            <a:avLst/>
            <a:gdLst/>
            <a:ahLst/>
            <a:cxnLst/>
            <a:rect l="0" t="0" r="0" b="0"/>
            <a:pathLst>
              <a:path w="19050" h="95250">
                <a:moveTo>
                  <a:pt x="9525" y="9525"/>
                </a:moveTo>
                <a:lnTo>
                  <a:pt x="9525" y="85725"/>
                </a:lnTo>
              </a:path>
            </a:pathLst>
          </a:custGeom>
          <a:noFill/>
          <a:ln w="19050">
            <a:solidFill>
              <a:srgbClr val="D9D9D9"/>
            </a:solidFill>
          </a:ln>
        </p:spPr>
      </p:sp>
      <p:sp>
        <p:nvSpPr>
          <p:cNvPr id="59" name="connector_410"/>
          <p:cNvSpPr>
            <a:spLocks noGrp="1"/>
          </p:cNvSpPr>
          <p:nvPr/>
        </p:nvSpPr>
        <p:spPr>
          <a:xfrm>
            <a:off x="9182100" y="1990725"/>
            <a:ext cx="19050" cy="95250"/>
          </a:xfrm>
          <a:custGeom>
            <a:avLst/>
            <a:gdLst/>
            <a:ahLst/>
            <a:cxnLst/>
            <a:rect l="0" t="0" r="0" b="0"/>
            <a:pathLst>
              <a:path w="19050" h="95250">
                <a:moveTo>
                  <a:pt x="9525" y="9525"/>
                </a:moveTo>
                <a:lnTo>
                  <a:pt x="9525" y="85725"/>
                </a:lnTo>
              </a:path>
            </a:pathLst>
          </a:custGeom>
          <a:noFill/>
          <a:ln w="19050">
            <a:solidFill>
              <a:srgbClr val="D9D9D9"/>
            </a:solidFill>
          </a:ln>
        </p:spPr>
      </p:sp>
      <p:sp>
        <p:nvSpPr>
          <p:cNvPr id="60" name="connector_411"/>
          <p:cNvSpPr>
            <a:spLocks noGrp="1"/>
          </p:cNvSpPr>
          <p:nvPr/>
        </p:nvSpPr>
        <p:spPr>
          <a:xfrm>
            <a:off x="9182100" y="2114550"/>
            <a:ext cx="19050" cy="95250"/>
          </a:xfrm>
          <a:custGeom>
            <a:avLst/>
            <a:gdLst/>
            <a:ahLst/>
            <a:cxnLst/>
            <a:rect l="0" t="0" r="0" b="0"/>
            <a:pathLst>
              <a:path w="19050" h="95250">
                <a:moveTo>
                  <a:pt x="9525" y="9525"/>
                </a:moveTo>
                <a:lnTo>
                  <a:pt x="9525" y="85725"/>
                </a:lnTo>
              </a:path>
            </a:pathLst>
          </a:custGeom>
          <a:noFill/>
          <a:ln w="19050">
            <a:solidFill>
              <a:srgbClr val="D9D9D9"/>
            </a:solidFill>
          </a:ln>
        </p:spPr>
      </p:sp>
      <p:sp>
        <p:nvSpPr>
          <p:cNvPr id="61" name="connector_412"/>
          <p:cNvSpPr>
            <a:spLocks noGrp="1"/>
          </p:cNvSpPr>
          <p:nvPr/>
        </p:nvSpPr>
        <p:spPr>
          <a:xfrm>
            <a:off x="9182100" y="2238375"/>
            <a:ext cx="19050" cy="95250"/>
          </a:xfrm>
          <a:custGeom>
            <a:avLst/>
            <a:gdLst/>
            <a:ahLst/>
            <a:cxnLst/>
            <a:rect l="0" t="0" r="0" b="0"/>
            <a:pathLst>
              <a:path w="19050" h="95250">
                <a:moveTo>
                  <a:pt x="9525" y="9525"/>
                </a:moveTo>
                <a:lnTo>
                  <a:pt x="9525" y="85725"/>
                </a:lnTo>
              </a:path>
            </a:pathLst>
          </a:custGeom>
          <a:noFill/>
          <a:ln w="19050">
            <a:solidFill>
              <a:srgbClr val="D9D9D9"/>
            </a:solidFill>
          </a:ln>
        </p:spPr>
      </p:sp>
      <p:sp>
        <p:nvSpPr>
          <p:cNvPr id="62" name="connector_413"/>
          <p:cNvSpPr>
            <a:spLocks noGrp="1"/>
          </p:cNvSpPr>
          <p:nvPr/>
        </p:nvSpPr>
        <p:spPr>
          <a:xfrm>
            <a:off x="9182100" y="2362200"/>
            <a:ext cx="19050" cy="95250"/>
          </a:xfrm>
          <a:custGeom>
            <a:avLst/>
            <a:gdLst/>
            <a:ahLst/>
            <a:cxnLst/>
            <a:rect l="0" t="0" r="0" b="0"/>
            <a:pathLst>
              <a:path w="19050" h="95250">
                <a:moveTo>
                  <a:pt x="9525" y="9525"/>
                </a:moveTo>
                <a:lnTo>
                  <a:pt x="9525" y="85725"/>
                </a:lnTo>
              </a:path>
            </a:pathLst>
          </a:custGeom>
          <a:noFill/>
          <a:ln w="19050">
            <a:solidFill>
              <a:srgbClr val="D9D9D9"/>
            </a:solidFill>
          </a:ln>
        </p:spPr>
      </p:sp>
      <p:sp>
        <p:nvSpPr>
          <p:cNvPr id="63" name="connector_414"/>
          <p:cNvSpPr>
            <a:spLocks noGrp="1"/>
          </p:cNvSpPr>
          <p:nvPr/>
        </p:nvSpPr>
        <p:spPr>
          <a:xfrm>
            <a:off x="9182100" y="2486025"/>
            <a:ext cx="19050" cy="95250"/>
          </a:xfrm>
          <a:custGeom>
            <a:avLst/>
            <a:gdLst/>
            <a:ahLst/>
            <a:cxnLst/>
            <a:rect l="0" t="0" r="0" b="0"/>
            <a:pathLst>
              <a:path w="19050" h="95250">
                <a:moveTo>
                  <a:pt x="9525" y="9525"/>
                </a:moveTo>
                <a:lnTo>
                  <a:pt x="9525" y="85725"/>
                </a:lnTo>
              </a:path>
            </a:pathLst>
          </a:custGeom>
          <a:noFill/>
          <a:ln w="19050">
            <a:solidFill>
              <a:srgbClr val="D9D9D9"/>
            </a:solidFill>
          </a:ln>
        </p:spPr>
      </p:sp>
      <p:sp>
        <p:nvSpPr>
          <p:cNvPr id="64" name="connector_415"/>
          <p:cNvSpPr>
            <a:spLocks noGrp="1"/>
          </p:cNvSpPr>
          <p:nvPr/>
        </p:nvSpPr>
        <p:spPr>
          <a:xfrm>
            <a:off x="9182100" y="2609850"/>
            <a:ext cx="19050" cy="95250"/>
          </a:xfrm>
          <a:custGeom>
            <a:avLst/>
            <a:gdLst/>
            <a:ahLst/>
            <a:cxnLst/>
            <a:rect l="0" t="0" r="0" b="0"/>
            <a:pathLst>
              <a:path w="19050" h="95250">
                <a:moveTo>
                  <a:pt x="9525" y="9525"/>
                </a:moveTo>
                <a:lnTo>
                  <a:pt x="9525" y="85725"/>
                </a:lnTo>
              </a:path>
            </a:pathLst>
          </a:custGeom>
          <a:noFill/>
          <a:ln w="19050">
            <a:solidFill>
              <a:srgbClr val="D9D9D9"/>
            </a:solidFill>
          </a:ln>
        </p:spPr>
      </p:sp>
      <p:sp>
        <p:nvSpPr>
          <p:cNvPr id="65" name="connector_416"/>
          <p:cNvSpPr>
            <a:spLocks noGrp="1"/>
          </p:cNvSpPr>
          <p:nvPr/>
        </p:nvSpPr>
        <p:spPr>
          <a:xfrm>
            <a:off x="9182100" y="2733675"/>
            <a:ext cx="19050" cy="95250"/>
          </a:xfrm>
          <a:custGeom>
            <a:avLst/>
            <a:gdLst/>
            <a:ahLst/>
            <a:cxnLst/>
            <a:rect l="0" t="0" r="0" b="0"/>
            <a:pathLst>
              <a:path w="19050" h="95250">
                <a:moveTo>
                  <a:pt x="9525" y="9525"/>
                </a:moveTo>
                <a:lnTo>
                  <a:pt x="9525" y="85725"/>
                </a:lnTo>
              </a:path>
            </a:pathLst>
          </a:custGeom>
          <a:noFill/>
          <a:ln w="19050">
            <a:solidFill>
              <a:srgbClr val="D9D9D9"/>
            </a:solidFill>
          </a:ln>
        </p:spPr>
      </p:sp>
      <p:sp>
        <p:nvSpPr>
          <p:cNvPr id="66" name="connector_417"/>
          <p:cNvSpPr>
            <a:spLocks noGrp="1"/>
          </p:cNvSpPr>
          <p:nvPr/>
        </p:nvSpPr>
        <p:spPr>
          <a:xfrm>
            <a:off x="9182100" y="2857500"/>
            <a:ext cx="19050" cy="95250"/>
          </a:xfrm>
          <a:custGeom>
            <a:avLst/>
            <a:gdLst/>
            <a:ahLst/>
            <a:cxnLst/>
            <a:rect l="0" t="0" r="0" b="0"/>
            <a:pathLst>
              <a:path w="19050" h="95250">
                <a:moveTo>
                  <a:pt x="9525" y="9525"/>
                </a:moveTo>
                <a:lnTo>
                  <a:pt x="9525" y="85725"/>
                </a:lnTo>
              </a:path>
            </a:pathLst>
          </a:custGeom>
          <a:noFill/>
          <a:ln w="19050">
            <a:solidFill>
              <a:srgbClr val="D9D9D9"/>
            </a:solidFill>
          </a:ln>
        </p:spPr>
      </p:sp>
      <p:sp>
        <p:nvSpPr>
          <p:cNvPr id="67" name="connector_418"/>
          <p:cNvSpPr>
            <a:spLocks noGrp="1"/>
          </p:cNvSpPr>
          <p:nvPr/>
        </p:nvSpPr>
        <p:spPr>
          <a:xfrm>
            <a:off x="9182100" y="2981325"/>
            <a:ext cx="19050" cy="95250"/>
          </a:xfrm>
          <a:custGeom>
            <a:avLst/>
            <a:gdLst/>
            <a:ahLst/>
            <a:cxnLst/>
            <a:rect l="0" t="0" r="0" b="0"/>
            <a:pathLst>
              <a:path w="19050" h="95250">
                <a:moveTo>
                  <a:pt x="9525" y="9525"/>
                </a:moveTo>
                <a:lnTo>
                  <a:pt x="9525" y="85725"/>
                </a:lnTo>
              </a:path>
            </a:pathLst>
          </a:custGeom>
          <a:noFill/>
          <a:ln w="19050">
            <a:solidFill>
              <a:srgbClr val="D9D9D9"/>
            </a:solidFill>
          </a:ln>
        </p:spPr>
      </p:sp>
      <p:sp>
        <p:nvSpPr>
          <p:cNvPr id="68" name="connector_419"/>
          <p:cNvSpPr>
            <a:spLocks noGrp="1"/>
          </p:cNvSpPr>
          <p:nvPr/>
        </p:nvSpPr>
        <p:spPr>
          <a:xfrm>
            <a:off x="9182100" y="3105150"/>
            <a:ext cx="19050" cy="95250"/>
          </a:xfrm>
          <a:custGeom>
            <a:avLst/>
            <a:gdLst/>
            <a:ahLst/>
            <a:cxnLst/>
            <a:rect l="0" t="0" r="0" b="0"/>
            <a:pathLst>
              <a:path w="19050" h="95250">
                <a:moveTo>
                  <a:pt x="9525" y="9525"/>
                </a:moveTo>
                <a:lnTo>
                  <a:pt x="9525" y="85725"/>
                </a:lnTo>
              </a:path>
            </a:pathLst>
          </a:custGeom>
          <a:noFill/>
          <a:ln w="19050">
            <a:solidFill>
              <a:srgbClr val="D9D9D9"/>
            </a:solidFill>
          </a:ln>
        </p:spPr>
      </p:sp>
      <p:sp>
        <p:nvSpPr>
          <p:cNvPr id="69" name="connector_420"/>
          <p:cNvSpPr>
            <a:spLocks noGrp="1"/>
          </p:cNvSpPr>
          <p:nvPr/>
        </p:nvSpPr>
        <p:spPr>
          <a:xfrm>
            <a:off x="9182100" y="3228975"/>
            <a:ext cx="19050" cy="95250"/>
          </a:xfrm>
          <a:custGeom>
            <a:avLst/>
            <a:gdLst/>
            <a:ahLst/>
            <a:cxnLst/>
            <a:rect l="0" t="0" r="0" b="0"/>
            <a:pathLst>
              <a:path w="19050" h="95250">
                <a:moveTo>
                  <a:pt x="9525" y="9525"/>
                </a:moveTo>
                <a:lnTo>
                  <a:pt x="9525" y="85725"/>
                </a:lnTo>
              </a:path>
            </a:pathLst>
          </a:custGeom>
          <a:noFill/>
          <a:ln w="19050">
            <a:solidFill>
              <a:srgbClr val="D9D9D9"/>
            </a:solidFill>
          </a:ln>
        </p:spPr>
      </p:sp>
      <p:sp>
        <p:nvSpPr>
          <p:cNvPr id="70" name="connector_421"/>
          <p:cNvSpPr>
            <a:spLocks noGrp="1"/>
          </p:cNvSpPr>
          <p:nvPr/>
        </p:nvSpPr>
        <p:spPr>
          <a:xfrm>
            <a:off x="9182100" y="3352800"/>
            <a:ext cx="19050" cy="95250"/>
          </a:xfrm>
          <a:custGeom>
            <a:avLst/>
            <a:gdLst/>
            <a:ahLst/>
            <a:cxnLst/>
            <a:rect l="0" t="0" r="0" b="0"/>
            <a:pathLst>
              <a:path w="19050" h="95250">
                <a:moveTo>
                  <a:pt x="9525" y="9525"/>
                </a:moveTo>
                <a:lnTo>
                  <a:pt x="9525" y="85725"/>
                </a:lnTo>
              </a:path>
            </a:pathLst>
          </a:custGeom>
          <a:noFill/>
          <a:ln w="19050">
            <a:solidFill>
              <a:srgbClr val="D9D9D9"/>
            </a:solidFill>
          </a:ln>
        </p:spPr>
      </p:sp>
      <p:sp>
        <p:nvSpPr>
          <p:cNvPr id="71" name="connector_422"/>
          <p:cNvSpPr>
            <a:spLocks noGrp="1"/>
          </p:cNvSpPr>
          <p:nvPr/>
        </p:nvSpPr>
        <p:spPr>
          <a:xfrm>
            <a:off x="9182100" y="3476625"/>
            <a:ext cx="19050" cy="95250"/>
          </a:xfrm>
          <a:custGeom>
            <a:avLst/>
            <a:gdLst/>
            <a:ahLst/>
            <a:cxnLst/>
            <a:rect l="0" t="0" r="0" b="0"/>
            <a:pathLst>
              <a:path w="19050" h="95250">
                <a:moveTo>
                  <a:pt x="9525" y="9525"/>
                </a:moveTo>
                <a:lnTo>
                  <a:pt x="9525" y="85725"/>
                </a:lnTo>
              </a:path>
            </a:pathLst>
          </a:custGeom>
          <a:noFill/>
          <a:ln w="19050">
            <a:solidFill>
              <a:srgbClr val="D9D9D9"/>
            </a:solidFill>
          </a:ln>
        </p:spPr>
      </p:sp>
      <p:sp>
        <p:nvSpPr>
          <p:cNvPr id="72" name="connector_423"/>
          <p:cNvSpPr>
            <a:spLocks noGrp="1"/>
          </p:cNvSpPr>
          <p:nvPr/>
        </p:nvSpPr>
        <p:spPr>
          <a:xfrm>
            <a:off x="9182100" y="3600450"/>
            <a:ext cx="19050" cy="95250"/>
          </a:xfrm>
          <a:custGeom>
            <a:avLst/>
            <a:gdLst/>
            <a:ahLst/>
            <a:cxnLst/>
            <a:rect l="0" t="0" r="0" b="0"/>
            <a:pathLst>
              <a:path w="19050" h="95250">
                <a:moveTo>
                  <a:pt x="9525" y="9525"/>
                </a:moveTo>
                <a:lnTo>
                  <a:pt x="9525" y="85725"/>
                </a:lnTo>
              </a:path>
            </a:pathLst>
          </a:custGeom>
          <a:noFill/>
          <a:ln w="19050">
            <a:solidFill>
              <a:srgbClr val="D9D9D9"/>
            </a:solidFill>
          </a:ln>
        </p:spPr>
      </p:sp>
      <p:sp>
        <p:nvSpPr>
          <p:cNvPr id="73" name="connector_424"/>
          <p:cNvSpPr>
            <a:spLocks noGrp="1"/>
          </p:cNvSpPr>
          <p:nvPr/>
        </p:nvSpPr>
        <p:spPr>
          <a:xfrm>
            <a:off x="9182100" y="3724275"/>
            <a:ext cx="19050" cy="95250"/>
          </a:xfrm>
          <a:custGeom>
            <a:avLst/>
            <a:gdLst/>
            <a:ahLst/>
            <a:cxnLst/>
            <a:rect l="0" t="0" r="0" b="0"/>
            <a:pathLst>
              <a:path w="19050" h="95250">
                <a:moveTo>
                  <a:pt x="9525" y="9525"/>
                </a:moveTo>
                <a:lnTo>
                  <a:pt x="9525" y="85725"/>
                </a:lnTo>
              </a:path>
            </a:pathLst>
          </a:custGeom>
          <a:noFill/>
          <a:ln w="19050">
            <a:solidFill>
              <a:srgbClr val="D9D9D9"/>
            </a:solidFill>
          </a:ln>
        </p:spPr>
      </p:sp>
      <p:sp>
        <p:nvSpPr>
          <p:cNvPr id="74" name="connector_425"/>
          <p:cNvSpPr>
            <a:spLocks noGrp="1"/>
          </p:cNvSpPr>
          <p:nvPr/>
        </p:nvSpPr>
        <p:spPr>
          <a:xfrm>
            <a:off x="9182100" y="3848100"/>
            <a:ext cx="19050" cy="95250"/>
          </a:xfrm>
          <a:custGeom>
            <a:avLst/>
            <a:gdLst/>
            <a:ahLst/>
            <a:cxnLst/>
            <a:rect l="0" t="0" r="0" b="0"/>
            <a:pathLst>
              <a:path w="19050" h="95250">
                <a:moveTo>
                  <a:pt x="9525" y="9525"/>
                </a:moveTo>
                <a:lnTo>
                  <a:pt x="9525" y="85725"/>
                </a:lnTo>
              </a:path>
            </a:pathLst>
          </a:custGeom>
          <a:noFill/>
          <a:ln w="19050">
            <a:solidFill>
              <a:srgbClr val="D9D9D9"/>
            </a:solidFill>
          </a:ln>
        </p:spPr>
      </p:sp>
      <p:sp>
        <p:nvSpPr>
          <p:cNvPr id="75" name="connector_426"/>
          <p:cNvSpPr>
            <a:spLocks noGrp="1"/>
          </p:cNvSpPr>
          <p:nvPr/>
        </p:nvSpPr>
        <p:spPr>
          <a:xfrm>
            <a:off x="9182100" y="3971925"/>
            <a:ext cx="19050" cy="95250"/>
          </a:xfrm>
          <a:custGeom>
            <a:avLst/>
            <a:gdLst/>
            <a:ahLst/>
            <a:cxnLst/>
            <a:rect l="0" t="0" r="0" b="0"/>
            <a:pathLst>
              <a:path w="19050" h="95250">
                <a:moveTo>
                  <a:pt x="9525" y="9525"/>
                </a:moveTo>
                <a:lnTo>
                  <a:pt x="9525" y="85725"/>
                </a:lnTo>
              </a:path>
            </a:pathLst>
          </a:custGeom>
          <a:noFill/>
          <a:ln w="19050">
            <a:solidFill>
              <a:srgbClr val="D9D9D9"/>
            </a:solidFill>
          </a:ln>
        </p:spPr>
      </p:sp>
      <p:sp>
        <p:nvSpPr>
          <p:cNvPr id="76" name="connector_427"/>
          <p:cNvSpPr>
            <a:spLocks noGrp="1"/>
          </p:cNvSpPr>
          <p:nvPr/>
        </p:nvSpPr>
        <p:spPr>
          <a:xfrm>
            <a:off x="9182100" y="4095750"/>
            <a:ext cx="19050" cy="95250"/>
          </a:xfrm>
          <a:custGeom>
            <a:avLst/>
            <a:gdLst/>
            <a:ahLst/>
            <a:cxnLst/>
            <a:rect l="0" t="0" r="0" b="0"/>
            <a:pathLst>
              <a:path w="19050" h="95250">
                <a:moveTo>
                  <a:pt x="9525" y="9525"/>
                </a:moveTo>
                <a:lnTo>
                  <a:pt x="9525" y="85725"/>
                </a:lnTo>
              </a:path>
            </a:pathLst>
          </a:custGeom>
          <a:noFill/>
          <a:ln w="19050">
            <a:solidFill>
              <a:srgbClr val="D9D9D9"/>
            </a:solidFill>
          </a:ln>
        </p:spPr>
      </p:sp>
      <p:sp>
        <p:nvSpPr>
          <p:cNvPr id="77" name="connector_428"/>
          <p:cNvSpPr>
            <a:spLocks noGrp="1"/>
          </p:cNvSpPr>
          <p:nvPr/>
        </p:nvSpPr>
        <p:spPr>
          <a:xfrm>
            <a:off x="9182100" y="4219575"/>
            <a:ext cx="19050" cy="95250"/>
          </a:xfrm>
          <a:custGeom>
            <a:avLst/>
            <a:gdLst/>
            <a:ahLst/>
            <a:cxnLst/>
            <a:rect l="0" t="0" r="0" b="0"/>
            <a:pathLst>
              <a:path w="19050" h="95250">
                <a:moveTo>
                  <a:pt x="9525" y="9525"/>
                </a:moveTo>
                <a:lnTo>
                  <a:pt x="9525" y="85725"/>
                </a:lnTo>
              </a:path>
            </a:pathLst>
          </a:custGeom>
          <a:noFill/>
          <a:ln w="19050">
            <a:solidFill>
              <a:srgbClr val="D9D9D9"/>
            </a:solidFill>
          </a:ln>
        </p:spPr>
      </p:sp>
      <p:sp>
        <p:nvSpPr>
          <p:cNvPr id="78" name="connector_429"/>
          <p:cNvSpPr>
            <a:spLocks noGrp="1"/>
          </p:cNvSpPr>
          <p:nvPr/>
        </p:nvSpPr>
        <p:spPr>
          <a:xfrm>
            <a:off x="9182100" y="4343400"/>
            <a:ext cx="19050" cy="95250"/>
          </a:xfrm>
          <a:custGeom>
            <a:avLst/>
            <a:gdLst/>
            <a:ahLst/>
            <a:cxnLst/>
            <a:rect l="0" t="0" r="0" b="0"/>
            <a:pathLst>
              <a:path w="19050" h="95250">
                <a:moveTo>
                  <a:pt x="9525" y="9525"/>
                </a:moveTo>
                <a:lnTo>
                  <a:pt x="9525" y="85725"/>
                </a:lnTo>
              </a:path>
            </a:pathLst>
          </a:custGeom>
          <a:noFill/>
          <a:ln w="19050">
            <a:solidFill>
              <a:srgbClr val="D9D9D9"/>
            </a:solidFill>
          </a:ln>
        </p:spPr>
      </p:sp>
      <p:sp>
        <p:nvSpPr>
          <p:cNvPr id="79" name="connector_430"/>
          <p:cNvSpPr>
            <a:spLocks noGrp="1"/>
          </p:cNvSpPr>
          <p:nvPr/>
        </p:nvSpPr>
        <p:spPr>
          <a:xfrm>
            <a:off x="9182100" y="4467225"/>
            <a:ext cx="19050" cy="95250"/>
          </a:xfrm>
          <a:custGeom>
            <a:avLst/>
            <a:gdLst/>
            <a:ahLst/>
            <a:cxnLst/>
            <a:rect l="0" t="0" r="0" b="0"/>
            <a:pathLst>
              <a:path w="19050" h="95250">
                <a:moveTo>
                  <a:pt x="9525" y="9525"/>
                </a:moveTo>
                <a:lnTo>
                  <a:pt x="9525" y="85725"/>
                </a:lnTo>
              </a:path>
            </a:pathLst>
          </a:custGeom>
          <a:noFill/>
          <a:ln w="19050">
            <a:solidFill>
              <a:srgbClr val="D9D9D9"/>
            </a:solidFill>
          </a:ln>
        </p:spPr>
      </p:sp>
      <p:sp>
        <p:nvSpPr>
          <p:cNvPr id="80" name="connector_431"/>
          <p:cNvSpPr>
            <a:spLocks noGrp="1"/>
          </p:cNvSpPr>
          <p:nvPr/>
        </p:nvSpPr>
        <p:spPr>
          <a:xfrm>
            <a:off x="9182100" y="4591050"/>
            <a:ext cx="19050" cy="95250"/>
          </a:xfrm>
          <a:custGeom>
            <a:avLst/>
            <a:gdLst/>
            <a:ahLst/>
            <a:cxnLst/>
            <a:rect l="0" t="0" r="0" b="0"/>
            <a:pathLst>
              <a:path w="19050" h="95250">
                <a:moveTo>
                  <a:pt x="9525" y="9525"/>
                </a:moveTo>
                <a:lnTo>
                  <a:pt x="9525" y="85725"/>
                </a:lnTo>
              </a:path>
            </a:pathLst>
          </a:custGeom>
          <a:noFill/>
          <a:ln w="19050">
            <a:solidFill>
              <a:srgbClr val="D9D9D9"/>
            </a:solidFill>
          </a:ln>
        </p:spPr>
      </p:sp>
      <p:sp>
        <p:nvSpPr>
          <p:cNvPr id="81" name="connector_432"/>
          <p:cNvSpPr>
            <a:spLocks noGrp="1"/>
          </p:cNvSpPr>
          <p:nvPr/>
        </p:nvSpPr>
        <p:spPr>
          <a:xfrm>
            <a:off x="9182100" y="4714875"/>
            <a:ext cx="19050" cy="95250"/>
          </a:xfrm>
          <a:custGeom>
            <a:avLst/>
            <a:gdLst/>
            <a:ahLst/>
            <a:cxnLst/>
            <a:rect l="0" t="0" r="0" b="0"/>
            <a:pathLst>
              <a:path w="19050" h="95250">
                <a:moveTo>
                  <a:pt x="9525" y="9525"/>
                </a:moveTo>
                <a:lnTo>
                  <a:pt x="9525" y="85725"/>
                </a:lnTo>
              </a:path>
            </a:pathLst>
          </a:custGeom>
          <a:noFill/>
          <a:ln w="19050">
            <a:solidFill>
              <a:srgbClr val="D9D9D9"/>
            </a:solidFill>
          </a:ln>
        </p:spPr>
      </p:sp>
      <p:sp>
        <p:nvSpPr>
          <p:cNvPr id="82" name="connector_433"/>
          <p:cNvSpPr>
            <a:spLocks noGrp="1"/>
          </p:cNvSpPr>
          <p:nvPr/>
        </p:nvSpPr>
        <p:spPr>
          <a:xfrm>
            <a:off x="9182100" y="4838700"/>
            <a:ext cx="19050" cy="95250"/>
          </a:xfrm>
          <a:custGeom>
            <a:avLst/>
            <a:gdLst/>
            <a:ahLst/>
            <a:cxnLst/>
            <a:rect l="0" t="0" r="0" b="0"/>
            <a:pathLst>
              <a:path w="19050" h="95250">
                <a:moveTo>
                  <a:pt x="9525" y="9525"/>
                </a:moveTo>
                <a:lnTo>
                  <a:pt x="9525" y="85725"/>
                </a:lnTo>
              </a:path>
            </a:pathLst>
          </a:custGeom>
          <a:noFill/>
          <a:ln w="19050">
            <a:solidFill>
              <a:srgbClr val="D9D9D9"/>
            </a:solidFill>
          </a:ln>
        </p:spPr>
      </p:sp>
      <p:sp>
        <p:nvSpPr>
          <p:cNvPr id="83" name="connector_434"/>
          <p:cNvSpPr>
            <a:spLocks noGrp="1"/>
          </p:cNvSpPr>
          <p:nvPr/>
        </p:nvSpPr>
        <p:spPr>
          <a:xfrm>
            <a:off x="9182100" y="4962525"/>
            <a:ext cx="19050" cy="95250"/>
          </a:xfrm>
          <a:custGeom>
            <a:avLst/>
            <a:gdLst/>
            <a:ahLst/>
            <a:cxnLst/>
            <a:rect l="0" t="0" r="0" b="0"/>
            <a:pathLst>
              <a:path w="19050" h="95250">
                <a:moveTo>
                  <a:pt x="9525" y="9525"/>
                </a:moveTo>
                <a:lnTo>
                  <a:pt x="9525" y="85725"/>
                </a:lnTo>
              </a:path>
            </a:pathLst>
          </a:custGeom>
          <a:noFill/>
          <a:ln w="19050">
            <a:solidFill>
              <a:srgbClr val="D9D9D9"/>
            </a:solidFill>
          </a:ln>
        </p:spPr>
      </p:sp>
      <p:sp>
        <p:nvSpPr>
          <p:cNvPr id="84" name="connector_435"/>
          <p:cNvSpPr>
            <a:spLocks noGrp="1"/>
          </p:cNvSpPr>
          <p:nvPr/>
        </p:nvSpPr>
        <p:spPr>
          <a:xfrm>
            <a:off x="9182100" y="5086350"/>
            <a:ext cx="19050" cy="95250"/>
          </a:xfrm>
          <a:custGeom>
            <a:avLst/>
            <a:gdLst/>
            <a:ahLst/>
            <a:cxnLst/>
            <a:rect l="0" t="0" r="0" b="0"/>
            <a:pathLst>
              <a:path w="19050" h="95250">
                <a:moveTo>
                  <a:pt x="9525" y="9525"/>
                </a:moveTo>
                <a:lnTo>
                  <a:pt x="9525" y="85725"/>
                </a:lnTo>
              </a:path>
            </a:pathLst>
          </a:custGeom>
          <a:noFill/>
          <a:ln w="19050">
            <a:solidFill>
              <a:srgbClr val="D9D9D9"/>
            </a:solidFill>
          </a:ln>
        </p:spPr>
      </p:sp>
      <p:sp>
        <p:nvSpPr>
          <p:cNvPr id="85" name="connector_436"/>
          <p:cNvSpPr>
            <a:spLocks noGrp="1"/>
          </p:cNvSpPr>
          <p:nvPr/>
        </p:nvSpPr>
        <p:spPr>
          <a:xfrm>
            <a:off x="9182100" y="5210175"/>
            <a:ext cx="19050" cy="95250"/>
          </a:xfrm>
          <a:custGeom>
            <a:avLst/>
            <a:gdLst/>
            <a:ahLst/>
            <a:cxnLst/>
            <a:rect l="0" t="0" r="0" b="0"/>
            <a:pathLst>
              <a:path w="19050" h="95250">
                <a:moveTo>
                  <a:pt x="9525" y="9525"/>
                </a:moveTo>
                <a:lnTo>
                  <a:pt x="9525" y="85725"/>
                </a:lnTo>
              </a:path>
            </a:pathLst>
          </a:custGeom>
          <a:noFill/>
          <a:ln w="19050">
            <a:solidFill>
              <a:srgbClr val="D9D9D9"/>
            </a:solidFill>
          </a:ln>
        </p:spPr>
      </p:sp>
      <p:sp>
        <p:nvSpPr>
          <p:cNvPr id="86" name="connector_437"/>
          <p:cNvSpPr>
            <a:spLocks noGrp="1"/>
          </p:cNvSpPr>
          <p:nvPr/>
        </p:nvSpPr>
        <p:spPr>
          <a:xfrm>
            <a:off x="9182100" y="5334000"/>
            <a:ext cx="19050" cy="95250"/>
          </a:xfrm>
          <a:custGeom>
            <a:avLst/>
            <a:gdLst/>
            <a:ahLst/>
            <a:cxnLst/>
            <a:rect l="0" t="0" r="0" b="0"/>
            <a:pathLst>
              <a:path w="19050" h="95250">
                <a:moveTo>
                  <a:pt x="9525" y="9525"/>
                </a:moveTo>
                <a:lnTo>
                  <a:pt x="9525" y="85725"/>
                </a:lnTo>
              </a:path>
            </a:pathLst>
          </a:custGeom>
          <a:noFill/>
          <a:ln w="19050">
            <a:solidFill>
              <a:srgbClr val="D9D9D9"/>
            </a:solidFill>
          </a:ln>
        </p:spPr>
      </p:sp>
      <p:sp>
        <p:nvSpPr>
          <p:cNvPr id="87" name="connector_438"/>
          <p:cNvSpPr>
            <a:spLocks noGrp="1"/>
          </p:cNvSpPr>
          <p:nvPr/>
        </p:nvSpPr>
        <p:spPr>
          <a:xfrm>
            <a:off x="9182100" y="5457825"/>
            <a:ext cx="19050" cy="95250"/>
          </a:xfrm>
          <a:custGeom>
            <a:avLst/>
            <a:gdLst/>
            <a:ahLst/>
            <a:cxnLst/>
            <a:rect l="0" t="0" r="0" b="0"/>
            <a:pathLst>
              <a:path w="19050" h="95250">
                <a:moveTo>
                  <a:pt x="9525" y="9525"/>
                </a:moveTo>
                <a:lnTo>
                  <a:pt x="9525" y="85725"/>
                </a:lnTo>
              </a:path>
            </a:pathLst>
          </a:custGeom>
          <a:noFill/>
          <a:ln w="19050">
            <a:solidFill>
              <a:srgbClr val="D9D9D9"/>
            </a:solidFill>
          </a:ln>
        </p:spPr>
      </p:sp>
      <p:sp>
        <p:nvSpPr>
          <p:cNvPr id="88" name="connector_439"/>
          <p:cNvSpPr>
            <a:spLocks noGrp="1"/>
          </p:cNvSpPr>
          <p:nvPr/>
        </p:nvSpPr>
        <p:spPr>
          <a:xfrm>
            <a:off x="9182100" y="5581650"/>
            <a:ext cx="19050" cy="95250"/>
          </a:xfrm>
          <a:custGeom>
            <a:avLst/>
            <a:gdLst/>
            <a:ahLst/>
            <a:cxnLst/>
            <a:rect l="0" t="0" r="0" b="0"/>
            <a:pathLst>
              <a:path w="19050" h="95250">
                <a:moveTo>
                  <a:pt x="9525" y="9525"/>
                </a:moveTo>
                <a:lnTo>
                  <a:pt x="9525" y="85725"/>
                </a:lnTo>
              </a:path>
            </a:pathLst>
          </a:custGeom>
          <a:noFill/>
          <a:ln w="19050">
            <a:solidFill>
              <a:srgbClr val="D9D9D9"/>
            </a:solidFill>
          </a:ln>
        </p:spPr>
      </p:sp>
      <p:sp>
        <p:nvSpPr>
          <p:cNvPr id="89" name="connector_440"/>
          <p:cNvSpPr>
            <a:spLocks noGrp="1"/>
          </p:cNvSpPr>
          <p:nvPr/>
        </p:nvSpPr>
        <p:spPr>
          <a:xfrm>
            <a:off x="9182100" y="5705475"/>
            <a:ext cx="19050" cy="95250"/>
          </a:xfrm>
          <a:custGeom>
            <a:avLst/>
            <a:gdLst/>
            <a:ahLst/>
            <a:cxnLst/>
            <a:rect l="0" t="0" r="0" b="0"/>
            <a:pathLst>
              <a:path w="19050" h="95250">
                <a:moveTo>
                  <a:pt x="9525" y="9525"/>
                </a:moveTo>
                <a:lnTo>
                  <a:pt x="9525" y="85725"/>
                </a:lnTo>
              </a:path>
            </a:pathLst>
          </a:custGeom>
          <a:noFill/>
          <a:ln w="19050">
            <a:solidFill>
              <a:srgbClr val="D9D9D9"/>
            </a:solidFill>
          </a:ln>
        </p:spPr>
      </p:sp>
      <p:sp>
        <p:nvSpPr>
          <p:cNvPr id="90" name="connector_441"/>
          <p:cNvSpPr>
            <a:spLocks noGrp="1"/>
          </p:cNvSpPr>
          <p:nvPr/>
        </p:nvSpPr>
        <p:spPr>
          <a:xfrm>
            <a:off x="9182100" y="5829300"/>
            <a:ext cx="19050" cy="95250"/>
          </a:xfrm>
          <a:custGeom>
            <a:avLst/>
            <a:gdLst/>
            <a:ahLst/>
            <a:cxnLst/>
            <a:rect l="0" t="0" r="0" b="0"/>
            <a:pathLst>
              <a:path w="19050" h="95250">
                <a:moveTo>
                  <a:pt x="9525" y="9525"/>
                </a:moveTo>
                <a:lnTo>
                  <a:pt x="9525" y="85725"/>
                </a:lnTo>
              </a:path>
            </a:pathLst>
          </a:custGeom>
          <a:noFill/>
          <a:ln w="19050">
            <a:solidFill>
              <a:srgbClr val="D9D9D9"/>
            </a:solidFill>
          </a:ln>
        </p:spPr>
      </p:sp>
      <p:sp>
        <p:nvSpPr>
          <p:cNvPr id="91" name="connector_442"/>
          <p:cNvSpPr>
            <a:spLocks noGrp="1"/>
          </p:cNvSpPr>
          <p:nvPr/>
        </p:nvSpPr>
        <p:spPr>
          <a:xfrm>
            <a:off x="9182100" y="5953125"/>
            <a:ext cx="19050" cy="95250"/>
          </a:xfrm>
          <a:custGeom>
            <a:avLst/>
            <a:gdLst/>
            <a:ahLst/>
            <a:cxnLst/>
            <a:rect l="0" t="0" r="0" b="0"/>
            <a:pathLst>
              <a:path w="19050" h="95250">
                <a:moveTo>
                  <a:pt x="9525" y="9525"/>
                </a:moveTo>
                <a:lnTo>
                  <a:pt x="9525" y="85725"/>
                </a:lnTo>
              </a:path>
            </a:pathLst>
          </a:custGeom>
          <a:noFill/>
          <a:ln w="19050">
            <a:solidFill>
              <a:srgbClr val="D9D9D9"/>
            </a:solidFill>
          </a:ln>
        </p:spPr>
      </p:sp>
      <p:sp>
        <p:nvSpPr>
          <p:cNvPr id="92" name="connector_443"/>
          <p:cNvSpPr>
            <a:spLocks noGrp="1"/>
          </p:cNvSpPr>
          <p:nvPr/>
        </p:nvSpPr>
        <p:spPr>
          <a:xfrm>
            <a:off x="9182100" y="6076950"/>
            <a:ext cx="19050" cy="95250"/>
          </a:xfrm>
          <a:custGeom>
            <a:avLst/>
            <a:gdLst/>
            <a:ahLst/>
            <a:cxnLst/>
            <a:rect l="0" t="0" r="0" b="0"/>
            <a:pathLst>
              <a:path w="19050" h="95250">
                <a:moveTo>
                  <a:pt x="9525" y="9525"/>
                </a:moveTo>
                <a:lnTo>
                  <a:pt x="9525" y="85725"/>
                </a:lnTo>
              </a:path>
            </a:pathLst>
          </a:custGeom>
          <a:noFill/>
          <a:ln w="19050">
            <a:solidFill>
              <a:srgbClr val="D9D9D9"/>
            </a:solidFill>
          </a:ln>
        </p:spPr>
      </p:sp>
      <p:sp>
        <p:nvSpPr>
          <p:cNvPr id="93" name="object_444"/>
          <p:cNvSpPr>
            <a:spLocks noGrp="1"/>
          </p:cNvSpPr>
          <p:nvPr/>
        </p:nvSpPr>
        <p:spPr>
          <a:xfrm>
            <a:off x="742950" y="1571625"/>
            <a:ext cx="1609725" cy="457200"/>
          </a:xfrm>
          <a:prstGeom prst="rect">
            <a:avLst/>
          </a:prstGeom>
          <a:solidFill>
            <a:srgbClr val="F2F2F2"/>
          </a:solidFill>
          <a:ln w="9525">
            <a:noFill/>
          </a:ln>
        </p:spPr>
      </p:sp>
      <p:sp>
        <p:nvSpPr>
          <p:cNvPr id="94" name="text_446_1. 需求理解"/>
          <p:cNvSpPr>
            <a:spLocks noGrp="1"/>
          </p:cNvSpPr>
          <p:nvPr/>
        </p:nvSpPr>
        <p:spPr>
          <a:xfrm>
            <a:off x="809625" y="1638300"/>
            <a:ext cx="1476375" cy="304800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500" b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500" b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1. 需求理解</a:t>
            </a:r>
          </a:p>
        </p:txBody>
      </p:sp>
      <p:sp>
        <p:nvSpPr>
          <p:cNvPr id="95" name="text_448_读取需求、语义与平台规则"/>
          <p:cNvSpPr>
            <a:spLocks noGrp="1"/>
          </p:cNvSpPr>
          <p:nvPr/>
        </p:nvSpPr>
        <p:spPr>
          <a:xfrm>
            <a:off x="2514600" y="1600200"/>
            <a:ext cx="2809875" cy="419100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350" b="0">
                <a:solidFill>
                  <a:srgbClr val="242424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350" b="0">
                <a:solidFill>
                  <a:srgbClr val="242424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读取需求、语义与平台规则</a:t>
            </a:r>
          </a:p>
        </p:txBody>
      </p:sp>
      <p:sp>
        <p:nvSpPr>
          <p:cNvPr id="96" name="connector_449"/>
          <p:cNvSpPr>
            <a:spLocks noGrp="1"/>
          </p:cNvSpPr>
          <p:nvPr/>
        </p:nvSpPr>
        <p:spPr>
          <a:xfrm>
            <a:off x="1514475" y="2047875"/>
            <a:ext cx="19050" cy="123825"/>
          </a:xfrm>
          <a:custGeom>
            <a:avLst/>
            <a:gdLst/>
            <a:ahLst/>
            <a:cxnLst/>
            <a:rect l="0" t="0" r="0" b="0"/>
            <a:pathLst>
              <a:path w="19050" h="123825">
                <a:moveTo>
                  <a:pt x="9525" y="9525"/>
                </a:moveTo>
                <a:lnTo>
                  <a:pt x="9525" y="114300"/>
                </a:lnTo>
              </a:path>
            </a:pathLst>
          </a:custGeom>
          <a:noFill/>
          <a:ln w="19050">
            <a:solidFill>
              <a:srgbClr val="D7000F"/>
            </a:solidFill>
          </a:ln>
        </p:spPr>
      </p:sp>
      <p:sp>
        <p:nvSpPr>
          <p:cNvPr id="97" name="connector_450"/>
          <p:cNvSpPr>
            <a:spLocks noGrp="1"/>
          </p:cNvSpPr>
          <p:nvPr/>
        </p:nvSpPr>
        <p:spPr>
          <a:xfrm>
            <a:off x="1482509" y="2094137"/>
            <a:ext cx="82981" cy="77563"/>
          </a:xfrm>
          <a:custGeom>
            <a:avLst/>
            <a:gdLst/>
            <a:ahLst/>
            <a:cxnLst/>
            <a:rect l="0" t="0" r="0" b="0"/>
            <a:pathLst>
              <a:path w="82981" h="77563">
                <a:moveTo>
                  <a:pt x="9525" y="9525"/>
                </a:moveTo>
                <a:lnTo>
                  <a:pt x="41491" y="68038"/>
                </a:lnTo>
                <a:lnTo>
                  <a:pt x="73456" y="9525"/>
                </a:lnTo>
              </a:path>
            </a:pathLst>
          </a:custGeom>
          <a:noFill/>
          <a:ln w="19050">
            <a:solidFill>
              <a:srgbClr val="D7000F"/>
            </a:solidFill>
          </a:ln>
        </p:spPr>
      </p:sp>
      <p:sp>
        <p:nvSpPr>
          <p:cNvPr id="98" name="object_451"/>
          <p:cNvSpPr>
            <a:spLocks noGrp="1"/>
          </p:cNvSpPr>
          <p:nvPr/>
        </p:nvSpPr>
        <p:spPr>
          <a:xfrm>
            <a:off x="742950" y="2190750"/>
            <a:ext cx="1609725" cy="457200"/>
          </a:xfrm>
          <a:prstGeom prst="rect">
            <a:avLst/>
          </a:prstGeom>
          <a:solidFill>
            <a:srgbClr val="F2F2F2"/>
          </a:solidFill>
          <a:ln w="9525">
            <a:noFill/>
          </a:ln>
        </p:spPr>
      </p:sp>
      <p:sp>
        <p:nvSpPr>
          <p:cNvPr id="99" name="text_453_2. 语义分析"/>
          <p:cNvSpPr>
            <a:spLocks noGrp="1"/>
          </p:cNvSpPr>
          <p:nvPr/>
        </p:nvSpPr>
        <p:spPr>
          <a:xfrm>
            <a:off x="809625" y="2257425"/>
            <a:ext cx="1476375" cy="304800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500" b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500" b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2. 语义分析</a:t>
            </a:r>
          </a:p>
        </p:txBody>
      </p:sp>
      <p:sp>
        <p:nvSpPr>
          <p:cNvPr id="100" name="text_455_理解公式、Shape、Axis"/>
          <p:cNvSpPr>
            <a:spLocks noGrp="1"/>
          </p:cNvSpPr>
          <p:nvPr/>
        </p:nvSpPr>
        <p:spPr>
          <a:xfrm>
            <a:off x="2514600" y="2219325"/>
            <a:ext cx="2809875" cy="419100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350" b="0">
                <a:solidFill>
                  <a:srgbClr val="242424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350" b="0">
                <a:solidFill>
                  <a:srgbClr val="242424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理解公式、Shape、Axis</a:t>
            </a:r>
          </a:p>
        </p:txBody>
      </p:sp>
      <p:sp>
        <p:nvSpPr>
          <p:cNvPr id="101" name="connector_456"/>
          <p:cNvSpPr>
            <a:spLocks noGrp="1"/>
          </p:cNvSpPr>
          <p:nvPr/>
        </p:nvSpPr>
        <p:spPr>
          <a:xfrm>
            <a:off x="1514475" y="2667000"/>
            <a:ext cx="19050" cy="123825"/>
          </a:xfrm>
          <a:custGeom>
            <a:avLst/>
            <a:gdLst/>
            <a:ahLst/>
            <a:cxnLst/>
            <a:rect l="0" t="0" r="0" b="0"/>
            <a:pathLst>
              <a:path w="19050" h="123825">
                <a:moveTo>
                  <a:pt x="9525" y="9525"/>
                </a:moveTo>
                <a:lnTo>
                  <a:pt x="9525" y="114300"/>
                </a:lnTo>
              </a:path>
            </a:pathLst>
          </a:custGeom>
          <a:noFill/>
          <a:ln w="19050">
            <a:solidFill>
              <a:srgbClr val="D7000F"/>
            </a:solidFill>
          </a:ln>
        </p:spPr>
      </p:sp>
      <p:sp>
        <p:nvSpPr>
          <p:cNvPr id="102" name="connector_457"/>
          <p:cNvSpPr>
            <a:spLocks noGrp="1"/>
          </p:cNvSpPr>
          <p:nvPr/>
        </p:nvSpPr>
        <p:spPr>
          <a:xfrm>
            <a:off x="1482509" y="2713262"/>
            <a:ext cx="82981" cy="77563"/>
          </a:xfrm>
          <a:custGeom>
            <a:avLst/>
            <a:gdLst/>
            <a:ahLst/>
            <a:cxnLst/>
            <a:rect l="0" t="0" r="0" b="0"/>
            <a:pathLst>
              <a:path w="82981" h="77563">
                <a:moveTo>
                  <a:pt x="9525" y="9525"/>
                </a:moveTo>
                <a:lnTo>
                  <a:pt x="41491" y="68038"/>
                </a:lnTo>
                <a:lnTo>
                  <a:pt x="73456" y="9525"/>
                </a:lnTo>
              </a:path>
            </a:pathLst>
          </a:custGeom>
          <a:noFill/>
          <a:ln w="19050">
            <a:solidFill>
              <a:srgbClr val="D7000F"/>
            </a:solidFill>
          </a:ln>
        </p:spPr>
      </p:sp>
      <p:sp>
        <p:nvSpPr>
          <p:cNvPr id="103" name="object_458"/>
          <p:cNvSpPr>
            <a:spLocks noGrp="1"/>
          </p:cNvSpPr>
          <p:nvPr/>
        </p:nvSpPr>
        <p:spPr>
          <a:xfrm>
            <a:off x="742950" y="2809875"/>
            <a:ext cx="1609725" cy="457200"/>
          </a:xfrm>
          <a:prstGeom prst="rect">
            <a:avLst/>
          </a:prstGeom>
          <a:solidFill>
            <a:srgbClr val="F2F2F2"/>
          </a:solidFill>
          <a:ln w="9525">
            <a:noFill/>
          </a:ln>
        </p:spPr>
      </p:sp>
      <p:sp>
        <p:nvSpPr>
          <p:cNvPr id="104" name="text_460_3. Mapping 设计"/>
          <p:cNvSpPr>
            <a:spLocks noGrp="1"/>
          </p:cNvSpPr>
          <p:nvPr/>
        </p:nvSpPr>
        <p:spPr>
          <a:xfrm>
            <a:off x="809625" y="2876550"/>
            <a:ext cx="1476375" cy="304800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500" b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500" b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3. Mapping 设计</a:t>
            </a:r>
          </a:p>
        </p:txBody>
      </p:sp>
      <p:sp>
        <p:nvSpPr>
          <p:cNvPr id="105" name="text_462_加载硬件规则与 Mapping 资料"/>
          <p:cNvSpPr>
            <a:spLocks noGrp="1"/>
          </p:cNvSpPr>
          <p:nvPr/>
        </p:nvSpPr>
        <p:spPr>
          <a:xfrm>
            <a:off x="2514600" y="2838450"/>
            <a:ext cx="2809875" cy="419100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350" b="0">
                <a:solidFill>
                  <a:srgbClr val="242424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350" b="0">
                <a:solidFill>
                  <a:srgbClr val="242424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加载硬件规则与 Mapping 资料</a:t>
            </a:r>
          </a:p>
        </p:txBody>
      </p:sp>
      <p:sp>
        <p:nvSpPr>
          <p:cNvPr id="106" name="connector_463"/>
          <p:cNvSpPr>
            <a:spLocks noGrp="1"/>
          </p:cNvSpPr>
          <p:nvPr/>
        </p:nvSpPr>
        <p:spPr>
          <a:xfrm>
            <a:off x="1514475" y="3286125"/>
            <a:ext cx="19050" cy="123825"/>
          </a:xfrm>
          <a:custGeom>
            <a:avLst/>
            <a:gdLst/>
            <a:ahLst/>
            <a:cxnLst/>
            <a:rect l="0" t="0" r="0" b="0"/>
            <a:pathLst>
              <a:path w="19050" h="123825">
                <a:moveTo>
                  <a:pt x="9525" y="9525"/>
                </a:moveTo>
                <a:lnTo>
                  <a:pt x="9525" y="114300"/>
                </a:lnTo>
              </a:path>
            </a:pathLst>
          </a:custGeom>
          <a:noFill/>
          <a:ln w="19050">
            <a:solidFill>
              <a:srgbClr val="D7000F"/>
            </a:solidFill>
          </a:ln>
        </p:spPr>
      </p:sp>
      <p:sp>
        <p:nvSpPr>
          <p:cNvPr id="107" name="connector_464"/>
          <p:cNvSpPr>
            <a:spLocks noGrp="1"/>
          </p:cNvSpPr>
          <p:nvPr/>
        </p:nvSpPr>
        <p:spPr>
          <a:xfrm>
            <a:off x="1482509" y="3332387"/>
            <a:ext cx="82981" cy="77563"/>
          </a:xfrm>
          <a:custGeom>
            <a:avLst/>
            <a:gdLst/>
            <a:ahLst/>
            <a:cxnLst/>
            <a:rect l="0" t="0" r="0" b="0"/>
            <a:pathLst>
              <a:path w="82981" h="77563">
                <a:moveTo>
                  <a:pt x="9525" y="9525"/>
                </a:moveTo>
                <a:lnTo>
                  <a:pt x="41491" y="68038"/>
                </a:lnTo>
                <a:lnTo>
                  <a:pt x="73456" y="9525"/>
                </a:lnTo>
              </a:path>
            </a:pathLst>
          </a:custGeom>
          <a:noFill/>
          <a:ln w="19050">
            <a:solidFill>
              <a:srgbClr val="D7000F"/>
            </a:solidFill>
          </a:ln>
        </p:spPr>
      </p:sp>
      <p:sp>
        <p:nvSpPr>
          <p:cNvPr id="108" name="object_465"/>
          <p:cNvSpPr>
            <a:spLocks noGrp="1"/>
          </p:cNvSpPr>
          <p:nvPr/>
        </p:nvSpPr>
        <p:spPr>
          <a:xfrm>
            <a:off x="742950" y="3429000"/>
            <a:ext cx="1609725" cy="457200"/>
          </a:xfrm>
          <a:prstGeom prst="rect">
            <a:avLst/>
          </a:prstGeom>
          <a:solidFill>
            <a:srgbClr val="F2F2F2"/>
          </a:solidFill>
          <a:ln w="9525">
            <a:noFill/>
          </a:ln>
        </p:spPr>
      </p:sp>
      <p:sp>
        <p:nvSpPr>
          <p:cNvPr id="109" name="text_467_4. Kernel 设计"/>
          <p:cNvSpPr>
            <a:spLocks noGrp="1"/>
          </p:cNvSpPr>
          <p:nvPr/>
        </p:nvSpPr>
        <p:spPr>
          <a:xfrm>
            <a:off x="809625" y="3495675"/>
            <a:ext cx="1476375" cy="304800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500" b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500" b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4. Kernel 设计</a:t>
            </a:r>
          </a:p>
        </p:txBody>
      </p:sp>
      <p:sp>
        <p:nvSpPr>
          <p:cNvPr id="110" name="text_469_再次理解语义和平台约束"/>
          <p:cNvSpPr>
            <a:spLocks noGrp="1"/>
          </p:cNvSpPr>
          <p:nvPr/>
        </p:nvSpPr>
        <p:spPr>
          <a:xfrm>
            <a:off x="2514600" y="3457575"/>
            <a:ext cx="2809875" cy="419100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350" b="0">
                <a:solidFill>
                  <a:srgbClr val="242424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350" b="0">
                <a:solidFill>
                  <a:srgbClr val="242424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再次理解语义和平台约束</a:t>
            </a:r>
          </a:p>
        </p:txBody>
      </p:sp>
      <p:sp>
        <p:nvSpPr>
          <p:cNvPr id="111" name="connector_470"/>
          <p:cNvSpPr>
            <a:spLocks noGrp="1"/>
          </p:cNvSpPr>
          <p:nvPr/>
        </p:nvSpPr>
        <p:spPr>
          <a:xfrm>
            <a:off x="1514475" y="3905250"/>
            <a:ext cx="19050" cy="123825"/>
          </a:xfrm>
          <a:custGeom>
            <a:avLst/>
            <a:gdLst/>
            <a:ahLst/>
            <a:cxnLst/>
            <a:rect l="0" t="0" r="0" b="0"/>
            <a:pathLst>
              <a:path w="19050" h="123825">
                <a:moveTo>
                  <a:pt x="9525" y="9525"/>
                </a:moveTo>
                <a:lnTo>
                  <a:pt x="9525" y="114300"/>
                </a:lnTo>
              </a:path>
            </a:pathLst>
          </a:custGeom>
          <a:noFill/>
          <a:ln w="19050">
            <a:solidFill>
              <a:srgbClr val="D7000F"/>
            </a:solidFill>
          </a:ln>
        </p:spPr>
      </p:sp>
      <p:sp>
        <p:nvSpPr>
          <p:cNvPr id="112" name="connector_471"/>
          <p:cNvSpPr>
            <a:spLocks noGrp="1"/>
          </p:cNvSpPr>
          <p:nvPr/>
        </p:nvSpPr>
        <p:spPr>
          <a:xfrm>
            <a:off x="1482509" y="3951512"/>
            <a:ext cx="82981" cy="77563"/>
          </a:xfrm>
          <a:custGeom>
            <a:avLst/>
            <a:gdLst/>
            <a:ahLst/>
            <a:cxnLst/>
            <a:rect l="0" t="0" r="0" b="0"/>
            <a:pathLst>
              <a:path w="82981" h="77563">
                <a:moveTo>
                  <a:pt x="9525" y="9525"/>
                </a:moveTo>
                <a:lnTo>
                  <a:pt x="41491" y="68038"/>
                </a:lnTo>
                <a:lnTo>
                  <a:pt x="73456" y="9525"/>
                </a:lnTo>
              </a:path>
            </a:pathLst>
          </a:custGeom>
          <a:noFill/>
          <a:ln w="19050">
            <a:solidFill>
              <a:srgbClr val="D7000F"/>
            </a:solidFill>
          </a:ln>
        </p:spPr>
      </p:sp>
      <p:sp>
        <p:nvSpPr>
          <p:cNvPr id="113" name="object_472"/>
          <p:cNvSpPr>
            <a:spLocks noGrp="1"/>
          </p:cNvSpPr>
          <p:nvPr/>
        </p:nvSpPr>
        <p:spPr>
          <a:xfrm>
            <a:off x="742950" y="4048125"/>
            <a:ext cx="1609725" cy="457200"/>
          </a:xfrm>
          <a:prstGeom prst="rect">
            <a:avLst/>
          </a:prstGeom>
          <a:solidFill>
            <a:srgbClr val="F2F2F2"/>
          </a:solidFill>
          <a:ln w="9525">
            <a:noFill/>
          </a:ln>
        </p:spPr>
      </p:sp>
      <p:sp>
        <p:nvSpPr>
          <p:cNvPr id="114" name="text_474_5. 代码生成"/>
          <p:cNvSpPr>
            <a:spLocks noGrp="1"/>
          </p:cNvSpPr>
          <p:nvPr/>
        </p:nvSpPr>
        <p:spPr>
          <a:xfrm>
            <a:off x="809625" y="4114800"/>
            <a:ext cx="1476375" cy="304800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500" b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500" b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5. 代码生成</a:t>
            </a:r>
          </a:p>
        </p:txBody>
      </p:sp>
      <p:sp>
        <p:nvSpPr>
          <p:cNvPr id="115" name="text_476_重复读取前序上下文"/>
          <p:cNvSpPr>
            <a:spLocks noGrp="1"/>
          </p:cNvSpPr>
          <p:nvPr/>
        </p:nvSpPr>
        <p:spPr>
          <a:xfrm>
            <a:off x="2514600" y="4076700"/>
            <a:ext cx="2809875" cy="419100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350" b="0">
                <a:solidFill>
                  <a:srgbClr val="242424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350" b="0">
                <a:solidFill>
                  <a:srgbClr val="242424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重复读取前序上下文</a:t>
            </a:r>
          </a:p>
        </p:txBody>
      </p:sp>
      <p:sp>
        <p:nvSpPr>
          <p:cNvPr id="116" name="connector_477"/>
          <p:cNvSpPr>
            <a:spLocks noGrp="1"/>
          </p:cNvSpPr>
          <p:nvPr/>
        </p:nvSpPr>
        <p:spPr>
          <a:xfrm>
            <a:off x="1514475" y="4524375"/>
            <a:ext cx="19050" cy="123825"/>
          </a:xfrm>
          <a:custGeom>
            <a:avLst/>
            <a:gdLst/>
            <a:ahLst/>
            <a:cxnLst/>
            <a:rect l="0" t="0" r="0" b="0"/>
            <a:pathLst>
              <a:path w="19050" h="123825">
                <a:moveTo>
                  <a:pt x="9525" y="9525"/>
                </a:moveTo>
                <a:lnTo>
                  <a:pt x="9525" y="114300"/>
                </a:lnTo>
              </a:path>
            </a:pathLst>
          </a:custGeom>
          <a:noFill/>
          <a:ln w="19050">
            <a:solidFill>
              <a:srgbClr val="D7000F"/>
            </a:solidFill>
          </a:ln>
        </p:spPr>
      </p:sp>
      <p:sp>
        <p:nvSpPr>
          <p:cNvPr id="117" name="connector_478"/>
          <p:cNvSpPr>
            <a:spLocks noGrp="1"/>
          </p:cNvSpPr>
          <p:nvPr/>
        </p:nvSpPr>
        <p:spPr>
          <a:xfrm>
            <a:off x="1482509" y="4570637"/>
            <a:ext cx="82981" cy="77563"/>
          </a:xfrm>
          <a:custGeom>
            <a:avLst/>
            <a:gdLst/>
            <a:ahLst/>
            <a:cxnLst/>
            <a:rect l="0" t="0" r="0" b="0"/>
            <a:pathLst>
              <a:path w="82981" h="77563">
                <a:moveTo>
                  <a:pt x="9525" y="9525"/>
                </a:moveTo>
                <a:lnTo>
                  <a:pt x="41491" y="68038"/>
                </a:lnTo>
                <a:lnTo>
                  <a:pt x="73456" y="9525"/>
                </a:lnTo>
              </a:path>
            </a:pathLst>
          </a:custGeom>
          <a:noFill/>
          <a:ln w="19050">
            <a:solidFill>
              <a:srgbClr val="D7000F"/>
            </a:solidFill>
          </a:ln>
        </p:spPr>
      </p:sp>
      <p:sp>
        <p:nvSpPr>
          <p:cNvPr id="118" name="object_479"/>
          <p:cNvSpPr>
            <a:spLocks noGrp="1"/>
          </p:cNvSpPr>
          <p:nvPr/>
        </p:nvSpPr>
        <p:spPr>
          <a:xfrm>
            <a:off x="742950" y="4667250"/>
            <a:ext cx="1609725" cy="457200"/>
          </a:xfrm>
          <a:prstGeom prst="rect">
            <a:avLst/>
          </a:prstGeom>
          <a:solidFill>
            <a:srgbClr val="F2F2F2"/>
          </a:solidFill>
          <a:ln w="9525">
            <a:noFill/>
          </a:ln>
        </p:spPr>
      </p:sp>
      <p:sp>
        <p:nvSpPr>
          <p:cNvPr id="119" name="text_481_6. 测试生成"/>
          <p:cNvSpPr>
            <a:spLocks noGrp="1"/>
          </p:cNvSpPr>
          <p:nvPr/>
        </p:nvSpPr>
        <p:spPr>
          <a:xfrm>
            <a:off x="809625" y="4733925"/>
            <a:ext cx="1476375" cy="304800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500" b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500" b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6. 测试生成</a:t>
            </a:r>
          </a:p>
        </p:txBody>
      </p:sp>
      <p:sp>
        <p:nvSpPr>
          <p:cNvPr id="120" name="text_483_再次加载规则和接口说明"/>
          <p:cNvSpPr>
            <a:spLocks noGrp="1"/>
          </p:cNvSpPr>
          <p:nvPr/>
        </p:nvSpPr>
        <p:spPr>
          <a:xfrm>
            <a:off x="2514600" y="4695825"/>
            <a:ext cx="2809875" cy="419100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350" b="0">
                <a:solidFill>
                  <a:srgbClr val="242424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350" b="0">
                <a:solidFill>
                  <a:srgbClr val="242424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再次加载规则和接口说明</a:t>
            </a:r>
          </a:p>
        </p:txBody>
      </p:sp>
      <p:sp>
        <p:nvSpPr>
          <p:cNvPr id="121" name="connector_484"/>
          <p:cNvSpPr>
            <a:spLocks noGrp="1"/>
          </p:cNvSpPr>
          <p:nvPr/>
        </p:nvSpPr>
        <p:spPr>
          <a:xfrm>
            <a:off x="1514475" y="5143500"/>
            <a:ext cx="19050" cy="123825"/>
          </a:xfrm>
          <a:custGeom>
            <a:avLst/>
            <a:gdLst/>
            <a:ahLst/>
            <a:cxnLst/>
            <a:rect l="0" t="0" r="0" b="0"/>
            <a:pathLst>
              <a:path w="19050" h="123825">
                <a:moveTo>
                  <a:pt x="9525" y="9525"/>
                </a:moveTo>
                <a:lnTo>
                  <a:pt x="9525" y="114300"/>
                </a:lnTo>
              </a:path>
            </a:pathLst>
          </a:custGeom>
          <a:noFill/>
          <a:ln w="19050">
            <a:solidFill>
              <a:srgbClr val="D7000F"/>
            </a:solidFill>
          </a:ln>
        </p:spPr>
      </p:sp>
      <p:sp>
        <p:nvSpPr>
          <p:cNvPr id="122" name="connector_485"/>
          <p:cNvSpPr>
            <a:spLocks noGrp="1"/>
          </p:cNvSpPr>
          <p:nvPr/>
        </p:nvSpPr>
        <p:spPr>
          <a:xfrm>
            <a:off x="1482509" y="5189762"/>
            <a:ext cx="82981" cy="77563"/>
          </a:xfrm>
          <a:custGeom>
            <a:avLst/>
            <a:gdLst/>
            <a:ahLst/>
            <a:cxnLst/>
            <a:rect l="0" t="0" r="0" b="0"/>
            <a:pathLst>
              <a:path w="82981" h="77563">
                <a:moveTo>
                  <a:pt x="9525" y="9525"/>
                </a:moveTo>
                <a:lnTo>
                  <a:pt x="41491" y="68038"/>
                </a:lnTo>
                <a:lnTo>
                  <a:pt x="73456" y="9525"/>
                </a:lnTo>
              </a:path>
            </a:pathLst>
          </a:custGeom>
          <a:noFill/>
          <a:ln w="19050">
            <a:solidFill>
              <a:srgbClr val="D7000F"/>
            </a:solidFill>
          </a:ln>
        </p:spPr>
      </p:sp>
      <p:sp>
        <p:nvSpPr>
          <p:cNvPr id="123" name="object_486"/>
          <p:cNvSpPr>
            <a:spLocks noGrp="1"/>
          </p:cNvSpPr>
          <p:nvPr/>
        </p:nvSpPr>
        <p:spPr>
          <a:xfrm>
            <a:off x="742950" y="5286375"/>
            <a:ext cx="1609725" cy="457200"/>
          </a:xfrm>
          <a:prstGeom prst="rect">
            <a:avLst/>
          </a:prstGeom>
          <a:solidFill>
            <a:srgbClr val="F2F2F2"/>
          </a:solidFill>
          <a:ln w="9525">
            <a:noFill/>
          </a:ln>
        </p:spPr>
      </p:sp>
      <p:sp>
        <p:nvSpPr>
          <p:cNvPr id="124" name="text_488_7. 自检与整理"/>
          <p:cNvSpPr>
            <a:spLocks noGrp="1"/>
          </p:cNvSpPr>
          <p:nvPr/>
        </p:nvSpPr>
        <p:spPr>
          <a:xfrm>
            <a:off x="809625" y="5353050"/>
            <a:ext cx="1476375" cy="304800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500" b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500" b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7. 自检与整理</a:t>
            </a:r>
          </a:p>
        </p:txBody>
      </p:sp>
      <p:sp>
        <p:nvSpPr>
          <p:cNvPr id="125" name="text_490_重新理解需求与实现细节"/>
          <p:cNvSpPr>
            <a:spLocks noGrp="1"/>
          </p:cNvSpPr>
          <p:nvPr/>
        </p:nvSpPr>
        <p:spPr>
          <a:xfrm>
            <a:off x="2514600" y="5314950"/>
            <a:ext cx="2809875" cy="419100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350" b="0">
                <a:solidFill>
                  <a:srgbClr val="242424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350" b="0">
                <a:solidFill>
                  <a:srgbClr val="242424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重新理解需求与实现细节</a:t>
            </a:r>
          </a:p>
        </p:txBody>
      </p:sp>
      <p:sp>
        <p:nvSpPr>
          <p:cNvPr id="126" name="text_492_重复读取与理解，增加 Token 和调度开销"/>
          <p:cNvSpPr>
            <a:spLocks noGrp="1"/>
          </p:cNvSpPr>
          <p:nvPr/>
        </p:nvSpPr>
        <p:spPr>
          <a:xfrm>
            <a:off x="752475" y="5972175"/>
            <a:ext cx="4562475" cy="276225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500" b="1">
                <a:solidFill>
                  <a:srgbClr val="D7000F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500" b="1">
                <a:solidFill>
                  <a:srgbClr val="D7000F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重复读取与理解，增加 Token 和调度开销</a:t>
            </a:r>
          </a:p>
        </p:txBody>
      </p:sp>
      <p:sp>
        <p:nvSpPr>
          <p:cNvPr id="127" name="object_493"/>
          <p:cNvSpPr>
            <a:spLocks noGrp="1"/>
          </p:cNvSpPr>
          <p:nvPr/>
        </p:nvSpPr>
        <p:spPr>
          <a:xfrm>
            <a:off x="5905500" y="1552575"/>
            <a:ext cx="3133725" cy="523875"/>
          </a:xfrm>
          <a:prstGeom prst="rect">
            <a:avLst/>
          </a:prstGeom>
          <a:solidFill>
            <a:srgbClr val="F2F2F2"/>
          </a:solidFill>
          <a:ln w="17145">
            <a:solidFill>
              <a:srgbClr val="D7000F"/>
            </a:solidFill>
          </a:ln>
        </p:spPr>
      </p:sp>
      <p:sp>
        <p:nvSpPr>
          <p:cNvPr id="128" name="text_495_输入"/>
          <p:cNvSpPr>
            <a:spLocks noGrp="1"/>
          </p:cNvSpPr>
          <p:nvPr/>
        </p:nvSpPr>
        <p:spPr>
          <a:xfrm>
            <a:off x="5972175" y="1581150"/>
            <a:ext cx="3000375" cy="238125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500" b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500" b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输入</a:t>
            </a:r>
          </a:p>
        </p:txBody>
      </p:sp>
      <p:sp>
        <p:nvSpPr>
          <p:cNvPr id="129" name="text_497_算子需求 / 参考资料 / 平台规则"/>
          <p:cNvSpPr>
            <a:spLocks noGrp="1"/>
          </p:cNvSpPr>
          <p:nvPr/>
        </p:nvSpPr>
        <p:spPr>
          <a:xfrm>
            <a:off x="5981700" y="1838325"/>
            <a:ext cx="2981325" cy="209550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275" b="0">
                <a:solidFill>
                  <a:srgbClr val="242424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275" b="0">
                <a:solidFill>
                  <a:srgbClr val="242424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算子需求 / 参考资料 / 平台规则</a:t>
            </a:r>
          </a:p>
        </p:txBody>
      </p:sp>
      <p:sp>
        <p:nvSpPr>
          <p:cNvPr id="130" name="connector_498"/>
          <p:cNvSpPr>
            <a:spLocks noGrp="1"/>
          </p:cNvSpPr>
          <p:nvPr/>
        </p:nvSpPr>
        <p:spPr>
          <a:xfrm>
            <a:off x="7458075" y="2095500"/>
            <a:ext cx="19050" cy="190500"/>
          </a:xfrm>
          <a:custGeom>
            <a:avLst/>
            <a:gdLst/>
            <a:ahLst/>
            <a:cxnLst/>
            <a:rect l="0" t="0" r="0" b="0"/>
            <a:pathLst>
              <a:path w="19050" h="190500">
                <a:moveTo>
                  <a:pt x="9525" y="9525"/>
                </a:moveTo>
                <a:lnTo>
                  <a:pt x="9525" y="180975"/>
                </a:lnTo>
              </a:path>
            </a:pathLst>
          </a:custGeom>
          <a:noFill/>
          <a:ln w="19050">
            <a:solidFill>
              <a:srgbClr val="D7000F"/>
            </a:solidFill>
          </a:ln>
        </p:spPr>
      </p:sp>
      <p:sp>
        <p:nvSpPr>
          <p:cNvPr id="131" name="connector_499"/>
          <p:cNvSpPr>
            <a:spLocks noGrp="1"/>
          </p:cNvSpPr>
          <p:nvPr/>
        </p:nvSpPr>
        <p:spPr>
          <a:xfrm>
            <a:off x="7426109" y="2208437"/>
            <a:ext cx="82981" cy="77563"/>
          </a:xfrm>
          <a:custGeom>
            <a:avLst/>
            <a:gdLst/>
            <a:ahLst/>
            <a:cxnLst/>
            <a:rect l="0" t="0" r="0" b="0"/>
            <a:pathLst>
              <a:path w="82981" h="77563">
                <a:moveTo>
                  <a:pt x="9525" y="9525"/>
                </a:moveTo>
                <a:lnTo>
                  <a:pt x="41491" y="68038"/>
                </a:lnTo>
                <a:lnTo>
                  <a:pt x="73456" y="9525"/>
                </a:lnTo>
              </a:path>
            </a:pathLst>
          </a:custGeom>
          <a:noFill/>
          <a:ln w="19050">
            <a:solidFill>
              <a:srgbClr val="D7000F"/>
            </a:solidFill>
          </a:ln>
        </p:spPr>
      </p:sp>
      <p:sp>
        <p:nvSpPr>
          <p:cNvPr id="132" name="object_500"/>
          <p:cNvSpPr>
            <a:spLocks noGrp="1"/>
          </p:cNvSpPr>
          <p:nvPr/>
        </p:nvSpPr>
        <p:spPr>
          <a:xfrm>
            <a:off x="5905500" y="2371725"/>
            <a:ext cx="3133725" cy="1000125"/>
          </a:xfrm>
          <a:prstGeom prst="rect">
            <a:avLst/>
          </a:prstGeom>
          <a:solidFill>
            <a:srgbClr val="FFFFFF"/>
          </a:solidFill>
          <a:ln w="19050">
            <a:solidFill>
              <a:srgbClr val="D7000F"/>
            </a:solidFill>
          </a:ln>
        </p:spPr>
      </p:sp>
      <p:sp>
        <p:nvSpPr>
          <p:cNvPr id="133" name="text_502_Design Agent  步骤 1–4"/>
          <p:cNvSpPr>
            <a:spLocks noGrp="1"/>
          </p:cNvSpPr>
          <p:nvPr/>
        </p:nvSpPr>
        <p:spPr>
          <a:xfrm>
            <a:off x="6010275" y="2428875"/>
            <a:ext cx="2924175" cy="285750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650" b="1">
                <a:solidFill>
                  <a:srgbClr val="D7000F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650" b="1">
                <a:solidFill>
                  <a:srgbClr val="D7000F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Design Agent  步骤 1–4</a:t>
            </a:r>
          </a:p>
        </p:txBody>
      </p:sp>
      <p:sp>
        <p:nvSpPr>
          <p:cNvPr id="134" name="text_504_需求理解、语义分析"/>
          <p:cNvSpPr>
            <a:spLocks noGrp="1"/>
          </p:cNvSpPr>
          <p:nvPr/>
        </p:nvSpPr>
        <p:spPr>
          <a:xfrm>
            <a:off x="6029325" y="2781300"/>
            <a:ext cx="2886075" cy="247650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500" b="0">
                <a:solidFill>
                  <a:srgbClr val="242424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500" b="0">
                <a:solidFill>
                  <a:srgbClr val="242424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需求理解、语义分析</a:t>
            </a:r>
          </a:p>
        </p:txBody>
      </p:sp>
      <p:sp>
        <p:nvSpPr>
          <p:cNvPr id="135" name="text_506_Mapping 与 Kernel 设计"/>
          <p:cNvSpPr>
            <a:spLocks noGrp="1"/>
          </p:cNvSpPr>
          <p:nvPr/>
        </p:nvSpPr>
        <p:spPr>
          <a:xfrm>
            <a:off x="6029325" y="3028950"/>
            <a:ext cx="2886075" cy="247650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500" b="0">
                <a:solidFill>
                  <a:srgbClr val="242424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500" b="0">
                <a:solidFill>
                  <a:srgbClr val="242424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Mapping 与 Kernel 设计</a:t>
            </a:r>
          </a:p>
        </p:txBody>
      </p:sp>
      <p:sp>
        <p:nvSpPr>
          <p:cNvPr id="136" name="connector_507"/>
          <p:cNvSpPr>
            <a:spLocks noGrp="1"/>
          </p:cNvSpPr>
          <p:nvPr/>
        </p:nvSpPr>
        <p:spPr>
          <a:xfrm>
            <a:off x="7458075" y="3390900"/>
            <a:ext cx="19050" cy="142875"/>
          </a:xfrm>
          <a:custGeom>
            <a:avLst/>
            <a:gdLst/>
            <a:ahLst/>
            <a:cxnLst/>
            <a:rect l="0" t="0" r="0" b="0"/>
            <a:pathLst>
              <a:path w="19050" h="142875">
                <a:moveTo>
                  <a:pt x="9525" y="9525"/>
                </a:moveTo>
                <a:lnTo>
                  <a:pt x="9525" y="133350"/>
                </a:lnTo>
              </a:path>
            </a:pathLst>
          </a:custGeom>
          <a:noFill/>
          <a:ln w="19050">
            <a:solidFill>
              <a:srgbClr val="D7000F"/>
            </a:solidFill>
          </a:ln>
        </p:spPr>
      </p:sp>
      <p:sp>
        <p:nvSpPr>
          <p:cNvPr id="137" name="connector_508"/>
          <p:cNvSpPr>
            <a:spLocks noGrp="1"/>
          </p:cNvSpPr>
          <p:nvPr/>
        </p:nvSpPr>
        <p:spPr>
          <a:xfrm>
            <a:off x="7426109" y="3456212"/>
            <a:ext cx="82981" cy="77563"/>
          </a:xfrm>
          <a:custGeom>
            <a:avLst/>
            <a:gdLst/>
            <a:ahLst/>
            <a:cxnLst/>
            <a:rect l="0" t="0" r="0" b="0"/>
            <a:pathLst>
              <a:path w="82981" h="77563">
                <a:moveTo>
                  <a:pt x="9525" y="9525"/>
                </a:moveTo>
                <a:lnTo>
                  <a:pt x="41491" y="68038"/>
                </a:lnTo>
                <a:lnTo>
                  <a:pt x="73456" y="9525"/>
                </a:lnTo>
              </a:path>
            </a:pathLst>
          </a:custGeom>
          <a:noFill/>
          <a:ln w="19050">
            <a:solidFill>
              <a:srgbClr val="D7000F"/>
            </a:solidFill>
          </a:ln>
        </p:spPr>
      </p:sp>
      <p:sp>
        <p:nvSpPr>
          <p:cNvPr id="138" name="object_509"/>
          <p:cNvSpPr>
            <a:spLocks noGrp="1"/>
          </p:cNvSpPr>
          <p:nvPr/>
        </p:nvSpPr>
        <p:spPr>
          <a:xfrm>
            <a:off x="5905500" y="3552825"/>
            <a:ext cx="3133725" cy="1000125"/>
          </a:xfrm>
          <a:prstGeom prst="rect">
            <a:avLst/>
          </a:prstGeom>
          <a:solidFill>
            <a:srgbClr val="FFFFFF"/>
          </a:solidFill>
          <a:ln w="19050">
            <a:solidFill>
              <a:srgbClr val="D7000F"/>
            </a:solidFill>
          </a:ln>
        </p:spPr>
      </p:sp>
      <p:sp>
        <p:nvSpPr>
          <p:cNvPr id="139" name="text_511_Build Agent  步骤 5–6"/>
          <p:cNvSpPr>
            <a:spLocks noGrp="1"/>
          </p:cNvSpPr>
          <p:nvPr/>
        </p:nvSpPr>
        <p:spPr>
          <a:xfrm>
            <a:off x="6010275" y="3609975"/>
            <a:ext cx="2924175" cy="285750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650" b="1">
                <a:solidFill>
                  <a:srgbClr val="D7000F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650" b="1">
                <a:solidFill>
                  <a:srgbClr val="D7000F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Build Agent  步骤 5–6</a:t>
            </a:r>
          </a:p>
        </p:txBody>
      </p:sp>
      <p:sp>
        <p:nvSpPr>
          <p:cNvPr id="140" name="text_513_代码生成、测试生成"/>
          <p:cNvSpPr>
            <a:spLocks noGrp="1"/>
          </p:cNvSpPr>
          <p:nvPr/>
        </p:nvSpPr>
        <p:spPr>
          <a:xfrm>
            <a:off x="6029325" y="3962400"/>
            <a:ext cx="2886075" cy="247650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500" b="0">
                <a:solidFill>
                  <a:srgbClr val="242424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500" b="0">
                <a:solidFill>
                  <a:srgbClr val="242424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代码生成、测试生成</a:t>
            </a:r>
          </a:p>
        </p:txBody>
      </p:sp>
      <p:sp>
        <p:nvSpPr>
          <p:cNvPr id="141" name="text_515_完成工程化实现"/>
          <p:cNvSpPr>
            <a:spLocks noGrp="1"/>
          </p:cNvSpPr>
          <p:nvPr/>
        </p:nvSpPr>
        <p:spPr>
          <a:xfrm>
            <a:off x="6029325" y="4210050"/>
            <a:ext cx="2886075" cy="247650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500" b="0">
                <a:solidFill>
                  <a:srgbClr val="242424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500" b="0">
                <a:solidFill>
                  <a:srgbClr val="242424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完成工程化实现</a:t>
            </a:r>
          </a:p>
        </p:txBody>
      </p:sp>
      <p:sp>
        <p:nvSpPr>
          <p:cNvPr id="142" name="connector_516"/>
          <p:cNvSpPr>
            <a:spLocks noGrp="1"/>
          </p:cNvSpPr>
          <p:nvPr/>
        </p:nvSpPr>
        <p:spPr>
          <a:xfrm>
            <a:off x="7458075" y="4572000"/>
            <a:ext cx="19050" cy="142875"/>
          </a:xfrm>
          <a:custGeom>
            <a:avLst/>
            <a:gdLst/>
            <a:ahLst/>
            <a:cxnLst/>
            <a:rect l="0" t="0" r="0" b="0"/>
            <a:pathLst>
              <a:path w="19050" h="142875">
                <a:moveTo>
                  <a:pt x="9525" y="9525"/>
                </a:moveTo>
                <a:lnTo>
                  <a:pt x="9525" y="133350"/>
                </a:lnTo>
              </a:path>
            </a:pathLst>
          </a:custGeom>
          <a:noFill/>
          <a:ln w="19050">
            <a:solidFill>
              <a:srgbClr val="D7000F"/>
            </a:solidFill>
          </a:ln>
        </p:spPr>
      </p:sp>
      <p:sp>
        <p:nvSpPr>
          <p:cNvPr id="143" name="connector_517"/>
          <p:cNvSpPr>
            <a:spLocks noGrp="1"/>
          </p:cNvSpPr>
          <p:nvPr/>
        </p:nvSpPr>
        <p:spPr>
          <a:xfrm>
            <a:off x="7426109" y="4637312"/>
            <a:ext cx="82981" cy="77563"/>
          </a:xfrm>
          <a:custGeom>
            <a:avLst/>
            <a:gdLst/>
            <a:ahLst/>
            <a:cxnLst/>
            <a:rect l="0" t="0" r="0" b="0"/>
            <a:pathLst>
              <a:path w="82981" h="77563">
                <a:moveTo>
                  <a:pt x="9525" y="9525"/>
                </a:moveTo>
                <a:lnTo>
                  <a:pt x="41491" y="68038"/>
                </a:lnTo>
                <a:lnTo>
                  <a:pt x="73456" y="9525"/>
                </a:lnTo>
              </a:path>
            </a:pathLst>
          </a:custGeom>
          <a:noFill/>
          <a:ln w="19050">
            <a:solidFill>
              <a:srgbClr val="D7000F"/>
            </a:solidFill>
          </a:ln>
        </p:spPr>
      </p:sp>
      <p:sp>
        <p:nvSpPr>
          <p:cNvPr id="144" name="object_518"/>
          <p:cNvSpPr>
            <a:spLocks noGrp="1"/>
          </p:cNvSpPr>
          <p:nvPr/>
        </p:nvSpPr>
        <p:spPr>
          <a:xfrm>
            <a:off x="5905500" y="4733925"/>
            <a:ext cx="3133725" cy="1000125"/>
          </a:xfrm>
          <a:prstGeom prst="rect">
            <a:avLst/>
          </a:prstGeom>
          <a:solidFill>
            <a:srgbClr val="FFFFFF"/>
          </a:solidFill>
          <a:ln w="19050">
            <a:solidFill>
              <a:srgbClr val="D7000F"/>
            </a:solidFill>
          </a:ln>
        </p:spPr>
      </p:sp>
      <p:sp>
        <p:nvSpPr>
          <p:cNvPr id="145" name="text_520_Verify Agent  步骤 7"/>
          <p:cNvSpPr>
            <a:spLocks noGrp="1"/>
          </p:cNvSpPr>
          <p:nvPr/>
        </p:nvSpPr>
        <p:spPr>
          <a:xfrm>
            <a:off x="6010275" y="4791075"/>
            <a:ext cx="2924175" cy="285750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650" b="1">
                <a:solidFill>
                  <a:srgbClr val="D7000F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650" b="1">
                <a:solidFill>
                  <a:srgbClr val="D7000F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Verify Agent  步骤 7</a:t>
            </a:r>
          </a:p>
        </p:txBody>
      </p:sp>
      <p:sp>
        <p:nvSpPr>
          <p:cNvPr id="146" name="text_522_自检、结果整理"/>
          <p:cNvSpPr>
            <a:spLocks noGrp="1"/>
          </p:cNvSpPr>
          <p:nvPr/>
        </p:nvSpPr>
        <p:spPr>
          <a:xfrm>
            <a:off x="6029325" y="5143500"/>
            <a:ext cx="2886075" cy="247650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500" b="0">
                <a:solidFill>
                  <a:srgbClr val="242424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500" b="0">
                <a:solidFill>
                  <a:srgbClr val="242424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自检、结果整理</a:t>
            </a:r>
          </a:p>
        </p:txBody>
      </p:sp>
      <p:sp>
        <p:nvSpPr>
          <p:cNvPr id="147" name="text_524_输出中间文件与最终产物"/>
          <p:cNvSpPr>
            <a:spLocks noGrp="1"/>
          </p:cNvSpPr>
          <p:nvPr/>
        </p:nvSpPr>
        <p:spPr>
          <a:xfrm>
            <a:off x="6029325" y="5391150"/>
            <a:ext cx="2886075" cy="247650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500" b="0">
                <a:solidFill>
                  <a:srgbClr val="242424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500" b="0">
                <a:solidFill>
                  <a:srgbClr val="242424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输出中间文件与最终产物</a:t>
            </a:r>
          </a:p>
        </p:txBody>
      </p:sp>
      <p:sp>
        <p:nvSpPr>
          <p:cNvPr id="148" name="text_526_保留原有七步逻辑与全部产物"/>
          <p:cNvSpPr>
            <a:spLocks noGrp="1"/>
          </p:cNvSpPr>
          <p:nvPr/>
        </p:nvSpPr>
        <p:spPr>
          <a:xfrm>
            <a:off x="5886450" y="6029325"/>
            <a:ext cx="3171825" cy="257175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500" b="1">
                <a:solidFill>
                  <a:srgbClr val="D7000F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500" b="1">
                <a:solidFill>
                  <a:srgbClr val="D7000F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保留原有七步逻辑与全部产物</a:t>
            </a:r>
          </a:p>
        </p:txBody>
      </p:sp>
      <p:sp>
        <p:nvSpPr>
          <p:cNvPr id="149" name="text_528_共享上下文"/>
          <p:cNvSpPr>
            <a:spLocks noGrp="1"/>
          </p:cNvSpPr>
          <p:nvPr/>
        </p:nvSpPr>
        <p:spPr>
          <a:xfrm>
            <a:off x="9458325" y="1609725"/>
            <a:ext cx="2095500" cy="304800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650" b="1">
                <a:solidFill>
                  <a:srgbClr val="D7000F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650" b="1">
                <a:solidFill>
                  <a:srgbClr val="D7000F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共享上下文</a:t>
            </a:r>
          </a:p>
        </p:txBody>
      </p:sp>
      <p:sp>
        <p:nvSpPr>
          <p:cNvPr id="150" name="text_530_减少相同资料"/>
          <p:cNvSpPr>
            <a:spLocks noGrp="1"/>
          </p:cNvSpPr>
          <p:nvPr/>
        </p:nvSpPr>
        <p:spPr>
          <a:xfrm>
            <a:off x="9467850" y="2038350"/>
            <a:ext cx="2076450" cy="276225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500" b="0">
                <a:solidFill>
                  <a:srgbClr val="242424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500" b="0">
                <a:solidFill>
                  <a:srgbClr val="242424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减少相同资料</a:t>
            </a:r>
          </a:p>
        </p:txBody>
      </p:sp>
      <p:sp>
        <p:nvSpPr>
          <p:cNvPr id="151" name="text_532_重复加载"/>
          <p:cNvSpPr>
            <a:spLocks noGrp="1"/>
          </p:cNvSpPr>
          <p:nvPr/>
        </p:nvSpPr>
        <p:spPr>
          <a:xfrm>
            <a:off x="9467850" y="2314575"/>
            <a:ext cx="2076450" cy="276225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500" b="0">
                <a:solidFill>
                  <a:srgbClr val="242424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500" b="0">
                <a:solidFill>
                  <a:srgbClr val="242424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重复加载</a:t>
            </a:r>
          </a:p>
        </p:txBody>
      </p:sp>
      <p:sp>
        <p:nvSpPr>
          <p:cNvPr id="152" name="text_534_降低 Token"/>
          <p:cNvSpPr>
            <a:spLocks noGrp="1"/>
          </p:cNvSpPr>
          <p:nvPr/>
        </p:nvSpPr>
        <p:spPr>
          <a:xfrm>
            <a:off x="9458325" y="2790825"/>
            <a:ext cx="2095500" cy="304800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650" b="1">
                <a:solidFill>
                  <a:srgbClr val="D7000F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650" b="1">
                <a:solidFill>
                  <a:srgbClr val="D7000F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降低 Token</a:t>
            </a:r>
          </a:p>
        </p:txBody>
      </p:sp>
      <p:sp>
        <p:nvSpPr>
          <p:cNvPr id="153" name="text_536_减少重复理解"/>
          <p:cNvSpPr>
            <a:spLocks noGrp="1"/>
          </p:cNvSpPr>
          <p:nvPr/>
        </p:nvSpPr>
        <p:spPr>
          <a:xfrm>
            <a:off x="9467850" y="3219450"/>
            <a:ext cx="2076450" cy="276225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500" b="0">
                <a:solidFill>
                  <a:srgbClr val="242424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500" b="0">
                <a:solidFill>
                  <a:srgbClr val="242424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减少重复理解</a:t>
            </a:r>
          </a:p>
        </p:txBody>
      </p:sp>
      <p:sp>
        <p:nvSpPr>
          <p:cNvPr id="154" name="text_538_与资料读取"/>
          <p:cNvSpPr>
            <a:spLocks noGrp="1"/>
          </p:cNvSpPr>
          <p:nvPr/>
        </p:nvSpPr>
        <p:spPr>
          <a:xfrm>
            <a:off x="9467850" y="3495675"/>
            <a:ext cx="2076450" cy="276225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500" b="0">
                <a:solidFill>
                  <a:srgbClr val="242424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500" b="0">
                <a:solidFill>
                  <a:srgbClr val="242424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与资料读取</a:t>
            </a:r>
          </a:p>
        </p:txBody>
      </p:sp>
      <p:sp>
        <p:nvSpPr>
          <p:cNvPr id="155" name="text_540_缩短开发时间"/>
          <p:cNvSpPr>
            <a:spLocks noGrp="1"/>
          </p:cNvSpPr>
          <p:nvPr/>
        </p:nvSpPr>
        <p:spPr>
          <a:xfrm>
            <a:off x="9458325" y="3971925"/>
            <a:ext cx="2095500" cy="304800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650" b="1">
                <a:solidFill>
                  <a:srgbClr val="D7000F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650" b="1">
                <a:solidFill>
                  <a:srgbClr val="D7000F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缩短开发时间</a:t>
            </a:r>
          </a:p>
        </p:txBody>
      </p:sp>
      <p:sp>
        <p:nvSpPr>
          <p:cNvPr id="156" name="text_542_减少子 Agent"/>
          <p:cNvSpPr>
            <a:spLocks noGrp="1"/>
          </p:cNvSpPr>
          <p:nvPr/>
        </p:nvSpPr>
        <p:spPr>
          <a:xfrm>
            <a:off x="9467850" y="4400550"/>
            <a:ext cx="2076450" cy="276225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500" b="0">
                <a:solidFill>
                  <a:srgbClr val="242424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500" b="0">
                <a:solidFill>
                  <a:srgbClr val="242424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减少子 Agent</a:t>
            </a:r>
          </a:p>
        </p:txBody>
      </p:sp>
      <p:sp>
        <p:nvSpPr>
          <p:cNvPr id="157" name="text_544_调度与切换"/>
          <p:cNvSpPr>
            <a:spLocks noGrp="1"/>
          </p:cNvSpPr>
          <p:nvPr/>
        </p:nvSpPr>
        <p:spPr>
          <a:xfrm>
            <a:off x="9467850" y="4676775"/>
            <a:ext cx="2076450" cy="276225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500" b="0">
                <a:solidFill>
                  <a:srgbClr val="242424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500" b="0">
                <a:solidFill>
                  <a:srgbClr val="242424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调度与切换</a:t>
            </a:r>
          </a:p>
        </p:txBody>
      </p:sp>
      <p:sp>
        <p:nvSpPr>
          <p:cNvPr id="158" name="text_546_保持原有流程"/>
          <p:cNvSpPr>
            <a:spLocks noGrp="1"/>
          </p:cNvSpPr>
          <p:nvPr/>
        </p:nvSpPr>
        <p:spPr>
          <a:xfrm>
            <a:off x="9458325" y="5153025"/>
            <a:ext cx="2095500" cy="304800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650" b="1">
                <a:solidFill>
                  <a:srgbClr val="D7000F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650" b="1">
                <a:solidFill>
                  <a:srgbClr val="D7000F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保持原有流程</a:t>
            </a:r>
          </a:p>
        </p:txBody>
      </p:sp>
      <p:sp>
        <p:nvSpPr>
          <p:cNvPr id="159" name="text_548_保留中间文件"/>
          <p:cNvSpPr>
            <a:spLocks noGrp="1"/>
          </p:cNvSpPr>
          <p:nvPr/>
        </p:nvSpPr>
        <p:spPr>
          <a:xfrm>
            <a:off x="9467850" y="5581650"/>
            <a:ext cx="2076450" cy="276225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500" b="0">
                <a:solidFill>
                  <a:srgbClr val="242424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500" b="0">
                <a:solidFill>
                  <a:srgbClr val="242424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保留中间文件</a:t>
            </a:r>
          </a:p>
        </p:txBody>
      </p:sp>
      <p:sp>
        <p:nvSpPr>
          <p:cNvPr id="160" name="text_550_与最终交付物"/>
          <p:cNvSpPr>
            <a:spLocks noGrp="1"/>
          </p:cNvSpPr>
          <p:nvPr/>
        </p:nvSpPr>
        <p:spPr>
          <a:xfrm>
            <a:off x="9467850" y="5857875"/>
            <a:ext cx="2076450" cy="276225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500" b="0">
                <a:solidFill>
                  <a:srgbClr val="242424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500" b="0">
                <a:solidFill>
                  <a:srgbClr val="242424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与最终交付物</a:t>
            </a:r>
          </a:p>
        </p:txBody>
      </p:sp>
      <p:sp>
        <p:nvSpPr>
          <p:cNvPr id="161" name="text_552_合并执行单元并共享上下文，保留原有开发步骤、中间"/>
          <p:cNvSpPr>
            <a:spLocks noGrp="1"/>
          </p:cNvSpPr>
          <p:nvPr/>
        </p:nvSpPr>
        <p:spPr>
          <a:xfrm>
            <a:off x="723900" y="6372225"/>
            <a:ext cx="10829925" cy="371475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800" b="1">
                <a:solidFill>
                  <a:srgbClr val="FF0000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800" b="1">
                <a:solidFill>
                  <a:srgbClr val="FF0000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合并执行单元并共享上下文，保留原有开发步骤、中间文件与交付要求。</a:t>
            </a:r>
          </a:p>
        </p:txBody>
      </p:sp>
      <p:pic>
        <p:nvPicPr>
          <p:cNvPr id="325" name="图片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3900" y="895350"/>
            <a:ext cx="361950" cy="361950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326" name="图片 4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10250" y="895350"/>
            <a:ext cx="361950" cy="361950"/>
          </a:xfrm>
          <a:prstGeom prst="rect">
            <a:avLst/>
          </a:prstGeom>
        </p:spPr>
      </p:pic>
      <p:pic>
        <p:nvPicPr>
          <p:cNvPr id="327" name="图片 2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448800" y="895350"/>
            <a:ext cx="361950" cy="361950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 wrap="none" lIns="0" tIns="0" rIns="0" bIns="0">
            <a:noAutofit/>
          </a:bodyPr>
          <a:lstStyle/>
          <a:p>
            <a:pPr>
              <a:defRPr sz="2600" b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2600" b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优化策略：Profile 驱动的按需优化</a:t>
            </a:r>
          </a:p>
        </p:txBody>
      </p:sp>
      <p:sp>
        <p:nvSpPr>
          <p:cNvPr id="166" name="内容占位符 165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text_555_原版：遍历策略"/>
          <p:cNvSpPr>
            <a:spLocks noGrp="1"/>
          </p:cNvSpPr>
          <p:nvPr/>
        </p:nvSpPr>
        <p:spPr>
          <a:xfrm>
            <a:off x="1181100" y="876300"/>
            <a:ext cx="2419350" cy="400050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950" b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950" b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原版：遍历策略</a:t>
            </a:r>
          </a:p>
        </p:txBody>
      </p:sp>
      <p:sp>
        <p:nvSpPr>
          <p:cNvPr id="4" name="connector_556"/>
          <p:cNvSpPr>
            <a:spLocks noGrp="1"/>
          </p:cNvSpPr>
          <p:nvPr/>
        </p:nvSpPr>
        <p:spPr>
          <a:xfrm>
            <a:off x="714375" y="1323975"/>
            <a:ext cx="2076450" cy="19050"/>
          </a:xfrm>
          <a:custGeom>
            <a:avLst/>
            <a:gdLst/>
            <a:ahLst/>
            <a:cxnLst/>
            <a:rect l="0" t="0" r="0" b="0"/>
            <a:pathLst>
              <a:path w="2076450" h="19050">
                <a:moveTo>
                  <a:pt x="9525" y="9525"/>
                </a:moveTo>
                <a:lnTo>
                  <a:pt x="2066925" y="9525"/>
                </a:lnTo>
              </a:path>
            </a:pathLst>
          </a:custGeom>
          <a:noFill/>
          <a:ln w="16193">
            <a:solidFill>
              <a:srgbClr val="D7000F"/>
            </a:solidFill>
          </a:ln>
        </p:spPr>
      </p:sp>
      <p:sp>
        <p:nvSpPr>
          <p:cNvPr id="5" name="text_559_新版：按需选择"/>
          <p:cNvSpPr>
            <a:spLocks noGrp="1"/>
          </p:cNvSpPr>
          <p:nvPr/>
        </p:nvSpPr>
        <p:spPr>
          <a:xfrm>
            <a:off x="4410075" y="876300"/>
            <a:ext cx="2581275" cy="400050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950" b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950" b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新版：按需选择</a:t>
            </a:r>
          </a:p>
        </p:txBody>
      </p:sp>
      <p:sp>
        <p:nvSpPr>
          <p:cNvPr id="6" name="connector_560"/>
          <p:cNvSpPr>
            <a:spLocks noGrp="1"/>
          </p:cNvSpPr>
          <p:nvPr/>
        </p:nvSpPr>
        <p:spPr>
          <a:xfrm>
            <a:off x="3943350" y="1323975"/>
            <a:ext cx="2076450" cy="19050"/>
          </a:xfrm>
          <a:custGeom>
            <a:avLst/>
            <a:gdLst/>
            <a:ahLst/>
            <a:cxnLst/>
            <a:rect l="0" t="0" r="0" b="0"/>
            <a:pathLst>
              <a:path w="2076450" h="19050">
                <a:moveTo>
                  <a:pt x="9525" y="9525"/>
                </a:moveTo>
                <a:lnTo>
                  <a:pt x="2066925" y="9525"/>
                </a:lnTo>
              </a:path>
            </a:pathLst>
          </a:custGeom>
          <a:noFill/>
          <a:ln w="16193">
            <a:solidFill>
              <a:srgbClr val="D7000F"/>
            </a:solidFill>
          </a:ln>
        </p:spPr>
      </p:sp>
      <p:sp>
        <p:nvSpPr>
          <p:cNvPr id="7" name="text_563_类型判断与决策记录"/>
          <p:cNvSpPr>
            <a:spLocks noGrp="1"/>
          </p:cNvSpPr>
          <p:nvPr/>
        </p:nvSpPr>
        <p:spPr>
          <a:xfrm>
            <a:off x="7829550" y="876300"/>
            <a:ext cx="3733800" cy="400050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950" b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950" b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类型判断与决策记录</a:t>
            </a:r>
          </a:p>
        </p:txBody>
      </p:sp>
      <p:sp>
        <p:nvSpPr>
          <p:cNvPr id="8" name="connector_564"/>
          <p:cNvSpPr>
            <a:spLocks noGrp="1"/>
          </p:cNvSpPr>
          <p:nvPr/>
        </p:nvSpPr>
        <p:spPr>
          <a:xfrm>
            <a:off x="7362825" y="1323975"/>
            <a:ext cx="2076450" cy="19050"/>
          </a:xfrm>
          <a:custGeom>
            <a:avLst/>
            <a:gdLst/>
            <a:ahLst/>
            <a:cxnLst/>
            <a:rect l="0" t="0" r="0" b="0"/>
            <a:pathLst>
              <a:path w="2076450" h="19050">
                <a:moveTo>
                  <a:pt x="9525" y="9525"/>
                </a:moveTo>
                <a:lnTo>
                  <a:pt x="2066925" y="9525"/>
                </a:lnTo>
              </a:path>
            </a:pathLst>
          </a:custGeom>
          <a:noFill/>
          <a:ln w="16193">
            <a:solidFill>
              <a:srgbClr val="D7000F"/>
            </a:solidFill>
          </a:ln>
        </p:spPr>
      </p:sp>
      <p:sp>
        <p:nvSpPr>
          <p:cNvPr id="9" name="connector_565"/>
          <p:cNvSpPr>
            <a:spLocks noGrp="1"/>
          </p:cNvSpPr>
          <p:nvPr/>
        </p:nvSpPr>
        <p:spPr>
          <a:xfrm>
            <a:off x="3705225" y="1000125"/>
            <a:ext cx="19050" cy="95250"/>
          </a:xfrm>
          <a:custGeom>
            <a:avLst/>
            <a:gdLst/>
            <a:ahLst/>
            <a:cxnLst/>
            <a:rect l="0" t="0" r="0" b="0"/>
            <a:pathLst>
              <a:path w="19050" h="95250">
                <a:moveTo>
                  <a:pt x="9525" y="9525"/>
                </a:moveTo>
                <a:lnTo>
                  <a:pt x="9525" y="85725"/>
                </a:lnTo>
              </a:path>
            </a:pathLst>
          </a:custGeom>
          <a:noFill/>
          <a:ln w="19050">
            <a:solidFill>
              <a:srgbClr val="D9D9D9"/>
            </a:solidFill>
          </a:ln>
        </p:spPr>
      </p:sp>
      <p:sp>
        <p:nvSpPr>
          <p:cNvPr id="10" name="connector_566"/>
          <p:cNvSpPr>
            <a:spLocks noGrp="1"/>
          </p:cNvSpPr>
          <p:nvPr/>
        </p:nvSpPr>
        <p:spPr>
          <a:xfrm>
            <a:off x="3705225" y="1123950"/>
            <a:ext cx="19050" cy="95250"/>
          </a:xfrm>
          <a:custGeom>
            <a:avLst/>
            <a:gdLst/>
            <a:ahLst/>
            <a:cxnLst/>
            <a:rect l="0" t="0" r="0" b="0"/>
            <a:pathLst>
              <a:path w="19050" h="95250">
                <a:moveTo>
                  <a:pt x="9525" y="9525"/>
                </a:moveTo>
                <a:lnTo>
                  <a:pt x="9525" y="85725"/>
                </a:lnTo>
              </a:path>
            </a:pathLst>
          </a:custGeom>
          <a:noFill/>
          <a:ln w="19050">
            <a:solidFill>
              <a:srgbClr val="D9D9D9"/>
            </a:solidFill>
          </a:ln>
        </p:spPr>
      </p:sp>
      <p:sp>
        <p:nvSpPr>
          <p:cNvPr id="11" name="connector_567"/>
          <p:cNvSpPr>
            <a:spLocks noGrp="1"/>
          </p:cNvSpPr>
          <p:nvPr/>
        </p:nvSpPr>
        <p:spPr>
          <a:xfrm>
            <a:off x="3705225" y="1247775"/>
            <a:ext cx="19050" cy="95250"/>
          </a:xfrm>
          <a:custGeom>
            <a:avLst/>
            <a:gdLst/>
            <a:ahLst/>
            <a:cxnLst/>
            <a:rect l="0" t="0" r="0" b="0"/>
            <a:pathLst>
              <a:path w="19050" h="95250">
                <a:moveTo>
                  <a:pt x="9525" y="9525"/>
                </a:moveTo>
                <a:lnTo>
                  <a:pt x="9525" y="85725"/>
                </a:lnTo>
              </a:path>
            </a:pathLst>
          </a:custGeom>
          <a:noFill/>
          <a:ln w="19050">
            <a:solidFill>
              <a:srgbClr val="D9D9D9"/>
            </a:solidFill>
          </a:ln>
        </p:spPr>
      </p:sp>
      <p:sp>
        <p:nvSpPr>
          <p:cNvPr id="12" name="connector_568"/>
          <p:cNvSpPr>
            <a:spLocks noGrp="1"/>
          </p:cNvSpPr>
          <p:nvPr/>
        </p:nvSpPr>
        <p:spPr>
          <a:xfrm>
            <a:off x="3705225" y="1371600"/>
            <a:ext cx="19050" cy="95250"/>
          </a:xfrm>
          <a:custGeom>
            <a:avLst/>
            <a:gdLst/>
            <a:ahLst/>
            <a:cxnLst/>
            <a:rect l="0" t="0" r="0" b="0"/>
            <a:pathLst>
              <a:path w="19050" h="95250">
                <a:moveTo>
                  <a:pt x="9525" y="9525"/>
                </a:moveTo>
                <a:lnTo>
                  <a:pt x="9525" y="85725"/>
                </a:lnTo>
              </a:path>
            </a:pathLst>
          </a:custGeom>
          <a:noFill/>
          <a:ln w="19050">
            <a:solidFill>
              <a:srgbClr val="D9D9D9"/>
            </a:solidFill>
          </a:ln>
        </p:spPr>
      </p:sp>
      <p:sp>
        <p:nvSpPr>
          <p:cNvPr id="13" name="connector_569"/>
          <p:cNvSpPr>
            <a:spLocks noGrp="1"/>
          </p:cNvSpPr>
          <p:nvPr/>
        </p:nvSpPr>
        <p:spPr>
          <a:xfrm>
            <a:off x="3705225" y="1495425"/>
            <a:ext cx="19050" cy="95250"/>
          </a:xfrm>
          <a:custGeom>
            <a:avLst/>
            <a:gdLst/>
            <a:ahLst/>
            <a:cxnLst/>
            <a:rect l="0" t="0" r="0" b="0"/>
            <a:pathLst>
              <a:path w="19050" h="95250">
                <a:moveTo>
                  <a:pt x="9525" y="9525"/>
                </a:moveTo>
                <a:lnTo>
                  <a:pt x="9525" y="85725"/>
                </a:lnTo>
              </a:path>
            </a:pathLst>
          </a:custGeom>
          <a:noFill/>
          <a:ln w="19050">
            <a:solidFill>
              <a:srgbClr val="D9D9D9"/>
            </a:solidFill>
          </a:ln>
        </p:spPr>
      </p:sp>
      <p:sp>
        <p:nvSpPr>
          <p:cNvPr id="14" name="connector_570"/>
          <p:cNvSpPr>
            <a:spLocks noGrp="1"/>
          </p:cNvSpPr>
          <p:nvPr/>
        </p:nvSpPr>
        <p:spPr>
          <a:xfrm>
            <a:off x="3705225" y="1619250"/>
            <a:ext cx="19050" cy="95250"/>
          </a:xfrm>
          <a:custGeom>
            <a:avLst/>
            <a:gdLst/>
            <a:ahLst/>
            <a:cxnLst/>
            <a:rect l="0" t="0" r="0" b="0"/>
            <a:pathLst>
              <a:path w="19050" h="95250">
                <a:moveTo>
                  <a:pt x="9525" y="9525"/>
                </a:moveTo>
                <a:lnTo>
                  <a:pt x="9525" y="85725"/>
                </a:lnTo>
              </a:path>
            </a:pathLst>
          </a:custGeom>
          <a:noFill/>
          <a:ln w="19050">
            <a:solidFill>
              <a:srgbClr val="D9D9D9"/>
            </a:solidFill>
          </a:ln>
        </p:spPr>
      </p:sp>
      <p:sp>
        <p:nvSpPr>
          <p:cNvPr id="15" name="connector_571"/>
          <p:cNvSpPr>
            <a:spLocks noGrp="1"/>
          </p:cNvSpPr>
          <p:nvPr/>
        </p:nvSpPr>
        <p:spPr>
          <a:xfrm>
            <a:off x="3705225" y="1743075"/>
            <a:ext cx="19050" cy="95250"/>
          </a:xfrm>
          <a:custGeom>
            <a:avLst/>
            <a:gdLst/>
            <a:ahLst/>
            <a:cxnLst/>
            <a:rect l="0" t="0" r="0" b="0"/>
            <a:pathLst>
              <a:path w="19050" h="95250">
                <a:moveTo>
                  <a:pt x="9525" y="9525"/>
                </a:moveTo>
                <a:lnTo>
                  <a:pt x="9525" y="85725"/>
                </a:lnTo>
              </a:path>
            </a:pathLst>
          </a:custGeom>
          <a:noFill/>
          <a:ln w="19050">
            <a:solidFill>
              <a:srgbClr val="D9D9D9"/>
            </a:solidFill>
          </a:ln>
        </p:spPr>
      </p:sp>
      <p:sp>
        <p:nvSpPr>
          <p:cNvPr id="16" name="connector_572"/>
          <p:cNvSpPr>
            <a:spLocks noGrp="1"/>
          </p:cNvSpPr>
          <p:nvPr/>
        </p:nvSpPr>
        <p:spPr>
          <a:xfrm>
            <a:off x="3705225" y="1866900"/>
            <a:ext cx="19050" cy="95250"/>
          </a:xfrm>
          <a:custGeom>
            <a:avLst/>
            <a:gdLst/>
            <a:ahLst/>
            <a:cxnLst/>
            <a:rect l="0" t="0" r="0" b="0"/>
            <a:pathLst>
              <a:path w="19050" h="95250">
                <a:moveTo>
                  <a:pt x="9525" y="9525"/>
                </a:moveTo>
                <a:lnTo>
                  <a:pt x="9525" y="85725"/>
                </a:lnTo>
              </a:path>
            </a:pathLst>
          </a:custGeom>
          <a:noFill/>
          <a:ln w="19050">
            <a:solidFill>
              <a:srgbClr val="D9D9D9"/>
            </a:solidFill>
          </a:ln>
        </p:spPr>
      </p:sp>
      <p:sp>
        <p:nvSpPr>
          <p:cNvPr id="17" name="connector_573"/>
          <p:cNvSpPr>
            <a:spLocks noGrp="1"/>
          </p:cNvSpPr>
          <p:nvPr/>
        </p:nvSpPr>
        <p:spPr>
          <a:xfrm>
            <a:off x="3705225" y="1990725"/>
            <a:ext cx="19050" cy="95250"/>
          </a:xfrm>
          <a:custGeom>
            <a:avLst/>
            <a:gdLst/>
            <a:ahLst/>
            <a:cxnLst/>
            <a:rect l="0" t="0" r="0" b="0"/>
            <a:pathLst>
              <a:path w="19050" h="95250">
                <a:moveTo>
                  <a:pt x="9525" y="9525"/>
                </a:moveTo>
                <a:lnTo>
                  <a:pt x="9525" y="85725"/>
                </a:lnTo>
              </a:path>
            </a:pathLst>
          </a:custGeom>
          <a:noFill/>
          <a:ln w="19050">
            <a:solidFill>
              <a:srgbClr val="D9D9D9"/>
            </a:solidFill>
          </a:ln>
        </p:spPr>
      </p:sp>
      <p:sp>
        <p:nvSpPr>
          <p:cNvPr id="18" name="connector_574"/>
          <p:cNvSpPr>
            <a:spLocks noGrp="1"/>
          </p:cNvSpPr>
          <p:nvPr/>
        </p:nvSpPr>
        <p:spPr>
          <a:xfrm>
            <a:off x="3705225" y="2114550"/>
            <a:ext cx="19050" cy="95250"/>
          </a:xfrm>
          <a:custGeom>
            <a:avLst/>
            <a:gdLst/>
            <a:ahLst/>
            <a:cxnLst/>
            <a:rect l="0" t="0" r="0" b="0"/>
            <a:pathLst>
              <a:path w="19050" h="95250">
                <a:moveTo>
                  <a:pt x="9525" y="9525"/>
                </a:moveTo>
                <a:lnTo>
                  <a:pt x="9525" y="85725"/>
                </a:lnTo>
              </a:path>
            </a:pathLst>
          </a:custGeom>
          <a:noFill/>
          <a:ln w="19050">
            <a:solidFill>
              <a:srgbClr val="D9D9D9"/>
            </a:solidFill>
          </a:ln>
        </p:spPr>
      </p:sp>
      <p:sp>
        <p:nvSpPr>
          <p:cNvPr id="19" name="connector_575"/>
          <p:cNvSpPr>
            <a:spLocks noGrp="1"/>
          </p:cNvSpPr>
          <p:nvPr/>
        </p:nvSpPr>
        <p:spPr>
          <a:xfrm>
            <a:off x="3705225" y="2238375"/>
            <a:ext cx="19050" cy="95250"/>
          </a:xfrm>
          <a:custGeom>
            <a:avLst/>
            <a:gdLst/>
            <a:ahLst/>
            <a:cxnLst/>
            <a:rect l="0" t="0" r="0" b="0"/>
            <a:pathLst>
              <a:path w="19050" h="95250">
                <a:moveTo>
                  <a:pt x="9525" y="9525"/>
                </a:moveTo>
                <a:lnTo>
                  <a:pt x="9525" y="85725"/>
                </a:lnTo>
              </a:path>
            </a:pathLst>
          </a:custGeom>
          <a:noFill/>
          <a:ln w="19050">
            <a:solidFill>
              <a:srgbClr val="D9D9D9"/>
            </a:solidFill>
          </a:ln>
        </p:spPr>
      </p:sp>
      <p:sp>
        <p:nvSpPr>
          <p:cNvPr id="20" name="connector_576"/>
          <p:cNvSpPr>
            <a:spLocks noGrp="1"/>
          </p:cNvSpPr>
          <p:nvPr/>
        </p:nvSpPr>
        <p:spPr>
          <a:xfrm>
            <a:off x="3705225" y="2362200"/>
            <a:ext cx="19050" cy="95250"/>
          </a:xfrm>
          <a:custGeom>
            <a:avLst/>
            <a:gdLst/>
            <a:ahLst/>
            <a:cxnLst/>
            <a:rect l="0" t="0" r="0" b="0"/>
            <a:pathLst>
              <a:path w="19050" h="95250">
                <a:moveTo>
                  <a:pt x="9525" y="9525"/>
                </a:moveTo>
                <a:lnTo>
                  <a:pt x="9525" y="85725"/>
                </a:lnTo>
              </a:path>
            </a:pathLst>
          </a:custGeom>
          <a:noFill/>
          <a:ln w="19050">
            <a:solidFill>
              <a:srgbClr val="D9D9D9"/>
            </a:solidFill>
          </a:ln>
        </p:spPr>
      </p:sp>
      <p:sp>
        <p:nvSpPr>
          <p:cNvPr id="21" name="connector_577"/>
          <p:cNvSpPr>
            <a:spLocks noGrp="1"/>
          </p:cNvSpPr>
          <p:nvPr/>
        </p:nvSpPr>
        <p:spPr>
          <a:xfrm>
            <a:off x="3705225" y="2486025"/>
            <a:ext cx="19050" cy="95250"/>
          </a:xfrm>
          <a:custGeom>
            <a:avLst/>
            <a:gdLst/>
            <a:ahLst/>
            <a:cxnLst/>
            <a:rect l="0" t="0" r="0" b="0"/>
            <a:pathLst>
              <a:path w="19050" h="95250">
                <a:moveTo>
                  <a:pt x="9525" y="9525"/>
                </a:moveTo>
                <a:lnTo>
                  <a:pt x="9525" y="85725"/>
                </a:lnTo>
              </a:path>
            </a:pathLst>
          </a:custGeom>
          <a:noFill/>
          <a:ln w="19050">
            <a:solidFill>
              <a:srgbClr val="D9D9D9"/>
            </a:solidFill>
          </a:ln>
        </p:spPr>
      </p:sp>
      <p:sp>
        <p:nvSpPr>
          <p:cNvPr id="22" name="connector_578"/>
          <p:cNvSpPr>
            <a:spLocks noGrp="1"/>
          </p:cNvSpPr>
          <p:nvPr/>
        </p:nvSpPr>
        <p:spPr>
          <a:xfrm>
            <a:off x="3705225" y="2609850"/>
            <a:ext cx="19050" cy="95250"/>
          </a:xfrm>
          <a:custGeom>
            <a:avLst/>
            <a:gdLst/>
            <a:ahLst/>
            <a:cxnLst/>
            <a:rect l="0" t="0" r="0" b="0"/>
            <a:pathLst>
              <a:path w="19050" h="95250">
                <a:moveTo>
                  <a:pt x="9525" y="9525"/>
                </a:moveTo>
                <a:lnTo>
                  <a:pt x="9525" y="85725"/>
                </a:lnTo>
              </a:path>
            </a:pathLst>
          </a:custGeom>
          <a:noFill/>
          <a:ln w="19050">
            <a:solidFill>
              <a:srgbClr val="D9D9D9"/>
            </a:solidFill>
          </a:ln>
        </p:spPr>
      </p:sp>
      <p:sp>
        <p:nvSpPr>
          <p:cNvPr id="23" name="connector_579"/>
          <p:cNvSpPr>
            <a:spLocks noGrp="1"/>
          </p:cNvSpPr>
          <p:nvPr/>
        </p:nvSpPr>
        <p:spPr>
          <a:xfrm>
            <a:off x="3705225" y="2733675"/>
            <a:ext cx="19050" cy="95250"/>
          </a:xfrm>
          <a:custGeom>
            <a:avLst/>
            <a:gdLst/>
            <a:ahLst/>
            <a:cxnLst/>
            <a:rect l="0" t="0" r="0" b="0"/>
            <a:pathLst>
              <a:path w="19050" h="95250">
                <a:moveTo>
                  <a:pt x="9525" y="9525"/>
                </a:moveTo>
                <a:lnTo>
                  <a:pt x="9525" y="85725"/>
                </a:lnTo>
              </a:path>
            </a:pathLst>
          </a:custGeom>
          <a:noFill/>
          <a:ln w="19050">
            <a:solidFill>
              <a:srgbClr val="D9D9D9"/>
            </a:solidFill>
          </a:ln>
        </p:spPr>
      </p:sp>
      <p:sp>
        <p:nvSpPr>
          <p:cNvPr id="24" name="connector_580"/>
          <p:cNvSpPr>
            <a:spLocks noGrp="1"/>
          </p:cNvSpPr>
          <p:nvPr/>
        </p:nvSpPr>
        <p:spPr>
          <a:xfrm>
            <a:off x="3705225" y="2857500"/>
            <a:ext cx="19050" cy="95250"/>
          </a:xfrm>
          <a:custGeom>
            <a:avLst/>
            <a:gdLst/>
            <a:ahLst/>
            <a:cxnLst/>
            <a:rect l="0" t="0" r="0" b="0"/>
            <a:pathLst>
              <a:path w="19050" h="95250">
                <a:moveTo>
                  <a:pt x="9525" y="9525"/>
                </a:moveTo>
                <a:lnTo>
                  <a:pt x="9525" y="85725"/>
                </a:lnTo>
              </a:path>
            </a:pathLst>
          </a:custGeom>
          <a:noFill/>
          <a:ln w="19050">
            <a:solidFill>
              <a:srgbClr val="D9D9D9"/>
            </a:solidFill>
          </a:ln>
        </p:spPr>
      </p:sp>
      <p:sp>
        <p:nvSpPr>
          <p:cNvPr id="25" name="connector_581"/>
          <p:cNvSpPr>
            <a:spLocks noGrp="1"/>
          </p:cNvSpPr>
          <p:nvPr/>
        </p:nvSpPr>
        <p:spPr>
          <a:xfrm>
            <a:off x="3705225" y="2981325"/>
            <a:ext cx="19050" cy="95250"/>
          </a:xfrm>
          <a:custGeom>
            <a:avLst/>
            <a:gdLst/>
            <a:ahLst/>
            <a:cxnLst/>
            <a:rect l="0" t="0" r="0" b="0"/>
            <a:pathLst>
              <a:path w="19050" h="95250">
                <a:moveTo>
                  <a:pt x="9525" y="9525"/>
                </a:moveTo>
                <a:lnTo>
                  <a:pt x="9525" y="85725"/>
                </a:lnTo>
              </a:path>
            </a:pathLst>
          </a:custGeom>
          <a:noFill/>
          <a:ln w="19050">
            <a:solidFill>
              <a:srgbClr val="D9D9D9"/>
            </a:solidFill>
          </a:ln>
        </p:spPr>
      </p:sp>
      <p:sp>
        <p:nvSpPr>
          <p:cNvPr id="26" name="connector_582"/>
          <p:cNvSpPr>
            <a:spLocks noGrp="1"/>
          </p:cNvSpPr>
          <p:nvPr/>
        </p:nvSpPr>
        <p:spPr>
          <a:xfrm>
            <a:off x="3705225" y="3105150"/>
            <a:ext cx="19050" cy="95250"/>
          </a:xfrm>
          <a:custGeom>
            <a:avLst/>
            <a:gdLst/>
            <a:ahLst/>
            <a:cxnLst/>
            <a:rect l="0" t="0" r="0" b="0"/>
            <a:pathLst>
              <a:path w="19050" h="95250">
                <a:moveTo>
                  <a:pt x="9525" y="9525"/>
                </a:moveTo>
                <a:lnTo>
                  <a:pt x="9525" y="85725"/>
                </a:lnTo>
              </a:path>
            </a:pathLst>
          </a:custGeom>
          <a:noFill/>
          <a:ln w="19050">
            <a:solidFill>
              <a:srgbClr val="D9D9D9"/>
            </a:solidFill>
          </a:ln>
        </p:spPr>
      </p:sp>
      <p:sp>
        <p:nvSpPr>
          <p:cNvPr id="27" name="connector_583"/>
          <p:cNvSpPr>
            <a:spLocks noGrp="1"/>
          </p:cNvSpPr>
          <p:nvPr/>
        </p:nvSpPr>
        <p:spPr>
          <a:xfrm>
            <a:off x="3705225" y="3228975"/>
            <a:ext cx="19050" cy="95250"/>
          </a:xfrm>
          <a:custGeom>
            <a:avLst/>
            <a:gdLst/>
            <a:ahLst/>
            <a:cxnLst/>
            <a:rect l="0" t="0" r="0" b="0"/>
            <a:pathLst>
              <a:path w="19050" h="95250">
                <a:moveTo>
                  <a:pt x="9525" y="9525"/>
                </a:moveTo>
                <a:lnTo>
                  <a:pt x="9525" y="85725"/>
                </a:lnTo>
              </a:path>
            </a:pathLst>
          </a:custGeom>
          <a:noFill/>
          <a:ln w="19050">
            <a:solidFill>
              <a:srgbClr val="D9D9D9"/>
            </a:solidFill>
          </a:ln>
        </p:spPr>
      </p:sp>
      <p:sp>
        <p:nvSpPr>
          <p:cNvPr id="28" name="connector_584"/>
          <p:cNvSpPr>
            <a:spLocks noGrp="1"/>
          </p:cNvSpPr>
          <p:nvPr/>
        </p:nvSpPr>
        <p:spPr>
          <a:xfrm>
            <a:off x="3705225" y="3352800"/>
            <a:ext cx="19050" cy="95250"/>
          </a:xfrm>
          <a:custGeom>
            <a:avLst/>
            <a:gdLst/>
            <a:ahLst/>
            <a:cxnLst/>
            <a:rect l="0" t="0" r="0" b="0"/>
            <a:pathLst>
              <a:path w="19050" h="95250">
                <a:moveTo>
                  <a:pt x="9525" y="9525"/>
                </a:moveTo>
                <a:lnTo>
                  <a:pt x="9525" y="85725"/>
                </a:lnTo>
              </a:path>
            </a:pathLst>
          </a:custGeom>
          <a:noFill/>
          <a:ln w="19050">
            <a:solidFill>
              <a:srgbClr val="D9D9D9"/>
            </a:solidFill>
          </a:ln>
        </p:spPr>
      </p:sp>
      <p:sp>
        <p:nvSpPr>
          <p:cNvPr id="29" name="connector_585"/>
          <p:cNvSpPr>
            <a:spLocks noGrp="1"/>
          </p:cNvSpPr>
          <p:nvPr/>
        </p:nvSpPr>
        <p:spPr>
          <a:xfrm>
            <a:off x="3705225" y="3476625"/>
            <a:ext cx="19050" cy="95250"/>
          </a:xfrm>
          <a:custGeom>
            <a:avLst/>
            <a:gdLst/>
            <a:ahLst/>
            <a:cxnLst/>
            <a:rect l="0" t="0" r="0" b="0"/>
            <a:pathLst>
              <a:path w="19050" h="95250">
                <a:moveTo>
                  <a:pt x="9525" y="9525"/>
                </a:moveTo>
                <a:lnTo>
                  <a:pt x="9525" y="85725"/>
                </a:lnTo>
              </a:path>
            </a:pathLst>
          </a:custGeom>
          <a:noFill/>
          <a:ln w="19050">
            <a:solidFill>
              <a:srgbClr val="D9D9D9"/>
            </a:solidFill>
          </a:ln>
        </p:spPr>
      </p:sp>
      <p:sp>
        <p:nvSpPr>
          <p:cNvPr id="30" name="connector_586"/>
          <p:cNvSpPr>
            <a:spLocks noGrp="1"/>
          </p:cNvSpPr>
          <p:nvPr/>
        </p:nvSpPr>
        <p:spPr>
          <a:xfrm>
            <a:off x="3705225" y="3600450"/>
            <a:ext cx="19050" cy="95250"/>
          </a:xfrm>
          <a:custGeom>
            <a:avLst/>
            <a:gdLst/>
            <a:ahLst/>
            <a:cxnLst/>
            <a:rect l="0" t="0" r="0" b="0"/>
            <a:pathLst>
              <a:path w="19050" h="95250">
                <a:moveTo>
                  <a:pt x="9525" y="9525"/>
                </a:moveTo>
                <a:lnTo>
                  <a:pt x="9525" y="85725"/>
                </a:lnTo>
              </a:path>
            </a:pathLst>
          </a:custGeom>
          <a:noFill/>
          <a:ln w="19050">
            <a:solidFill>
              <a:srgbClr val="D9D9D9"/>
            </a:solidFill>
          </a:ln>
        </p:spPr>
      </p:sp>
      <p:sp>
        <p:nvSpPr>
          <p:cNvPr id="31" name="connector_587"/>
          <p:cNvSpPr>
            <a:spLocks noGrp="1"/>
          </p:cNvSpPr>
          <p:nvPr/>
        </p:nvSpPr>
        <p:spPr>
          <a:xfrm>
            <a:off x="3705225" y="3724275"/>
            <a:ext cx="19050" cy="95250"/>
          </a:xfrm>
          <a:custGeom>
            <a:avLst/>
            <a:gdLst/>
            <a:ahLst/>
            <a:cxnLst/>
            <a:rect l="0" t="0" r="0" b="0"/>
            <a:pathLst>
              <a:path w="19050" h="95250">
                <a:moveTo>
                  <a:pt x="9525" y="9525"/>
                </a:moveTo>
                <a:lnTo>
                  <a:pt x="9525" y="85725"/>
                </a:lnTo>
              </a:path>
            </a:pathLst>
          </a:custGeom>
          <a:noFill/>
          <a:ln w="19050">
            <a:solidFill>
              <a:srgbClr val="D9D9D9"/>
            </a:solidFill>
          </a:ln>
        </p:spPr>
      </p:sp>
      <p:sp>
        <p:nvSpPr>
          <p:cNvPr id="32" name="connector_588"/>
          <p:cNvSpPr>
            <a:spLocks noGrp="1"/>
          </p:cNvSpPr>
          <p:nvPr/>
        </p:nvSpPr>
        <p:spPr>
          <a:xfrm>
            <a:off x="3705225" y="3848100"/>
            <a:ext cx="19050" cy="95250"/>
          </a:xfrm>
          <a:custGeom>
            <a:avLst/>
            <a:gdLst/>
            <a:ahLst/>
            <a:cxnLst/>
            <a:rect l="0" t="0" r="0" b="0"/>
            <a:pathLst>
              <a:path w="19050" h="95250">
                <a:moveTo>
                  <a:pt x="9525" y="9525"/>
                </a:moveTo>
                <a:lnTo>
                  <a:pt x="9525" y="85725"/>
                </a:lnTo>
              </a:path>
            </a:pathLst>
          </a:custGeom>
          <a:noFill/>
          <a:ln w="19050">
            <a:solidFill>
              <a:srgbClr val="D9D9D9"/>
            </a:solidFill>
          </a:ln>
        </p:spPr>
      </p:sp>
      <p:sp>
        <p:nvSpPr>
          <p:cNvPr id="33" name="connector_589"/>
          <p:cNvSpPr>
            <a:spLocks noGrp="1"/>
          </p:cNvSpPr>
          <p:nvPr/>
        </p:nvSpPr>
        <p:spPr>
          <a:xfrm>
            <a:off x="3705225" y="3971925"/>
            <a:ext cx="19050" cy="95250"/>
          </a:xfrm>
          <a:custGeom>
            <a:avLst/>
            <a:gdLst/>
            <a:ahLst/>
            <a:cxnLst/>
            <a:rect l="0" t="0" r="0" b="0"/>
            <a:pathLst>
              <a:path w="19050" h="95250">
                <a:moveTo>
                  <a:pt x="9525" y="9525"/>
                </a:moveTo>
                <a:lnTo>
                  <a:pt x="9525" y="85725"/>
                </a:lnTo>
              </a:path>
            </a:pathLst>
          </a:custGeom>
          <a:noFill/>
          <a:ln w="19050">
            <a:solidFill>
              <a:srgbClr val="D9D9D9"/>
            </a:solidFill>
          </a:ln>
        </p:spPr>
      </p:sp>
      <p:sp>
        <p:nvSpPr>
          <p:cNvPr id="34" name="connector_590"/>
          <p:cNvSpPr>
            <a:spLocks noGrp="1"/>
          </p:cNvSpPr>
          <p:nvPr/>
        </p:nvSpPr>
        <p:spPr>
          <a:xfrm>
            <a:off x="3705225" y="4095750"/>
            <a:ext cx="19050" cy="95250"/>
          </a:xfrm>
          <a:custGeom>
            <a:avLst/>
            <a:gdLst/>
            <a:ahLst/>
            <a:cxnLst/>
            <a:rect l="0" t="0" r="0" b="0"/>
            <a:pathLst>
              <a:path w="19050" h="95250">
                <a:moveTo>
                  <a:pt x="9525" y="9525"/>
                </a:moveTo>
                <a:lnTo>
                  <a:pt x="9525" y="85725"/>
                </a:lnTo>
              </a:path>
            </a:pathLst>
          </a:custGeom>
          <a:noFill/>
          <a:ln w="19050">
            <a:solidFill>
              <a:srgbClr val="D9D9D9"/>
            </a:solidFill>
          </a:ln>
        </p:spPr>
      </p:sp>
      <p:sp>
        <p:nvSpPr>
          <p:cNvPr id="35" name="connector_591"/>
          <p:cNvSpPr>
            <a:spLocks noGrp="1"/>
          </p:cNvSpPr>
          <p:nvPr/>
        </p:nvSpPr>
        <p:spPr>
          <a:xfrm>
            <a:off x="3705225" y="4219575"/>
            <a:ext cx="19050" cy="95250"/>
          </a:xfrm>
          <a:custGeom>
            <a:avLst/>
            <a:gdLst/>
            <a:ahLst/>
            <a:cxnLst/>
            <a:rect l="0" t="0" r="0" b="0"/>
            <a:pathLst>
              <a:path w="19050" h="95250">
                <a:moveTo>
                  <a:pt x="9525" y="9525"/>
                </a:moveTo>
                <a:lnTo>
                  <a:pt x="9525" y="85725"/>
                </a:lnTo>
              </a:path>
            </a:pathLst>
          </a:custGeom>
          <a:noFill/>
          <a:ln w="19050">
            <a:solidFill>
              <a:srgbClr val="D9D9D9"/>
            </a:solidFill>
          </a:ln>
        </p:spPr>
      </p:sp>
      <p:sp>
        <p:nvSpPr>
          <p:cNvPr id="36" name="connector_592"/>
          <p:cNvSpPr>
            <a:spLocks noGrp="1"/>
          </p:cNvSpPr>
          <p:nvPr/>
        </p:nvSpPr>
        <p:spPr>
          <a:xfrm>
            <a:off x="3705225" y="4343400"/>
            <a:ext cx="19050" cy="95250"/>
          </a:xfrm>
          <a:custGeom>
            <a:avLst/>
            <a:gdLst/>
            <a:ahLst/>
            <a:cxnLst/>
            <a:rect l="0" t="0" r="0" b="0"/>
            <a:pathLst>
              <a:path w="19050" h="95250">
                <a:moveTo>
                  <a:pt x="9525" y="9525"/>
                </a:moveTo>
                <a:lnTo>
                  <a:pt x="9525" y="85725"/>
                </a:lnTo>
              </a:path>
            </a:pathLst>
          </a:custGeom>
          <a:noFill/>
          <a:ln w="19050">
            <a:solidFill>
              <a:srgbClr val="D9D9D9"/>
            </a:solidFill>
          </a:ln>
        </p:spPr>
      </p:sp>
      <p:sp>
        <p:nvSpPr>
          <p:cNvPr id="37" name="connector_593"/>
          <p:cNvSpPr>
            <a:spLocks noGrp="1"/>
          </p:cNvSpPr>
          <p:nvPr/>
        </p:nvSpPr>
        <p:spPr>
          <a:xfrm>
            <a:off x="3705225" y="4467225"/>
            <a:ext cx="19050" cy="95250"/>
          </a:xfrm>
          <a:custGeom>
            <a:avLst/>
            <a:gdLst/>
            <a:ahLst/>
            <a:cxnLst/>
            <a:rect l="0" t="0" r="0" b="0"/>
            <a:pathLst>
              <a:path w="19050" h="95250">
                <a:moveTo>
                  <a:pt x="9525" y="9525"/>
                </a:moveTo>
                <a:lnTo>
                  <a:pt x="9525" y="85725"/>
                </a:lnTo>
              </a:path>
            </a:pathLst>
          </a:custGeom>
          <a:noFill/>
          <a:ln w="19050">
            <a:solidFill>
              <a:srgbClr val="D9D9D9"/>
            </a:solidFill>
          </a:ln>
        </p:spPr>
      </p:sp>
      <p:sp>
        <p:nvSpPr>
          <p:cNvPr id="38" name="connector_594"/>
          <p:cNvSpPr>
            <a:spLocks noGrp="1"/>
          </p:cNvSpPr>
          <p:nvPr/>
        </p:nvSpPr>
        <p:spPr>
          <a:xfrm>
            <a:off x="3705225" y="4591050"/>
            <a:ext cx="19050" cy="95250"/>
          </a:xfrm>
          <a:custGeom>
            <a:avLst/>
            <a:gdLst/>
            <a:ahLst/>
            <a:cxnLst/>
            <a:rect l="0" t="0" r="0" b="0"/>
            <a:pathLst>
              <a:path w="19050" h="95250">
                <a:moveTo>
                  <a:pt x="9525" y="9525"/>
                </a:moveTo>
                <a:lnTo>
                  <a:pt x="9525" y="85725"/>
                </a:lnTo>
              </a:path>
            </a:pathLst>
          </a:custGeom>
          <a:noFill/>
          <a:ln w="19050">
            <a:solidFill>
              <a:srgbClr val="D9D9D9"/>
            </a:solidFill>
          </a:ln>
        </p:spPr>
      </p:sp>
      <p:sp>
        <p:nvSpPr>
          <p:cNvPr id="39" name="connector_595"/>
          <p:cNvSpPr>
            <a:spLocks noGrp="1"/>
          </p:cNvSpPr>
          <p:nvPr/>
        </p:nvSpPr>
        <p:spPr>
          <a:xfrm>
            <a:off x="3705225" y="4714875"/>
            <a:ext cx="19050" cy="95250"/>
          </a:xfrm>
          <a:custGeom>
            <a:avLst/>
            <a:gdLst/>
            <a:ahLst/>
            <a:cxnLst/>
            <a:rect l="0" t="0" r="0" b="0"/>
            <a:pathLst>
              <a:path w="19050" h="95250">
                <a:moveTo>
                  <a:pt x="9525" y="9525"/>
                </a:moveTo>
                <a:lnTo>
                  <a:pt x="9525" y="85725"/>
                </a:lnTo>
              </a:path>
            </a:pathLst>
          </a:custGeom>
          <a:noFill/>
          <a:ln w="19050">
            <a:solidFill>
              <a:srgbClr val="D9D9D9"/>
            </a:solidFill>
          </a:ln>
        </p:spPr>
      </p:sp>
      <p:sp>
        <p:nvSpPr>
          <p:cNvPr id="40" name="connector_596"/>
          <p:cNvSpPr>
            <a:spLocks noGrp="1"/>
          </p:cNvSpPr>
          <p:nvPr/>
        </p:nvSpPr>
        <p:spPr>
          <a:xfrm>
            <a:off x="3705225" y="4838700"/>
            <a:ext cx="19050" cy="95250"/>
          </a:xfrm>
          <a:custGeom>
            <a:avLst/>
            <a:gdLst/>
            <a:ahLst/>
            <a:cxnLst/>
            <a:rect l="0" t="0" r="0" b="0"/>
            <a:pathLst>
              <a:path w="19050" h="95250">
                <a:moveTo>
                  <a:pt x="9525" y="9525"/>
                </a:moveTo>
                <a:lnTo>
                  <a:pt x="9525" y="85725"/>
                </a:lnTo>
              </a:path>
            </a:pathLst>
          </a:custGeom>
          <a:noFill/>
          <a:ln w="19050">
            <a:solidFill>
              <a:srgbClr val="D9D9D9"/>
            </a:solidFill>
          </a:ln>
        </p:spPr>
      </p:sp>
      <p:sp>
        <p:nvSpPr>
          <p:cNvPr id="41" name="connector_597"/>
          <p:cNvSpPr>
            <a:spLocks noGrp="1"/>
          </p:cNvSpPr>
          <p:nvPr/>
        </p:nvSpPr>
        <p:spPr>
          <a:xfrm>
            <a:off x="3705225" y="4962525"/>
            <a:ext cx="19050" cy="95250"/>
          </a:xfrm>
          <a:custGeom>
            <a:avLst/>
            <a:gdLst/>
            <a:ahLst/>
            <a:cxnLst/>
            <a:rect l="0" t="0" r="0" b="0"/>
            <a:pathLst>
              <a:path w="19050" h="95250">
                <a:moveTo>
                  <a:pt x="9525" y="9525"/>
                </a:moveTo>
                <a:lnTo>
                  <a:pt x="9525" y="85725"/>
                </a:lnTo>
              </a:path>
            </a:pathLst>
          </a:custGeom>
          <a:noFill/>
          <a:ln w="19050">
            <a:solidFill>
              <a:srgbClr val="D9D9D9"/>
            </a:solidFill>
          </a:ln>
        </p:spPr>
      </p:sp>
      <p:sp>
        <p:nvSpPr>
          <p:cNvPr id="42" name="connector_598"/>
          <p:cNvSpPr>
            <a:spLocks noGrp="1"/>
          </p:cNvSpPr>
          <p:nvPr/>
        </p:nvSpPr>
        <p:spPr>
          <a:xfrm>
            <a:off x="3705225" y="5086350"/>
            <a:ext cx="19050" cy="95250"/>
          </a:xfrm>
          <a:custGeom>
            <a:avLst/>
            <a:gdLst/>
            <a:ahLst/>
            <a:cxnLst/>
            <a:rect l="0" t="0" r="0" b="0"/>
            <a:pathLst>
              <a:path w="19050" h="95250">
                <a:moveTo>
                  <a:pt x="9525" y="9525"/>
                </a:moveTo>
                <a:lnTo>
                  <a:pt x="9525" y="85725"/>
                </a:lnTo>
              </a:path>
            </a:pathLst>
          </a:custGeom>
          <a:noFill/>
          <a:ln w="19050">
            <a:solidFill>
              <a:srgbClr val="D9D9D9"/>
            </a:solidFill>
          </a:ln>
        </p:spPr>
      </p:sp>
      <p:sp>
        <p:nvSpPr>
          <p:cNvPr id="43" name="connector_599"/>
          <p:cNvSpPr>
            <a:spLocks noGrp="1"/>
          </p:cNvSpPr>
          <p:nvPr/>
        </p:nvSpPr>
        <p:spPr>
          <a:xfrm>
            <a:off x="3705225" y="5210175"/>
            <a:ext cx="19050" cy="95250"/>
          </a:xfrm>
          <a:custGeom>
            <a:avLst/>
            <a:gdLst/>
            <a:ahLst/>
            <a:cxnLst/>
            <a:rect l="0" t="0" r="0" b="0"/>
            <a:pathLst>
              <a:path w="19050" h="95250">
                <a:moveTo>
                  <a:pt x="9525" y="9525"/>
                </a:moveTo>
                <a:lnTo>
                  <a:pt x="9525" y="85725"/>
                </a:lnTo>
              </a:path>
            </a:pathLst>
          </a:custGeom>
          <a:noFill/>
          <a:ln w="19050">
            <a:solidFill>
              <a:srgbClr val="D9D9D9"/>
            </a:solidFill>
          </a:ln>
        </p:spPr>
      </p:sp>
      <p:sp>
        <p:nvSpPr>
          <p:cNvPr id="44" name="connector_600"/>
          <p:cNvSpPr>
            <a:spLocks noGrp="1"/>
          </p:cNvSpPr>
          <p:nvPr/>
        </p:nvSpPr>
        <p:spPr>
          <a:xfrm>
            <a:off x="3705225" y="5334000"/>
            <a:ext cx="19050" cy="95250"/>
          </a:xfrm>
          <a:custGeom>
            <a:avLst/>
            <a:gdLst/>
            <a:ahLst/>
            <a:cxnLst/>
            <a:rect l="0" t="0" r="0" b="0"/>
            <a:pathLst>
              <a:path w="19050" h="95250">
                <a:moveTo>
                  <a:pt x="9525" y="9525"/>
                </a:moveTo>
                <a:lnTo>
                  <a:pt x="9525" y="85725"/>
                </a:lnTo>
              </a:path>
            </a:pathLst>
          </a:custGeom>
          <a:noFill/>
          <a:ln w="19050">
            <a:solidFill>
              <a:srgbClr val="D9D9D9"/>
            </a:solidFill>
          </a:ln>
        </p:spPr>
      </p:sp>
      <p:sp>
        <p:nvSpPr>
          <p:cNvPr id="45" name="connector_601"/>
          <p:cNvSpPr>
            <a:spLocks noGrp="1"/>
          </p:cNvSpPr>
          <p:nvPr/>
        </p:nvSpPr>
        <p:spPr>
          <a:xfrm>
            <a:off x="3705225" y="5457825"/>
            <a:ext cx="19050" cy="95250"/>
          </a:xfrm>
          <a:custGeom>
            <a:avLst/>
            <a:gdLst/>
            <a:ahLst/>
            <a:cxnLst/>
            <a:rect l="0" t="0" r="0" b="0"/>
            <a:pathLst>
              <a:path w="19050" h="95250">
                <a:moveTo>
                  <a:pt x="9525" y="9525"/>
                </a:moveTo>
                <a:lnTo>
                  <a:pt x="9525" y="85725"/>
                </a:lnTo>
              </a:path>
            </a:pathLst>
          </a:custGeom>
          <a:noFill/>
          <a:ln w="19050">
            <a:solidFill>
              <a:srgbClr val="D9D9D9"/>
            </a:solidFill>
          </a:ln>
        </p:spPr>
      </p:sp>
      <p:sp>
        <p:nvSpPr>
          <p:cNvPr id="46" name="connector_602"/>
          <p:cNvSpPr>
            <a:spLocks noGrp="1"/>
          </p:cNvSpPr>
          <p:nvPr/>
        </p:nvSpPr>
        <p:spPr>
          <a:xfrm>
            <a:off x="3705225" y="5581650"/>
            <a:ext cx="19050" cy="95250"/>
          </a:xfrm>
          <a:custGeom>
            <a:avLst/>
            <a:gdLst/>
            <a:ahLst/>
            <a:cxnLst/>
            <a:rect l="0" t="0" r="0" b="0"/>
            <a:pathLst>
              <a:path w="19050" h="95250">
                <a:moveTo>
                  <a:pt x="9525" y="9525"/>
                </a:moveTo>
                <a:lnTo>
                  <a:pt x="9525" y="85725"/>
                </a:lnTo>
              </a:path>
            </a:pathLst>
          </a:custGeom>
          <a:noFill/>
          <a:ln w="19050">
            <a:solidFill>
              <a:srgbClr val="D9D9D9"/>
            </a:solidFill>
          </a:ln>
        </p:spPr>
      </p:sp>
      <p:sp>
        <p:nvSpPr>
          <p:cNvPr id="47" name="connector_603"/>
          <p:cNvSpPr>
            <a:spLocks noGrp="1"/>
          </p:cNvSpPr>
          <p:nvPr/>
        </p:nvSpPr>
        <p:spPr>
          <a:xfrm>
            <a:off x="3705225" y="5705475"/>
            <a:ext cx="19050" cy="95250"/>
          </a:xfrm>
          <a:custGeom>
            <a:avLst/>
            <a:gdLst/>
            <a:ahLst/>
            <a:cxnLst/>
            <a:rect l="0" t="0" r="0" b="0"/>
            <a:pathLst>
              <a:path w="19050" h="95250">
                <a:moveTo>
                  <a:pt x="9525" y="9525"/>
                </a:moveTo>
                <a:lnTo>
                  <a:pt x="9525" y="85725"/>
                </a:lnTo>
              </a:path>
            </a:pathLst>
          </a:custGeom>
          <a:noFill/>
          <a:ln w="19050">
            <a:solidFill>
              <a:srgbClr val="D9D9D9"/>
            </a:solidFill>
          </a:ln>
        </p:spPr>
      </p:sp>
      <p:sp>
        <p:nvSpPr>
          <p:cNvPr id="48" name="connector_604"/>
          <p:cNvSpPr>
            <a:spLocks noGrp="1"/>
          </p:cNvSpPr>
          <p:nvPr/>
        </p:nvSpPr>
        <p:spPr>
          <a:xfrm>
            <a:off x="3705225" y="5829300"/>
            <a:ext cx="19050" cy="95250"/>
          </a:xfrm>
          <a:custGeom>
            <a:avLst/>
            <a:gdLst/>
            <a:ahLst/>
            <a:cxnLst/>
            <a:rect l="0" t="0" r="0" b="0"/>
            <a:pathLst>
              <a:path w="19050" h="95250">
                <a:moveTo>
                  <a:pt x="9525" y="9525"/>
                </a:moveTo>
                <a:lnTo>
                  <a:pt x="9525" y="85725"/>
                </a:lnTo>
              </a:path>
            </a:pathLst>
          </a:custGeom>
          <a:noFill/>
          <a:ln w="19050">
            <a:solidFill>
              <a:srgbClr val="D9D9D9"/>
            </a:solidFill>
          </a:ln>
        </p:spPr>
      </p:sp>
      <p:sp>
        <p:nvSpPr>
          <p:cNvPr id="49" name="connector_605"/>
          <p:cNvSpPr>
            <a:spLocks noGrp="1"/>
          </p:cNvSpPr>
          <p:nvPr/>
        </p:nvSpPr>
        <p:spPr>
          <a:xfrm>
            <a:off x="3705225" y="5953125"/>
            <a:ext cx="19050" cy="95250"/>
          </a:xfrm>
          <a:custGeom>
            <a:avLst/>
            <a:gdLst/>
            <a:ahLst/>
            <a:cxnLst/>
            <a:rect l="0" t="0" r="0" b="0"/>
            <a:pathLst>
              <a:path w="19050" h="95250">
                <a:moveTo>
                  <a:pt x="9525" y="9525"/>
                </a:moveTo>
                <a:lnTo>
                  <a:pt x="9525" y="85725"/>
                </a:lnTo>
              </a:path>
            </a:pathLst>
          </a:custGeom>
          <a:noFill/>
          <a:ln w="19050">
            <a:solidFill>
              <a:srgbClr val="D9D9D9"/>
            </a:solidFill>
          </a:ln>
        </p:spPr>
      </p:sp>
      <p:sp>
        <p:nvSpPr>
          <p:cNvPr id="50" name="connector_606"/>
          <p:cNvSpPr>
            <a:spLocks noGrp="1"/>
          </p:cNvSpPr>
          <p:nvPr/>
        </p:nvSpPr>
        <p:spPr>
          <a:xfrm>
            <a:off x="3705225" y="6076950"/>
            <a:ext cx="19050" cy="95250"/>
          </a:xfrm>
          <a:custGeom>
            <a:avLst/>
            <a:gdLst/>
            <a:ahLst/>
            <a:cxnLst/>
            <a:rect l="0" t="0" r="0" b="0"/>
            <a:pathLst>
              <a:path w="19050" h="95250">
                <a:moveTo>
                  <a:pt x="9525" y="9525"/>
                </a:moveTo>
                <a:lnTo>
                  <a:pt x="9525" y="85725"/>
                </a:lnTo>
              </a:path>
            </a:pathLst>
          </a:custGeom>
          <a:noFill/>
          <a:ln w="19050">
            <a:solidFill>
              <a:srgbClr val="D9D9D9"/>
            </a:solidFill>
          </a:ln>
        </p:spPr>
      </p:sp>
      <p:sp>
        <p:nvSpPr>
          <p:cNvPr id="51" name="connector_607"/>
          <p:cNvSpPr>
            <a:spLocks noGrp="1"/>
          </p:cNvSpPr>
          <p:nvPr/>
        </p:nvSpPr>
        <p:spPr>
          <a:xfrm>
            <a:off x="3705225" y="6200775"/>
            <a:ext cx="19050" cy="28575"/>
          </a:xfrm>
          <a:custGeom>
            <a:avLst/>
            <a:gdLst/>
            <a:ahLst/>
            <a:cxnLst/>
            <a:rect l="0" t="0" r="0" b="0"/>
            <a:pathLst>
              <a:path w="19050" h="28575">
                <a:moveTo>
                  <a:pt x="9525" y="9525"/>
                </a:moveTo>
                <a:lnTo>
                  <a:pt x="9525" y="19050"/>
                </a:lnTo>
              </a:path>
            </a:pathLst>
          </a:custGeom>
          <a:noFill/>
          <a:ln w="19050">
            <a:solidFill>
              <a:srgbClr val="D9D9D9"/>
            </a:solidFill>
          </a:ln>
        </p:spPr>
      </p:sp>
      <p:sp>
        <p:nvSpPr>
          <p:cNvPr id="52" name="connector_608"/>
          <p:cNvSpPr>
            <a:spLocks noGrp="1"/>
          </p:cNvSpPr>
          <p:nvPr/>
        </p:nvSpPr>
        <p:spPr>
          <a:xfrm>
            <a:off x="7124700" y="1000125"/>
            <a:ext cx="19050" cy="95250"/>
          </a:xfrm>
          <a:custGeom>
            <a:avLst/>
            <a:gdLst/>
            <a:ahLst/>
            <a:cxnLst/>
            <a:rect l="0" t="0" r="0" b="0"/>
            <a:pathLst>
              <a:path w="19050" h="95250">
                <a:moveTo>
                  <a:pt x="9525" y="9525"/>
                </a:moveTo>
                <a:lnTo>
                  <a:pt x="9525" y="85725"/>
                </a:lnTo>
              </a:path>
            </a:pathLst>
          </a:custGeom>
          <a:noFill/>
          <a:ln w="19050">
            <a:solidFill>
              <a:srgbClr val="D9D9D9"/>
            </a:solidFill>
          </a:ln>
        </p:spPr>
      </p:sp>
      <p:sp>
        <p:nvSpPr>
          <p:cNvPr id="53" name="connector_609"/>
          <p:cNvSpPr>
            <a:spLocks noGrp="1"/>
          </p:cNvSpPr>
          <p:nvPr/>
        </p:nvSpPr>
        <p:spPr>
          <a:xfrm>
            <a:off x="7124700" y="1123950"/>
            <a:ext cx="19050" cy="95250"/>
          </a:xfrm>
          <a:custGeom>
            <a:avLst/>
            <a:gdLst/>
            <a:ahLst/>
            <a:cxnLst/>
            <a:rect l="0" t="0" r="0" b="0"/>
            <a:pathLst>
              <a:path w="19050" h="95250">
                <a:moveTo>
                  <a:pt x="9525" y="9525"/>
                </a:moveTo>
                <a:lnTo>
                  <a:pt x="9525" y="85725"/>
                </a:lnTo>
              </a:path>
            </a:pathLst>
          </a:custGeom>
          <a:noFill/>
          <a:ln w="19050">
            <a:solidFill>
              <a:srgbClr val="D9D9D9"/>
            </a:solidFill>
          </a:ln>
        </p:spPr>
      </p:sp>
      <p:sp>
        <p:nvSpPr>
          <p:cNvPr id="54" name="connector_610"/>
          <p:cNvSpPr>
            <a:spLocks noGrp="1"/>
          </p:cNvSpPr>
          <p:nvPr/>
        </p:nvSpPr>
        <p:spPr>
          <a:xfrm>
            <a:off x="7124700" y="1247775"/>
            <a:ext cx="19050" cy="95250"/>
          </a:xfrm>
          <a:custGeom>
            <a:avLst/>
            <a:gdLst/>
            <a:ahLst/>
            <a:cxnLst/>
            <a:rect l="0" t="0" r="0" b="0"/>
            <a:pathLst>
              <a:path w="19050" h="95250">
                <a:moveTo>
                  <a:pt x="9525" y="9525"/>
                </a:moveTo>
                <a:lnTo>
                  <a:pt x="9525" y="85725"/>
                </a:lnTo>
              </a:path>
            </a:pathLst>
          </a:custGeom>
          <a:noFill/>
          <a:ln w="19050">
            <a:solidFill>
              <a:srgbClr val="D9D9D9"/>
            </a:solidFill>
          </a:ln>
        </p:spPr>
      </p:sp>
      <p:sp>
        <p:nvSpPr>
          <p:cNvPr id="55" name="connector_611"/>
          <p:cNvSpPr>
            <a:spLocks noGrp="1"/>
          </p:cNvSpPr>
          <p:nvPr/>
        </p:nvSpPr>
        <p:spPr>
          <a:xfrm>
            <a:off x="7124700" y="1371600"/>
            <a:ext cx="19050" cy="95250"/>
          </a:xfrm>
          <a:custGeom>
            <a:avLst/>
            <a:gdLst/>
            <a:ahLst/>
            <a:cxnLst/>
            <a:rect l="0" t="0" r="0" b="0"/>
            <a:pathLst>
              <a:path w="19050" h="95250">
                <a:moveTo>
                  <a:pt x="9525" y="9525"/>
                </a:moveTo>
                <a:lnTo>
                  <a:pt x="9525" y="85725"/>
                </a:lnTo>
              </a:path>
            </a:pathLst>
          </a:custGeom>
          <a:noFill/>
          <a:ln w="19050">
            <a:solidFill>
              <a:srgbClr val="D9D9D9"/>
            </a:solidFill>
          </a:ln>
        </p:spPr>
      </p:sp>
      <p:sp>
        <p:nvSpPr>
          <p:cNvPr id="56" name="connector_612"/>
          <p:cNvSpPr>
            <a:spLocks noGrp="1"/>
          </p:cNvSpPr>
          <p:nvPr/>
        </p:nvSpPr>
        <p:spPr>
          <a:xfrm>
            <a:off x="7124700" y="1495425"/>
            <a:ext cx="19050" cy="95250"/>
          </a:xfrm>
          <a:custGeom>
            <a:avLst/>
            <a:gdLst/>
            <a:ahLst/>
            <a:cxnLst/>
            <a:rect l="0" t="0" r="0" b="0"/>
            <a:pathLst>
              <a:path w="19050" h="95250">
                <a:moveTo>
                  <a:pt x="9525" y="9525"/>
                </a:moveTo>
                <a:lnTo>
                  <a:pt x="9525" y="85725"/>
                </a:lnTo>
              </a:path>
            </a:pathLst>
          </a:custGeom>
          <a:noFill/>
          <a:ln w="19050">
            <a:solidFill>
              <a:srgbClr val="D9D9D9"/>
            </a:solidFill>
          </a:ln>
        </p:spPr>
      </p:sp>
      <p:sp>
        <p:nvSpPr>
          <p:cNvPr id="57" name="connector_613"/>
          <p:cNvSpPr>
            <a:spLocks noGrp="1"/>
          </p:cNvSpPr>
          <p:nvPr/>
        </p:nvSpPr>
        <p:spPr>
          <a:xfrm>
            <a:off x="7124700" y="1619250"/>
            <a:ext cx="19050" cy="95250"/>
          </a:xfrm>
          <a:custGeom>
            <a:avLst/>
            <a:gdLst/>
            <a:ahLst/>
            <a:cxnLst/>
            <a:rect l="0" t="0" r="0" b="0"/>
            <a:pathLst>
              <a:path w="19050" h="95250">
                <a:moveTo>
                  <a:pt x="9525" y="9525"/>
                </a:moveTo>
                <a:lnTo>
                  <a:pt x="9525" y="85725"/>
                </a:lnTo>
              </a:path>
            </a:pathLst>
          </a:custGeom>
          <a:noFill/>
          <a:ln w="19050">
            <a:solidFill>
              <a:srgbClr val="D9D9D9"/>
            </a:solidFill>
          </a:ln>
        </p:spPr>
      </p:sp>
      <p:sp>
        <p:nvSpPr>
          <p:cNvPr id="58" name="connector_614"/>
          <p:cNvSpPr>
            <a:spLocks noGrp="1"/>
          </p:cNvSpPr>
          <p:nvPr/>
        </p:nvSpPr>
        <p:spPr>
          <a:xfrm>
            <a:off x="7124700" y="1743075"/>
            <a:ext cx="19050" cy="95250"/>
          </a:xfrm>
          <a:custGeom>
            <a:avLst/>
            <a:gdLst/>
            <a:ahLst/>
            <a:cxnLst/>
            <a:rect l="0" t="0" r="0" b="0"/>
            <a:pathLst>
              <a:path w="19050" h="95250">
                <a:moveTo>
                  <a:pt x="9525" y="9525"/>
                </a:moveTo>
                <a:lnTo>
                  <a:pt x="9525" y="85725"/>
                </a:lnTo>
              </a:path>
            </a:pathLst>
          </a:custGeom>
          <a:noFill/>
          <a:ln w="19050">
            <a:solidFill>
              <a:srgbClr val="D9D9D9"/>
            </a:solidFill>
          </a:ln>
        </p:spPr>
      </p:sp>
      <p:sp>
        <p:nvSpPr>
          <p:cNvPr id="59" name="connector_615"/>
          <p:cNvSpPr>
            <a:spLocks noGrp="1"/>
          </p:cNvSpPr>
          <p:nvPr/>
        </p:nvSpPr>
        <p:spPr>
          <a:xfrm>
            <a:off x="7124700" y="1866900"/>
            <a:ext cx="19050" cy="95250"/>
          </a:xfrm>
          <a:custGeom>
            <a:avLst/>
            <a:gdLst/>
            <a:ahLst/>
            <a:cxnLst/>
            <a:rect l="0" t="0" r="0" b="0"/>
            <a:pathLst>
              <a:path w="19050" h="95250">
                <a:moveTo>
                  <a:pt x="9525" y="9525"/>
                </a:moveTo>
                <a:lnTo>
                  <a:pt x="9525" y="85725"/>
                </a:lnTo>
              </a:path>
            </a:pathLst>
          </a:custGeom>
          <a:noFill/>
          <a:ln w="19050">
            <a:solidFill>
              <a:srgbClr val="D9D9D9"/>
            </a:solidFill>
          </a:ln>
        </p:spPr>
      </p:sp>
      <p:sp>
        <p:nvSpPr>
          <p:cNvPr id="60" name="connector_616"/>
          <p:cNvSpPr>
            <a:spLocks noGrp="1"/>
          </p:cNvSpPr>
          <p:nvPr/>
        </p:nvSpPr>
        <p:spPr>
          <a:xfrm>
            <a:off x="7124700" y="1990725"/>
            <a:ext cx="19050" cy="95250"/>
          </a:xfrm>
          <a:custGeom>
            <a:avLst/>
            <a:gdLst/>
            <a:ahLst/>
            <a:cxnLst/>
            <a:rect l="0" t="0" r="0" b="0"/>
            <a:pathLst>
              <a:path w="19050" h="95250">
                <a:moveTo>
                  <a:pt x="9525" y="9525"/>
                </a:moveTo>
                <a:lnTo>
                  <a:pt x="9525" y="85725"/>
                </a:lnTo>
              </a:path>
            </a:pathLst>
          </a:custGeom>
          <a:noFill/>
          <a:ln w="19050">
            <a:solidFill>
              <a:srgbClr val="D9D9D9"/>
            </a:solidFill>
          </a:ln>
        </p:spPr>
      </p:sp>
      <p:sp>
        <p:nvSpPr>
          <p:cNvPr id="61" name="connector_617"/>
          <p:cNvSpPr>
            <a:spLocks noGrp="1"/>
          </p:cNvSpPr>
          <p:nvPr/>
        </p:nvSpPr>
        <p:spPr>
          <a:xfrm>
            <a:off x="7124700" y="2114550"/>
            <a:ext cx="19050" cy="95250"/>
          </a:xfrm>
          <a:custGeom>
            <a:avLst/>
            <a:gdLst/>
            <a:ahLst/>
            <a:cxnLst/>
            <a:rect l="0" t="0" r="0" b="0"/>
            <a:pathLst>
              <a:path w="19050" h="95250">
                <a:moveTo>
                  <a:pt x="9525" y="9525"/>
                </a:moveTo>
                <a:lnTo>
                  <a:pt x="9525" y="85725"/>
                </a:lnTo>
              </a:path>
            </a:pathLst>
          </a:custGeom>
          <a:noFill/>
          <a:ln w="19050">
            <a:solidFill>
              <a:srgbClr val="D9D9D9"/>
            </a:solidFill>
          </a:ln>
        </p:spPr>
      </p:sp>
      <p:sp>
        <p:nvSpPr>
          <p:cNvPr id="62" name="connector_618"/>
          <p:cNvSpPr>
            <a:spLocks noGrp="1"/>
          </p:cNvSpPr>
          <p:nvPr/>
        </p:nvSpPr>
        <p:spPr>
          <a:xfrm>
            <a:off x="7124700" y="2238375"/>
            <a:ext cx="19050" cy="95250"/>
          </a:xfrm>
          <a:custGeom>
            <a:avLst/>
            <a:gdLst/>
            <a:ahLst/>
            <a:cxnLst/>
            <a:rect l="0" t="0" r="0" b="0"/>
            <a:pathLst>
              <a:path w="19050" h="95250">
                <a:moveTo>
                  <a:pt x="9525" y="9525"/>
                </a:moveTo>
                <a:lnTo>
                  <a:pt x="9525" y="85725"/>
                </a:lnTo>
              </a:path>
            </a:pathLst>
          </a:custGeom>
          <a:noFill/>
          <a:ln w="19050">
            <a:solidFill>
              <a:srgbClr val="D9D9D9"/>
            </a:solidFill>
          </a:ln>
        </p:spPr>
      </p:sp>
      <p:sp>
        <p:nvSpPr>
          <p:cNvPr id="63" name="connector_619"/>
          <p:cNvSpPr>
            <a:spLocks noGrp="1"/>
          </p:cNvSpPr>
          <p:nvPr/>
        </p:nvSpPr>
        <p:spPr>
          <a:xfrm>
            <a:off x="7124700" y="2362200"/>
            <a:ext cx="19050" cy="95250"/>
          </a:xfrm>
          <a:custGeom>
            <a:avLst/>
            <a:gdLst/>
            <a:ahLst/>
            <a:cxnLst/>
            <a:rect l="0" t="0" r="0" b="0"/>
            <a:pathLst>
              <a:path w="19050" h="95250">
                <a:moveTo>
                  <a:pt x="9525" y="9525"/>
                </a:moveTo>
                <a:lnTo>
                  <a:pt x="9525" y="85725"/>
                </a:lnTo>
              </a:path>
            </a:pathLst>
          </a:custGeom>
          <a:noFill/>
          <a:ln w="19050">
            <a:solidFill>
              <a:srgbClr val="D9D9D9"/>
            </a:solidFill>
          </a:ln>
        </p:spPr>
      </p:sp>
      <p:sp>
        <p:nvSpPr>
          <p:cNvPr id="64" name="connector_620"/>
          <p:cNvSpPr>
            <a:spLocks noGrp="1"/>
          </p:cNvSpPr>
          <p:nvPr/>
        </p:nvSpPr>
        <p:spPr>
          <a:xfrm>
            <a:off x="7124700" y="2486025"/>
            <a:ext cx="19050" cy="95250"/>
          </a:xfrm>
          <a:custGeom>
            <a:avLst/>
            <a:gdLst/>
            <a:ahLst/>
            <a:cxnLst/>
            <a:rect l="0" t="0" r="0" b="0"/>
            <a:pathLst>
              <a:path w="19050" h="95250">
                <a:moveTo>
                  <a:pt x="9525" y="9525"/>
                </a:moveTo>
                <a:lnTo>
                  <a:pt x="9525" y="85725"/>
                </a:lnTo>
              </a:path>
            </a:pathLst>
          </a:custGeom>
          <a:noFill/>
          <a:ln w="19050">
            <a:solidFill>
              <a:srgbClr val="D9D9D9"/>
            </a:solidFill>
          </a:ln>
        </p:spPr>
      </p:sp>
      <p:sp>
        <p:nvSpPr>
          <p:cNvPr id="65" name="connector_621"/>
          <p:cNvSpPr>
            <a:spLocks noGrp="1"/>
          </p:cNvSpPr>
          <p:nvPr/>
        </p:nvSpPr>
        <p:spPr>
          <a:xfrm>
            <a:off x="7124700" y="2609850"/>
            <a:ext cx="19050" cy="95250"/>
          </a:xfrm>
          <a:custGeom>
            <a:avLst/>
            <a:gdLst/>
            <a:ahLst/>
            <a:cxnLst/>
            <a:rect l="0" t="0" r="0" b="0"/>
            <a:pathLst>
              <a:path w="19050" h="95250">
                <a:moveTo>
                  <a:pt x="9525" y="9525"/>
                </a:moveTo>
                <a:lnTo>
                  <a:pt x="9525" y="85725"/>
                </a:lnTo>
              </a:path>
            </a:pathLst>
          </a:custGeom>
          <a:noFill/>
          <a:ln w="19050">
            <a:solidFill>
              <a:srgbClr val="D9D9D9"/>
            </a:solidFill>
          </a:ln>
        </p:spPr>
      </p:sp>
      <p:sp>
        <p:nvSpPr>
          <p:cNvPr id="66" name="connector_622"/>
          <p:cNvSpPr>
            <a:spLocks noGrp="1"/>
          </p:cNvSpPr>
          <p:nvPr/>
        </p:nvSpPr>
        <p:spPr>
          <a:xfrm>
            <a:off x="7124700" y="2733675"/>
            <a:ext cx="19050" cy="95250"/>
          </a:xfrm>
          <a:custGeom>
            <a:avLst/>
            <a:gdLst/>
            <a:ahLst/>
            <a:cxnLst/>
            <a:rect l="0" t="0" r="0" b="0"/>
            <a:pathLst>
              <a:path w="19050" h="95250">
                <a:moveTo>
                  <a:pt x="9525" y="9525"/>
                </a:moveTo>
                <a:lnTo>
                  <a:pt x="9525" y="85725"/>
                </a:lnTo>
              </a:path>
            </a:pathLst>
          </a:custGeom>
          <a:noFill/>
          <a:ln w="19050">
            <a:solidFill>
              <a:srgbClr val="D9D9D9"/>
            </a:solidFill>
          </a:ln>
        </p:spPr>
      </p:sp>
      <p:sp>
        <p:nvSpPr>
          <p:cNvPr id="67" name="connector_623"/>
          <p:cNvSpPr>
            <a:spLocks noGrp="1"/>
          </p:cNvSpPr>
          <p:nvPr/>
        </p:nvSpPr>
        <p:spPr>
          <a:xfrm>
            <a:off x="7124700" y="2857500"/>
            <a:ext cx="19050" cy="95250"/>
          </a:xfrm>
          <a:custGeom>
            <a:avLst/>
            <a:gdLst/>
            <a:ahLst/>
            <a:cxnLst/>
            <a:rect l="0" t="0" r="0" b="0"/>
            <a:pathLst>
              <a:path w="19050" h="95250">
                <a:moveTo>
                  <a:pt x="9525" y="9525"/>
                </a:moveTo>
                <a:lnTo>
                  <a:pt x="9525" y="85725"/>
                </a:lnTo>
              </a:path>
            </a:pathLst>
          </a:custGeom>
          <a:noFill/>
          <a:ln w="19050">
            <a:solidFill>
              <a:srgbClr val="D9D9D9"/>
            </a:solidFill>
          </a:ln>
        </p:spPr>
      </p:sp>
      <p:sp>
        <p:nvSpPr>
          <p:cNvPr id="68" name="connector_624"/>
          <p:cNvSpPr>
            <a:spLocks noGrp="1"/>
          </p:cNvSpPr>
          <p:nvPr/>
        </p:nvSpPr>
        <p:spPr>
          <a:xfrm>
            <a:off x="7124700" y="2981325"/>
            <a:ext cx="19050" cy="95250"/>
          </a:xfrm>
          <a:custGeom>
            <a:avLst/>
            <a:gdLst/>
            <a:ahLst/>
            <a:cxnLst/>
            <a:rect l="0" t="0" r="0" b="0"/>
            <a:pathLst>
              <a:path w="19050" h="95250">
                <a:moveTo>
                  <a:pt x="9525" y="9525"/>
                </a:moveTo>
                <a:lnTo>
                  <a:pt x="9525" y="85725"/>
                </a:lnTo>
              </a:path>
            </a:pathLst>
          </a:custGeom>
          <a:noFill/>
          <a:ln w="19050">
            <a:solidFill>
              <a:srgbClr val="D9D9D9"/>
            </a:solidFill>
          </a:ln>
        </p:spPr>
      </p:sp>
      <p:sp>
        <p:nvSpPr>
          <p:cNvPr id="69" name="connector_625"/>
          <p:cNvSpPr>
            <a:spLocks noGrp="1"/>
          </p:cNvSpPr>
          <p:nvPr/>
        </p:nvSpPr>
        <p:spPr>
          <a:xfrm>
            <a:off x="7124700" y="3105150"/>
            <a:ext cx="19050" cy="95250"/>
          </a:xfrm>
          <a:custGeom>
            <a:avLst/>
            <a:gdLst/>
            <a:ahLst/>
            <a:cxnLst/>
            <a:rect l="0" t="0" r="0" b="0"/>
            <a:pathLst>
              <a:path w="19050" h="95250">
                <a:moveTo>
                  <a:pt x="9525" y="9525"/>
                </a:moveTo>
                <a:lnTo>
                  <a:pt x="9525" y="85725"/>
                </a:lnTo>
              </a:path>
            </a:pathLst>
          </a:custGeom>
          <a:noFill/>
          <a:ln w="19050">
            <a:solidFill>
              <a:srgbClr val="D9D9D9"/>
            </a:solidFill>
          </a:ln>
        </p:spPr>
      </p:sp>
      <p:sp>
        <p:nvSpPr>
          <p:cNvPr id="70" name="connector_626"/>
          <p:cNvSpPr>
            <a:spLocks noGrp="1"/>
          </p:cNvSpPr>
          <p:nvPr/>
        </p:nvSpPr>
        <p:spPr>
          <a:xfrm>
            <a:off x="7124700" y="3228975"/>
            <a:ext cx="19050" cy="95250"/>
          </a:xfrm>
          <a:custGeom>
            <a:avLst/>
            <a:gdLst/>
            <a:ahLst/>
            <a:cxnLst/>
            <a:rect l="0" t="0" r="0" b="0"/>
            <a:pathLst>
              <a:path w="19050" h="95250">
                <a:moveTo>
                  <a:pt x="9525" y="9525"/>
                </a:moveTo>
                <a:lnTo>
                  <a:pt x="9525" y="85725"/>
                </a:lnTo>
              </a:path>
            </a:pathLst>
          </a:custGeom>
          <a:noFill/>
          <a:ln w="19050">
            <a:solidFill>
              <a:srgbClr val="D9D9D9"/>
            </a:solidFill>
          </a:ln>
        </p:spPr>
      </p:sp>
      <p:sp>
        <p:nvSpPr>
          <p:cNvPr id="71" name="connector_627"/>
          <p:cNvSpPr>
            <a:spLocks noGrp="1"/>
          </p:cNvSpPr>
          <p:nvPr/>
        </p:nvSpPr>
        <p:spPr>
          <a:xfrm>
            <a:off x="7124700" y="3352800"/>
            <a:ext cx="19050" cy="95250"/>
          </a:xfrm>
          <a:custGeom>
            <a:avLst/>
            <a:gdLst/>
            <a:ahLst/>
            <a:cxnLst/>
            <a:rect l="0" t="0" r="0" b="0"/>
            <a:pathLst>
              <a:path w="19050" h="95250">
                <a:moveTo>
                  <a:pt x="9525" y="9525"/>
                </a:moveTo>
                <a:lnTo>
                  <a:pt x="9525" y="85725"/>
                </a:lnTo>
              </a:path>
            </a:pathLst>
          </a:custGeom>
          <a:noFill/>
          <a:ln w="19050">
            <a:solidFill>
              <a:srgbClr val="D9D9D9"/>
            </a:solidFill>
          </a:ln>
        </p:spPr>
      </p:sp>
      <p:sp>
        <p:nvSpPr>
          <p:cNvPr id="72" name="connector_628"/>
          <p:cNvSpPr>
            <a:spLocks noGrp="1"/>
          </p:cNvSpPr>
          <p:nvPr/>
        </p:nvSpPr>
        <p:spPr>
          <a:xfrm>
            <a:off x="7124700" y="3476625"/>
            <a:ext cx="19050" cy="95250"/>
          </a:xfrm>
          <a:custGeom>
            <a:avLst/>
            <a:gdLst/>
            <a:ahLst/>
            <a:cxnLst/>
            <a:rect l="0" t="0" r="0" b="0"/>
            <a:pathLst>
              <a:path w="19050" h="95250">
                <a:moveTo>
                  <a:pt x="9525" y="9525"/>
                </a:moveTo>
                <a:lnTo>
                  <a:pt x="9525" y="85725"/>
                </a:lnTo>
              </a:path>
            </a:pathLst>
          </a:custGeom>
          <a:noFill/>
          <a:ln w="19050">
            <a:solidFill>
              <a:srgbClr val="D9D9D9"/>
            </a:solidFill>
          </a:ln>
        </p:spPr>
      </p:sp>
      <p:sp>
        <p:nvSpPr>
          <p:cNvPr id="73" name="connector_629"/>
          <p:cNvSpPr>
            <a:spLocks noGrp="1"/>
          </p:cNvSpPr>
          <p:nvPr/>
        </p:nvSpPr>
        <p:spPr>
          <a:xfrm>
            <a:off x="7124700" y="3600450"/>
            <a:ext cx="19050" cy="95250"/>
          </a:xfrm>
          <a:custGeom>
            <a:avLst/>
            <a:gdLst/>
            <a:ahLst/>
            <a:cxnLst/>
            <a:rect l="0" t="0" r="0" b="0"/>
            <a:pathLst>
              <a:path w="19050" h="95250">
                <a:moveTo>
                  <a:pt x="9525" y="9525"/>
                </a:moveTo>
                <a:lnTo>
                  <a:pt x="9525" y="85725"/>
                </a:lnTo>
              </a:path>
            </a:pathLst>
          </a:custGeom>
          <a:noFill/>
          <a:ln w="19050">
            <a:solidFill>
              <a:srgbClr val="D9D9D9"/>
            </a:solidFill>
          </a:ln>
        </p:spPr>
      </p:sp>
      <p:sp>
        <p:nvSpPr>
          <p:cNvPr id="74" name="connector_630"/>
          <p:cNvSpPr>
            <a:spLocks noGrp="1"/>
          </p:cNvSpPr>
          <p:nvPr/>
        </p:nvSpPr>
        <p:spPr>
          <a:xfrm>
            <a:off x="7124700" y="3724275"/>
            <a:ext cx="19050" cy="95250"/>
          </a:xfrm>
          <a:custGeom>
            <a:avLst/>
            <a:gdLst/>
            <a:ahLst/>
            <a:cxnLst/>
            <a:rect l="0" t="0" r="0" b="0"/>
            <a:pathLst>
              <a:path w="19050" h="95250">
                <a:moveTo>
                  <a:pt x="9525" y="9525"/>
                </a:moveTo>
                <a:lnTo>
                  <a:pt x="9525" y="85725"/>
                </a:lnTo>
              </a:path>
            </a:pathLst>
          </a:custGeom>
          <a:noFill/>
          <a:ln w="19050">
            <a:solidFill>
              <a:srgbClr val="D9D9D9"/>
            </a:solidFill>
          </a:ln>
        </p:spPr>
      </p:sp>
      <p:sp>
        <p:nvSpPr>
          <p:cNvPr id="75" name="connector_631"/>
          <p:cNvSpPr>
            <a:spLocks noGrp="1"/>
          </p:cNvSpPr>
          <p:nvPr/>
        </p:nvSpPr>
        <p:spPr>
          <a:xfrm>
            <a:off x="7124700" y="3848100"/>
            <a:ext cx="19050" cy="95250"/>
          </a:xfrm>
          <a:custGeom>
            <a:avLst/>
            <a:gdLst/>
            <a:ahLst/>
            <a:cxnLst/>
            <a:rect l="0" t="0" r="0" b="0"/>
            <a:pathLst>
              <a:path w="19050" h="95250">
                <a:moveTo>
                  <a:pt x="9525" y="9525"/>
                </a:moveTo>
                <a:lnTo>
                  <a:pt x="9525" y="85725"/>
                </a:lnTo>
              </a:path>
            </a:pathLst>
          </a:custGeom>
          <a:noFill/>
          <a:ln w="19050">
            <a:solidFill>
              <a:srgbClr val="D9D9D9"/>
            </a:solidFill>
          </a:ln>
        </p:spPr>
      </p:sp>
      <p:sp>
        <p:nvSpPr>
          <p:cNvPr id="76" name="connector_632"/>
          <p:cNvSpPr>
            <a:spLocks noGrp="1"/>
          </p:cNvSpPr>
          <p:nvPr/>
        </p:nvSpPr>
        <p:spPr>
          <a:xfrm>
            <a:off x="7124700" y="3971925"/>
            <a:ext cx="19050" cy="95250"/>
          </a:xfrm>
          <a:custGeom>
            <a:avLst/>
            <a:gdLst/>
            <a:ahLst/>
            <a:cxnLst/>
            <a:rect l="0" t="0" r="0" b="0"/>
            <a:pathLst>
              <a:path w="19050" h="95250">
                <a:moveTo>
                  <a:pt x="9525" y="9525"/>
                </a:moveTo>
                <a:lnTo>
                  <a:pt x="9525" y="85725"/>
                </a:lnTo>
              </a:path>
            </a:pathLst>
          </a:custGeom>
          <a:noFill/>
          <a:ln w="19050">
            <a:solidFill>
              <a:srgbClr val="D9D9D9"/>
            </a:solidFill>
          </a:ln>
        </p:spPr>
      </p:sp>
      <p:sp>
        <p:nvSpPr>
          <p:cNvPr id="77" name="connector_633"/>
          <p:cNvSpPr>
            <a:spLocks noGrp="1"/>
          </p:cNvSpPr>
          <p:nvPr/>
        </p:nvSpPr>
        <p:spPr>
          <a:xfrm>
            <a:off x="7124700" y="4095750"/>
            <a:ext cx="19050" cy="95250"/>
          </a:xfrm>
          <a:custGeom>
            <a:avLst/>
            <a:gdLst/>
            <a:ahLst/>
            <a:cxnLst/>
            <a:rect l="0" t="0" r="0" b="0"/>
            <a:pathLst>
              <a:path w="19050" h="95250">
                <a:moveTo>
                  <a:pt x="9525" y="9525"/>
                </a:moveTo>
                <a:lnTo>
                  <a:pt x="9525" y="85725"/>
                </a:lnTo>
              </a:path>
            </a:pathLst>
          </a:custGeom>
          <a:noFill/>
          <a:ln w="19050">
            <a:solidFill>
              <a:srgbClr val="D9D9D9"/>
            </a:solidFill>
          </a:ln>
        </p:spPr>
      </p:sp>
      <p:sp>
        <p:nvSpPr>
          <p:cNvPr id="78" name="connector_634"/>
          <p:cNvSpPr>
            <a:spLocks noGrp="1"/>
          </p:cNvSpPr>
          <p:nvPr/>
        </p:nvSpPr>
        <p:spPr>
          <a:xfrm>
            <a:off x="7124700" y="4219575"/>
            <a:ext cx="19050" cy="95250"/>
          </a:xfrm>
          <a:custGeom>
            <a:avLst/>
            <a:gdLst/>
            <a:ahLst/>
            <a:cxnLst/>
            <a:rect l="0" t="0" r="0" b="0"/>
            <a:pathLst>
              <a:path w="19050" h="95250">
                <a:moveTo>
                  <a:pt x="9525" y="9525"/>
                </a:moveTo>
                <a:lnTo>
                  <a:pt x="9525" y="85725"/>
                </a:lnTo>
              </a:path>
            </a:pathLst>
          </a:custGeom>
          <a:noFill/>
          <a:ln w="19050">
            <a:solidFill>
              <a:srgbClr val="D9D9D9"/>
            </a:solidFill>
          </a:ln>
        </p:spPr>
      </p:sp>
      <p:sp>
        <p:nvSpPr>
          <p:cNvPr id="79" name="connector_635"/>
          <p:cNvSpPr>
            <a:spLocks noGrp="1"/>
          </p:cNvSpPr>
          <p:nvPr/>
        </p:nvSpPr>
        <p:spPr>
          <a:xfrm>
            <a:off x="7124700" y="4343400"/>
            <a:ext cx="19050" cy="95250"/>
          </a:xfrm>
          <a:custGeom>
            <a:avLst/>
            <a:gdLst/>
            <a:ahLst/>
            <a:cxnLst/>
            <a:rect l="0" t="0" r="0" b="0"/>
            <a:pathLst>
              <a:path w="19050" h="95250">
                <a:moveTo>
                  <a:pt x="9525" y="9525"/>
                </a:moveTo>
                <a:lnTo>
                  <a:pt x="9525" y="85725"/>
                </a:lnTo>
              </a:path>
            </a:pathLst>
          </a:custGeom>
          <a:noFill/>
          <a:ln w="19050">
            <a:solidFill>
              <a:srgbClr val="D9D9D9"/>
            </a:solidFill>
          </a:ln>
        </p:spPr>
      </p:sp>
      <p:sp>
        <p:nvSpPr>
          <p:cNvPr id="80" name="connector_636"/>
          <p:cNvSpPr>
            <a:spLocks noGrp="1"/>
          </p:cNvSpPr>
          <p:nvPr/>
        </p:nvSpPr>
        <p:spPr>
          <a:xfrm>
            <a:off x="7124700" y="4467225"/>
            <a:ext cx="19050" cy="95250"/>
          </a:xfrm>
          <a:custGeom>
            <a:avLst/>
            <a:gdLst/>
            <a:ahLst/>
            <a:cxnLst/>
            <a:rect l="0" t="0" r="0" b="0"/>
            <a:pathLst>
              <a:path w="19050" h="95250">
                <a:moveTo>
                  <a:pt x="9525" y="9525"/>
                </a:moveTo>
                <a:lnTo>
                  <a:pt x="9525" y="85725"/>
                </a:lnTo>
              </a:path>
            </a:pathLst>
          </a:custGeom>
          <a:noFill/>
          <a:ln w="19050">
            <a:solidFill>
              <a:srgbClr val="D9D9D9"/>
            </a:solidFill>
          </a:ln>
        </p:spPr>
      </p:sp>
      <p:sp>
        <p:nvSpPr>
          <p:cNvPr id="81" name="connector_637"/>
          <p:cNvSpPr>
            <a:spLocks noGrp="1"/>
          </p:cNvSpPr>
          <p:nvPr/>
        </p:nvSpPr>
        <p:spPr>
          <a:xfrm>
            <a:off x="7124700" y="4591050"/>
            <a:ext cx="19050" cy="95250"/>
          </a:xfrm>
          <a:custGeom>
            <a:avLst/>
            <a:gdLst/>
            <a:ahLst/>
            <a:cxnLst/>
            <a:rect l="0" t="0" r="0" b="0"/>
            <a:pathLst>
              <a:path w="19050" h="95250">
                <a:moveTo>
                  <a:pt x="9525" y="9525"/>
                </a:moveTo>
                <a:lnTo>
                  <a:pt x="9525" y="85725"/>
                </a:lnTo>
              </a:path>
            </a:pathLst>
          </a:custGeom>
          <a:noFill/>
          <a:ln w="19050">
            <a:solidFill>
              <a:srgbClr val="D9D9D9"/>
            </a:solidFill>
          </a:ln>
        </p:spPr>
      </p:sp>
      <p:sp>
        <p:nvSpPr>
          <p:cNvPr id="82" name="connector_638"/>
          <p:cNvSpPr>
            <a:spLocks noGrp="1"/>
          </p:cNvSpPr>
          <p:nvPr/>
        </p:nvSpPr>
        <p:spPr>
          <a:xfrm>
            <a:off x="7124700" y="4714875"/>
            <a:ext cx="19050" cy="95250"/>
          </a:xfrm>
          <a:custGeom>
            <a:avLst/>
            <a:gdLst/>
            <a:ahLst/>
            <a:cxnLst/>
            <a:rect l="0" t="0" r="0" b="0"/>
            <a:pathLst>
              <a:path w="19050" h="95250">
                <a:moveTo>
                  <a:pt x="9525" y="9525"/>
                </a:moveTo>
                <a:lnTo>
                  <a:pt x="9525" y="85725"/>
                </a:lnTo>
              </a:path>
            </a:pathLst>
          </a:custGeom>
          <a:noFill/>
          <a:ln w="19050">
            <a:solidFill>
              <a:srgbClr val="D9D9D9"/>
            </a:solidFill>
          </a:ln>
        </p:spPr>
      </p:sp>
      <p:sp>
        <p:nvSpPr>
          <p:cNvPr id="83" name="connector_639"/>
          <p:cNvSpPr>
            <a:spLocks noGrp="1"/>
          </p:cNvSpPr>
          <p:nvPr/>
        </p:nvSpPr>
        <p:spPr>
          <a:xfrm>
            <a:off x="7124700" y="4838700"/>
            <a:ext cx="19050" cy="95250"/>
          </a:xfrm>
          <a:custGeom>
            <a:avLst/>
            <a:gdLst/>
            <a:ahLst/>
            <a:cxnLst/>
            <a:rect l="0" t="0" r="0" b="0"/>
            <a:pathLst>
              <a:path w="19050" h="95250">
                <a:moveTo>
                  <a:pt x="9525" y="9525"/>
                </a:moveTo>
                <a:lnTo>
                  <a:pt x="9525" y="85725"/>
                </a:lnTo>
              </a:path>
            </a:pathLst>
          </a:custGeom>
          <a:noFill/>
          <a:ln w="19050">
            <a:solidFill>
              <a:srgbClr val="D9D9D9"/>
            </a:solidFill>
          </a:ln>
        </p:spPr>
      </p:sp>
      <p:sp>
        <p:nvSpPr>
          <p:cNvPr id="84" name="connector_640"/>
          <p:cNvSpPr>
            <a:spLocks noGrp="1"/>
          </p:cNvSpPr>
          <p:nvPr/>
        </p:nvSpPr>
        <p:spPr>
          <a:xfrm>
            <a:off x="7124700" y="4962525"/>
            <a:ext cx="19050" cy="95250"/>
          </a:xfrm>
          <a:custGeom>
            <a:avLst/>
            <a:gdLst/>
            <a:ahLst/>
            <a:cxnLst/>
            <a:rect l="0" t="0" r="0" b="0"/>
            <a:pathLst>
              <a:path w="19050" h="95250">
                <a:moveTo>
                  <a:pt x="9525" y="9525"/>
                </a:moveTo>
                <a:lnTo>
                  <a:pt x="9525" y="85725"/>
                </a:lnTo>
              </a:path>
            </a:pathLst>
          </a:custGeom>
          <a:noFill/>
          <a:ln w="19050">
            <a:solidFill>
              <a:srgbClr val="D9D9D9"/>
            </a:solidFill>
          </a:ln>
        </p:spPr>
      </p:sp>
      <p:sp>
        <p:nvSpPr>
          <p:cNvPr id="85" name="connector_641"/>
          <p:cNvSpPr>
            <a:spLocks noGrp="1"/>
          </p:cNvSpPr>
          <p:nvPr/>
        </p:nvSpPr>
        <p:spPr>
          <a:xfrm>
            <a:off x="7124700" y="5086350"/>
            <a:ext cx="19050" cy="95250"/>
          </a:xfrm>
          <a:custGeom>
            <a:avLst/>
            <a:gdLst/>
            <a:ahLst/>
            <a:cxnLst/>
            <a:rect l="0" t="0" r="0" b="0"/>
            <a:pathLst>
              <a:path w="19050" h="95250">
                <a:moveTo>
                  <a:pt x="9525" y="9525"/>
                </a:moveTo>
                <a:lnTo>
                  <a:pt x="9525" y="85725"/>
                </a:lnTo>
              </a:path>
            </a:pathLst>
          </a:custGeom>
          <a:noFill/>
          <a:ln w="19050">
            <a:solidFill>
              <a:srgbClr val="D9D9D9"/>
            </a:solidFill>
          </a:ln>
        </p:spPr>
      </p:sp>
      <p:sp>
        <p:nvSpPr>
          <p:cNvPr id="86" name="connector_642"/>
          <p:cNvSpPr>
            <a:spLocks noGrp="1"/>
          </p:cNvSpPr>
          <p:nvPr/>
        </p:nvSpPr>
        <p:spPr>
          <a:xfrm>
            <a:off x="7124700" y="5210175"/>
            <a:ext cx="19050" cy="95250"/>
          </a:xfrm>
          <a:custGeom>
            <a:avLst/>
            <a:gdLst/>
            <a:ahLst/>
            <a:cxnLst/>
            <a:rect l="0" t="0" r="0" b="0"/>
            <a:pathLst>
              <a:path w="19050" h="95250">
                <a:moveTo>
                  <a:pt x="9525" y="9525"/>
                </a:moveTo>
                <a:lnTo>
                  <a:pt x="9525" y="85725"/>
                </a:lnTo>
              </a:path>
            </a:pathLst>
          </a:custGeom>
          <a:noFill/>
          <a:ln w="19050">
            <a:solidFill>
              <a:srgbClr val="D9D9D9"/>
            </a:solidFill>
          </a:ln>
        </p:spPr>
      </p:sp>
      <p:sp>
        <p:nvSpPr>
          <p:cNvPr id="87" name="connector_643"/>
          <p:cNvSpPr>
            <a:spLocks noGrp="1"/>
          </p:cNvSpPr>
          <p:nvPr/>
        </p:nvSpPr>
        <p:spPr>
          <a:xfrm>
            <a:off x="7124700" y="5334000"/>
            <a:ext cx="19050" cy="95250"/>
          </a:xfrm>
          <a:custGeom>
            <a:avLst/>
            <a:gdLst/>
            <a:ahLst/>
            <a:cxnLst/>
            <a:rect l="0" t="0" r="0" b="0"/>
            <a:pathLst>
              <a:path w="19050" h="95250">
                <a:moveTo>
                  <a:pt x="9525" y="9525"/>
                </a:moveTo>
                <a:lnTo>
                  <a:pt x="9525" y="85725"/>
                </a:lnTo>
              </a:path>
            </a:pathLst>
          </a:custGeom>
          <a:noFill/>
          <a:ln w="19050">
            <a:solidFill>
              <a:srgbClr val="D9D9D9"/>
            </a:solidFill>
          </a:ln>
        </p:spPr>
      </p:sp>
      <p:sp>
        <p:nvSpPr>
          <p:cNvPr id="88" name="connector_644"/>
          <p:cNvSpPr>
            <a:spLocks noGrp="1"/>
          </p:cNvSpPr>
          <p:nvPr/>
        </p:nvSpPr>
        <p:spPr>
          <a:xfrm>
            <a:off x="7124700" y="5457825"/>
            <a:ext cx="19050" cy="95250"/>
          </a:xfrm>
          <a:custGeom>
            <a:avLst/>
            <a:gdLst/>
            <a:ahLst/>
            <a:cxnLst/>
            <a:rect l="0" t="0" r="0" b="0"/>
            <a:pathLst>
              <a:path w="19050" h="95250">
                <a:moveTo>
                  <a:pt x="9525" y="9525"/>
                </a:moveTo>
                <a:lnTo>
                  <a:pt x="9525" y="85725"/>
                </a:lnTo>
              </a:path>
            </a:pathLst>
          </a:custGeom>
          <a:noFill/>
          <a:ln w="19050">
            <a:solidFill>
              <a:srgbClr val="D9D9D9"/>
            </a:solidFill>
          </a:ln>
        </p:spPr>
      </p:sp>
      <p:sp>
        <p:nvSpPr>
          <p:cNvPr id="89" name="connector_645"/>
          <p:cNvSpPr>
            <a:spLocks noGrp="1"/>
          </p:cNvSpPr>
          <p:nvPr/>
        </p:nvSpPr>
        <p:spPr>
          <a:xfrm>
            <a:off x="7124700" y="5581650"/>
            <a:ext cx="19050" cy="95250"/>
          </a:xfrm>
          <a:custGeom>
            <a:avLst/>
            <a:gdLst/>
            <a:ahLst/>
            <a:cxnLst/>
            <a:rect l="0" t="0" r="0" b="0"/>
            <a:pathLst>
              <a:path w="19050" h="95250">
                <a:moveTo>
                  <a:pt x="9525" y="9525"/>
                </a:moveTo>
                <a:lnTo>
                  <a:pt x="9525" y="85725"/>
                </a:lnTo>
              </a:path>
            </a:pathLst>
          </a:custGeom>
          <a:noFill/>
          <a:ln w="19050">
            <a:solidFill>
              <a:srgbClr val="D9D9D9"/>
            </a:solidFill>
          </a:ln>
        </p:spPr>
      </p:sp>
      <p:sp>
        <p:nvSpPr>
          <p:cNvPr id="90" name="connector_646"/>
          <p:cNvSpPr>
            <a:spLocks noGrp="1"/>
          </p:cNvSpPr>
          <p:nvPr/>
        </p:nvSpPr>
        <p:spPr>
          <a:xfrm>
            <a:off x="7124700" y="5705475"/>
            <a:ext cx="19050" cy="95250"/>
          </a:xfrm>
          <a:custGeom>
            <a:avLst/>
            <a:gdLst/>
            <a:ahLst/>
            <a:cxnLst/>
            <a:rect l="0" t="0" r="0" b="0"/>
            <a:pathLst>
              <a:path w="19050" h="95250">
                <a:moveTo>
                  <a:pt x="9525" y="9525"/>
                </a:moveTo>
                <a:lnTo>
                  <a:pt x="9525" y="85725"/>
                </a:lnTo>
              </a:path>
            </a:pathLst>
          </a:custGeom>
          <a:noFill/>
          <a:ln w="19050">
            <a:solidFill>
              <a:srgbClr val="D9D9D9"/>
            </a:solidFill>
          </a:ln>
        </p:spPr>
      </p:sp>
      <p:sp>
        <p:nvSpPr>
          <p:cNvPr id="91" name="connector_647"/>
          <p:cNvSpPr>
            <a:spLocks noGrp="1"/>
          </p:cNvSpPr>
          <p:nvPr/>
        </p:nvSpPr>
        <p:spPr>
          <a:xfrm>
            <a:off x="7124700" y="5829300"/>
            <a:ext cx="19050" cy="95250"/>
          </a:xfrm>
          <a:custGeom>
            <a:avLst/>
            <a:gdLst/>
            <a:ahLst/>
            <a:cxnLst/>
            <a:rect l="0" t="0" r="0" b="0"/>
            <a:pathLst>
              <a:path w="19050" h="95250">
                <a:moveTo>
                  <a:pt x="9525" y="9525"/>
                </a:moveTo>
                <a:lnTo>
                  <a:pt x="9525" y="85725"/>
                </a:lnTo>
              </a:path>
            </a:pathLst>
          </a:custGeom>
          <a:noFill/>
          <a:ln w="19050">
            <a:solidFill>
              <a:srgbClr val="D9D9D9"/>
            </a:solidFill>
          </a:ln>
        </p:spPr>
      </p:sp>
      <p:sp>
        <p:nvSpPr>
          <p:cNvPr id="92" name="connector_648"/>
          <p:cNvSpPr>
            <a:spLocks noGrp="1"/>
          </p:cNvSpPr>
          <p:nvPr/>
        </p:nvSpPr>
        <p:spPr>
          <a:xfrm>
            <a:off x="7124700" y="5953125"/>
            <a:ext cx="19050" cy="95250"/>
          </a:xfrm>
          <a:custGeom>
            <a:avLst/>
            <a:gdLst/>
            <a:ahLst/>
            <a:cxnLst/>
            <a:rect l="0" t="0" r="0" b="0"/>
            <a:pathLst>
              <a:path w="19050" h="95250">
                <a:moveTo>
                  <a:pt x="9525" y="9525"/>
                </a:moveTo>
                <a:lnTo>
                  <a:pt x="9525" y="85725"/>
                </a:lnTo>
              </a:path>
            </a:pathLst>
          </a:custGeom>
          <a:noFill/>
          <a:ln w="19050">
            <a:solidFill>
              <a:srgbClr val="D9D9D9"/>
            </a:solidFill>
          </a:ln>
        </p:spPr>
      </p:sp>
      <p:sp>
        <p:nvSpPr>
          <p:cNvPr id="93" name="connector_649"/>
          <p:cNvSpPr>
            <a:spLocks noGrp="1"/>
          </p:cNvSpPr>
          <p:nvPr/>
        </p:nvSpPr>
        <p:spPr>
          <a:xfrm>
            <a:off x="7124700" y="6076950"/>
            <a:ext cx="19050" cy="95250"/>
          </a:xfrm>
          <a:custGeom>
            <a:avLst/>
            <a:gdLst/>
            <a:ahLst/>
            <a:cxnLst/>
            <a:rect l="0" t="0" r="0" b="0"/>
            <a:pathLst>
              <a:path w="19050" h="95250">
                <a:moveTo>
                  <a:pt x="9525" y="9525"/>
                </a:moveTo>
                <a:lnTo>
                  <a:pt x="9525" y="85725"/>
                </a:lnTo>
              </a:path>
            </a:pathLst>
          </a:custGeom>
          <a:noFill/>
          <a:ln w="19050">
            <a:solidFill>
              <a:srgbClr val="D9D9D9"/>
            </a:solidFill>
          </a:ln>
        </p:spPr>
      </p:sp>
      <p:sp>
        <p:nvSpPr>
          <p:cNvPr id="94" name="connector_650"/>
          <p:cNvSpPr>
            <a:spLocks noGrp="1"/>
          </p:cNvSpPr>
          <p:nvPr/>
        </p:nvSpPr>
        <p:spPr>
          <a:xfrm>
            <a:off x="7124700" y="6200775"/>
            <a:ext cx="19050" cy="28575"/>
          </a:xfrm>
          <a:custGeom>
            <a:avLst/>
            <a:gdLst/>
            <a:ahLst/>
            <a:cxnLst/>
            <a:rect l="0" t="0" r="0" b="0"/>
            <a:pathLst>
              <a:path w="19050" h="28575">
                <a:moveTo>
                  <a:pt x="9525" y="9525"/>
                </a:moveTo>
                <a:lnTo>
                  <a:pt x="9525" y="19050"/>
                </a:lnTo>
              </a:path>
            </a:pathLst>
          </a:custGeom>
          <a:noFill/>
          <a:ln w="19050">
            <a:solidFill>
              <a:srgbClr val="D9D9D9"/>
            </a:solidFill>
          </a:ln>
        </p:spPr>
      </p:sp>
      <p:sp>
        <p:nvSpPr>
          <p:cNvPr id="95" name="object_651"/>
          <p:cNvSpPr>
            <a:spLocks noGrp="1"/>
          </p:cNvSpPr>
          <p:nvPr/>
        </p:nvSpPr>
        <p:spPr>
          <a:xfrm>
            <a:off x="1019175" y="1495425"/>
            <a:ext cx="2514600" cy="390525"/>
          </a:xfrm>
          <a:prstGeom prst="rect">
            <a:avLst/>
          </a:prstGeom>
          <a:solidFill>
            <a:srgbClr val="F2F2F2"/>
          </a:solidFill>
          <a:ln w="17145">
            <a:solidFill>
              <a:srgbClr val="D7000F"/>
            </a:solidFill>
          </a:ln>
        </p:spPr>
      </p:sp>
      <p:sp>
        <p:nvSpPr>
          <p:cNvPr id="96" name="text_653_正确的 Kernel"/>
          <p:cNvSpPr>
            <a:spLocks noGrp="1"/>
          </p:cNvSpPr>
          <p:nvPr/>
        </p:nvSpPr>
        <p:spPr>
          <a:xfrm>
            <a:off x="1085850" y="1543050"/>
            <a:ext cx="2381250" cy="295275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500" b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500" b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正确的 Kernel</a:t>
            </a:r>
          </a:p>
        </p:txBody>
      </p:sp>
      <p:sp>
        <p:nvSpPr>
          <p:cNvPr id="97" name="object_654"/>
          <p:cNvSpPr>
            <a:spLocks noGrp="1"/>
          </p:cNvSpPr>
          <p:nvPr/>
        </p:nvSpPr>
        <p:spPr>
          <a:xfrm>
            <a:off x="1019175" y="2047875"/>
            <a:ext cx="2514600" cy="381000"/>
          </a:xfrm>
          <a:prstGeom prst="rect">
            <a:avLst/>
          </a:prstGeom>
          <a:solidFill>
            <a:srgbClr val="FFFFFF"/>
          </a:solidFill>
          <a:ln w="17145">
            <a:solidFill>
              <a:srgbClr val="D7000F"/>
            </a:solidFill>
          </a:ln>
        </p:spPr>
      </p:sp>
      <p:sp>
        <p:nvSpPr>
          <p:cNvPr id="98" name="text_656_基础优化（基础配置）"/>
          <p:cNvSpPr>
            <a:spLocks noGrp="1"/>
          </p:cNvSpPr>
          <p:nvPr/>
        </p:nvSpPr>
        <p:spPr>
          <a:xfrm>
            <a:off x="1085850" y="2095500"/>
            <a:ext cx="2381250" cy="285750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350" b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350" b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基础优化（基础配置）</a:t>
            </a:r>
          </a:p>
        </p:txBody>
      </p:sp>
      <p:sp>
        <p:nvSpPr>
          <p:cNvPr id="99" name="connector_657"/>
          <p:cNvSpPr>
            <a:spLocks noGrp="1"/>
          </p:cNvSpPr>
          <p:nvPr/>
        </p:nvSpPr>
        <p:spPr>
          <a:xfrm>
            <a:off x="2266950" y="1914525"/>
            <a:ext cx="19050" cy="114300"/>
          </a:xfrm>
          <a:custGeom>
            <a:avLst/>
            <a:gdLst/>
            <a:ahLst/>
            <a:cxnLst/>
            <a:rect l="0" t="0" r="0" b="0"/>
            <a:pathLst>
              <a:path w="19050" h="114300">
                <a:moveTo>
                  <a:pt x="9525" y="9525"/>
                </a:moveTo>
                <a:lnTo>
                  <a:pt x="9525" y="104775"/>
                </a:lnTo>
              </a:path>
            </a:pathLst>
          </a:custGeom>
          <a:noFill/>
          <a:ln w="19050">
            <a:solidFill>
              <a:srgbClr val="D7000F"/>
            </a:solidFill>
          </a:ln>
        </p:spPr>
      </p:sp>
      <p:sp>
        <p:nvSpPr>
          <p:cNvPr id="100" name="connector_658"/>
          <p:cNvSpPr>
            <a:spLocks noGrp="1"/>
          </p:cNvSpPr>
          <p:nvPr/>
        </p:nvSpPr>
        <p:spPr>
          <a:xfrm>
            <a:off x="2234984" y="1951262"/>
            <a:ext cx="82981" cy="77563"/>
          </a:xfrm>
          <a:custGeom>
            <a:avLst/>
            <a:gdLst/>
            <a:ahLst/>
            <a:cxnLst/>
            <a:rect l="0" t="0" r="0" b="0"/>
            <a:pathLst>
              <a:path w="82981" h="77563">
                <a:moveTo>
                  <a:pt x="9525" y="9525"/>
                </a:moveTo>
                <a:lnTo>
                  <a:pt x="41491" y="68038"/>
                </a:lnTo>
                <a:lnTo>
                  <a:pt x="73456" y="9525"/>
                </a:lnTo>
              </a:path>
            </a:pathLst>
          </a:custGeom>
          <a:noFill/>
          <a:ln w="19050">
            <a:solidFill>
              <a:srgbClr val="D7000F"/>
            </a:solidFill>
          </a:ln>
        </p:spPr>
      </p:sp>
      <p:sp>
        <p:nvSpPr>
          <p:cNvPr id="101" name="object_659"/>
          <p:cNvSpPr>
            <a:spLocks noGrp="1"/>
          </p:cNvSpPr>
          <p:nvPr/>
        </p:nvSpPr>
        <p:spPr>
          <a:xfrm>
            <a:off x="1019175" y="2571750"/>
            <a:ext cx="2514600" cy="381000"/>
          </a:xfrm>
          <a:prstGeom prst="rect">
            <a:avLst/>
          </a:prstGeom>
          <a:solidFill>
            <a:srgbClr val="FFFFFF"/>
          </a:solidFill>
          <a:ln w="17145">
            <a:solidFill>
              <a:srgbClr val="D7000F"/>
            </a:solidFill>
          </a:ln>
        </p:spPr>
      </p:sp>
      <p:sp>
        <p:nvSpPr>
          <p:cNvPr id="102" name="text_661_Retiling（Tile / Block）"/>
          <p:cNvSpPr>
            <a:spLocks noGrp="1"/>
          </p:cNvSpPr>
          <p:nvPr/>
        </p:nvSpPr>
        <p:spPr>
          <a:xfrm>
            <a:off x="1085850" y="2619375"/>
            <a:ext cx="2381250" cy="285750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350" b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350" b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Retiling（Tile / Block）</a:t>
            </a:r>
          </a:p>
        </p:txBody>
      </p:sp>
      <p:sp>
        <p:nvSpPr>
          <p:cNvPr id="103" name="connector_662"/>
          <p:cNvSpPr>
            <a:spLocks noGrp="1"/>
          </p:cNvSpPr>
          <p:nvPr/>
        </p:nvSpPr>
        <p:spPr>
          <a:xfrm>
            <a:off x="2266950" y="2438400"/>
            <a:ext cx="19050" cy="114300"/>
          </a:xfrm>
          <a:custGeom>
            <a:avLst/>
            <a:gdLst/>
            <a:ahLst/>
            <a:cxnLst/>
            <a:rect l="0" t="0" r="0" b="0"/>
            <a:pathLst>
              <a:path w="19050" h="114300">
                <a:moveTo>
                  <a:pt x="9525" y="9525"/>
                </a:moveTo>
                <a:lnTo>
                  <a:pt x="9525" y="104775"/>
                </a:lnTo>
              </a:path>
            </a:pathLst>
          </a:custGeom>
          <a:noFill/>
          <a:ln w="19050">
            <a:solidFill>
              <a:srgbClr val="D7000F"/>
            </a:solidFill>
          </a:ln>
        </p:spPr>
      </p:sp>
      <p:sp>
        <p:nvSpPr>
          <p:cNvPr id="104" name="connector_663"/>
          <p:cNvSpPr>
            <a:spLocks noGrp="1"/>
          </p:cNvSpPr>
          <p:nvPr/>
        </p:nvSpPr>
        <p:spPr>
          <a:xfrm>
            <a:off x="2234984" y="2475137"/>
            <a:ext cx="82981" cy="77563"/>
          </a:xfrm>
          <a:custGeom>
            <a:avLst/>
            <a:gdLst/>
            <a:ahLst/>
            <a:cxnLst/>
            <a:rect l="0" t="0" r="0" b="0"/>
            <a:pathLst>
              <a:path w="82981" h="77563">
                <a:moveTo>
                  <a:pt x="9525" y="9525"/>
                </a:moveTo>
                <a:lnTo>
                  <a:pt x="41491" y="68038"/>
                </a:lnTo>
                <a:lnTo>
                  <a:pt x="73456" y="9525"/>
                </a:lnTo>
              </a:path>
            </a:pathLst>
          </a:custGeom>
          <a:noFill/>
          <a:ln w="19050">
            <a:solidFill>
              <a:srgbClr val="D7000F"/>
            </a:solidFill>
          </a:ln>
        </p:spPr>
      </p:sp>
      <p:sp>
        <p:nvSpPr>
          <p:cNvPr id="105" name="object_664"/>
          <p:cNvSpPr>
            <a:spLocks noGrp="1"/>
          </p:cNvSpPr>
          <p:nvPr/>
        </p:nvSpPr>
        <p:spPr>
          <a:xfrm>
            <a:off x="1019175" y="3095625"/>
            <a:ext cx="2514600" cy="381000"/>
          </a:xfrm>
          <a:prstGeom prst="rect">
            <a:avLst/>
          </a:prstGeom>
          <a:solidFill>
            <a:srgbClr val="FFFFFF"/>
          </a:solidFill>
          <a:ln w="17145">
            <a:solidFill>
              <a:srgbClr val="D7000F"/>
            </a:solidFill>
          </a:ln>
        </p:spPr>
      </p:sp>
      <p:sp>
        <p:nvSpPr>
          <p:cNvPr id="106" name="text_666_Reduce（规约相关）"/>
          <p:cNvSpPr>
            <a:spLocks noGrp="1"/>
          </p:cNvSpPr>
          <p:nvPr/>
        </p:nvSpPr>
        <p:spPr>
          <a:xfrm>
            <a:off x="1085850" y="3143250"/>
            <a:ext cx="2381250" cy="285750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350" b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350" b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Reduce（规约相关）</a:t>
            </a:r>
          </a:p>
        </p:txBody>
      </p:sp>
      <p:sp>
        <p:nvSpPr>
          <p:cNvPr id="107" name="connector_667"/>
          <p:cNvSpPr>
            <a:spLocks noGrp="1"/>
          </p:cNvSpPr>
          <p:nvPr/>
        </p:nvSpPr>
        <p:spPr>
          <a:xfrm>
            <a:off x="2266950" y="2962275"/>
            <a:ext cx="19050" cy="114300"/>
          </a:xfrm>
          <a:custGeom>
            <a:avLst/>
            <a:gdLst/>
            <a:ahLst/>
            <a:cxnLst/>
            <a:rect l="0" t="0" r="0" b="0"/>
            <a:pathLst>
              <a:path w="19050" h="114300">
                <a:moveTo>
                  <a:pt x="9525" y="9525"/>
                </a:moveTo>
                <a:lnTo>
                  <a:pt x="9525" y="104775"/>
                </a:lnTo>
              </a:path>
            </a:pathLst>
          </a:custGeom>
          <a:noFill/>
          <a:ln w="19050">
            <a:solidFill>
              <a:srgbClr val="D7000F"/>
            </a:solidFill>
          </a:ln>
        </p:spPr>
      </p:sp>
      <p:sp>
        <p:nvSpPr>
          <p:cNvPr id="108" name="connector_668"/>
          <p:cNvSpPr>
            <a:spLocks noGrp="1"/>
          </p:cNvSpPr>
          <p:nvPr/>
        </p:nvSpPr>
        <p:spPr>
          <a:xfrm>
            <a:off x="2234984" y="2999012"/>
            <a:ext cx="82981" cy="77563"/>
          </a:xfrm>
          <a:custGeom>
            <a:avLst/>
            <a:gdLst/>
            <a:ahLst/>
            <a:cxnLst/>
            <a:rect l="0" t="0" r="0" b="0"/>
            <a:pathLst>
              <a:path w="82981" h="77563">
                <a:moveTo>
                  <a:pt x="9525" y="9525"/>
                </a:moveTo>
                <a:lnTo>
                  <a:pt x="41491" y="68038"/>
                </a:lnTo>
                <a:lnTo>
                  <a:pt x="73456" y="9525"/>
                </a:lnTo>
              </a:path>
            </a:pathLst>
          </a:custGeom>
          <a:noFill/>
          <a:ln w="19050">
            <a:solidFill>
              <a:srgbClr val="D7000F"/>
            </a:solidFill>
          </a:ln>
        </p:spPr>
      </p:sp>
      <p:sp>
        <p:nvSpPr>
          <p:cNvPr id="109" name="object_669"/>
          <p:cNvSpPr>
            <a:spLocks noGrp="1"/>
          </p:cNvSpPr>
          <p:nvPr/>
        </p:nvSpPr>
        <p:spPr>
          <a:xfrm>
            <a:off x="1019175" y="3619500"/>
            <a:ext cx="2514600" cy="381000"/>
          </a:xfrm>
          <a:prstGeom prst="rect">
            <a:avLst/>
          </a:prstGeom>
          <a:solidFill>
            <a:srgbClr val="FFFFFF"/>
          </a:solidFill>
          <a:ln w="17145">
            <a:solidFill>
              <a:srgbClr val="D7000F"/>
            </a:solidFill>
          </a:ln>
        </p:spPr>
      </p:sp>
      <p:sp>
        <p:nvSpPr>
          <p:cNvPr id="110" name="text_671_Grid（并行策略）"/>
          <p:cNvSpPr>
            <a:spLocks noGrp="1"/>
          </p:cNvSpPr>
          <p:nvPr/>
        </p:nvSpPr>
        <p:spPr>
          <a:xfrm>
            <a:off x="1085850" y="3667125"/>
            <a:ext cx="2381250" cy="285750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350" b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350" b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Grid（并行策略）</a:t>
            </a:r>
          </a:p>
        </p:txBody>
      </p:sp>
      <p:sp>
        <p:nvSpPr>
          <p:cNvPr id="111" name="connector_672"/>
          <p:cNvSpPr>
            <a:spLocks noGrp="1"/>
          </p:cNvSpPr>
          <p:nvPr/>
        </p:nvSpPr>
        <p:spPr>
          <a:xfrm>
            <a:off x="2266950" y="3486150"/>
            <a:ext cx="19050" cy="114300"/>
          </a:xfrm>
          <a:custGeom>
            <a:avLst/>
            <a:gdLst/>
            <a:ahLst/>
            <a:cxnLst/>
            <a:rect l="0" t="0" r="0" b="0"/>
            <a:pathLst>
              <a:path w="19050" h="114300">
                <a:moveTo>
                  <a:pt x="9525" y="9525"/>
                </a:moveTo>
                <a:lnTo>
                  <a:pt x="9525" y="104775"/>
                </a:lnTo>
              </a:path>
            </a:pathLst>
          </a:custGeom>
          <a:noFill/>
          <a:ln w="19050">
            <a:solidFill>
              <a:srgbClr val="D7000F"/>
            </a:solidFill>
          </a:ln>
        </p:spPr>
      </p:sp>
      <p:sp>
        <p:nvSpPr>
          <p:cNvPr id="112" name="connector_673"/>
          <p:cNvSpPr>
            <a:spLocks noGrp="1"/>
          </p:cNvSpPr>
          <p:nvPr/>
        </p:nvSpPr>
        <p:spPr>
          <a:xfrm>
            <a:off x="2234984" y="3522887"/>
            <a:ext cx="82981" cy="77563"/>
          </a:xfrm>
          <a:custGeom>
            <a:avLst/>
            <a:gdLst/>
            <a:ahLst/>
            <a:cxnLst/>
            <a:rect l="0" t="0" r="0" b="0"/>
            <a:pathLst>
              <a:path w="82981" h="77563">
                <a:moveTo>
                  <a:pt x="9525" y="9525"/>
                </a:moveTo>
                <a:lnTo>
                  <a:pt x="41491" y="68038"/>
                </a:lnTo>
                <a:lnTo>
                  <a:pt x="73456" y="9525"/>
                </a:lnTo>
              </a:path>
            </a:pathLst>
          </a:custGeom>
          <a:noFill/>
          <a:ln w="19050">
            <a:solidFill>
              <a:srgbClr val="D7000F"/>
            </a:solidFill>
          </a:ln>
        </p:spPr>
      </p:sp>
      <p:sp>
        <p:nvSpPr>
          <p:cNvPr id="113" name="object_674"/>
          <p:cNvSpPr>
            <a:spLocks noGrp="1"/>
          </p:cNvSpPr>
          <p:nvPr/>
        </p:nvSpPr>
        <p:spPr>
          <a:xfrm>
            <a:off x="1019175" y="4143375"/>
            <a:ext cx="2514600" cy="381000"/>
          </a:xfrm>
          <a:prstGeom prst="rect">
            <a:avLst/>
          </a:prstGeom>
          <a:solidFill>
            <a:srgbClr val="FFFFFF"/>
          </a:solidFill>
          <a:ln w="17145">
            <a:solidFill>
              <a:srgbClr val="D7000F"/>
            </a:solidFill>
          </a:ln>
        </p:spPr>
      </p:sp>
      <p:sp>
        <p:nvSpPr>
          <p:cNvPr id="114" name="text_676_Config（num_warps 等）"/>
          <p:cNvSpPr>
            <a:spLocks noGrp="1"/>
          </p:cNvSpPr>
          <p:nvPr/>
        </p:nvSpPr>
        <p:spPr>
          <a:xfrm>
            <a:off x="1085850" y="4191000"/>
            <a:ext cx="2381250" cy="285750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350" b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350" b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Config（num_warps 等）</a:t>
            </a:r>
          </a:p>
        </p:txBody>
      </p:sp>
      <p:sp>
        <p:nvSpPr>
          <p:cNvPr id="115" name="connector_677"/>
          <p:cNvSpPr>
            <a:spLocks noGrp="1"/>
          </p:cNvSpPr>
          <p:nvPr/>
        </p:nvSpPr>
        <p:spPr>
          <a:xfrm>
            <a:off x="2266950" y="4010025"/>
            <a:ext cx="19050" cy="114300"/>
          </a:xfrm>
          <a:custGeom>
            <a:avLst/>
            <a:gdLst/>
            <a:ahLst/>
            <a:cxnLst/>
            <a:rect l="0" t="0" r="0" b="0"/>
            <a:pathLst>
              <a:path w="19050" h="114300">
                <a:moveTo>
                  <a:pt x="9525" y="9525"/>
                </a:moveTo>
                <a:lnTo>
                  <a:pt x="9525" y="104775"/>
                </a:lnTo>
              </a:path>
            </a:pathLst>
          </a:custGeom>
          <a:noFill/>
          <a:ln w="19050">
            <a:solidFill>
              <a:srgbClr val="D7000F"/>
            </a:solidFill>
          </a:ln>
        </p:spPr>
      </p:sp>
      <p:sp>
        <p:nvSpPr>
          <p:cNvPr id="116" name="connector_678"/>
          <p:cNvSpPr>
            <a:spLocks noGrp="1"/>
          </p:cNvSpPr>
          <p:nvPr/>
        </p:nvSpPr>
        <p:spPr>
          <a:xfrm>
            <a:off x="2234984" y="4046762"/>
            <a:ext cx="82981" cy="77563"/>
          </a:xfrm>
          <a:custGeom>
            <a:avLst/>
            <a:gdLst/>
            <a:ahLst/>
            <a:cxnLst/>
            <a:rect l="0" t="0" r="0" b="0"/>
            <a:pathLst>
              <a:path w="82981" h="77563">
                <a:moveTo>
                  <a:pt x="9525" y="9525"/>
                </a:moveTo>
                <a:lnTo>
                  <a:pt x="41491" y="68038"/>
                </a:lnTo>
                <a:lnTo>
                  <a:pt x="73456" y="9525"/>
                </a:lnTo>
              </a:path>
            </a:pathLst>
          </a:custGeom>
          <a:noFill/>
          <a:ln w="19050">
            <a:solidFill>
              <a:srgbClr val="D7000F"/>
            </a:solidFill>
          </a:ln>
        </p:spPr>
      </p:sp>
      <p:sp>
        <p:nvSpPr>
          <p:cNvPr id="117" name="object_679"/>
          <p:cNvSpPr>
            <a:spLocks noGrp="1"/>
          </p:cNvSpPr>
          <p:nvPr/>
        </p:nvSpPr>
        <p:spPr>
          <a:xfrm>
            <a:off x="1019175" y="4667250"/>
            <a:ext cx="2514600" cy="381000"/>
          </a:xfrm>
          <a:prstGeom prst="rect">
            <a:avLst/>
          </a:prstGeom>
          <a:solidFill>
            <a:srgbClr val="FFFFFF"/>
          </a:solidFill>
          <a:ln w="17145">
            <a:solidFill>
              <a:srgbClr val="D7000F"/>
            </a:solidFill>
          </a:ln>
        </p:spPr>
      </p:sp>
      <p:sp>
        <p:nvSpPr>
          <p:cNvPr id="118" name="text_681_其他（内存 / 指令 / 流水）"/>
          <p:cNvSpPr>
            <a:spLocks noGrp="1"/>
          </p:cNvSpPr>
          <p:nvPr/>
        </p:nvSpPr>
        <p:spPr>
          <a:xfrm>
            <a:off x="1085850" y="4714875"/>
            <a:ext cx="2381250" cy="285750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350" b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350" b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其他（内存 / 指令 / 流水）</a:t>
            </a:r>
          </a:p>
        </p:txBody>
      </p:sp>
      <p:sp>
        <p:nvSpPr>
          <p:cNvPr id="119" name="connector_682"/>
          <p:cNvSpPr>
            <a:spLocks noGrp="1"/>
          </p:cNvSpPr>
          <p:nvPr/>
        </p:nvSpPr>
        <p:spPr>
          <a:xfrm>
            <a:off x="2266950" y="4533900"/>
            <a:ext cx="19050" cy="114300"/>
          </a:xfrm>
          <a:custGeom>
            <a:avLst/>
            <a:gdLst/>
            <a:ahLst/>
            <a:cxnLst/>
            <a:rect l="0" t="0" r="0" b="0"/>
            <a:pathLst>
              <a:path w="19050" h="114300">
                <a:moveTo>
                  <a:pt x="9525" y="9525"/>
                </a:moveTo>
                <a:lnTo>
                  <a:pt x="9525" y="104775"/>
                </a:lnTo>
              </a:path>
            </a:pathLst>
          </a:custGeom>
          <a:noFill/>
          <a:ln w="19050">
            <a:solidFill>
              <a:srgbClr val="D7000F"/>
            </a:solidFill>
          </a:ln>
        </p:spPr>
      </p:sp>
      <p:sp>
        <p:nvSpPr>
          <p:cNvPr id="120" name="connector_683"/>
          <p:cNvSpPr>
            <a:spLocks noGrp="1"/>
          </p:cNvSpPr>
          <p:nvPr/>
        </p:nvSpPr>
        <p:spPr>
          <a:xfrm>
            <a:off x="2234984" y="4570637"/>
            <a:ext cx="82981" cy="77563"/>
          </a:xfrm>
          <a:custGeom>
            <a:avLst/>
            <a:gdLst/>
            <a:ahLst/>
            <a:cxnLst/>
            <a:rect l="0" t="0" r="0" b="0"/>
            <a:pathLst>
              <a:path w="82981" h="77563">
                <a:moveTo>
                  <a:pt x="9525" y="9525"/>
                </a:moveTo>
                <a:lnTo>
                  <a:pt x="41491" y="68038"/>
                </a:lnTo>
                <a:lnTo>
                  <a:pt x="73456" y="9525"/>
                </a:lnTo>
              </a:path>
            </a:pathLst>
          </a:custGeom>
          <a:noFill/>
          <a:ln w="19050">
            <a:solidFill>
              <a:srgbClr val="D7000F"/>
            </a:solidFill>
          </a:ln>
        </p:spPr>
      </p:sp>
      <p:sp>
        <p:nvSpPr>
          <p:cNvPr id="121" name="object_684"/>
          <p:cNvSpPr>
            <a:spLocks noGrp="1"/>
          </p:cNvSpPr>
          <p:nvPr/>
        </p:nvSpPr>
        <p:spPr>
          <a:xfrm>
            <a:off x="1009650" y="5238750"/>
            <a:ext cx="2524125" cy="609600"/>
          </a:xfrm>
          <a:prstGeom prst="rect">
            <a:avLst/>
          </a:prstGeom>
          <a:solidFill>
            <a:srgbClr val="F2F2F2"/>
          </a:solidFill>
          <a:ln w="9525">
            <a:noFill/>
          </a:ln>
        </p:spPr>
      </p:sp>
      <p:sp>
        <p:nvSpPr>
          <p:cNvPr id="122" name="text_686_连续 3 轮无性能提升"/>
          <p:cNvSpPr>
            <a:spLocks noGrp="1"/>
          </p:cNvSpPr>
          <p:nvPr/>
        </p:nvSpPr>
        <p:spPr>
          <a:xfrm>
            <a:off x="1057275" y="5267325"/>
            <a:ext cx="2428875" cy="238125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350" b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350" b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连续 3 轮无性能提升</a:t>
            </a:r>
          </a:p>
        </p:txBody>
      </p:sp>
      <p:sp>
        <p:nvSpPr>
          <p:cNvPr id="123" name="text_688_且 Profile 无新建议？"/>
          <p:cNvSpPr>
            <a:spLocks noGrp="1"/>
          </p:cNvSpPr>
          <p:nvPr/>
        </p:nvSpPr>
        <p:spPr>
          <a:xfrm>
            <a:off x="1057275" y="5505450"/>
            <a:ext cx="2428875" cy="238125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350" b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350" b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且 Profile 无新建议？</a:t>
            </a:r>
          </a:p>
        </p:txBody>
      </p:sp>
      <p:sp>
        <p:nvSpPr>
          <p:cNvPr id="124" name="connector_689"/>
          <p:cNvSpPr>
            <a:spLocks noGrp="1"/>
          </p:cNvSpPr>
          <p:nvPr/>
        </p:nvSpPr>
        <p:spPr>
          <a:xfrm>
            <a:off x="2266950" y="5867400"/>
            <a:ext cx="19050" cy="190500"/>
          </a:xfrm>
          <a:custGeom>
            <a:avLst/>
            <a:gdLst/>
            <a:ahLst/>
            <a:cxnLst/>
            <a:rect l="0" t="0" r="0" b="0"/>
            <a:pathLst>
              <a:path w="19050" h="190500">
                <a:moveTo>
                  <a:pt x="9525" y="9525"/>
                </a:moveTo>
                <a:lnTo>
                  <a:pt x="9525" y="180975"/>
                </a:lnTo>
              </a:path>
            </a:pathLst>
          </a:custGeom>
          <a:noFill/>
          <a:ln w="19050">
            <a:solidFill>
              <a:srgbClr val="D7000F"/>
            </a:solidFill>
          </a:ln>
        </p:spPr>
      </p:sp>
      <p:sp>
        <p:nvSpPr>
          <p:cNvPr id="125" name="connector_690"/>
          <p:cNvSpPr>
            <a:spLocks noGrp="1"/>
          </p:cNvSpPr>
          <p:nvPr/>
        </p:nvSpPr>
        <p:spPr>
          <a:xfrm>
            <a:off x="2234984" y="5980337"/>
            <a:ext cx="82981" cy="77563"/>
          </a:xfrm>
          <a:custGeom>
            <a:avLst/>
            <a:gdLst/>
            <a:ahLst/>
            <a:cxnLst/>
            <a:rect l="0" t="0" r="0" b="0"/>
            <a:pathLst>
              <a:path w="82981" h="77563">
                <a:moveTo>
                  <a:pt x="9525" y="9525"/>
                </a:moveTo>
                <a:lnTo>
                  <a:pt x="41491" y="68038"/>
                </a:lnTo>
                <a:lnTo>
                  <a:pt x="73456" y="9525"/>
                </a:lnTo>
              </a:path>
            </a:pathLst>
          </a:custGeom>
          <a:noFill/>
          <a:ln w="19050">
            <a:solidFill>
              <a:srgbClr val="D7000F"/>
            </a:solidFill>
          </a:ln>
        </p:spPr>
      </p:sp>
      <p:sp>
        <p:nvSpPr>
          <p:cNvPr id="126" name="text_692_是"/>
          <p:cNvSpPr>
            <a:spLocks noGrp="1"/>
          </p:cNvSpPr>
          <p:nvPr/>
        </p:nvSpPr>
        <p:spPr>
          <a:xfrm>
            <a:off x="2009775" y="5857875"/>
            <a:ext cx="238125" cy="228600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125" b="0">
                <a:solidFill>
                  <a:srgbClr val="D7000F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125" b="0">
                <a:solidFill>
                  <a:srgbClr val="D7000F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是</a:t>
            </a:r>
          </a:p>
        </p:txBody>
      </p:sp>
      <p:sp>
        <p:nvSpPr>
          <p:cNvPr id="127" name="text_694_结束优化"/>
          <p:cNvSpPr>
            <a:spLocks noGrp="1"/>
          </p:cNvSpPr>
          <p:nvPr/>
        </p:nvSpPr>
        <p:spPr>
          <a:xfrm>
            <a:off x="1543050" y="6076950"/>
            <a:ext cx="1457325" cy="266700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500" b="1">
                <a:solidFill>
                  <a:srgbClr val="D7000F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500" b="1">
                <a:solidFill>
                  <a:srgbClr val="D7000F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结束优化</a:t>
            </a:r>
          </a:p>
        </p:txBody>
      </p:sp>
      <p:sp>
        <p:nvSpPr>
          <p:cNvPr id="128" name="connector_695"/>
          <p:cNvSpPr>
            <a:spLocks noGrp="1"/>
          </p:cNvSpPr>
          <p:nvPr/>
        </p:nvSpPr>
        <p:spPr>
          <a:xfrm>
            <a:off x="819150" y="5553075"/>
            <a:ext cx="200025" cy="19050"/>
          </a:xfrm>
          <a:custGeom>
            <a:avLst/>
            <a:gdLst/>
            <a:ahLst/>
            <a:cxnLst/>
            <a:rect l="0" t="0" r="0" b="0"/>
            <a:pathLst>
              <a:path w="200025" h="19050">
                <a:moveTo>
                  <a:pt x="190500" y="9525"/>
                </a:moveTo>
                <a:lnTo>
                  <a:pt x="9525" y="9525"/>
                </a:lnTo>
              </a:path>
            </a:pathLst>
          </a:custGeom>
          <a:noFill/>
          <a:ln w="14288">
            <a:solidFill>
              <a:srgbClr val="D7000F"/>
            </a:solidFill>
          </a:ln>
        </p:spPr>
      </p:sp>
      <p:sp>
        <p:nvSpPr>
          <p:cNvPr id="129" name="connector_696"/>
          <p:cNvSpPr>
            <a:spLocks noGrp="1"/>
          </p:cNvSpPr>
          <p:nvPr/>
        </p:nvSpPr>
        <p:spPr>
          <a:xfrm>
            <a:off x="819150" y="2228850"/>
            <a:ext cx="19050" cy="3343275"/>
          </a:xfrm>
          <a:custGeom>
            <a:avLst/>
            <a:gdLst/>
            <a:ahLst/>
            <a:cxnLst/>
            <a:rect l="0" t="0" r="0" b="0"/>
            <a:pathLst>
              <a:path w="19050" h="3343275">
                <a:moveTo>
                  <a:pt x="9525" y="3333750"/>
                </a:moveTo>
                <a:lnTo>
                  <a:pt x="9525" y="9525"/>
                </a:lnTo>
              </a:path>
            </a:pathLst>
          </a:custGeom>
          <a:noFill/>
          <a:ln w="14288">
            <a:solidFill>
              <a:srgbClr val="D7000F"/>
            </a:solidFill>
          </a:ln>
        </p:spPr>
      </p:sp>
      <p:sp>
        <p:nvSpPr>
          <p:cNvPr id="130" name="connector_697"/>
          <p:cNvSpPr>
            <a:spLocks noGrp="1"/>
          </p:cNvSpPr>
          <p:nvPr/>
        </p:nvSpPr>
        <p:spPr>
          <a:xfrm>
            <a:off x="819150" y="2228850"/>
            <a:ext cx="171450" cy="19050"/>
          </a:xfrm>
          <a:custGeom>
            <a:avLst/>
            <a:gdLst/>
            <a:ahLst/>
            <a:cxnLst/>
            <a:rect l="0" t="0" r="0" b="0"/>
            <a:pathLst>
              <a:path w="171450" h="19050">
                <a:moveTo>
                  <a:pt x="9525" y="9525"/>
                </a:moveTo>
                <a:lnTo>
                  <a:pt x="161925" y="9525"/>
                </a:lnTo>
              </a:path>
            </a:pathLst>
          </a:custGeom>
          <a:noFill/>
          <a:ln w="19050">
            <a:solidFill>
              <a:srgbClr val="D7000F"/>
            </a:solidFill>
          </a:ln>
        </p:spPr>
      </p:sp>
      <p:sp>
        <p:nvSpPr>
          <p:cNvPr id="131" name="connector_698"/>
          <p:cNvSpPr>
            <a:spLocks noGrp="1"/>
          </p:cNvSpPr>
          <p:nvPr/>
        </p:nvSpPr>
        <p:spPr>
          <a:xfrm>
            <a:off x="913037" y="2196884"/>
            <a:ext cx="77563" cy="82981"/>
          </a:xfrm>
          <a:custGeom>
            <a:avLst/>
            <a:gdLst/>
            <a:ahLst/>
            <a:cxnLst/>
            <a:rect l="0" t="0" r="0" b="0"/>
            <a:pathLst>
              <a:path w="77563" h="82981">
                <a:moveTo>
                  <a:pt x="9525" y="73456"/>
                </a:moveTo>
                <a:lnTo>
                  <a:pt x="68038" y="41491"/>
                </a:lnTo>
                <a:lnTo>
                  <a:pt x="9525" y="9525"/>
                </a:lnTo>
              </a:path>
            </a:pathLst>
          </a:custGeom>
          <a:noFill/>
          <a:ln w="19050">
            <a:solidFill>
              <a:srgbClr val="D7000F"/>
            </a:solidFill>
          </a:ln>
        </p:spPr>
      </p:sp>
      <p:sp>
        <p:nvSpPr>
          <p:cNvPr id="132" name="text_700_否"/>
          <p:cNvSpPr>
            <a:spLocks noGrp="1"/>
          </p:cNvSpPr>
          <p:nvPr/>
        </p:nvSpPr>
        <p:spPr>
          <a:xfrm>
            <a:off x="581025" y="4667250"/>
            <a:ext cx="209550" cy="266700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200" b="1">
                <a:solidFill>
                  <a:srgbClr val="D7000F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200" b="1">
                <a:solidFill>
                  <a:srgbClr val="D7000F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否</a:t>
            </a:r>
          </a:p>
        </p:txBody>
      </p:sp>
      <p:sp>
        <p:nvSpPr>
          <p:cNvPr id="133" name="object_701"/>
          <p:cNvSpPr>
            <a:spLocks noGrp="1"/>
          </p:cNvSpPr>
          <p:nvPr/>
        </p:nvSpPr>
        <p:spPr>
          <a:xfrm>
            <a:off x="4010025" y="1504950"/>
            <a:ext cx="2943225" cy="514350"/>
          </a:xfrm>
          <a:prstGeom prst="rect">
            <a:avLst/>
          </a:prstGeom>
          <a:solidFill>
            <a:srgbClr val="FFFFFF"/>
          </a:solidFill>
          <a:ln w="17145">
            <a:solidFill>
              <a:srgbClr val="D7000F"/>
            </a:solidFill>
          </a:ln>
        </p:spPr>
      </p:sp>
      <p:sp>
        <p:nvSpPr>
          <p:cNvPr id="134" name="text_703_正确的 Kernel"/>
          <p:cNvSpPr>
            <a:spLocks noGrp="1"/>
          </p:cNvSpPr>
          <p:nvPr/>
        </p:nvSpPr>
        <p:spPr>
          <a:xfrm>
            <a:off x="4076700" y="1533525"/>
            <a:ext cx="2809875" cy="238125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425" b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425" b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正确的 Kernel</a:t>
            </a:r>
          </a:p>
        </p:txBody>
      </p:sp>
      <p:sp>
        <p:nvSpPr>
          <p:cNvPr id="135" name="text_705_已通过正确性验证"/>
          <p:cNvSpPr>
            <a:spLocks noGrp="1"/>
          </p:cNvSpPr>
          <p:nvPr/>
        </p:nvSpPr>
        <p:spPr>
          <a:xfrm>
            <a:off x="4086225" y="1781175"/>
            <a:ext cx="2790825" cy="209550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200" b="0">
                <a:solidFill>
                  <a:srgbClr val="242424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200" b="0">
                <a:solidFill>
                  <a:srgbClr val="242424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已通过正确性验证</a:t>
            </a:r>
          </a:p>
        </p:txBody>
      </p:sp>
      <p:sp>
        <p:nvSpPr>
          <p:cNvPr id="136" name="connector_706"/>
          <p:cNvSpPr>
            <a:spLocks noGrp="1"/>
          </p:cNvSpPr>
          <p:nvPr/>
        </p:nvSpPr>
        <p:spPr>
          <a:xfrm>
            <a:off x="5476875" y="2038350"/>
            <a:ext cx="19050" cy="133350"/>
          </a:xfrm>
          <a:custGeom>
            <a:avLst/>
            <a:gdLst/>
            <a:ahLst/>
            <a:cxnLst/>
            <a:rect l="0" t="0" r="0" b="0"/>
            <a:pathLst>
              <a:path w="19050" h="133350">
                <a:moveTo>
                  <a:pt x="9525" y="9525"/>
                </a:moveTo>
                <a:lnTo>
                  <a:pt x="9525" y="123825"/>
                </a:lnTo>
              </a:path>
            </a:pathLst>
          </a:custGeom>
          <a:noFill/>
          <a:ln w="19050">
            <a:solidFill>
              <a:srgbClr val="D7000F"/>
            </a:solidFill>
          </a:ln>
        </p:spPr>
      </p:sp>
      <p:sp>
        <p:nvSpPr>
          <p:cNvPr id="137" name="connector_707"/>
          <p:cNvSpPr>
            <a:spLocks noGrp="1"/>
          </p:cNvSpPr>
          <p:nvPr/>
        </p:nvSpPr>
        <p:spPr>
          <a:xfrm>
            <a:off x="5444909" y="2094137"/>
            <a:ext cx="82981" cy="77563"/>
          </a:xfrm>
          <a:custGeom>
            <a:avLst/>
            <a:gdLst/>
            <a:ahLst/>
            <a:cxnLst/>
            <a:rect l="0" t="0" r="0" b="0"/>
            <a:pathLst>
              <a:path w="82981" h="77563">
                <a:moveTo>
                  <a:pt x="9525" y="9525"/>
                </a:moveTo>
                <a:lnTo>
                  <a:pt x="41491" y="68038"/>
                </a:lnTo>
                <a:lnTo>
                  <a:pt x="73456" y="9525"/>
                </a:lnTo>
              </a:path>
            </a:pathLst>
          </a:custGeom>
          <a:noFill/>
          <a:ln w="19050">
            <a:solidFill>
              <a:srgbClr val="D7000F"/>
            </a:solidFill>
          </a:ln>
        </p:spPr>
      </p:sp>
      <p:sp>
        <p:nvSpPr>
          <p:cNvPr id="138" name="object_708"/>
          <p:cNvSpPr>
            <a:spLocks noGrp="1"/>
          </p:cNvSpPr>
          <p:nvPr/>
        </p:nvSpPr>
        <p:spPr>
          <a:xfrm>
            <a:off x="4010025" y="2190750"/>
            <a:ext cx="2943225" cy="514350"/>
          </a:xfrm>
          <a:prstGeom prst="rect">
            <a:avLst/>
          </a:prstGeom>
          <a:solidFill>
            <a:srgbClr val="FFFFFF"/>
          </a:solidFill>
          <a:ln w="17145">
            <a:solidFill>
              <a:srgbClr val="D7000F"/>
            </a:solidFill>
          </a:ln>
        </p:spPr>
      </p:sp>
      <p:sp>
        <p:nvSpPr>
          <p:cNvPr id="139" name="text_710_基准测试"/>
          <p:cNvSpPr>
            <a:spLocks noGrp="1"/>
          </p:cNvSpPr>
          <p:nvPr/>
        </p:nvSpPr>
        <p:spPr>
          <a:xfrm>
            <a:off x="4076700" y="2219325"/>
            <a:ext cx="2809875" cy="238125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425" b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425" b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基准测试</a:t>
            </a:r>
          </a:p>
        </p:txBody>
      </p:sp>
      <p:sp>
        <p:nvSpPr>
          <p:cNvPr id="140" name="text_712_Benchmark"/>
          <p:cNvSpPr>
            <a:spLocks noGrp="1"/>
          </p:cNvSpPr>
          <p:nvPr/>
        </p:nvSpPr>
        <p:spPr>
          <a:xfrm>
            <a:off x="4086225" y="2466975"/>
            <a:ext cx="2790825" cy="209550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200" b="0">
                <a:solidFill>
                  <a:srgbClr val="242424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200" b="0">
                <a:solidFill>
                  <a:srgbClr val="242424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Benchmark</a:t>
            </a:r>
          </a:p>
        </p:txBody>
      </p:sp>
      <p:sp>
        <p:nvSpPr>
          <p:cNvPr id="141" name="connector_713"/>
          <p:cNvSpPr>
            <a:spLocks noGrp="1"/>
          </p:cNvSpPr>
          <p:nvPr/>
        </p:nvSpPr>
        <p:spPr>
          <a:xfrm>
            <a:off x="5476875" y="2724150"/>
            <a:ext cx="19050" cy="133350"/>
          </a:xfrm>
          <a:custGeom>
            <a:avLst/>
            <a:gdLst/>
            <a:ahLst/>
            <a:cxnLst/>
            <a:rect l="0" t="0" r="0" b="0"/>
            <a:pathLst>
              <a:path w="19050" h="133350">
                <a:moveTo>
                  <a:pt x="9525" y="9525"/>
                </a:moveTo>
                <a:lnTo>
                  <a:pt x="9525" y="123825"/>
                </a:lnTo>
              </a:path>
            </a:pathLst>
          </a:custGeom>
          <a:noFill/>
          <a:ln w="19050">
            <a:solidFill>
              <a:srgbClr val="D7000F"/>
            </a:solidFill>
          </a:ln>
        </p:spPr>
      </p:sp>
      <p:sp>
        <p:nvSpPr>
          <p:cNvPr id="142" name="connector_714"/>
          <p:cNvSpPr>
            <a:spLocks noGrp="1"/>
          </p:cNvSpPr>
          <p:nvPr/>
        </p:nvSpPr>
        <p:spPr>
          <a:xfrm>
            <a:off x="5444909" y="2779937"/>
            <a:ext cx="82981" cy="77563"/>
          </a:xfrm>
          <a:custGeom>
            <a:avLst/>
            <a:gdLst/>
            <a:ahLst/>
            <a:cxnLst/>
            <a:rect l="0" t="0" r="0" b="0"/>
            <a:pathLst>
              <a:path w="82981" h="77563">
                <a:moveTo>
                  <a:pt x="9525" y="9525"/>
                </a:moveTo>
                <a:lnTo>
                  <a:pt x="41491" y="68038"/>
                </a:lnTo>
                <a:lnTo>
                  <a:pt x="73456" y="9525"/>
                </a:lnTo>
              </a:path>
            </a:pathLst>
          </a:custGeom>
          <a:noFill/>
          <a:ln w="19050">
            <a:solidFill>
              <a:srgbClr val="D7000F"/>
            </a:solidFill>
          </a:ln>
        </p:spPr>
      </p:sp>
      <p:sp>
        <p:nvSpPr>
          <p:cNvPr id="143" name="object_715"/>
          <p:cNvSpPr>
            <a:spLocks noGrp="1"/>
          </p:cNvSpPr>
          <p:nvPr/>
        </p:nvSpPr>
        <p:spPr>
          <a:xfrm>
            <a:off x="4010025" y="2876550"/>
            <a:ext cx="2943225" cy="514350"/>
          </a:xfrm>
          <a:prstGeom prst="rect">
            <a:avLst/>
          </a:prstGeom>
          <a:solidFill>
            <a:srgbClr val="FFFFFF"/>
          </a:solidFill>
          <a:ln w="17145">
            <a:solidFill>
              <a:srgbClr val="D7000F"/>
            </a:solidFill>
          </a:ln>
        </p:spPr>
      </p:sp>
      <p:sp>
        <p:nvSpPr>
          <p:cNvPr id="144" name="text_717_性能分析"/>
          <p:cNvSpPr>
            <a:spLocks noGrp="1"/>
          </p:cNvSpPr>
          <p:nvPr/>
        </p:nvSpPr>
        <p:spPr>
          <a:xfrm>
            <a:off x="4076700" y="2905125"/>
            <a:ext cx="2809875" cy="238125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425" b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425" b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性能分析</a:t>
            </a:r>
          </a:p>
        </p:txBody>
      </p:sp>
      <p:sp>
        <p:nvSpPr>
          <p:cNvPr id="145" name="text_719_Profiler"/>
          <p:cNvSpPr>
            <a:spLocks noGrp="1"/>
          </p:cNvSpPr>
          <p:nvPr/>
        </p:nvSpPr>
        <p:spPr>
          <a:xfrm>
            <a:off x="4086225" y="3152775"/>
            <a:ext cx="2790825" cy="209550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200" b="0">
                <a:solidFill>
                  <a:srgbClr val="242424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200" b="0">
                <a:solidFill>
                  <a:srgbClr val="242424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Profiler</a:t>
            </a:r>
          </a:p>
        </p:txBody>
      </p:sp>
      <p:sp>
        <p:nvSpPr>
          <p:cNvPr id="146" name="connector_720"/>
          <p:cNvSpPr>
            <a:spLocks noGrp="1"/>
          </p:cNvSpPr>
          <p:nvPr/>
        </p:nvSpPr>
        <p:spPr>
          <a:xfrm>
            <a:off x="5476875" y="3409950"/>
            <a:ext cx="19050" cy="133350"/>
          </a:xfrm>
          <a:custGeom>
            <a:avLst/>
            <a:gdLst/>
            <a:ahLst/>
            <a:cxnLst/>
            <a:rect l="0" t="0" r="0" b="0"/>
            <a:pathLst>
              <a:path w="19050" h="133350">
                <a:moveTo>
                  <a:pt x="9525" y="9525"/>
                </a:moveTo>
                <a:lnTo>
                  <a:pt x="9525" y="123825"/>
                </a:lnTo>
              </a:path>
            </a:pathLst>
          </a:custGeom>
          <a:noFill/>
          <a:ln w="19050">
            <a:solidFill>
              <a:srgbClr val="D7000F"/>
            </a:solidFill>
          </a:ln>
        </p:spPr>
      </p:sp>
      <p:sp>
        <p:nvSpPr>
          <p:cNvPr id="147" name="connector_721"/>
          <p:cNvSpPr>
            <a:spLocks noGrp="1"/>
          </p:cNvSpPr>
          <p:nvPr/>
        </p:nvSpPr>
        <p:spPr>
          <a:xfrm>
            <a:off x="5444909" y="3465737"/>
            <a:ext cx="82981" cy="77563"/>
          </a:xfrm>
          <a:custGeom>
            <a:avLst/>
            <a:gdLst/>
            <a:ahLst/>
            <a:cxnLst/>
            <a:rect l="0" t="0" r="0" b="0"/>
            <a:pathLst>
              <a:path w="82981" h="77563">
                <a:moveTo>
                  <a:pt x="9525" y="9525"/>
                </a:moveTo>
                <a:lnTo>
                  <a:pt x="41491" y="68038"/>
                </a:lnTo>
                <a:lnTo>
                  <a:pt x="73456" y="9525"/>
                </a:lnTo>
              </a:path>
            </a:pathLst>
          </a:custGeom>
          <a:noFill/>
          <a:ln w="19050">
            <a:solidFill>
              <a:srgbClr val="D7000F"/>
            </a:solidFill>
          </a:ln>
        </p:spPr>
      </p:sp>
      <p:sp>
        <p:nvSpPr>
          <p:cNvPr id="148" name="object_722"/>
          <p:cNvSpPr>
            <a:spLocks noGrp="1"/>
          </p:cNvSpPr>
          <p:nvPr/>
        </p:nvSpPr>
        <p:spPr>
          <a:xfrm>
            <a:off x="4010025" y="3562350"/>
            <a:ext cx="2943225" cy="514350"/>
          </a:xfrm>
          <a:prstGeom prst="rect">
            <a:avLst/>
          </a:prstGeom>
          <a:solidFill>
            <a:srgbClr val="FFFFFF"/>
          </a:solidFill>
          <a:ln w="17145">
            <a:solidFill>
              <a:srgbClr val="D7000F"/>
            </a:solidFill>
          </a:ln>
        </p:spPr>
      </p:sp>
      <p:sp>
        <p:nvSpPr>
          <p:cNvPr id="149" name="text_724_算子类型分类"/>
          <p:cNvSpPr>
            <a:spLocks noGrp="1"/>
          </p:cNvSpPr>
          <p:nvPr/>
        </p:nvSpPr>
        <p:spPr>
          <a:xfrm>
            <a:off x="4076700" y="3590925"/>
            <a:ext cx="2809875" cy="238125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425" b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425" b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算子类型分类</a:t>
            </a:r>
          </a:p>
        </p:txBody>
      </p:sp>
      <p:sp>
        <p:nvSpPr>
          <p:cNvPr id="150" name="text_726_分析瓶颈与特征"/>
          <p:cNvSpPr>
            <a:spLocks noGrp="1"/>
          </p:cNvSpPr>
          <p:nvPr/>
        </p:nvSpPr>
        <p:spPr>
          <a:xfrm>
            <a:off x="4086225" y="3838575"/>
            <a:ext cx="2790825" cy="209550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200" b="0">
                <a:solidFill>
                  <a:srgbClr val="242424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200" b="0">
                <a:solidFill>
                  <a:srgbClr val="242424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分析瓶颈与特征</a:t>
            </a:r>
          </a:p>
        </p:txBody>
      </p:sp>
      <p:sp>
        <p:nvSpPr>
          <p:cNvPr id="151" name="connector_727"/>
          <p:cNvSpPr>
            <a:spLocks noGrp="1"/>
          </p:cNvSpPr>
          <p:nvPr/>
        </p:nvSpPr>
        <p:spPr>
          <a:xfrm>
            <a:off x="5476875" y="4095750"/>
            <a:ext cx="19050" cy="133350"/>
          </a:xfrm>
          <a:custGeom>
            <a:avLst/>
            <a:gdLst/>
            <a:ahLst/>
            <a:cxnLst/>
            <a:rect l="0" t="0" r="0" b="0"/>
            <a:pathLst>
              <a:path w="19050" h="133350">
                <a:moveTo>
                  <a:pt x="9525" y="9525"/>
                </a:moveTo>
                <a:lnTo>
                  <a:pt x="9525" y="123825"/>
                </a:lnTo>
              </a:path>
            </a:pathLst>
          </a:custGeom>
          <a:noFill/>
          <a:ln w="19050">
            <a:solidFill>
              <a:srgbClr val="D7000F"/>
            </a:solidFill>
          </a:ln>
        </p:spPr>
      </p:sp>
      <p:sp>
        <p:nvSpPr>
          <p:cNvPr id="152" name="connector_728"/>
          <p:cNvSpPr>
            <a:spLocks noGrp="1"/>
          </p:cNvSpPr>
          <p:nvPr/>
        </p:nvSpPr>
        <p:spPr>
          <a:xfrm>
            <a:off x="5444909" y="4151537"/>
            <a:ext cx="82981" cy="77563"/>
          </a:xfrm>
          <a:custGeom>
            <a:avLst/>
            <a:gdLst/>
            <a:ahLst/>
            <a:cxnLst/>
            <a:rect l="0" t="0" r="0" b="0"/>
            <a:pathLst>
              <a:path w="82981" h="77563">
                <a:moveTo>
                  <a:pt x="9525" y="9525"/>
                </a:moveTo>
                <a:lnTo>
                  <a:pt x="41491" y="68038"/>
                </a:lnTo>
                <a:lnTo>
                  <a:pt x="73456" y="9525"/>
                </a:lnTo>
              </a:path>
            </a:pathLst>
          </a:custGeom>
          <a:noFill/>
          <a:ln w="19050">
            <a:solidFill>
              <a:srgbClr val="D7000F"/>
            </a:solidFill>
          </a:ln>
        </p:spPr>
      </p:sp>
      <p:sp>
        <p:nvSpPr>
          <p:cNvPr id="153" name="object_729"/>
          <p:cNvSpPr>
            <a:spLocks noGrp="1"/>
          </p:cNvSpPr>
          <p:nvPr/>
        </p:nvSpPr>
        <p:spPr>
          <a:xfrm>
            <a:off x="4010025" y="4248150"/>
            <a:ext cx="2943225" cy="514350"/>
          </a:xfrm>
          <a:prstGeom prst="rect">
            <a:avLst/>
          </a:prstGeom>
          <a:solidFill>
            <a:srgbClr val="F2F2F2"/>
          </a:solidFill>
          <a:ln w="17145">
            <a:solidFill>
              <a:srgbClr val="D7000F"/>
            </a:solidFill>
          </a:ln>
        </p:spPr>
      </p:sp>
      <p:sp>
        <p:nvSpPr>
          <p:cNvPr id="154" name="text_731_优化策略选择"/>
          <p:cNvSpPr>
            <a:spLocks noGrp="1"/>
          </p:cNvSpPr>
          <p:nvPr/>
        </p:nvSpPr>
        <p:spPr>
          <a:xfrm>
            <a:off x="4076700" y="4276725"/>
            <a:ext cx="2809875" cy="238125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425" b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425" b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优化策略选择</a:t>
            </a:r>
          </a:p>
        </p:txBody>
      </p:sp>
      <p:sp>
        <p:nvSpPr>
          <p:cNvPr id="155" name="text_733_筛选适用策略"/>
          <p:cNvSpPr>
            <a:spLocks noGrp="1"/>
          </p:cNvSpPr>
          <p:nvPr/>
        </p:nvSpPr>
        <p:spPr>
          <a:xfrm>
            <a:off x="4086225" y="4524375"/>
            <a:ext cx="2790825" cy="209550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200" b="0">
                <a:solidFill>
                  <a:srgbClr val="242424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200" b="0">
                <a:solidFill>
                  <a:srgbClr val="242424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筛选适用策略</a:t>
            </a:r>
          </a:p>
        </p:txBody>
      </p:sp>
      <p:sp>
        <p:nvSpPr>
          <p:cNvPr id="156" name="connector_734"/>
          <p:cNvSpPr>
            <a:spLocks noGrp="1"/>
          </p:cNvSpPr>
          <p:nvPr/>
        </p:nvSpPr>
        <p:spPr>
          <a:xfrm>
            <a:off x="5476875" y="4781550"/>
            <a:ext cx="19050" cy="133350"/>
          </a:xfrm>
          <a:custGeom>
            <a:avLst/>
            <a:gdLst/>
            <a:ahLst/>
            <a:cxnLst/>
            <a:rect l="0" t="0" r="0" b="0"/>
            <a:pathLst>
              <a:path w="19050" h="133350">
                <a:moveTo>
                  <a:pt x="9525" y="9525"/>
                </a:moveTo>
                <a:lnTo>
                  <a:pt x="9525" y="123825"/>
                </a:lnTo>
              </a:path>
            </a:pathLst>
          </a:custGeom>
          <a:noFill/>
          <a:ln w="19050">
            <a:solidFill>
              <a:srgbClr val="D7000F"/>
            </a:solidFill>
          </a:ln>
        </p:spPr>
      </p:sp>
      <p:sp>
        <p:nvSpPr>
          <p:cNvPr id="157" name="connector_735"/>
          <p:cNvSpPr>
            <a:spLocks noGrp="1"/>
          </p:cNvSpPr>
          <p:nvPr/>
        </p:nvSpPr>
        <p:spPr>
          <a:xfrm>
            <a:off x="5444909" y="4837337"/>
            <a:ext cx="82981" cy="77563"/>
          </a:xfrm>
          <a:custGeom>
            <a:avLst/>
            <a:gdLst/>
            <a:ahLst/>
            <a:cxnLst/>
            <a:rect l="0" t="0" r="0" b="0"/>
            <a:pathLst>
              <a:path w="82981" h="77563">
                <a:moveTo>
                  <a:pt x="9525" y="9525"/>
                </a:moveTo>
                <a:lnTo>
                  <a:pt x="41491" y="68038"/>
                </a:lnTo>
                <a:lnTo>
                  <a:pt x="73456" y="9525"/>
                </a:lnTo>
              </a:path>
            </a:pathLst>
          </a:custGeom>
          <a:noFill/>
          <a:ln w="19050">
            <a:solidFill>
              <a:srgbClr val="D7000F"/>
            </a:solidFill>
          </a:ln>
        </p:spPr>
      </p:sp>
      <p:sp>
        <p:nvSpPr>
          <p:cNvPr id="158" name="object_736"/>
          <p:cNvSpPr>
            <a:spLocks noGrp="1"/>
          </p:cNvSpPr>
          <p:nvPr/>
        </p:nvSpPr>
        <p:spPr>
          <a:xfrm>
            <a:off x="4010025" y="4933950"/>
            <a:ext cx="2943225" cy="514350"/>
          </a:xfrm>
          <a:prstGeom prst="rect">
            <a:avLst/>
          </a:prstGeom>
          <a:solidFill>
            <a:srgbClr val="FFFFFF"/>
          </a:solidFill>
          <a:ln w="17145">
            <a:solidFill>
              <a:srgbClr val="D7000F"/>
            </a:solidFill>
          </a:ln>
        </p:spPr>
      </p:sp>
      <p:sp>
        <p:nvSpPr>
          <p:cNvPr id="159" name="text_738_针对性优化"/>
          <p:cNvSpPr>
            <a:spLocks noGrp="1"/>
          </p:cNvSpPr>
          <p:nvPr/>
        </p:nvSpPr>
        <p:spPr>
          <a:xfrm>
            <a:off x="4076700" y="4962525"/>
            <a:ext cx="2809875" cy="238125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425" b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425" b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针对性优化</a:t>
            </a:r>
          </a:p>
        </p:txBody>
      </p:sp>
      <p:sp>
        <p:nvSpPr>
          <p:cNvPr id="160" name="text_740_执行选定策略"/>
          <p:cNvSpPr>
            <a:spLocks noGrp="1"/>
          </p:cNvSpPr>
          <p:nvPr/>
        </p:nvSpPr>
        <p:spPr>
          <a:xfrm>
            <a:off x="4086225" y="5210175"/>
            <a:ext cx="2790825" cy="209550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200" b="0">
                <a:solidFill>
                  <a:srgbClr val="242424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200" b="0">
                <a:solidFill>
                  <a:srgbClr val="242424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执行选定策略</a:t>
            </a:r>
          </a:p>
        </p:txBody>
      </p:sp>
      <p:sp>
        <p:nvSpPr>
          <p:cNvPr id="161" name="connector_741"/>
          <p:cNvSpPr>
            <a:spLocks noGrp="1"/>
          </p:cNvSpPr>
          <p:nvPr/>
        </p:nvSpPr>
        <p:spPr>
          <a:xfrm>
            <a:off x="5476875" y="5467350"/>
            <a:ext cx="19050" cy="133350"/>
          </a:xfrm>
          <a:custGeom>
            <a:avLst/>
            <a:gdLst/>
            <a:ahLst/>
            <a:cxnLst/>
            <a:rect l="0" t="0" r="0" b="0"/>
            <a:pathLst>
              <a:path w="19050" h="133350">
                <a:moveTo>
                  <a:pt x="9525" y="9525"/>
                </a:moveTo>
                <a:lnTo>
                  <a:pt x="9525" y="123825"/>
                </a:lnTo>
              </a:path>
            </a:pathLst>
          </a:custGeom>
          <a:noFill/>
          <a:ln w="19050">
            <a:solidFill>
              <a:srgbClr val="D7000F"/>
            </a:solidFill>
          </a:ln>
        </p:spPr>
      </p:sp>
      <p:sp>
        <p:nvSpPr>
          <p:cNvPr id="162" name="connector_742"/>
          <p:cNvSpPr>
            <a:spLocks noGrp="1"/>
          </p:cNvSpPr>
          <p:nvPr/>
        </p:nvSpPr>
        <p:spPr>
          <a:xfrm>
            <a:off x="5444909" y="5523137"/>
            <a:ext cx="82981" cy="77563"/>
          </a:xfrm>
          <a:custGeom>
            <a:avLst/>
            <a:gdLst/>
            <a:ahLst/>
            <a:cxnLst/>
            <a:rect l="0" t="0" r="0" b="0"/>
            <a:pathLst>
              <a:path w="82981" h="77563">
                <a:moveTo>
                  <a:pt x="9525" y="9525"/>
                </a:moveTo>
                <a:lnTo>
                  <a:pt x="41491" y="68038"/>
                </a:lnTo>
                <a:lnTo>
                  <a:pt x="73456" y="9525"/>
                </a:lnTo>
              </a:path>
            </a:pathLst>
          </a:custGeom>
          <a:noFill/>
          <a:ln w="19050">
            <a:solidFill>
              <a:srgbClr val="D7000F"/>
            </a:solidFill>
          </a:ln>
        </p:spPr>
      </p:sp>
      <p:sp>
        <p:nvSpPr>
          <p:cNvPr id="163" name="object_743"/>
          <p:cNvSpPr>
            <a:spLocks noGrp="1"/>
          </p:cNvSpPr>
          <p:nvPr/>
        </p:nvSpPr>
        <p:spPr>
          <a:xfrm>
            <a:off x="4010025" y="5619750"/>
            <a:ext cx="2943225" cy="514350"/>
          </a:xfrm>
          <a:prstGeom prst="rect">
            <a:avLst/>
          </a:prstGeom>
          <a:solidFill>
            <a:srgbClr val="FFFFFF"/>
          </a:solidFill>
          <a:ln w="17145">
            <a:solidFill>
              <a:srgbClr val="D7000F"/>
            </a:solidFill>
          </a:ln>
        </p:spPr>
      </p:sp>
      <p:sp>
        <p:nvSpPr>
          <p:cNvPr id="164" name="text_745_优化结果"/>
          <p:cNvSpPr>
            <a:spLocks noGrp="1"/>
          </p:cNvSpPr>
          <p:nvPr/>
        </p:nvSpPr>
        <p:spPr>
          <a:xfrm>
            <a:off x="4076700" y="5648325"/>
            <a:ext cx="2809875" cy="238125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425" b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425" b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优化结果</a:t>
            </a:r>
          </a:p>
        </p:txBody>
      </p:sp>
      <p:sp>
        <p:nvSpPr>
          <p:cNvPr id="165" name="text_747_复测并记录"/>
          <p:cNvSpPr>
            <a:spLocks noGrp="1"/>
          </p:cNvSpPr>
          <p:nvPr/>
        </p:nvSpPr>
        <p:spPr>
          <a:xfrm>
            <a:off x="4086225" y="5895975"/>
            <a:ext cx="2790825" cy="209550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200" b="0">
                <a:solidFill>
                  <a:srgbClr val="242424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200" b="0">
                <a:solidFill>
                  <a:srgbClr val="242424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复测并记录</a:t>
            </a:r>
          </a:p>
        </p:txBody>
      </p:sp>
      <p:graphicFrame>
        <p:nvGraphicFramePr>
          <p:cNvPr id="348" name="表格 347"/>
          <p:cNvGraphicFramePr/>
          <p:nvPr/>
        </p:nvGraphicFramePr>
        <p:xfrm>
          <a:off x="7400925" y="1495425"/>
          <a:ext cx="4114800" cy="2057400"/>
        </p:xfrm>
        <a:graphic>
          <a:graphicData uri="http://schemas.openxmlformats.org/drawingml/2006/table">
            <a:tbl>
              <a:tblPr/>
              <a:tblGrid>
                <a:gridCol w="10287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430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430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pPr algn="ctr"/>
                      <a:r>
                        <a:rPr sz="1240" b="1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判断项</a:t>
                      </a:r>
                    </a:p>
                  </a:txBody>
                  <a:tcPr marL="38100" marR="38100" marT="19050" marB="19050" anchor="ctr">
                    <a:lnL w="7620">
                      <a:solidFill>
                        <a:srgbClr val="D9D9D9"/>
                      </a:solidFill>
                    </a:lnL>
                    <a:lnR w="7620">
                      <a:solidFill>
                        <a:srgbClr val="D9D9D9"/>
                      </a:solidFill>
                    </a:lnR>
                    <a:lnT w="7620">
                      <a:solidFill>
                        <a:srgbClr val="D9D9D9"/>
                      </a:solidFill>
                    </a:lnT>
                    <a:lnB w="7620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40" b="1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Elementwise</a:t>
                      </a:r>
                    </a:p>
                  </a:txBody>
                  <a:tcPr marL="38100" marR="38100" marT="19050" marB="19050" anchor="ctr">
                    <a:lnL w="7620">
                      <a:solidFill>
                        <a:srgbClr val="D9D9D9"/>
                      </a:solidFill>
                    </a:lnL>
                    <a:lnR w="7620">
                      <a:solidFill>
                        <a:srgbClr val="D9D9D9"/>
                      </a:solidFill>
                    </a:lnR>
                    <a:lnT w="7620">
                      <a:solidFill>
                        <a:srgbClr val="D9D9D9"/>
                      </a:solidFill>
                    </a:lnT>
                    <a:lnB w="7620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40" b="1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Reduction</a:t>
                      </a:r>
                    </a:p>
                  </a:txBody>
                  <a:tcPr marL="38100" marR="38100" marT="19050" marB="19050" anchor="ctr">
                    <a:lnL w="7620">
                      <a:solidFill>
                        <a:srgbClr val="D9D9D9"/>
                      </a:solidFill>
                    </a:lnL>
                    <a:lnR w="7620">
                      <a:solidFill>
                        <a:srgbClr val="D9D9D9"/>
                      </a:solidFill>
                    </a:lnR>
                    <a:lnT w="7620">
                      <a:solidFill>
                        <a:srgbClr val="D9D9D9"/>
                      </a:solidFill>
                    </a:lnT>
                    <a:lnB w="7620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ctr"/>
                      <a:r>
                        <a:rPr sz="1240" b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计算特征</a:t>
                      </a:r>
                    </a:p>
                  </a:txBody>
                  <a:tcPr marL="38100" marR="38100" marT="19050" marB="19050" anchor="ctr">
                    <a:lnL w="7620">
                      <a:solidFill>
                        <a:srgbClr val="D9D9D9"/>
                      </a:solidFill>
                    </a:lnL>
                    <a:lnR w="7620">
                      <a:solidFill>
                        <a:srgbClr val="D9D9D9"/>
                      </a:solidFill>
                    </a:lnR>
                    <a:lnT w="7620">
                      <a:solidFill>
                        <a:srgbClr val="D9D9D9"/>
                      </a:solidFill>
                    </a:lnT>
                    <a:lnB w="762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40" b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无 Reduction</a:t>
                      </a:r>
                    </a:p>
                  </a:txBody>
                  <a:tcPr marL="38100" marR="38100" marT="19050" marB="19050" anchor="ctr">
                    <a:lnL w="7620">
                      <a:solidFill>
                        <a:srgbClr val="D9D9D9"/>
                      </a:solidFill>
                    </a:lnL>
                    <a:lnR w="7620">
                      <a:solidFill>
                        <a:srgbClr val="D9D9D9"/>
                      </a:solidFill>
                    </a:lnR>
                    <a:lnT w="7620">
                      <a:solidFill>
                        <a:srgbClr val="D9D9D9"/>
                      </a:solidFill>
                    </a:lnT>
                    <a:lnB w="762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40" b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存在 Reduction</a:t>
                      </a:r>
                    </a:p>
                  </a:txBody>
                  <a:tcPr marL="38100" marR="38100" marT="19050" marB="19050" anchor="ctr">
                    <a:lnL w="7620">
                      <a:solidFill>
                        <a:srgbClr val="D9D9D9"/>
                      </a:solidFill>
                    </a:lnL>
                    <a:lnR w="7620">
                      <a:solidFill>
                        <a:srgbClr val="D9D9D9"/>
                      </a:solidFill>
                    </a:lnR>
                    <a:lnT w="7620">
                      <a:solidFill>
                        <a:srgbClr val="D9D9D9"/>
                      </a:solidFill>
                    </a:lnT>
                    <a:lnB w="762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ctr"/>
                      <a:r>
                        <a:rPr sz="1240" b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主要瓶颈</a:t>
                      </a:r>
                    </a:p>
                  </a:txBody>
                  <a:tcPr marL="38100" marR="38100" marT="19050" marB="19050" anchor="ctr">
                    <a:lnL w="7620">
                      <a:solidFill>
                        <a:srgbClr val="D9D9D9"/>
                      </a:solidFill>
                    </a:lnL>
                    <a:lnR w="7620">
                      <a:solidFill>
                        <a:srgbClr val="D9D9D9"/>
                      </a:solidFill>
                    </a:lnR>
                    <a:lnT w="7620">
                      <a:solidFill>
                        <a:srgbClr val="D9D9D9"/>
                      </a:solidFill>
                    </a:lnT>
                    <a:lnB w="762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40" b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内存带宽</a:t>
                      </a:r>
                    </a:p>
                  </a:txBody>
                  <a:tcPr marL="38100" marR="38100" marT="19050" marB="19050" anchor="ctr">
                    <a:lnL w="7620">
                      <a:solidFill>
                        <a:srgbClr val="D9D9D9"/>
                      </a:solidFill>
                    </a:lnL>
                    <a:lnR w="7620">
                      <a:solidFill>
                        <a:srgbClr val="D9D9D9"/>
                      </a:solidFill>
                    </a:lnR>
                    <a:lnT w="7620">
                      <a:solidFill>
                        <a:srgbClr val="D9D9D9"/>
                      </a:solidFill>
                    </a:lnT>
                    <a:lnB w="762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40" b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规约性能</a:t>
                      </a:r>
                    </a:p>
                  </a:txBody>
                  <a:tcPr marL="38100" marR="38100" marT="19050" marB="19050" anchor="ctr">
                    <a:lnL w="7620">
                      <a:solidFill>
                        <a:srgbClr val="D9D9D9"/>
                      </a:solidFill>
                    </a:lnL>
                    <a:lnR w="7620">
                      <a:solidFill>
                        <a:srgbClr val="D9D9D9"/>
                      </a:solidFill>
                    </a:lnR>
                    <a:lnT w="7620">
                      <a:solidFill>
                        <a:srgbClr val="D9D9D9"/>
                      </a:solidFill>
                    </a:lnT>
                    <a:lnB w="762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ctr"/>
                      <a:r>
                        <a:rPr sz="1240" b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适用策略</a:t>
                      </a:r>
                    </a:p>
                  </a:txBody>
                  <a:tcPr marL="38100" marR="38100" marT="19050" marB="19050" anchor="ctr">
                    <a:lnL w="7620">
                      <a:solidFill>
                        <a:srgbClr val="D9D9D9"/>
                      </a:solidFill>
                    </a:lnL>
                    <a:lnR w="7620">
                      <a:solidFill>
                        <a:srgbClr val="D9D9D9"/>
                      </a:solidFill>
                    </a:lnR>
                    <a:lnT w="7620">
                      <a:solidFill>
                        <a:srgbClr val="D9D9D9"/>
                      </a:solidFill>
                    </a:lnT>
                    <a:lnB w="762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40" b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Tiling /</a:t>
                      </a:r>
                    </a:p>
                    <a:p>
                      <a:pPr algn="ctr"/>
                      <a:r>
                        <a:rPr sz="1240" b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Vectorize</a:t>
                      </a:r>
                    </a:p>
                  </a:txBody>
                  <a:tcPr marL="38100" marR="38100" marT="19050" marB="19050" anchor="ctr">
                    <a:lnL w="7620">
                      <a:solidFill>
                        <a:srgbClr val="D9D9D9"/>
                      </a:solidFill>
                    </a:lnL>
                    <a:lnR w="7620">
                      <a:solidFill>
                        <a:srgbClr val="D9D9D9"/>
                      </a:solidFill>
                    </a:lnR>
                    <a:lnT w="7620">
                      <a:solidFill>
                        <a:srgbClr val="D9D9D9"/>
                      </a:solidFill>
                    </a:lnT>
                    <a:lnB w="762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40" b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Reduce / Tiling</a:t>
                      </a:r>
                    </a:p>
                  </a:txBody>
                  <a:tcPr marL="38100" marR="38100" marT="19050" marB="19050" anchor="ctr">
                    <a:lnL w="7620">
                      <a:solidFill>
                        <a:srgbClr val="D9D9D9"/>
                      </a:solidFill>
                    </a:lnL>
                    <a:lnR w="7620">
                      <a:solidFill>
                        <a:srgbClr val="D9D9D9"/>
                      </a:solidFill>
                    </a:lnR>
                    <a:lnT w="7620">
                      <a:solidFill>
                        <a:srgbClr val="D9D9D9"/>
                      </a:solidFill>
                    </a:lnT>
                    <a:lnB w="762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ctr"/>
                      <a:r>
                        <a:rPr sz="1240" b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排除 / 慎用</a:t>
                      </a:r>
                    </a:p>
                  </a:txBody>
                  <a:tcPr marL="38100" marR="38100" marT="19050" marB="19050" anchor="ctr">
                    <a:lnL w="7620">
                      <a:solidFill>
                        <a:srgbClr val="D9D9D9"/>
                      </a:solidFill>
                    </a:lnL>
                    <a:lnR w="7620">
                      <a:solidFill>
                        <a:srgbClr val="D9D9D9"/>
                      </a:solidFill>
                    </a:lnR>
                    <a:lnT w="7620">
                      <a:solidFill>
                        <a:srgbClr val="D9D9D9"/>
                      </a:solidFill>
                    </a:lnT>
                    <a:lnB w="762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40" b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跳过 Reduce</a:t>
                      </a:r>
                    </a:p>
                  </a:txBody>
                  <a:tcPr marL="38100" marR="38100" marT="19050" marB="19050" anchor="ctr">
                    <a:lnL w="7620">
                      <a:solidFill>
                        <a:srgbClr val="D9D9D9"/>
                      </a:solidFill>
                    </a:lnL>
                    <a:lnR w="7620">
                      <a:solidFill>
                        <a:srgbClr val="D9D9D9"/>
                      </a:solidFill>
                    </a:lnR>
                    <a:lnT w="7620">
                      <a:solidFill>
                        <a:srgbClr val="D9D9D9"/>
                      </a:solidFill>
                    </a:lnT>
                    <a:lnB w="762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40" b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部分内存优化</a:t>
                      </a:r>
                    </a:p>
                  </a:txBody>
                  <a:tcPr marL="38100" marR="38100" marT="19050" marB="19050" anchor="ctr">
                    <a:lnL w="7620">
                      <a:solidFill>
                        <a:srgbClr val="D9D9D9"/>
                      </a:solidFill>
                    </a:lnL>
                    <a:lnR w="7620">
                      <a:solidFill>
                        <a:srgbClr val="D9D9D9"/>
                      </a:solidFill>
                    </a:lnR>
                    <a:lnT w="7620">
                      <a:solidFill>
                        <a:srgbClr val="D9D9D9"/>
                      </a:solidFill>
                    </a:lnT>
                    <a:lnB w="762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67" name="text_749_策略决策文件（示例）"/>
          <p:cNvSpPr>
            <a:spLocks noGrp="1"/>
          </p:cNvSpPr>
          <p:nvPr/>
        </p:nvSpPr>
        <p:spPr>
          <a:xfrm>
            <a:off x="7410450" y="3686175"/>
            <a:ext cx="4076700" cy="295275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650" b="1">
                <a:solidFill>
                  <a:srgbClr val="D7000F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650" b="1">
                <a:solidFill>
                  <a:srgbClr val="D7000F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策略决策文件（示例）</a:t>
            </a:r>
          </a:p>
        </p:txBody>
      </p:sp>
      <p:sp>
        <p:nvSpPr>
          <p:cNvPr id="168" name="object_750"/>
          <p:cNvSpPr>
            <a:spLocks noGrp="1"/>
          </p:cNvSpPr>
          <p:nvPr/>
        </p:nvSpPr>
        <p:spPr>
          <a:xfrm>
            <a:off x="7400925" y="4048125"/>
            <a:ext cx="4114800" cy="1914525"/>
          </a:xfrm>
          <a:prstGeom prst="rect">
            <a:avLst/>
          </a:prstGeom>
          <a:solidFill>
            <a:srgbClr val="F2F2F2"/>
          </a:solidFill>
          <a:ln w="9525">
            <a:noFill/>
          </a:ln>
        </p:spPr>
      </p:sp>
      <p:sp>
        <p:nvSpPr>
          <p:cNvPr id="169" name="text_752_{"/>
          <p:cNvSpPr>
            <a:spLocks noGrp="1"/>
          </p:cNvSpPr>
          <p:nvPr/>
        </p:nvSpPr>
        <p:spPr>
          <a:xfrm>
            <a:off x="7496175" y="4086225"/>
            <a:ext cx="3924300" cy="179070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175" b="0">
                <a:solidFill>
                  <a:srgbClr val="242424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175" b="0">
                <a:solidFill>
                  <a:srgbClr val="242424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{</a:t>
            </a:r>
          </a:p>
        </p:txBody>
      </p:sp>
      <p:sp>
        <p:nvSpPr>
          <p:cNvPr id="170" name="text_754_  &quot;op_type&quot;: &quot;elementwis"/>
          <p:cNvSpPr>
            <a:spLocks noGrp="1"/>
          </p:cNvSpPr>
          <p:nvPr/>
        </p:nvSpPr>
        <p:spPr>
          <a:xfrm>
            <a:off x="7496175" y="4265295"/>
            <a:ext cx="3924300" cy="179070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175" b="0">
                <a:solidFill>
                  <a:srgbClr val="242424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175" b="0">
                <a:solidFill>
                  <a:srgbClr val="242424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 "op_type": "elementwise",</a:t>
            </a:r>
          </a:p>
        </p:txBody>
      </p:sp>
      <p:sp>
        <p:nvSpPr>
          <p:cNvPr id="171" name="text_756_  &quot;applicable_strategies"/>
          <p:cNvSpPr>
            <a:spLocks noGrp="1"/>
          </p:cNvSpPr>
          <p:nvPr/>
        </p:nvSpPr>
        <p:spPr>
          <a:xfrm>
            <a:off x="7496175" y="4444365"/>
            <a:ext cx="3924300" cy="179070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175" b="0">
                <a:solidFill>
                  <a:srgbClr val="242424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175" b="0">
                <a:solidFill>
                  <a:srgbClr val="242424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 "applicable_strategies": [</a:t>
            </a:r>
          </a:p>
        </p:txBody>
      </p:sp>
      <p:sp>
        <p:nvSpPr>
          <p:cNvPr id="172" name="text_758_    &quot;tiling&quot;, &quot;vectorize"/>
          <p:cNvSpPr>
            <a:spLocks noGrp="1"/>
          </p:cNvSpPr>
          <p:nvPr/>
        </p:nvSpPr>
        <p:spPr>
          <a:xfrm>
            <a:off x="7496175" y="4623435"/>
            <a:ext cx="3924300" cy="179070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175" b="0">
                <a:solidFill>
                  <a:srgbClr val="242424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175" b="0">
                <a:solidFill>
                  <a:srgbClr val="242424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   "tiling", "vectorize", "memory"],</a:t>
            </a:r>
          </a:p>
        </p:txBody>
      </p:sp>
      <p:sp>
        <p:nvSpPr>
          <p:cNvPr id="173" name="text_760_  &quot;excluded_strategies&quot;:"/>
          <p:cNvSpPr>
            <a:spLocks noGrp="1"/>
          </p:cNvSpPr>
          <p:nvPr/>
        </p:nvSpPr>
        <p:spPr>
          <a:xfrm>
            <a:off x="7496175" y="4802505"/>
            <a:ext cx="3924300" cy="179070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175" b="0">
                <a:solidFill>
                  <a:srgbClr val="242424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175" b="0">
                <a:solidFill>
                  <a:srgbClr val="242424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 "excluded_strategies": ["reduce"],</a:t>
            </a:r>
          </a:p>
        </p:txBody>
      </p:sp>
      <p:sp>
        <p:nvSpPr>
          <p:cNvPr id="174" name="text_762_  &quot;reason&quot;: &quot;no reductio"/>
          <p:cNvSpPr>
            <a:spLocks noGrp="1"/>
          </p:cNvSpPr>
          <p:nvPr/>
        </p:nvSpPr>
        <p:spPr>
          <a:xfrm>
            <a:off x="7496175" y="4981575"/>
            <a:ext cx="3924300" cy="179070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175" b="0">
                <a:solidFill>
                  <a:srgbClr val="242424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175" b="0">
                <a:solidFill>
                  <a:srgbClr val="242424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 "reason": "no reduction in operator",</a:t>
            </a:r>
          </a:p>
        </p:txBody>
      </p:sp>
      <p:sp>
        <p:nvSpPr>
          <p:cNvPr id="175" name="text_764_  &quot;profiler_signals&quot;: {"/>
          <p:cNvSpPr>
            <a:spLocks noGrp="1"/>
          </p:cNvSpPr>
          <p:nvPr/>
        </p:nvSpPr>
        <p:spPr>
          <a:xfrm>
            <a:off x="7496175" y="5160645"/>
            <a:ext cx="3924300" cy="179070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175" b="0">
                <a:solidFill>
                  <a:srgbClr val="242424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175" b="0">
                <a:solidFill>
                  <a:srgbClr val="242424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 "profiler_signals": {</a:t>
            </a:r>
          </a:p>
        </p:txBody>
      </p:sp>
      <p:sp>
        <p:nvSpPr>
          <p:cNvPr id="176" name="text_766_    &quot;memory_bound&quot;: true"/>
          <p:cNvSpPr>
            <a:spLocks noGrp="1"/>
          </p:cNvSpPr>
          <p:nvPr/>
        </p:nvSpPr>
        <p:spPr>
          <a:xfrm>
            <a:off x="7496175" y="5339715"/>
            <a:ext cx="3924300" cy="179070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175" b="0">
                <a:solidFill>
                  <a:srgbClr val="242424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175" b="0">
                <a:solidFill>
                  <a:srgbClr val="242424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   "memory_bound": true,</a:t>
            </a:r>
          </a:p>
        </p:txBody>
      </p:sp>
      <p:sp>
        <p:nvSpPr>
          <p:cNvPr id="177" name="text_768_    &quot;compute_bound&quot;: fal"/>
          <p:cNvSpPr>
            <a:spLocks noGrp="1"/>
          </p:cNvSpPr>
          <p:nvPr/>
        </p:nvSpPr>
        <p:spPr>
          <a:xfrm>
            <a:off x="7496175" y="5518785"/>
            <a:ext cx="3924300" cy="179070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175" b="0">
                <a:solidFill>
                  <a:srgbClr val="242424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175" b="0">
                <a:solidFill>
                  <a:srgbClr val="242424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   "compute_bound": false }</a:t>
            </a:r>
          </a:p>
        </p:txBody>
      </p:sp>
      <p:sp>
        <p:nvSpPr>
          <p:cNvPr id="178" name="text_770_}"/>
          <p:cNvSpPr>
            <a:spLocks noGrp="1"/>
          </p:cNvSpPr>
          <p:nvPr/>
        </p:nvSpPr>
        <p:spPr>
          <a:xfrm>
            <a:off x="7496175" y="5697855"/>
            <a:ext cx="3924300" cy="179070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175" b="0">
                <a:solidFill>
                  <a:srgbClr val="242424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175" b="0">
                <a:solidFill>
                  <a:srgbClr val="242424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}</a:t>
            </a:r>
          </a:p>
        </p:txBody>
      </p:sp>
      <p:sp>
        <p:nvSpPr>
          <p:cNvPr id="179" name="text_772_保存判断结果，后续 Agent 再次确认"/>
          <p:cNvSpPr>
            <a:spLocks noGrp="1"/>
          </p:cNvSpPr>
          <p:nvPr/>
        </p:nvSpPr>
        <p:spPr>
          <a:xfrm>
            <a:off x="7410450" y="6029325"/>
            <a:ext cx="4105275" cy="247650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350" b="1">
                <a:solidFill>
                  <a:srgbClr val="D7000F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350" b="1">
                <a:solidFill>
                  <a:srgbClr val="D7000F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保存判断结果，后续 Agent 再次确认</a:t>
            </a:r>
          </a:p>
        </p:txBody>
      </p:sp>
      <p:sp>
        <p:nvSpPr>
          <p:cNvPr id="180" name="text_774_依据算子类型与 Profile 信号筛选策略，减"/>
          <p:cNvSpPr>
            <a:spLocks noGrp="1"/>
          </p:cNvSpPr>
          <p:nvPr/>
        </p:nvSpPr>
        <p:spPr>
          <a:xfrm>
            <a:off x="723900" y="6372225"/>
            <a:ext cx="10829925" cy="371475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800" b="1">
                <a:solidFill>
                  <a:srgbClr val="FF0000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800" b="1">
                <a:solidFill>
                  <a:srgbClr val="FF0000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依据算子类型与 Profile 信号筛选策略，减少无效优化和重复搜索。</a:t>
            </a:r>
          </a:p>
        </p:txBody>
      </p:sp>
      <p:pic>
        <p:nvPicPr>
          <p:cNvPr id="363" name="图片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3900" y="895350"/>
            <a:ext cx="361950" cy="361950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364" name="图片 2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52875" y="895350"/>
            <a:ext cx="361950" cy="361950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365" name="图片 4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72350" y="895350"/>
            <a:ext cx="361950" cy="36195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 wrap="none" lIns="0" tIns="0" rIns="0" bIns="0">
            <a:noAutofit/>
          </a:bodyPr>
          <a:lstStyle/>
          <a:p>
            <a:pPr>
              <a:defRPr sz="2600" b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2600" b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三层验证体系：按修改范围选择验证深度</a:t>
            </a:r>
          </a:p>
        </p:txBody>
      </p:sp>
      <p:sp>
        <p:nvSpPr>
          <p:cNvPr id="74" name="内容占位符 7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text_777_验证层级与检查内容"/>
          <p:cNvSpPr>
            <a:spLocks noGrp="1"/>
          </p:cNvSpPr>
          <p:nvPr/>
        </p:nvSpPr>
        <p:spPr>
          <a:xfrm>
            <a:off x="1181100" y="876300"/>
            <a:ext cx="4600575" cy="400050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100" b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2100" b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验证层级与检查内容</a:t>
            </a:r>
          </a:p>
        </p:txBody>
      </p:sp>
      <p:sp>
        <p:nvSpPr>
          <p:cNvPr id="4" name="connector_778"/>
          <p:cNvSpPr>
            <a:spLocks noGrp="1"/>
          </p:cNvSpPr>
          <p:nvPr/>
        </p:nvSpPr>
        <p:spPr>
          <a:xfrm>
            <a:off x="714375" y="1323975"/>
            <a:ext cx="2076450" cy="19050"/>
          </a:xfrm>
          <a:custGeom>
            <a:avLst/>
            <a:gdLst/>
            <a:ahLst/>
            <a:cxnLst/>
            <a:rect l="0" t="0" r="0" b="0"/>
            <a:pathLst>
              <a:path w="2076450" h="19050">
                <a:moveTo>
                  <a:pt x="9525" y="9525"/>
                </a:moveTo>
                <a:lnTo>
                  <a:pt x="2066925" y="9525"/>
                </a:lnTo>
              </a:path>
            </a:pathLst>
          </a:custGeom>
          <a:noFill/>
          <a:ln w="16193">
            <a:solidFill>
              <a:srgbClr val="D7000F"/>
            </a:solidFill>
          </a:ln>
        </p:spPr>
      </p:sp>
      <p:sp>
        <p:nvSpPr>
          <p:cNvPr id="5" name="text_781_修改类型与验证策略"/>
          <p:cNvSpPr>
            <a:spLocks noGrp="1"/>
          </p:cNvSpPr>
          <p:nvPr/>
        </p:nvSpPr>
        <p:spPr>
          <a:xfrm>
            <a:off x="6772275" y="876300"/>
            <a:ext cx="4781550" cy="400050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100" b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2100" b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修改类型与验证策略</a:t>
            </a:r>
          </a:p>
        </p:txBody>
      </p:sp>
      <p:sp>
        <p:nvSpPr>
          <p:cNvPr id="6" name="connector_782"/>
          <p:cNvSpPr>
            <a:spLocks noGrp="1"/>
          </p:cNvSpPr>
          <p:nvPr/>
        </p:nvSpPr>
        <p:spPr>
          <a:xfrm>
            <a:off x="6305550" y="1323975"/>
            <a:ext cx="2076450" cy="19050"/>
          </a:xfrm>
          <a:custGeom>
            <a:avLst/>
            <a:gdLst/>
            <a:ahLst/>
            <a:cxnLst/>
            <a:rect l="0" t="0" r="0" b="0"/>
            <a:pathLst>
              <a:path w="2076450" h="19050">
                <a:moveTo>
                  <a:pt x="9525" y="9525"/>
                </a:moveTo>
                <a:lnTo>
                  <a:pt x="2066925" y="9525"/>
                </a:lnTo>
              </a:path>
            </a:pathLst>
          </a:custGeom>
          <a:noFill/>
          <a:ln w="16193">
            <a:solidFill>
              <a:srgbClr val="D7000F"/>
            </a:solidFill>
          </a:ln>
        </p:spPr>
      </p:sp>
      <p:sp>
        <p:nvSpPr>
          <p:cNvPr id="7" name="connector_783"/>
          <p:cNvSpPr>
            <a:spLocks noGrp="1"/>
          </p:cNvSpPr>
          <p:nvPr/>
        </p:nvSpPr>
        <p:spPr>
          <a:xfrm>
            <a:off x="6038850" y="1000125"/>
            <a:ext cx="19050" cy="95250"/>
          </a:xfrm>
          <a:custGeom>
            <a:avLst/>
            <a:gdLst/>
            <a:ahLst/>
            <a:cxnLst/>
            <a:rect l="0" t="0" r="0" b="0"/>
            <a:pathLst>
              <a:path w="19050" h="95250">
                <a:moveTo>
                  <a:pt x="9525" y="9525"/>
                </a:moveTo>
                <a:lnTo>
                  <a:pt x="9525" y="85725"/>
                </a:lnTo>
              </a:path>
            </a:pathLst>
          </a:custGeom>
          <a:noFill/>
          <a:ln w="19050">
            <a:solidFill>
              <a:srgbClr val="D9D9D9"/>
            </a:solidFill>
          </a:ln>
        </p:spPr>
      </p:sp>
      <p:sp>
        <p:nvSpPr>
          <p:cNvPr id="8" name="connector_784"/>
          <p:cNvSpPr>
            <a:spLocks noGrp="1"/>
          </p:cNvSpPr>
          <p:nvPr/>
        </p:nvSpPr>
        <p:spPr>
          <a:xfrm>
            <a:off x="6038850" y="1123950"/>
            <a:ext cx="19050" cy="95250"/>
          </a:xfrm>
          <a:custGeom>
            <a:avLst/>
            <a:gdLst/>
            <a:ahLst/>
            <a:cxnLst/>
            <a:rect l="0" t="0" r="0" b="0"/>
            <a:pathLst>
              <a:path w="19050" h="95250">
                <a:moveTo>
                  <a:pt x="9525" y="9525"/>
                </a:moveTo>
                <a:lnTo>
                  <a:pt x="9525" y="85725"/>
                </a:lnTo>
              </a:path>
            </a:pathLst>
          </a:custGeom>
          <a:noFill/>
          <a:ln w="19050">
            <a:solidFill>
              <a:srgbClr val="D9D9D9"/>
            </a:solidFill>
          </a:ln>
        </p:spPr>
      </p:sp>
      <p:sp>
        <p:nvSpPr>
          <p:cNvPr id="9" name="connector_785"/>
          <p:cNvSpPr>
            <a:spLocks noGrp="1"/>
          </p:cNvSpPr>
          <p:nvPr/>
        </p:nvSpPr>
        <p:spPr>
          <a:xfrm>
            <a:off x="6038850" y="1247775"/>
            <a:ext cx="19050" cy="95250"/>
          </a:xfrm>
          <a:custGeom>
            <a:avLst/>
            <a:gdLst/>
            <a:ahLst/>
            <a:cxnLst/>
            <a:rect l="0" t="0" r="0" b="0"/>
            <a:pathLst>
              <a:path w="19050" h="95250">
                <a:moveTo>
                  <a:pt x="9525" y="9525"/>
                </a:moveTo>
                <a:lnTo>
                  <a:pt x="9525" y="85725"/>
                </a:lnTo>
              </a:path>
            </a:pathLst>
          </a:custGeom>
          <a:noFill/>
          <a:ln w="19050">
            <a:solidFill>
              <a:srgbClr val="D9D9D9"/>
            </a:solidFill>
          </a:ln>
        </p:spPr>
      </p:sp>
      <p:sp>
        <p:nvSpPr>
          <p:cNvPr id="10" name="connector_786"/>
          <p:cNvSpPr>
            <a:spLocks noGrp="1"/>
          </p:cNvSpPr>
          <p:nvPr/>
        </p:nvSpPr>
        <p:spPr>
          <a:xfrm>
            <a:off x="6038850" y="1371600"/>
            <a:ext cx="19050" cy="95250"/>
          </a:xfrm>
          <a:custGeom>
            <a:avLst/>
            <a:gdLst/>
            <a:ahLst/>
            <a:cxnLst/>
            <a:rect l="0" t="0" r="0" b="0"/>
            <a:pathLst>
              <a:path w="19050" h="95250">
                <a:moveTo>
                  <a:pt x="9525" y="9525"/>
                </a:moveTo>
                <a:lnTo>
                  <a:pt x="9525" y="85725"/>
                </a:lnTo>
              </a:path>
            </a:pathLst>
          </a:custGeom>
          <a:noFill/>
          <a:ln w="19050">
            <a:solidFill>
              <a:srgbClr val="D9D9D9"/>
            </a:solidFill>
          </a:ln>
        </p:spPr>
      </p:sp>
      <p:sp>
        <p:nvSpPr>
          <p:cNvPr id="11" name="connector_787"/>
          <p:cNvSpPr>
            <a:spLocks noGrp="1"/>
          </p:cNvSpPr>
          <p:nvPr/>
        </p:nvSpPr>
        <p:spPr>
          <a:xfrm>
            <a:off x="6038850" y="1495425"/>
            <a:ext cx="19050" cy="95250"/>
          </a:xfrm>
          <a:custGeom>
            <a:avLst/>
            <a:gdLst/>
            <a:ahLst/>
            <a:cxnLst/>
            <a:rect l="0" t="0" r="0" b="0"/>
            <a:pathLst>
              <a:path w="19050" h="95250">
                <a:moveTo>
                  <a:pt x="9525" y="9525"/>
                </a:moveTo>
                <a:lnTo>
                  <a:pt x="9525" y="85725"/>
                </a:lnTo>
              </a:path>
            </a:pathLst>
          </a:custGeom>
          <a:noFill/>
          <a:ln w="19050">
            <a:solidFill>
              <a:srgbClr val="D9D9D9"/>
            </a:solidFill>
          </a:ln>
        </p:spPr>
      </p:sp>
      <p:sp>
        <p:nvSpPr>
          <p:cNvPr id="12" name="connector_788"/>
          <p:cNvSpPr>
            <a:spLocks noGrp="1"/>
          </p:cNvSpPr>
          <p:nvPr/>
        </p:nvSpPr>
        <p:spPr>
          <a:xfrm>
            <a:off x="6038850" y="1619250"/>
            <a:ext cx="19050" cy="95250"/>
          </a:xfrm>
          <a:custGeom>
            <a:avLst/>
            <a:gdLst/>
            <a:ahLst/>
            <a:cxnLst/>
            <a:rect l="0" t="0" r="0" b="0"/>
            <a:pathLst>
              <a:path w="19050" h="95250">
                <a:moveTo>
                  <a:pt x="9525" y="9525"/>
                </a:moveTo>
                <a:lnTo>
                  <a:pt x="9525" y="85725"/>
                </a:lnTo>
              </a:path>
            </a:pathLst>
          </a:custGeom>
          <a:noFill/>
          <a:ln w="19050">
            <a:solidFill>
              <a:srgbClr val="D9D9D9"/>
            </a:solidFill>
          </a:ln>
        </p:spPr>
      </p:sp>
      <p:sp>
        <p:nvSpPr>
          <p:cNvPr id="13" name="connector_789"/>
          <p:cNvSpPr>
            <a:spLocks noGrp="1"/>
          </p:cNvSpPr>
          <p:nvPr/>
        </p:nvSpPr>
        <p:spPr>
          <a:xfrm>
            <a:off x="6038850" y="1743075"/>
            <a:ext cx="19050" cy="95250"/>
          </a:xfrm>
          <a:custGeom>
            <a:avLst/>
            <a:gdLst/>
            <a:ahLst/>
            <a:cxnLst/>
            <a:rect l="0" t="0" r="0" b="0"/>
            <a:pathLst>
              <a:path w="19050" h="95250">
                <a:moveTo>
                  <a:pt x="9525" y="9525"/>
                </a:moveTo>
                <a:lnTo>
                  <a:pt x="9525" y="85725"/>
                </a:lnTo>
              </a:path>
            </a:pathLst>
          </a:custGeom>
          <a:noFill/>
          <a:ln w="19050">
            <a:solidFill>
              <a:srgbClr val="D9D9D9"/>
            </a:solidFill>
          </a:ln>
        </p:spPr>
      </p:sp>
      <p:sp>
        <p:nvSpPr>
          <p:cNvPr id="14" name="connector_790"/>
          <p:cNvSpPr>
            <a:spLocks noGrp="1"/>
          </p:cNvSpPr>
          <p:nvPr/>
        </p:nvSpPr>
        <p:spPr>
          <a:xfrm>
            <a:off x="6038850" y="1866900"/>
            <a:ext cx="19050" cy="95250"/>
          </a:xfrm>
          <a:custGeom>
            <a:avLst/>
            <a:gdLst/>
            <a:ahLst/>
            <a:cxnLst/>
            <a:rect l="0" t="0" r="0" b="0"/>
            <a:pathLst>
              <a:path w="19050" h="95250">
                <a:moveTo>
                  <a:pt x="9525" y="9525"/>
                </a:moveTo>
                <a:lnTo>
                  <a:pt x="9525" y="85725"/>
                </a:lnTo>
              </a:path>
            </a:pathLst>
          </a:custGeom>
          <a:noFill/>
          <a:ln w="19050">
            <a:solidFill>
              <a:srgbClr val="D9D9D9"/>
            </a:solidFill>
          </a:ln>
        </p:spPr>
      </p:sp>
      <p:sp>
        <p:nvSpPr>
          <p:cNvPr id="15" name="connector_791"/>
          <p:cNvSpPr>
            <a:spLocks noGrp="1"/>
          </p:cNvSpPr>
          <p:nvPr/>
        </p:nvSpPr>
        <p:spPr>
          <a:xfrm>
            <a:off x="6038850" y="1990725"/>
            <a:ext cx="19050" cy="95250"/>
          </a:xfrm>
          <a:custGeom>
            <a:avLst/>
            <a:gdLst/>
            <a:ahLst/>
            <a:cxnLst/>
            <a:rect l="0" t="0" r="0" b="0"/>
            <a:pathLst>
              <a:path w="19050" h="95250">
                <a:moveTo>
                  <a:pt x="9525" y="9525"/>
                </a:moveTo>
                <a:lnTo>
                  <a:pt x="9525" y="85725"/>
                </a:lnTo>
              </a:path>
            </a:pathLst>
          </a:custGeom>
          <a:noFill/>
          <a:ln w="19050">
            <a:solidFill>
              <a:srgbClr val="D9D9D9"/>
            </a:solidFill>
          </a:ln>
        </p:spPr>
      </p:sp>
      <p:sp>
        <p:nvSpPr>
          <p:cNvPr id="16" name="connector_792"/>
          <p:cNvSpPr>
            <a:spLocks noGrp="1"/>
          </p:cNvSpPr>
          <p:nvPr/>
        </p:nvSpPr>
        <p:spPr>
          <a:xfrm>
            <a:off x="6038850" y="2114550"/>
            <a:ext cx="19050" cy="95250"/>
          </a:xfrm>
          <a:custGeom>
            <a:avLst/>
            <a:gdLst/>
            <a:ahLst/>
            <a:cxnLst/>
            <a:rect l="0" t="0" r="0" b="0"/>
            <a:pathLst>
              <a:path w="19050" h="95250">
                <a:moveTo>
                  <a:pt x="9525" y="9525"/>
                </a:moveTo>
                <a:lnTo>
                  <a:pt x="9525" y="85725"/>
                </a:lnTo>
              </a:path>
            </a:pathLst>
          </a:custGeom>
          <a:noFill/>
          <a:ln w="19050">
            <a:solidFill>
              <a:srgbClr val="D9D9D9"/>
            </a:solidFill>
          </a:ln>
        </p:spPr>
      </p:sp>
      <p:sp>
        <p:nvSpPr>
          <p:cNvPr id="17" name="connector_793"/>
          <p:cNvSpPr>
            <a:spLocks noGrp="1"/>
          </p:cNvSpPr>
          <p:nvPr/>
        </p:nvSpPr>
        <p:spPr>
          <a:xfrm>
            <a:off x="6038850" y="2238375"/>
            <a:ext cx="19050" cy="95250"/>
          </a:xfrm>
          <a:custGeom>
            <a:avLst/>
            <a:gdLst/>
            <a:ahLst/>
            <a:cxnLst/>
            <a:rect l="0" t="0" r="0" b="0"/>
            <a:pathLst>
              <a:path w="19050" h="95250">
                <a:moveTo>
                  <a:pt x="9525" y="9525"/>
                </a:moveTo>
                <a:lnTo>
                  <a:pt x="9525" y="85725"/>
                </a:lnTo>
              </a:path>
            </a:pathLst>
          </a:custGeom>
          <a:noFill/>
          <a:ln w="19050">
            <a:solidFill>
              <a:srgbClr val="D9D9D9"/>
            </a:solidFill>
          </a:ln>
        </p:spPr>
      </p:sp>
      <p:sp>
        <p:nvSpPr>
          <p:cNvPr id="18" name="connector_794"/>
          <p:cNvSpPr>
            <a:spLocks noGrp="1"/>
          </p:cNvSpPr>
          <p:nvPr/>
        </p:nvSpPr>
        <p:spPr>
          <a:xfrm>
            <a:off x="6038850" y="2362200"/>
            <a:ext cx="19050" cy="95250"/>
          </a:xfrm>
          <a:custGeom>
            <a:avLst/>
            <a:gdLst/>
            <a:ahLst/>
            <a:cxnLst/>
            <a:rect l="0" t="0" r="0" b="0"/>
            <a:pathLst>
              <a:path w="19050" h="95250">
                <a:moveTo>
                  <a:pt x="9525" y="9525"/>
                </a:moveTo>
                <a:lnTo>
                  <a:pt x="9525" y="85725"/>
                </a:lnTo>
              </a:path>
            </a:pathLst>
          </a:custGeom>
          <a:noFill/>
          <a:ln w="19050">
            <a:solidFill>
              <a:srgbClr val="D9D9D9"/>
            </a:solidFill>
          </a:ln>
        </p:spPr>
      </p:sp>
      <p:sp>
        <p:nvSpPr>
          <p:cNvPr id="19" name="connector_795"/>
          <p:cNvSpPr>
            <a:spLocks noGrp="1"/>
          </p:cNvSpPr>
          <p:nvPr/>
        </p:nvSpPr>
        <p:spPr>
          <a:xfrm>
            <a:off x="6038850" y="2486025"/>
            <a:ext cx="19050" cy="95250"/>
          </a:xfrm>
          <a:custGeom>
            <a:avLst/>
            <a:gdLst/>
            <a:ahLst/>
            <a:cxnLst/>
            <a:rect l="0" t="0" r="0" b="0"/>
            <a:pathLst>
              <a:path w="19050" h="95250">
                <a:moveTo>
                  <a:pt x="9525" y="9525"/>
                </a:moveTo>
                <a:lnTo>
                  <a:pt x="9525" y="85725"/>
                </a:lnTo>
              </a:path>
            </a:pathLst>
          </a:custGeom>
          <a:noFill/>
          <a:ln w="19050">
            <a:solidFill>
              <a:srgbClr val="D9D9D9"/>
            </a:solidFill>
          </a:ln>
        </p:spPr>
      </p:sp>
      <p:sp>
        <p:nvSpPr>
          <p:cNvPr id="20" name="connector_796"/>
          <p:cNvSpPr>
            <a:spLocks noGrp="1"/>
          </p:cNvSpPr>
          <p:nvPr/>
        </p:nvSpPr>
        <p:spPr>
          <a:xfrm>
            <a:off x="6038850" y="2609850"/>
            <a:ext cx="19050" cy="95250"/>
          </a:xfrm>
          <a:custGeom>
            <a:avLst/>
            <a:gdLst/>
            <a:ahLst/>
            <a:cxnLst/>
            <a:rect l="0" t="0" r="0" b="0"/>
            <a:pathLst>
              <a:path w="19050" h="95250">
                <a:moveTo>
                  <a:pt x="9525" y="9525"/>
                </a:moveTo>
                <a:lnTo>
                  <a:pt x="9525" y="85725"/>
                </a:lnTo>
              </a:path>
            </a:pathLst>
          </a:custGeom>
          <a:noFill/>
          <a:ln w="19050">
            <a:solidFill>
              <a:srgbClr val="D9D9D9"/>
            </a:solidFill>
          </a:ln>
        </p:spPr>
      </p:sp>
      <p:sp>
        <p:nvSpPr>
          <p:cNvPr id="21" name="connector_797"/>
          <p:cNvSpPr>
            <a:spLocks noGrp="1"/>
          </p:cNvSpPr>
          <p:nvPr/>
        </p:nvSpPr>
        <p:spPr>
          <a:xfrm>
            <a:off x="6038850" y="2733675"/>
            <a:ext cx="19050" cy="95250"/>
          </a:xfrm>
          <a:custGeom>
            <a:avLst/>
            <a:gdLst/>
            <a:ahLst/>
            <a:cxnLst/>
            <a:rect l="0" t="0" r="0" b="0"/>
            <a:pathLst>
              <a:path w="19050" h="95250">
                <a:moveTo>
                  <a:pt x="9525" y="9525"/>
                </a:moveTo>
                <a:lnTo>
                  <a:pt x="9525" y="85725"/>
                </a:lnTo>
              </a:path>
            </a:pathLst>
          </a:custGeom>
          <a:noFill/>
          <a:ln w="19050">
            <a:solidFill>
              <a:srgbClr val="D9D9D9"/>
            </a:solidFill>
          </a:ln>
        </p:spPr>
      </p:sp>
      <p:sp>
        <p:nvSpPr>
          <p:cNvPr id="22" name="connector_798"/>
          <p:cNvSpPr>
            <a:spLocks noGrp="1"/>
          </p:cNvSpPr>
          <p:nvPr/>
        </p:nvSpPr>
        <p:spPr>
          <a:xfrm>
            <a:off x="6038850" y="2857500"/>
            <a:ext cx="19050" cy="95250"/>
          </a:xfrm>
          <a:custGeom>
            <a:avLst/>
            <a:gdLst/>
            <a:ahLst/>
            <a:cxnLst/>
            <a:rect l="0" t="0" r="0" b="0"/>
            <a:pathLst>
              <a:path w="19050" h="95250">
                <a:moveTo>
                  <a:pt x="9525" y="9525"/>
                </a:moveTo>
                <a:lnTo>
                  <a:pt x="9525" y="85725"/>
                </a:lnTo>
              </a:path>
            </a:pathLst>
          </a:custGeom>
          <a:noFill/>
          <a:ln w="19050">
            <a:solidFill>
              <a:srgbClr val="D9D9D9"/>
            </a:solidFill>
          </a:ln>
        </p:spPr>
      </p:sp>
      <p:sp>
        <p:nvSpPr>
          <p:cNvPr id="23" name="connector_799"/>
          <p:cNvSpPr>
            <a:spLocks noGrp="1"/>
          </p:cNvSpPr>
          <p:nvPr/>
        </p:nvSpPr>
        <p:spPr>
          <a:xfrm>
            <a:off x="6038850" y="2981325"/>
            <a:ext cx="19050" cy="95250"/>
          </a:xfrm>
          <a:custGeom>
            <a:avLst/>
            <a:gdLst/>
            <a:ahLst/>
            <a:cxnLst/>
            <a:rect l="0" t="0" r="0" b="0"/>
            <a:pathLst>
              <a:path w="19050" h="95250">
                <a:moveTo>
                  <a:pt x="9525" y="9525"/>
                </a:moveTo>
                <a:lnTo>
                  <a:pt x="9525" y="85725"/>
                </a:lnTo>
              </a:path>
            </a:pathLst>
          </a:custGeom>
          <a:noFill/>
          <a:ln w="19050">
            <a:solidFill>
              <a:srgbClr val="D9D9D9"/>
            </a:solidFill>
          </a:ln>
        </p:spPr>
      </p:sp>
      <p:sp>
        <p:nvSpPr>
          <p:cNvPr id="24" name="connector_800"/>
          <p:cNvSpPr>
            <a:spLocks noGrp="1"/>
          </p:cNvSpPr>
          <p:nvPr/>
        </p:nvSpPr>
        <p:spPr>
          <a:xfrm>
            <a:off x="6038850" y="3105150"/>
            <a:ext cx="19050" cy="95250"/>
          </a:xfrm>
          <a:custGeom>
            <a:avLst/>
            <a:gdLst/>
            <a:ahLst/>
            <a:cxnLst/>
            <a:rect l="0" t="0" r="0" b="0"/>
            <a:pathLst>
              <a:path w="19050" h="95250">
                <a:moveTo>
                  <a:pt x="9525" y="9525"/>
                </a:moveTo>
                <a:lnTo>
                  <a:pt x="9525" y="85725"/>
                </a:lnTo>
              </a:path>
            </a:pathLst>
          </a:custGeom>
          <a:noFill/>
          <a:ln w="19050">
            <a:solidFill>
              <a:srgbClr val="D9D9D9"/>
            </a:solidFill>
          </a:ln>
        </p:spPr>
      </p:sp>
      <p:sp>
        <p:nvSpPr>
          <p:cNvPr id="25" name="connector_801"/>
          <p:cNvSpPr>
            <a:spLocks noGrp="1"/>
          </p:cNvSpPr>
          <p:nvPr/>
        </p:nvSpPr>
        <p:spPr>
          <a:xfrm>
            <a:off x="6038850" y="3228975"/>
            <a:ext cx="19050" cy="95250"/>
          </a:xfrm>
          <a:custGeom>
            <a:avLst/>
            <a:gdLst/>
            <a:ahLst/>
            <a:cxnLst/>
            <a:rect l="0" t="0" r="0" b="0"/>
            <a:pathLst>
              <a:path w="19050" h="95250">
                <a:moveTo>
                  <a:pt x="9525" y="9525"/>
                </a:moveTo>
                <a:lnTo>
                  <a:pt x="9525" y="85725"/>
                </a:lnTo>
              </a:path>
            </a:pathLst>
          </a:custGeom>
          <a:noFill/>
          <a:ln w="19050">
            <a:solidFill>
              <a:srgbClr val="D9D9D9"/>
            </a:solidFill>
          </a:ln>
        </p:spPr>
      </p:sp>
      <p:sp>
        <p:nvSpPr>
          <p:cNvPr id="26" name="connector_802"/>
          <p:cNvSpPr>
            <a:spLocks noGrp="1"/>
          </p:cNvSpPr>
          <p:nvPr/>
        </p:nvSpPr>
        <p:spPr>
          <a:xfrm>
            <a:off x="6038850" y="3352800"/>
            <a:ext cx="19050" cy="95250"/>
          </a:xfrm>
          <a:custGeom>
            <a:avLst/>
            <a:gdLst/>
            <a:ahLst/>
            <a:cxnLst/>
            <a:rect l="0" t="0" r="0" b="0"/>
            <a:pathLst>
              <a:path w="19050" h="95250">
                <a:moveTo>
                  <a:pt x="9525" y="9525"/>
                </a:moveTo>
                <a:lnTo>
                  <a:pt x="9525" y="85725"/>
                </a:lnTo>
              </a:path>
            </a:pathLst>
          </a:custGeom>
          <a:noFill/>
          <a:ln w="19050">
            <a:solidFill>
              <a:srgbClr val="D9D9D9"/>
            </a:solidFill>
          </a:ln>
        </p:spPr>
      </p:sp>
      <p:sp>
        <p:nvSpPr>
          <p:cNvPr id="27" name="connector_803"/>
          <p:cNvSpPr>
            <a:spLocks noGrp="1"/>
          </p:cNvSpPr>
          <p:nvPr/>
        </p:nvSpPr>
        <p:spPr>
          <a:xfrm>
            <a:off x="6038850" y="3476625"/>
            <a:ext cx="19050" cy="95250"/>
          </a:xfrm>
          <a:custGeom>
            <a:avLst/>
            <a:gdLst/>
            <a:ahLst/>
            <a:cxnLst/>
            <a:rect l="0" t="0" r="0" b="0"/>
            <a:pathLst>
              <a:path w="19050" h="95250">
                <a:moveTo>
                  <a:pt x="9525" y="9525"/>
                </a:moveTo>
                <a:lnTo>
                  <a:pt x="9525" y="85725"/>
                </a:lnTo>
              </a:path>
            </a:pathLst>
          </a:custGeom>
          <a:noFill/>
          <a:ln w="19050">
            <a:solidFill>
              <a:srgbClr val="D9D9D9"/>
            </a:solidFill>
          </a:ln>
        </p:spPr>
      </p:sp>
      <p:sp>
        <p:nvSpPr>
          <p:cNvPr id="28" name="connector_804"/>
          <p:cNvSpPr>
            <a:spLocks noGrp="1"/>
          </p:cNvSpPr>
          <p:nvPr/>
        </p:nvSpPr>
        <p:spPr>
          <a:xfrm>
            <a:off x="6038850" y="3600450"/>
            <a:ext cx="19050" cy="95250"/>
          </a:xfrm>
          <a:custGeom>
            <a:avLst/>
            <a:gdLst/>
            <a:ahLst/>
            <a:cxnLst/>
            <a:rect l="0" t="0" r="0" b="0"/>
            <a:pathLst>
              <a:path w="19050" h="95250">
                <a:moveTo>
                  <a:pt x="9525" y="9525"/>
                </a:moveTo>
                <a:lnTo>
                  <a:pt x="9525" y="85725"/>
                </a:lnTo>
              </a:path>
            </a:pathLst>
          </a:custGeom>
          <a:noFill/>
          <a:ln w="19050">
            <a:solidFill>
              <a:srgbClr val="D9D9D9"/>
            </a:solidFill>
          </a:ln>
        </p:spPr>
      </p:sp>
      <p:sp>
        <p:nvSpPr>
          <p:cNvPr id="29" name="connector_805"/>
          <p:cNvSpPr>
            <a:spLocks noGrp="1"/>
          </p:cNvSpPr>
          <p:nvPr/>
        </p:nvSpPr>
        <p:spPr>
          <a:xfrm>
            <a:off x="6038850" y="3724275"/>
            <a:ext cx="19050" cy="95250"/>
          </a:xfrm>
          <a:custGeom>
            <a:avLst/>
            <a:gdLst/>
            <a:ahLst/>
            <a:cxnLst/>
            <a:rect l="0" t="0" r="0" b="0"/>
            <a:pathLst>
              <a:path w="19050" h="95250">
                <a:moveTo>
                  <a:pt x="9525" y="9525"/>
                </a:moveTo>
                <a:lnTo>
                  <a:pt x="9525" y="85725"/>
                </a:lnTo>
              </a:path>
            </a:pathLst>
          </a:custGeom>
          <a:noFill/>
          <a:ln w="19050">
            <a:solidFill>
              <a:srgbClr val="D9D9D9"/>
            </a:solidFill>
          </a:ln>
        </p:spPr>
      </p:sp>
      <p:sp>
        <p:nvSpPr>
          <p:cNvPr id="30" name="connector_806"/>
          <p:cNvSpPr>
            <a:spLocks noGrp="1"/>
          </p:cNvSpPr>
          <p:nvPr/>
        </p:nvSpPr>
        <p:spPr>
          <a:xfrm>
            <a:off x="6038850" y="3848100"/>
            <a:ext cx="19050" cy="95250"/>
          </a:xfrm>
          <a:custGeom>
            <a:avLst/>
            <a:gdLst/>
            <a:ahLst/>
            <a:cxnLst/>
            <a:rect l="0" t="0" r="0" b="0"/>
            <a:pathLst>
              <a:path w="19050" h="95250">
                <a:moveTo>
                  <a:pt x="9525" y="9525"/>
                </a:moveTo>
                <a:lnTo>
                  <a:pt x="9525" y="85725"/>
                </a:lnTo>
              </a:path>
            </a:pathLst>
          </a:custGeom>
          <a:noFill/>
          <a:ln w="19050">
            <a:solidFill>
              <a:srgbClr val="D9D9D9"/>
            </a:solidFill>
          </a:ln>
        </p:spPr>
      </p:sp>
      <p:sp>
        <p:nvSpPr>
          <p:cNvPr id="31" name="connector_807"/>
          <p:cNvSpPr>
            <a:spLocks noGrp="1"/>
          </p:cNvSpPr>
          <p:nvPr/>
        </p:nvSpPr>
        <p:spPr>
          <a:xfrm>
            <a:off x="6038850" y="3971925"/>
            <a:ext cx="19050" cy="95250"/>
          </a:xfrm>
          <a:custGeom>
            <a:avLst/>
            <a:gdLst/>
            <a:ahLst/>
            <a:cxnLst/>
            <a:rect l="0" t="0" r="0" b="0"/>
            <a:pathLst>
              <a:path w="19050" h="95250">
                <a:moveTo>
                  <a:pt x="9525" y="9525"/>
                </a:moveTo>
                <a:lnTo>
                  <a:pt x="9525" y="85725"/>
                </a:lnTo>
              </a:path>
            </a:pathLst>
          </a:custGeom>
          <a:noFill/>
          <a:ln w="19050">
            <a:solidFill>
              <a:srgbClr val="D9D9D9"/>
            </a:solidFill>
          </a:ln>
        </p:spPr>
      </p:sp>
      <p:sp>
        <p:nvSpPr>
          <p:cNvPr id="32" name="connector_808"/>
          <p:cNvSpPr>
            <a:spLocks noGrp="1"/>
          </p:cNvSpPr>
          <p:nvPr/>
        </p:nvSpPr>
        <p:spPr>
          <a:xfrm>
            <a:off x="6038850" y="4095750"/>
            <a:ext cx="19050" cy="95250"/>
          </a:xfrm>
          <a:custGeom>
            <a:avLst/>
            <a:gdLst/>
            <a:ahLst/>
            <a:cxnLst/>
            <a:rect l="0" t="0" r="0" b="0"/>
            <a:pathLst>
              <a:path w="19050" h="95250">
                <a:moveTo>
                  <a:pt x="9525" y="9525"/>
                </a:moveTo>
                <a:lnTo>
                  <a:pt x="9525" y="85725"/>
                </a:lnTo>
              </a:path>
            </a:pathLst>
          </a:custGeom>
          <a:noFill/>
          <a:ln w="19050">
            <a:solidFill>
              <a:srgbClr val="D9D9D9"/>
            </a:solidFill>
          </a:ln>
        </p:spPr>
      </p:sp>
      <p:sp>
        <p:nvSpPr>
          <p:cNvPr id="33" name="connector_809"/>
          <p:cNvSpPr>
            <a:spLocks noGrp="1"/>
          </p:cNvSpPr>
          <p:nvPr/>
        </p:nvSpPr>
        <p:spPr>
          <a:xfrm>
            <a:off x="6038850" y="4219575"/>
            <a:ext cx="19050" cy="95250"/>
          </a:xfrm>
          <a:custGeom>
            <a:avLst/>
            <a:gdLst/>
            <a:ahLst/>
            <a:cxnLst/>
            <a:rect l="0" t="0" r="0" b="0"/>
            <a:pathLst>
              <a:path w="19050" h="95250">
                <a:moveTo>
                  <a:pt x="9525" y="9525"/>
                </a:moveTo>
                <a:lnTo>
                  <a:pt x="9525" y="85725"/>
                </a:lnTo>
              </a:path>
            </a:pathLst>
          </a:custGeom>
          <a:noFill/>
          <a:ln w="19050">
            <a:solidFill>
              <a:srgbClr val="D9D9D9"/>
            </a:solidFill>
          </a:ln>
        </p:spPr>
      </p:sp>
      <p:sp>
        <p:nvSpPr>
          <p:cNvPr id="34" name="connector_810"/>
          <p:cNvSpPr>
            <a:spLocks noGrp="1"/>
          </p:cNvSpPr>
          <p:nvPr/>
        </p:nvSpPr>
        <p:spPr>
          <a:xfrm>
            <a:off x="6038850" y="4343400"/>
            <a:ext cx="19050" cy="95250"/>
          </a:xfrm>
          <a:custGeom>
            <a:avLst/>
            <a:gdLst/>
            <a:ahLst/>
            <a:cxnLst/>
            <a:rect l="0" t="0" r="0" b="0"/>
            <a:pathLst>
              <a:path w="19050" h="95250">
                <a:moveTo>
                  <a:pt x="9525" y="9525"/>
                </a:moveTo>
                <a:lnTo>
                  <a:pt x="9525" y="85725"/>
                </a:lnTo>
              </a:path>
            </a:pathLst>
          </a:custGeom>
          <a:noFill/>
          <a:ln w="19050">
            <a:solidFill>
              <a:srgbClr val="D9D9D9"/>
            </a:solidFill>
          </a:ln>
        </p:spPr>
      </p:sp>
      <p:sp>
        <p:nvSpPr>
          <p:cNvPr id="35" name="connector_811"/>
          <p:cNvSpPr>
            <a:spLocks noGrp="1"/>
          </p:cNvSpPr>
          <p:nvPr/>
        </p:nvSpPr>
        <p:spPr>
          <a:xfrm>
            <a:off x="6038850" y="4467225"/>
            <a:ext cx="19050" cy="95250"/>
          </a:xfrm>
          <a:custGeom>
            <a:avLst/>
            <a:gdLst/>
            <a:ahLst/>
            <a:cxnLst/>
            <a:rect l="0" t="0" r="0" b="0"/>
            <a:pathLst>
              <a:path w="19050" h="95250">
                <a:moveTo>
                  <a:pt x="9525" y="9525"/>
                </a:moveTo>
                <a:lnTo>
                  <a:pt x="9525" y="85725"/>
                </a:lnTo>
              </a:path>
            </a:pathLst>
          </a:custGeom>
          <a:noFill/>
          <a:ln w="19050">
            <a:solidFill>
              <a:srgbClr val="D9D9D9"/>
            </a:solidFill>
          </a:ln>
        </p:spPr>
      </p:sp>
      <p:sp>
        <p:nvSpPr>
          <p:cNvPr id="36" name="connector_812"/>
          <p:cNvSpPr>
            <a:spLocks noGrp="1"/>
          </p:cNvSpPr>
          <p:nvPr/>
        </p:nvSpPr>
        <p:spPr>
          <a:xfrm>
            <a:off x="6038850" y="4591050"/>
            <a:ext cx="19050" cy="95250"/>
          </a:xfrm>
          <a:custGeom>
            <a:avLst/>
            <a:gdLst/>
            <a:ahLst/>
            <a:cxnLst/>
            <a:rect l="0" t="0" r="0" b="0"/>
            <a:pathLst>
              <a:path w="19050" h="95250">
                <a:moveTo>
                  <a:pt x="9525" y="9525"/>
                </a:moveTo>
                <a:lnTo>
                  <a:pt x="9525" y="85725"/>
                </a:lnTo>
              </a:path>
            </a:pathLst>
          </a:custGeom>
          <a:noFill/>
          <a:ln w="19050">
            <a:solidFill>
              <a:srgbClr val="D9D9D9"/>
            </a:solidFill>
          </a:ln>
        </p:spPr>
      </p:sp>
      <p:sp>
        <p:nvSpPr>
          <p:cNvPr id="37" name="connector_813"/>
          <p:cNvSpPr>
            <a:spLocks noGrp="1"/>
          </p:cNvSpPr>
          <p:nvPr/>
        </p:nvSpPr>
        <p:spPr>
          <a:xfrm>
            <a:off x="6038850" y="4714875"/>
            <a:ext cx="19050" cy="95250"/>
          </a:xfrm>
          <a:custGeom>
            <a:avLst/>
            <a:gdLst/>
            <a:ahLst/>
            <a:cxnLst/>
            <a:rect l="0" t="0" r="0" b="0"/>
            <a:pathLst>
              <a:path w="19050" h="95250">
                <a:moveTo>
                  <a:pt x="9525" y="9525"/>
                </a:moveTo>
                <a:lnTo>
                  <a:pt x="9525" y="85725"/>
                </a:lnTo>
              </a:path>
            </a:pathLst>
          </a:custGeom>
          <a:noFill/>
          <a:ln w="19050">
            <a:solidFill>
              <a:srgbClr val="D9D9D9"/>
            </a:solidFill>
          </a:ln>
        </p:spPr>
      </p:sp>
      <p:sp>
        <p:nvSpPr>
          <p:cNvPr id="38" name="connector_814"/>
          <p:cNvSpPr>
            <a:spLocks noGrp="1"/>
          </p:cNvSpPr>
          <p:nvPr/>
        </p:nvSpPr>
        <p:spPr>
          <a:xfrm>
            <a:off x="6038850" y="4838700"/>
            <a:ext cx="19050" cy="95250"/>
          </a:xfrm>
          <a:custGeom>
            <a:avLst/>
            <a:gdLst/>
            <a:ahLst/>
            <a:cxnLst/>
            <a:rect l="0" t="0" r="0" b="0"/>
            <a:pathLst>
              <a:path w="19050" h="95250">
                <a:moveTo>
                  <a:pt x="9525" y="9525"/>
                </a:moveTo>
                <a:lnTo>
                  <a:pt x="9525" y="85725"/>
                </a:lnTo>
              </a:path>
            </a:pathLst>
          </a:custGeom>
          <a:noFill/>
          <a:ln w="19050">
            <a:solidFill>
              <a:srgbClr val="D9D9D9"/>
            </a:solidFill>
          </a:ln>
        </p:spPr>
      </p:sp>
      <p:sp>
        <p:nvSpPr>
          <p:cNvPr id="39" name="connector_815"/>
          <p:cNvSpPr>
            <a:spLocks noGrp="1"/>
          </p:cNvSpPr>
          <p:nvPr/>
        </p:nvSpPr>
        <p:spPr>
          <a:xfrm>
            <a:off x="6038850" y="4962525"/>
            <a:ext cx="19050" cy="95250"/>
          </a:xfrm>
          <a:custGeom>
            <a:avLst/>
            <a:gdLst/>
            <a:ahLst/>
            <a:cxnLst/>
            <a:rect l="0" t="0" r="0" b="0"/>
            <a:pathLst>
              <a:path w="19050" h="95250">
                <a:moveTo>
                  <a:pt x="9525" y="9525"/>
                </a:moveTo>
                <a:lnTo>
                  <a:pt x="9525" y="85725"/>
                </a:lnTo>
              </a:path>
            </a:pathLst>
          </a:custGeom>
          <a:noFill/>
          <a:ln w="19050">
            <a:solidFill>
              <a:srgbClr val="D9D9D9"/>
            </a:solidFill>
          </a:ln>
        </p:spPr>
      </p:sp>
      <p:sp>
        <p:nvSpPr>
          <p:cNvPr id="40" name="connector_816"/>
          <p:cNvSpPr>
            <a:spLocks noGrp="1"/>
          </p:cNvSpPr>
          <p:nvPr/>
        </p:nvSpPr>
        <p:spPr>
          <a:xfrm>
            <a:off x="6038850" y="5086350"/>
            <a:ext cx="19050" cy="95250"/>
          </a:xfrm>
          <a:custGeom>
            <a:avLst/>
            <a:gdLst/>
            <a:ahLst/>
            <a:cxnLst/>
            <a:rect l="0" t="0" r="0" b="0"/>
            <a:pathLst>
              <a:path w="19050" h="95250">
                <a:moveTo>
                  <a:pt x="9525" y="9525"/>
                </a:moveTo>
                <a:lnTo>
                  <a:pt x="9525" y="85725"/>
                </a:lnTo>
              </a:path>
            </a:pathLst>
          </a:custGeom>
          <a:noFill/>
          <a:ln w="19050">
            <a:solidFill>
              <a:srgbClr val="D9D9D9"/>
            </a:solidFill>
          </a:ln>
        </p:spPr>
      </p:sp>
      <p:sp>
        <p:nvSpPr>
          <p:cNvPr id="41" name="connector_817"/>
          <p:cNvSpPr>
            <a:spLocks noGrp="1"/>
          </p:cNvSpPr>
          <p:nvPr/>
        </p:nvSpPr>
        <p:spPr>
          <a:xfrm>
            <a:off x="6038850" y="5210175"/>
            <a:ext cx="19050" cy="95250"/>
          </a:xfrm>
          <a:custGeom>
            <a:avLst/>
            <a:gdLst/>
            <a:ahLst/>
            <a:cxnLst/>
            <a:rect l="0" t="0" r="0" b="0"/>
            <a:pathLst>
              <a:path w="19050" h="95250">
                <a:moveTo>
                  <a:pt x="9525" y="9525"/>
                </a:moveTo>
                <a:lnTo>
                  <a:pt x="9525" y="85725"/>
                </a:lnTo>
              </a:path>
            </a:pathLst>
          </a:custGeom>
          <a:noFill/>
          <a:ln w="19050">
            <a:solidFill>
              <a:srgbClr val="D9D9D9"/>
            </a:solidFill>
          </a:ln>
        </p:spPr>
      </p:sp>
      <p:sp>
        <p:nvSpPr>
          <p:cNvPr id="42" name="connector_818"/>
          <p:cNvSpPr>
            <a:spLocks noGrp="1"/>
          </p:cNvSpPr>
          <p:nvPr/>
        </p:nvSpPr>
        <p:spPr>
          <a:xfrm>
            <a:off x="6038850" y="5334000"/>
            <a:ext cx="19050" cy="95250"/>
          </a:xfrm>
          <a:custGeom>
            <a:avLst/>
            <a:gdLst/>
            <a:ahLst/>
            <a:cxnLst/>
            <a:rect l="0" t="0" r="0" b="0"/>
            <a:pathLst>
              <a:path w="19050" h="95250">
                <a:moveTo>
                  <a:pt x="9525" y="9525"/>
                </a:moveTo>
                <a:lnTo>
                  <a:pt x="9525" y="85725"/>
                </a:lnTo>
              </a:path>
            </a:pathLst>
          </a:custGeom>
          <a:noFill/>
          <a:ln w="19050">
            <a:solidFill>
              <a:srgbClr val="D9D9D9"/>
            </a:solidFill>
          </a:ln>
        </p:spPr>
      </p:sp>
      <p:sp>
        <p:nvSpPr>
          <p:cNvPr id="43" name="connector_819"/>
          <p:cNvSpPr>
            <a:spLocks noGrp="1"/>
          </p:cNvSpPr>
          <p:nvPr/>
        </p:nvSpPr>
        <p:spPr>
          <a:xfrm>
            <a:off x="6038850" y="5457825"/>
            <a:ext cx="19050" cy="95250"/>
          </a:xfrm>
          <a:custGeom>
            <a:avLst/>
            <a:gdLst/>
            <a:ahLst/>
            <a:cxnLst/>
            <a:rect l="0" t="0" r="0" b="0"/>
            <a:pathLst>
              <a:path w="19050" h="95250">
                <a:moveTo>
                  <a:pt x="9525" y="9525"/>
                </a:moveTo>
                <a:lnTo>
                  <a:pt x="9525" y="85725"/>
                </a:lnTo>
              </a:path>
            </a:pathLst>
          </a:custGeom>
          <a:noFill/>
          <a:ln w="19050">
            <a:solidFill>
              <a:srgbClr val="D9D9D9"/>
            </a:solidFill>
          </a:ln>
        </p:spPr>
      </p:sp>
      <p:sp>
        <p:nvSpPr>
          <p:cNvPr id="44" name="connector_820"/>
          <p:cNvSpPr>
            <a:spLocks noGrp="1"/>
          </p:cNvSpPr>
          <p:nvPr/>
        </p:nvSpPr>
        <p:spPr>
          <a:xfrm>
            <a:off x="6038850" y="5581650"/>
            <a:ext cx="19050" cy="95250"/>
          </a:xfrm>
          <a:custGeom>
            <a:avLst/>
            <a:gdLst/>
            <a:ahLst/>
            <a:cxnLst/>
            <a:rect l="0" t="0" r="0" b="0"/>
            <a:pathLst>
              <a:path w="19050" h="95250">
                <a:moveTo>
                  <a:pt x="9525" y="9525"/>
                </a:moveTo>
                <a:lnTo>
                  <a:pt x="9525" y="85725"/>
                </a:lnTo>
              </a:path>
            </a:pathLst>
          </a:custGeom>
          <a:noFill/>
          <a:ln w="19050">
            <a:solidFill>
              <a:srgbClr val="D9D9D9"/>
            </a:solidFill>
          </a:ln>
        </p:spPr>
      </p:sp>
      <p:sp>
        <p:nvSpPr>
          <p:cNvPr id="45" name="connector_821"/>
          <p:cNvSpPr>
            <a:spLocks noGrp="1"/>
          </p:cNvSpPr>
          <p:nvPr/>
        </p:nvSpPr>
        <p:spPr>
          <a:xfrm>
            <a:off x="6038850" y="5705475"/>
            <a:ext cx="19050" cy="95250"/>
          </a:xfrm>
          <a:custGeom>
            <a:avLst/>
            <a:gdLst/>
            <a:ahLst/>
            <a:cxnLst/>
            <a:rect l="0" t="0" r="0" b="0"/>
            <a:pathLst>
              <a:path w="19050" h="95250">
                <a:moveTo>
                  <a:pt x="9525" y="9525"/>
                </a:moveTo>
                <a:lnTo>
                  <a:pt x="9525" y="85725"/>
                </a:lnTo>
              </a:path>
            </a:pathLst>
          </a:custGeom>
          <a:noFill/>
          <a:ln w="19050">
            <a:solidFill>
              <a:srgbClr val="D9D9D9"/>
            </a:solidFill>
          </a:ln>
        </p:spPr>
      </p:sp>
      <p:sp>
        <p:nvSpPr>
          <p:cNvPr id="46" name="connector_822"/>
          <p:cNvSpPr>
            <a:spLocks noGrp="1"/>
          </p:cNvSpPr>
          <p:nvPr/>
        </p:nvSpPr>
        <p:spPr>
          <a:xfrm>
            <a:off x="6038850" y="5829300"/>
            <a:ext cx="19050" cy="95250"/>
          </a:xfrm>
          <a:custGeom>
            <a:avLst/>
            <a:gdLst/>
            <a:ahLst/>
            <a:cxnLst/>
            <a:rect l="0" t="0" r="0" b="0"/>
            <a:pathLst>
              <a:path w="19050" h="95250">
                <a:moveTo>
                  <a:pt x="9525" y="9525"/>
                </a:moveTo>
                <a:lnTo>
                  <a:pt x="9525" y="85725"/>
                </a:lnTo>
              </a:path>
            </a:pathLst>
          </a:custGeom>
          <a:noFill/>
          <a:ln w="19050">
            <a:solidFill>
              <a:srgbClr val="D9D9D9"/>
            </a:solidFill>
          </a:ln>
        </p:spPr>
      </p:sp>
      <p:sp>
        <p:nvSpPr>
          <p:cNvPr id="47" name="connector_823"/>
          <p:cNvSpPr>
            <a:spLocks noGrp="1"/>
          </p:cNvSpPr>
          <p:nvPr/>
        </p:nvSpPr>
        <p:spPr>
          <a:xfrm>
            <a:off x="6038850" y="5953125"/>
            <a:ext cx="19050" cy="95250"/>
          </a:xfrm>
          <a:custGeom>
            <a:avLst/>
            <a:gdLst/>
            <a:ahLst/>
            <a:cxnLst/>
            <a:rect l="0" t="0" r="0" b="0"/>
            <a:pathLst>
              <a:path w="19050" h="95250">
                <a:moveTo>
                  <a:pt x="9525" y="9525"/>
                </a:moveTo>
                <a:lnTo>
                  <a:pt x="9525" y="85725"/>
                </a:lnTo>
              </a:path>
            </a:pathLst>
          </a:custGeom>
          <a:noFill/>
          <a:ln w="19050">
            <a:solidFill>
              <a:srgbClr val="D9D9D9"/>
            </a:solidFill>
          </a:ln>
        </p:spPr>
      </p:sp>
      <p:sp>
        <p:nvSpPr>
          <p:cNvPr id="48" name="connector_824"/>
          <p:cNvSpPr>
            <a:spLocks noGrp="1"/>
          </p:cNvSpPr>
          <p:nvPr/>
        </p:nvSpPr>
        <p:spPr>
          <a:xfrm>
            <a:off x="6038850" y="6076950"/>
            <a:ext cx="19050" cy="95250"/>
          </a:xfrm>
          <a:custGeom>
            <a:avLst/>
            <a:gdLst/>
            <a:ahLst/>
            <a:cxnLst/>
            <a:rect l="0" t="0" r="0" b="0"/>
            <a:pathLst>
              <a:path w="19050" h="95250">
                <a:moveTo>
                  <a:pt x="9525" y="9525"/>
                </a:moveTo>
                <a:lnTo>
                  <a:pt x="9525" y="85725"/>
                </a:lnTo>
              </a:path>
            </a:pathLst>
          </a:custGeom>
          <a:noFill/>
          <a:ln w="19050">
            <a:solidFill>
              <a:srgbClr val="D9D9D9"/>
            </a:solidFill>
          </a:ln>
        </p:spPr>
      </p:sp>
      <p:sp>
        <p:nvSpPr>
          <p:cNvPr id="49" name="object_825"/>
          <p:cNvSpPr>
            <a:spLocks noGrp="1"/>
          </p:cNvSpPr>
          <p:nvPr/>
        </p:nvSpPr>
        <p:spPr>
          <a:xfrm>
            <a:off x="742950" y="1581150"/>
            <a:ext cx="1057275" cy="1200150"/>
          </a:xfrm>
          <a:prstGeom prst="rect">
            <a:avLst/>
          </a:prstGeom>
          <a:solidFill>
            <a:srgbClr val="F2F2F2"/>
          </a:solidFill>
          <a:ln w="9525">
            <a:noFill/>
          </a:ln>
        </p:spPr>
      </p:sp>
      <p:sp>
        <p:nvSpPr>
          <p:cNvPr id="50" name="text_827_L1"/>
          <p:cNvSpPr>
            <a:spLocks noGrp="1"/>
          </p:cNvSpPr>
          <p:nvPr/>
        </p:nvSpPr>
        <p:spPr>
          <a:xfrm>
            <a:off x="781050" y="1733550"/>
            <a:ext cx="981075" cy="466725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2700" b="1">
                <a:solidFill>
                  <a:srgbClr val="D7000F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2700" b="1">
                <a:solidFill>
                  <a:srgbClr val="D7000F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L1</a:t>
            </a:r>
          </a:p>
        </p:txBody>
      </p:sp>
      <p:sp>
        <p:nvSpPr>
          <p:cNvPr id="51" name="text_829_低成本"/>
          <p:cNvSpPr>
            <a:spLocks noGrp="1"/>
          </p:cNvSpPr>
          <p:nvPr/>
        </p:nvSpPr>
        <p:spPr>
          <a:xfrm>
            <a:off x="771525" y="2305050"/>
            <a:ext cx="1000125" cy="333375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425" b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425" b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低成本</a:t>
            </a:r>
          </a:p>
        </p:txBody>
      </p:sp>
      <p:sp>
        <p:nvSpPr>
          <p:cNvPr id="52" name="text_831_静态结构验证"/>
          <p:cNvSpPr>
            <a:spLocks noGrp="1"/>
          </p:cNvSpPr>
          <p:nvPr/>
        </p:nvSpPr>
        <p:spPr>
          <a:xfrm>
            <a:off x="2000250" y="1581150"/>
            <a:ext cx="3857625" cy="304800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800" b="1">
                <a:solidFill>
                  <a:srgbClr val="D7000F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800" b="1">
                <a:solidFill>
                  <a:srgbClr val="D7000F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静态结构验证</a:t>
            </a:r>
          </a:p>
        </p:txBody>
      </p:sp>
      <p:sp>
        <p:nvSpPr>
          <p:cNvPr id="53" name="text_833_快速、低成本"/>
          <p:cNvSpPr>
            <a:spLocks noGrp="1"/>
          </p:cNvSpPr>
          <p:nvPr/>
        </p:nvSpPr>
        <p:spPr>
          <a:xfrm>
            <a:off x="2000250" y="1905000"/>
            <a:ext cx="3857625" cy="257175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350" b="0">
                <a:solidFill>
                  <a:srgbClr val="242424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350" b="0">
                <a:solidFill>
                  <a:srgbClr val="242424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快速、低成本</a:t>
            </a:r>
          </a:p>
        </p:txBody>
      </p:sp>
      <p:sp>
        <p:nvSpPr>
          <p:cNvPr id="54" name="text_835_Markdown 规范 / Python 语法"/>
          <p:cNvSpPr>
            <a:spLocks noGrp="1"/>
          </p:cNvSpPr>
          <p:nvPr/>
        </p:nvSpPr>
        <p:spPr>
          <a:xfrm>
            <a:off x="2009775" y="2238375"/>
            <a:ext cx="3829050" cy="247650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425" b="0">
                <a:solidFill>
                  <a:srgbClr val="242424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425" b="0">
                <a:solidFill>
                  <a:srgbClr val="242424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Markdown 规范 / Python 语法</a:t>
            </a:r>
          </a:p>
        </p:txBody>
      </p:sp>
      <p:sp>
        <p:nvSpPr>
          <p:cNvPr id="55" name="text_837_JSON 格式 / 引用与路径合法性"/>
          <p:cNvSpPr>
            <a:spLocks noGrp="1"/>
          </p:cNvSpPr>
          <p:nvPr/>
        </p:nvSpPr>
        <p:spPr>
          <a:xfrm>
            <a:off x="2009775" y="2486025"/>
            <a:ext cx="3829050" cy="247650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425" b="0">
                <a:solidFill>
                  <a:srgbClr val="242424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425" b="0">
                <a:solidFill>
                  <a:srgbClr val="242424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JSON 格式 / 引用与路径合法性</a:t>
            </a:r>
          </a:p>
        </p:txBody>
      </p:sp>
      <p:sp>
        <p:nvSpPr>
          <p:cNvPr id="56" name="text_839_必需文件完整性"/>
          <p:cNvSpPr>
            <a:spLocks noGrp="1"/>
          </p:cNvSpPr>
          <p:nvPr/>
        </p:nvSpPr>
        <p:spPr>
          <a:xfrm>
            <a:off x="2009775" y="2733675"/>
            <a:ext cx="3829050" cy="247650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425" b="0">
                <a:solidFill>
                  <a:srgbClr val="242424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425" b="0">
                <a:solidFill>
                  <a:srgbClr val="242424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必需文件完整性</a:t>
            </a:r>
          </a:p>
        </p:txBody>
      </p:sp>
      <p:sp>
        <p:nvSpPr>
          <p:cNvPr id="57" name="object_840"/>
          <p:cNvSpPr>
            <a:spLocks noGrp="1"/>
          </p:cNvSpPr>
          <p:nvPr/>
        </p:nvSpPr>
        <p:spPr>
          <a:xfrm>
            <a:off x="742950" y="3105150"/>
            <a:ext cx="1057275" cy="1200150"/>
          </a:xfrm>
          <a:prstGeom prst="rect">
            <a:avLst/>
          </a:prstGeom>
          <a:solidFill>
            <a:srgbClr val="F2F2F2"/>
          </a:solidFill>
          <a:ln w="9525">
            <a:noFill/>
          </a:ln>
        </p:spPr>
      </p:sp>
      <p:sp>
        <p:nvSpPr>
          <p:cNvPr id="58" name="text_842_L2"/>
          <p:cNvSpPr>
            <a:spLocks noGrp="1"/>
          </p:cNvSpPr>
          <p:nvPr/>
        </p:nvSpPr>
        <p:spPr>
          <a:xfrm>
            <a:off x="781050" y="3257550"/>
            <a:ext cx="981075" cy="466725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2700" b="1">
                <a:solidFill>
                  <a:srgbClr val="D7000F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2700" b="1">
                <a:solidFill>
                  <a:srgbClr val="D7000F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L2</a:t>
            </a:r>
          </a:p>
        </p:txBody>
      </p:sp>
      <p:sp>
        <p:nvSpPr>
          <p:cNvPr id="59" name="text_844_中等成本"/>
          <p:cNvSpPr>
            <a:spLocks noGrp="1"/>
          </p:cNvSpPr>
          <p:nvPr/>
        </p:nvSpPr>
        <p:spPr>
          <a:xfrm>
            <a:off x="771525" y="3829050"/>
            <a:ext cx="1000125" cy="333375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425" b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425" b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中等成本</a:t>
            </a:r>
          </a:p>
        </p:txBody>
      </p:sp>
      <p:sp>
        <p:nvSpPr>
          <p:cNvPr id="60" name="text_846_Workflow 行为验证"/>
          <p:cNvSpPr>
            <a:spLocks noGrp="1"/>
          </p:cNvSpPr>
          <p:nvPr/>
        </p:nvSpPr>
        <p:spPr>
          <a:xfrm>
            <a:off x="2000250" y="3105150"/>
            <a:ext cx="3857625" cy="304800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800" b="1">
                <a:solidFill>
                  <a:srgbClr val="D7000F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800" b="1">
                <a:solidFill>
                  <a:srgbClr val="D7000F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Workflow 行为验证</a:t>
            </a:r>
          </a:p>
        </p:txBody>
      </p:sp>
      <p:sp>
        <p:nvSpPr>
          <p:cNvPr id="61" name="text_848_验证流程是否按预期工作"/>
          <p:cNvSpPr>
            <a:spLocks noGrp="1"/>
          </p:cNvSpPr>
          <p:nvPr/>
        </p:nvSpPr>
        <p:spPr>
          <a:xfrm>
            <a:off x="2000250" y="3429000"/>
            <a:ext cx="3857625" cy="257175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350" b="0">
                <a:solidFill>
                  <a:srgbClr val="242424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350" b="0">
                <a:solidFill>
                  <a:srgbClr val="242424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验证流程是否按预期工作</a:t>
            </a:r>
          </a:p>
        </p:txBody>
      </p:sp>
      <p:sp>
        <p:nvSpPr>
          <p:cNvPr id="62" name="text_850_Routing / Mode Switch / "/>
          <p:cNvSpPr>
            <a:spLocks noGrp="1"/>
          </p:cNvSpPr>
          <p:nvPr/>
        </p:nvSpPr>
        <p:spPr>
          <a:xfrm>
            <a:off x="2009775" y="3762375"/>
            <a:ext cx="3829050" cy="247650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425" b="0">
                <a:solidFill>
                  <a:srgbClr val="242424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425" b="0">
                <a:solidFill>
                  <a:srgbClr val="242424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Routing / Mode Switch / Budget</a:t>
            </a:r>
          </a:p>
        </p:txBody>
      </p:sp>
      <p:sp>
        <p:nvSpPr>
          <p:cNvPr id="63" name="text_852_State Machine / Cache / "/>
          <p:cNvSpPr>
            <a:spLocks noGrp="1"/>
          </p:cNvSpPr>
          <p:nvPr/>
        </p:nvSpPr>
        <p:spPr>
          <a:xfrm>
            <a:off x="2009775" y="4010025"/>
            <a:ext cx="3829050" cy="247650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425" b="0">
                <a:solidFill>
                  <a:srgbClr val="242424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425" b="0">
                <a:solidFill>
                  <a:srgbClr val="242424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State Machine / Cache / Resume</a:t>
            </a:r>
          </a:p>
        </p:txBody>
      </p:sp>
      <p:sp>
        <p:nvSpPr>
          <p:cNvPr id="64" name="text_854_路径穿越防护 / 错误分类 / Regressi"/>
          <p:cNvSpPr>
            <a:spLocks noGrp="1"/>
          </p:cNvSpPr>
          <p:nvPr/>
        </p:nvSpPr>
        <p:spPr>
          <a:xfrm>
            <a:off x="2009775" y="4257675"/>
            <a:ext cx="3829050" cy="247650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425" b="0">
                <a:solidFill>
                  <a:srgbClr val="242424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425" b="0">
                <a:solidFill>
                  <a:srgbClr val="242424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路径穿越防护 / 错误分类 / Regression</a:t>
            </a:r>
          </a:p>
        </p:txBody>
      </p:sp>
      <p:sp>
        <p:nvSpPr>
          <p:cNvPr id="65" name="object_855"/>
          <p:cNvSpPr>
            <a:spLocks noGrp="1"/>
          </p:cNvSpPr>
          <p:nvPr/>
        </p:nvSpPr>
        <p:spPr>
          <a:xfrm>
            <a:off x="742950" y="4629150"/>
            <a:ext cx="1057275" cy="1200150"/>
          </a:xfrm>
          <a:prstGeom prst="rect">
            <a:avLst/>
          </a:prstGeom>
          <a:solidFill>
            <a:srgbClr val="FCF0F1"/>
          </a:solidFill>
          <a:ln w="9525">
            <a:noFill/>
          </a:ln>
        </p:spPr>
      </p:sp>
      <p:sp>
        <p:nvSpPr>
          <p:cNvPr id="66" name="text_857_L3"/>
          <p:cNvSpPr>
            <a:spLocks noGrp="1"/>
          </p:cNvSpPr>
          <p:nvPr/>
        </p:nvSpPr>
        <p:spPr>
          <a:xfrm>
            <a:off x="781050" y="4781550"/>
            <a:ext cx="981075" cy="466725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2700" b="1">
                <a:solidFill>
                  <a:srgbClr val="D7000F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2700" b="1">
                <a:solidFill>
                  <a:srgbClr val="D7000F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L3</a:t>
            </a:r>
          </a:p>
        </p:txBody>
      </p:sp>
      <p:sp>
        <p:nvSpPr>
          <p:cNvPr id="67" name="text_859_高成本"/>
          <p:cNvSpPr>
            <a:spLocks noGrp="1"/>
          </p:cNvSpPr>
          <p:nvPr/>
        </p:nvSpPr>
        <p:spPr>
          <a:xfrm>
            <a:off x="771525" y="5353050"/>
            <a:ext cx="1000125" cy="333375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425" b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425" b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高成本</a:t>
            </a:r>
          </a:p>
        </p:txBody>
      </p:sp>
      <p:sp>
        <p:nvSpPr>
          <p:cNvPr id="68" name="text_861_真实环境验证"/>
          <p:cNvSpPr>
            <a:spLocks noGrp="1"/>
          </p:cNvSpPr>
          <p:nvPr/>
        </p:nvSpPr>
        <p:spPr>
          <a:xfrm>
            <a:off x="2000250" y="4629150"/>
            <a:ext cx="3857625" cy="304800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800" b="1">
                <a:solidFill>
                  <a:srgbClr val="D7000F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800" b="1">
                <a:solidFill>
                  <a:srgbClr val="D7000F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真实环境验证</a:t>
            </a:r>
          </a:p>
        </p:txBody>
      </p:sp>
      <p:sp>
        <p:nvSpPr>
          <p:cNvPr id="69" name="text_863_硬件与工具链绑定验证"/>
          <p:cNvSpPr>
            <a:spLocks noGrp="1"/>
          </p:cNvSpPr>
          <p:nvPr/>
        </p:nvSpPr>
        <p:spPr>
          <a:xfrm>
            <a:off x="2000250" y="4953000"/>
            <a:ext cx="3857625" cy="257175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350" b="0">
                <a:solidFill>
                  <a:srgbClr val="242424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350" b="0">
                <a:solidFill>
                  <a:srgbClr val="242424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硬件与工具链绑定验证</a:t>
            </a:r>
          </a:p>
        </p:txBody>
      </p:sp>
      <p:sp>
        <p:nvSpPr>
          <p:cNvPr id="70" name="text_865_Compile / Run 与 Accuracy"/>
          <p:cNvSpPr>
            <a:spLocks noGrp="1"/>
          </p:cNvSpPr>
          <p:nvPr/>
        </p:nvSpPr>
        <p:spPr>
          <a:xfrm>
            <a:off x="2009775" y="5286375"/>
            <a:ext cx="3829050" cy="247650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425" b="0">
                <a:solidFill>
                  <a:srgbClr val="242424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425" b="0">
                <a:solidFill>
                  <a:srgbClr val="242424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Compile / Run 与 Accuracy</a:t>
            </a:r>
          </a:p>
        </p:txBody>
      </p:sp>
      <p:sp>
        <p:nvSpPr>
          <p:cNvPr id="71" name="text_867_Benchmark 与 Profiler 分析"/>
          <p:cNvSpPr>
            <a:spLocks noGrp="1"/>
          </p:cNvSpPr>
          <p:nvPr/>
        </p:nvSpPr>
        <p:spPr>
          <a:xfrm>
            <a:off x="2009775" y="5534025"/>
            <a:ext cx="3829050" cy="247650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425" b="0">
                <a:solidFill>
                  <a:srgbClr val="242424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425" b="0">
                <a:solidFill>
                  <a:srgbClr val="242424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Benchmark 与 Profiler 分析</a:t>
            </a:r>
          </a:p>
        </p:txBody>
      </p:sp>
      <p:sp>
        <p:nvSpPr>
          <p:cNvPr id="72" name="text_869_验证算子全流程能力"/>
          <p:cNvSpPr>
            <a:spLocks noGrp="1"/>
          </p:cNvSpPr>
          <p:nvPr/>
        </p:nvSpPr>
        <p:spPr>
          <a:xfrm>
            <a:off x="2009775" y="5781675"/>
            <a:ext cx="3829050" cy="247650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425" b="0">
                <a:solidFill>
                  <a:srgbClr val="242424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425" b="0">
                <a:solidFill>
                  <a:srgbClr val="242424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验证算子全流程能力</a:t>
            </a:r>
          </a:p>
        </p:txBody>
      </p:sp>
      <p:sp>
        <p:nvSpPr>
          <p:cNvPr id="73" name="text_871_修改范围越大，所需验证深度与成本越高"/>
          <p:cNvSpPr>
            <a:spLocks noGrp="1"/>
          </p:cNvSpPr>
          <p:nvPr/>
        </p:nvSpPr>
        <p:spPr>
          <a:xfrm>
            <a:off x="752475" y="6143625"/>
            <a:ext cx="5000625" cy="228600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425" b="1">
                <a:solidFill>
                  <a:srgbClr val="D7000F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425" b="1">
                <a:solidFill>
                  <a:srgbClr val="D7000F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修改范围越大，所需验证深度与成本越高</a:t>
            </a:r>
          </a:p>
        </p:txBody>
      </p:sp>
      <p:graphicFrame>
        <p:nvGraphicFramePr>
          <p:cNvPr id="177" name="表格 176"/>
          <p:cNvGraphicFramePr/>
          <p:nvPr/>
        </p:nvGraphicFramePr>
        <p:xfrm>
          <a:off x="6305550" y="1533525"/>
          <a:ext cx="5257800" cy="2286000"/>
        </p:xfrm>
        <a:graphic>
          <a:graphicData uri="http://schemas.openxmlformats.org/drawingml/2006/table">
            <a:tbl>
              <a:tblPr/>
              <a:tblGrid>
                <a:gridCol w="115671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2991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4073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3042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1275" b="1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修改类型</a:t>
                      </a:r>
                    </a:p>
                  </a:txBody>
                  <a:tcPr marL="38100" marR="38100" marT="19050" marB="19050" anchor="ctr">
                    <a:lnL w="7620">
                      <a:solidFill>
                        <a:srgbClr val="D9D9D9"/>
                      </a:solidFill>
                    </a:lnL>
                    <a:lnR w="7620">
                      <a:solidFill>
                        <a:srgbClr val="D9D9D9"/>
                      </a:solidFill>
                    </a:lnR>
                    <a:lnT w="7620">
                      <a:solidFill>
                        <a:srgbClr val="D9D9D9"/>
                      </a:solidFill>
                    </a:lnT>
                    <a:lnB w="7620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75" b="1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示例</a:t>
                      </a:r>
                    </a:p>
                  </a:txBody>
                  <a:tcPr marL="38100" marR="38100" marT="19050" marB="19050" anchor="ctr">
                    <a:lnL w="7620">
                      <a:solidFill>
                        <a:srgbClr val="D9D9D9"/>
                      </a:solidFill>
                    </a:lnL>
                    <a:lnR w="7620">
                      <a:solidFill>
                        <a:srgbClr val="D9D9D9"/>
                      </a:solidFill>
                    </a:lnR>
                    <a:lnT w="7620">
                      <a:solidFill>
                        <a:srgbClr val="D9D9D9"/>
                      </a:solidFill>
                    </a:lnT>
                    <a:lnB w="7620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75" b="1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建议范围</a:t>
                      </a:r>
                    </a:p>
                  </a:txBody>
                  <a:tcPr marL="38100" marR="38100" marT="19050" marB="19050" anchor="ctr">
                    <a:lnL w="7620">
                      <a:solidFill>
                        <a:srgbClr val="D9D9D9"/>
                      </a:solidFill>
                    </a:lnL>
                    <a:lnR w="7620">
                      <a:solidFill>
                        <a:srgbClr val="D9D9D9"/>
                      </a:solidFill>
                    </a:lnR>
                    <a:lnT w="7620">
                      <a:solidFill>
                        <a:srgbClr val="D9D9D9"/>
                      </a:solidFill>
                    </a:lnT>
                    <a:lnB w="7620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75" b="1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预期耗时</a:t>
                      </a:r>
                    </a:p>
                  </a:txBody>
                  <a:tcPr marL="38100" marR="38100" marT="19050" marB="19050" anchor="ctr">
                    <a:lnL w="7620">
                      <a:solidFill>
                        <a:srgbClr val="D9D9D9"/>
                      </a:solidFill>
                    </a:lnL>
                    <a:lnR w="7620">
                      <a:solidFill>
                        <a:srgbClr val="D9D9D9"/>
                      </a:solidFill>
                    </a:lnR>
                    <a:lnT w="7620">
                      <a:solidFill>
                        <a:srgbClr val="D9D9D9"/>
                      </a:solidFill>
                    </a:lnT>
                    <a:lnB w="7620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1275" b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文档 / 规则</a:t>
                      </a:r>
                    </a:p>
                  </a:txBody>
                  <a:tcPr marL="38100" marR="38100" marT="19050" marB="19050" anchor="ctr">
                    <a:lnL w="7620">
                      <a:solidFill>
                        <a:srgbClr val="D9D9D9"/>
                      </a:solidFill>
                    </a:lnL>
                    <a:lnR w="7620">
                      <a:solidFill>
                        <a:srgbClr val="D9D9D9"/>
                      </a:solidFill>
                    </a:lnR>
                    <a:lnT w="7620">
                      <a:solidFill>
                        <a:srgbClr val="D9D9D9"/>
                      </a:solidFill>
                    </a:lnT>
                    <a:lnB w="762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75" b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Markdown 规则</a:t>
                      </a:r>
                    </a:p>
                    <a:p>
                      <a:pPr algn="ctr"/>
                      <a:r>
                        <a:rPr sz="1275" b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平台说明更新</a:t>
                      </a:r>
                    </a:p>
                  </a:txBody>
                  <a:tcPr marL="38100" marR="38100" marT="19050" marB="19050" anchor="ctr">
                    <a:lnL w="7620">
                      <a:solidFill>
                        <a:srgbClr val="D9D9D9"/>
                      </a:solidFill>
                    </a:lnL>
                    <a:lnR w="7620">
                      <a:solidFill>
                        <a:srgbClr val="D9D9D9"/>
                      </a:solidFill>
                    </a:lnR>
                    <a:lnT w="7620">
                      <a:solidFill>
                        <a:srgbClr val="D9D9D9"/>
                      </a:solidFill>
                    </a:lnT>
                    <a:lnB w="762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75" b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L1</a:t>
                      </a:r>
                    </a:p>
                  </a:txBody>
                  <a:tcPr marL="38100" marR="38100" marT="19050" marB="19050" anchor="ctr">
                    <a:lnL w="7620">
                      <a:solidFill>
                        <a:srgbClr val="D9D9D9"/>
                      </a:solidFill>
                    </a:lnL>
                    <a:lnR w="7620">
                      <a:solidFill>
                        <a:srgbClr val="D9D9D9"/>
                      </a:solidFill>
                    </a:lnR>
                    <a:lnT w="7620">
                      <a:solidFill>
                        <a:srgbClr val="D9D9D9"/>
                      </a:solidFill>
                    </a:lnT>
                    <a:lnB w="762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75" b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分钟级</a:t>
                      </a:r>
                    </a:p>
                  </a:txBody>
                  <a:tcPr marL="38100" marR="38100" marT="19050" marB="19050" anchor="ctr">
                    <a:lnL w="7620">
                      <a:solidFill>
                        <a:srgbClr val="D9D9D9"/>
                      </a:solidFill>
                    </a:lnL>
                    <a:lnR w="7620">
                      <a:solidFill>
                        <a:srgbClr val="D9D9D9"/>
                      </a:solidFill>
                    </a:lnR>
                    <a:lnT w="7620">
                      <a:solidFill>
                        <a:srgbClr val="D9D9D9"/>
                      </a:solidFill>
                    </a:lnT>
                    <a:lnB w="762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1275" b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子 Agent</a:t>
                      </a:r>
                    </a:p>
                  </a:txBody>
                  <a:tcPr marL="38100" marR="38100" marT="19050" marB="19050" anchor="ctr">
                    <a:lnL w="7620">
                      <a:solidFill>
                        <a:srgbClr val="D9D9D9"/>
                      </a:solidFill>
                    </a:lnL>
                    <a:lnR w="7620">
                      <a:solidFill>
                        <a:srgbClr val="D9D9D9"/>
                      </a:solidFill>
                    </a:lnR>
                    <a:lnT w="7620">
                      <a:solidFill>
                        <a:srgbClr val="D9D9D9"/>
                      </a:solidFill>
                    </a:lnT>
                    <a:lnB w="762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75" b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Prompt / 工具</a:t>
                      </a:r>
                    </a:p>
                    <a:p>
                      <a:pPr algn="ctr"/>
                      <a:r>
                        <a:rPr sz="1275" b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单个 Skill</a:t>
                      </a:r>
                    </a:p>
                  </a:txBody>
                  <a:tcPr marL="38100" marR="38100" marT="19050" marB="19050" anchor="ctr">
                    <a:lnL w="7620">
                      <a:solidFill>
                        <a:srgbClr val="D9D9D9"/>
                      </a:solidFill>
                    </a:lnL>
                    <a:lnR w="7620">
                      <a:solidFill>
                        <a:srgbClr val="D9D9D9"/>
                      </a:solidFill>
                    </a:lnR>
                    <a:lnT w="7620">
                      <a:solidFill>
                        <a:srgbClr val="D9D9D9"/>
                      </a:solidFill>
                    </a:lnT>
                    <a:lnB w="762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75" b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L1 + L2</a:t>
                      </a:r>
                    </a:p>
                  </a:txBody>
                  <a:tcPr marL="38100" marR="38100" marT="19050" marB="19050" anchor="ctr">
                    <a:lnL w="7620">
                      <a:solidFill>
                        <a:srgbClr val="D9D9D9"/>
                      </a:solidFill>
                    </a:lnL>
                    <a:lnR w="7620">
                      <a:solidFill>
                        <a:srgbClr val="D9D9D9"/>
                      </a:solidFill>
                    </a:lnR>
                    <a:lnT w="7620">
                      <a:solidFill>
                        <a:srgbClr val="D9D9D9"/>
                      </a:solidFill>
                    </a:lnT>
                    <a:lnB w="762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75" b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十分钟级</a:t>
                      </a:r>
                    </a:p>
                  </a:txBody>
                  <a:tcPr marL="38100" marR="38100" marT="19050" marB="19050" anchor="ctr">
                    <a:lnL w="7620">
                      <a:solidFill>
                        <a:srgbClr val="D9D9D9"/>
                      </a:solidFill>
                    </a:lnL>
                    <a:lnR w="7620">
                      <a:solidFill>
                        <a:srgbClr val="D9D9D9"/>
                      </a:solidFill>
                    </a:lnR>
                    <a:lnT w="7620">
                      <a:solidFill>
                        <a:srgbClr val="D9D9D9"/>
                      </a:solidFill>
                    </a:lnT>
                    <a:lnB w="762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1275" b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中间流程</a:t>
                      </a:r>
                    </a:p>
                  </a:txBody>
                  <a:tcPr marL="38100" marR="38100" marT="19050" marB="19050" anchor="ctr">
                    <a:lnL w="7620">
                      <a:solidFill>
                        <a:srgbClr val="D9D9D9"/>
                      </a:solidFill>
                    </a:lnL>
                    <a:lnR w="7620">
                      <a:solidFill>
                        <a:srgbClr val="D9D9D9"/>
                      </a:solidFill>
                    </a:lnR>
                    <a:lnT w="7620">
                      <a:solidFill>
                        <a:srgbClr val="D9D9D9"/>
                      </a:solidFill>
                    </a:lnT>
                    <a:lnB w="762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75" b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路由 / Gate</a:t>
                      </a:r>
                    </a:p>
                    <a:p>
                      <a:pPr algn="ctr"/>
                      <a:r>
                        <a:rPr sz="1275" b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调度逻辑</a:t>
                      </a:r>
                    </a:p>
                  </a:txBody>
                  <a:tcPr marL="38100" marR="38100" marT="19050" marB="19050" anchor="ctr">
                    <a:lnL w="7620">
                      <a:solidFill>
                        <a:srgbClr val="D9D9D9"/>
                      </a:solidFill>
                    </a:lnL>
                    <a:lnR w="7620">
                      <a:solidFill>
                        <a:srgbClr val="D9D9D9"/>
                      </a:solidFill>
                    </a:lnR>
                    <a:lnT w="7620">
                      <a:solidFill>
                        <a:srgbClr val="D9D9D9"/>
                      </a:solidFill>
                    </a:lnT>
                    <a:lnB w="762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75" b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L1 + L2</a:t>
                      </a:r>
                    </a:p>
                  </a:txBody>
                  <a:tcPr marL="38100" marR="38100" marT="19050" marB="19050" anchor="ctr">
                    <a:lnL w="7620">
                      <a:solidFill>
                        <a:srgbClr val="D9D9D9"/>
                      </a:solidFill>
                    </a:lnL>
                    <a:lnR w="7620">
                      <a:solidFill>
                        <a:srgbClr val="D9D9D9"/>
                      </a:solidFill>
                    </a:lnR>
                    <a:lnT w="7620">
                      <a:solidFill>
                        <a:srgbClr val="D9D9D9"/>
                      </a:solidFill>
                    </a:lnT>
                    <a:lnB w="762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75" b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分钟～小时级</a:t>
                      </a:r>
                    </a:p>
                  </a:txBody>
                  <a:tcPr marL="38100" marR="38100" marT="19050" marB="19050" anchor="ctr">
                    <a:lnL w="7620">
                      <a:solidFill>
                        <a:srgbClr val="D9D9D9"/>
                      </a:solidFill>
                    </a:lnL>
                    <a:lnR w="7620">
                      <a:solidFill>
                        <a:srgbClr val="D9D9D9"/>
                      </a:solidFill>
                    </a:lnR>
                    <a:lnT w="7620">
                      <a:solidFill>
                        <a:srgbClr val="D9D9D9"/>
                      </a:solidFill>
                    </a:lnT>
                    <a:lnB w="762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1275" b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版本级</a:t>
                      </a:r>
                    </a:p>
                  </a:txBody>
                  <a:tcPr marL="38100" marR="38100" marT="19050" marB="19050" anchor="ctr">
                    <a:lnL w="7620">
                      <a:solidFill>
                        <a:srgbClr val="D9D9D9"/>
                      </a:solidFill>
                    </a:lnL>
                    <a:lnR w="7620">
                      <a:solidFill>
                        <a:srgbClr val="D9D9D9"/>
                      </a:solidFill>
                    </a:lnR>
                    <a:lnT w="7620">
                      <a:solidFill>
                        <a:srgbClr val="D9D9D9"/>
                      </a:solidFill>
                    </a:lnT>
                    <a:lnB w="762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75" b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主流程调整</a:t>
                      </a:r>
                    </a:p>
                    <a:p>
                      <a:pPr algn="ctr"/>
                      <a:r>
                        <a:rPr sz="1275" b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架构变更</a:t>
                      </a:r>
                    </a:p>
                  </a:txBody>
                  <a:tcPr marL="38100" marR="38100" marT="19050" marB="19050" anchor="ctr">
                    <a:lnL w="7620">
                      <a:solidFill>
                        <a:srgbClr val="D9D9D9"/>
                      </a:solidFill>
                    </a:lnL>
                    <a:lnR w="7620">
                      <a:solidFill>
                        <a:srgbClr val="D9D9D9"/>
                      </a:solidFill>
                    </a:lnR>
                    <a:lnT w="7620">
                      <a:solidFill>
                        <a:srgbClr val="D9D9D9"/>
                      </a:solidFill>
                    </a:lnT>
                    <a:lnB w="762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75" b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L1 + L2 + L3</a:t>
                      </a:r>
                    </a:p>
                  </a:txBody>
                  <a:tcPr marL="38100" marR="38100" marT="19050" marB="19050" anchor="ctr">
                    <a:lnL w="7620">
                      <a:solidFill>
                        <a:srgbClr val="D9D9D9"/>
                      </a:solidFill>
                    </a:lnL>
                    <a:lnR w="7620">
                      <a:solidFill>
                        <a:srgbClr val="D9D9D9"/>
                      </a:solidFill>
                    </a:lnR>
                    <a:lnT w="7620">
                      <a:solidFill>
                        <a:srgbClr val="D9D9D9"/>
                      </a:solidFill>
                    </a:lnT>
                    <a:lnB w="762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75" b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小时级</a:t>
                      </a:r>
                    </a:p>
                  </a:txBody>
                  <a:tcPr marL="38100" marR="38100" marT="19050" marB="19050" anchor="ctr">
                    <a:lnL w="7620">
                      <a:solidFill>
                        <a:srgbClr val="D9D9D9"/>
                      </a:solidFill>
                    </a:lnL>
                    <a:lnR w="7620">
                      <a:solidFill>
                        <a:srgbClr val="D9D9D9"/>
                      </a:solidFill>
                    </a:lnR>
                    <a:lnT w="7620">
                      <a:solidFill>
                        <a:srgbClr val="D9D9D9"/>
                      </a:solidFill>
                    </a:lnT>
                    <a:lnB w="762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5" name="text_873_耗时为原材料预期，实际取决于修改与运行环境。"/>
          <p:cNvSpPr>
            <a:spLocks noGrp="1"/>
          </p:cNvSpPr>
          <p:nvPr/>
        </p:nvSpPr>
        <p:spPr>
          <a:xfrm>
            <a:off x="6334125" y="3905250"/>
            <a:ext cx="5219700" cy="228600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200" b="0">
                <a:solidFill>
                  <a:srgbClr val="242424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200" b="0">
                <a:solidFill>
                  <a:srgbClr val="242424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耗时为原材料预期，实际取决于修改与运行环境。</a:t>
            </a:r>
          </a:p>
        </p:txBody>
      </p:sp>
      <p:sp>
        <p:nvSpPr>
          <p:cNvPr id="76" name="text_875_验证流程"/>
          <p:cNvSpPr>
            <a:spLocks noGrp="1"/>
          </p:cNvSpPr>
          <p:nvPr/>
        </p:nvSpPr>
        <p:spPr>
          <a:xfrm>
            <a:off x="6334125" y="4267200"/>
            <a:ext cx="5219700" cy="323850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800" b="1">
                <a:solidFill>
                  <a:srgbClr val="D7000F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800" b="1">
                <a:solidFill>
                  <a:srgbClr val="D7000F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验证流程</a:t>
            </a:r>
          </a:p>
        </p:txBody>
      </p:sp>
      <p:sp>
        <p:nvSpPr>
          <p:cNvPr id="77" name="object_876"/>
          <p:cNvSpPr>
            <a:spLocks noGrp="1"/>
          </p:cNvSpPr>
          <p:nvPr/>
        </p:nvSpPr>
        <p:spPr>
          <a:xfrm>
            <a:off x="6372225" y="4762500"/>
            <a:ext cx="1352550" cy="619125"/>
          </a:xfrm>
          <a:prstGeom prst="rect">
            <a:avLst/>
          </a:prstGeom>
          <a:solidFill>
            <a:srgbClr val="F2F2F2"/>
          </a:solidFill>
          <a:ln w="17145">
            <a:solidFill>
              <a:srgbClr val="D7000F"/>
            </a:solidFill>
          </a:ln>
        </p:spPr>
      </p:sp>
      <p:sp>
        <p:nvSpPr>
          <p:cNvPr id="78" name="text_878_修改内容"/>
          <p:cNvSpPr>
            <a:spLocks noGrp="1"/>
          </p:cNvSpPr>
          <p:nvPr/>
        </p:nvSpPr>
        <p:spPr>
          <a:xfrm>
            <a:off x="6438900" y="4791075"/>
            <a:ext cx="1219200" cy="238125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425" b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425" b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修改内容</a:t>
            </a:r>
          </a:p>
        </p:txBody>
      </p:sp>
      <p:sp>
        <p:nvSpPr>
          <p:cNvPr id="79" name="text_880_判断修改范围"/>
          <p:cNvSpPr>
            <a:spLocks noGrp="1"/>
          </p:cNvSpPr>
          <p:nvPr/>
        </p:nvSpPr>
        <p:spPr>
          <a:xfrm>
            <a:off x="6448425" y="5143500"/>
            <a:ext cx="1200150" cy="209550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200" b="0">
                <a:solidFill>
                  <a:srgbClr val="242424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200" b="0">
                <a:solidFill>
                  <a:srgbClr val="242424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判断修改范围</a:t>
            </a:r>
          </a:p>
        </p:txBody>
      </p:sp>
      <p:sp>
        <p:nvSpPr>
          <p:cNvPr id="80" name="connector_881"/>
          <p:cNvSpPr>
            <a:spLocks noGrp="1"/>
          </p:cNvSpPr>
          <p:nvPr/>
        </p:nvSpPr>
        <p:spPr>
          <a:xfrm>
            <a:off x="7762875" y="5067300"/>
            <a:ext cx="314325" cy="19050"/>
          </a:xfrm>
          <a:custGeom>
            <a:avLst/>
            <a:gdLst/>
            <a:ahLst/>
            <a:cxnLst/>
            <a:rect l="0" t="0" r="0" b="0"/>
            <a:pathLst>
              <a:path w="314325" h="19050">
                <a:moveTo>
                  <a:pt x="9525" y="9525"/>
                </a:moveTo>
                <a:lnTo>
                  <a:pt x="304800" y="9525"/>
                </a:lnTo>
              </a:path>
            </a:pathLst>
          </a:custGeom>
          <a:noFill/>
          <a:ln w="19050">
            <a:solidFill>
              <a:srgbClr val="D7000F"/>
            </a:solidFill>
          </a:ln>
        </p:spPr>
      </p:sp>
      <p:sp>
        <p:nvSpPr>
          <p:cNvPr id="81" name="connector_882"/>
          <p:cNvSpPr>
            <a:spLocks noGrp="1"/>
          </p:cNvSpPr>
          <p:nvPr/>
        </p:nvSpPr>
        <p:spPr>
          <a:xfrm>
            <a:off x="7999637" y="5035334"/>
            <a:ext cx="77563" cy="82981"/>
          </a:xfrm>
          <a:custGeom>
            <a:avLst/>
            <a:gdLst/>
            <a:ahLst/>
            <a:cxnLst/>
            <a:rect l="0" t="0" r="0" b="0"/>
            <a:pathLst>
              <a:path w="77563" h="82981">
                <a:moveTo>
                  <a:pt x="9525" y="73456"/>
                </a:moveTo>
                <a:lnTo>
                  <a:pt x="68038" y="41491"/>
                </a:lnTo>
                <a:lnTo>
                  <a:pt x="9525" y="9525"/>
                </a:lnTo>
              </a:path>
            </a:pathLst>
          </a:custGeom>
          <a:noFill/>
          <a:ln w="19050">
            <a:solidFill>
              <a:srgbClr val="D7000F"/>
            </a:solidFill>
          </a:ln>
        </p:spPr>
      </p:sp>
      <p:sp>
        <p:nvSpPr>
          <p:cNvPr id="82" name="connector_883"/>
          <p:cNvSpPr>
            <a:spLocks noGrp="1"/>
          </p:cNvSpPr>
          <p:nvPr/>
        </p:nvSpPr>
        <p:spPr>
          <a:xfrm>
            <a:off x="8058150" y="4657725"/>
            <a:ext cx="19050" cy="1209675"/>
          </a:xfrm>
          <a:custGeom>
            <a:avLst/>
            <a:gdLst/>
            <a:ahLst/>
            <a:cxnLst/>
            <a:rect l="0" t="0" r="0" b="0"/>
            <a:pathLst>
              <a:path w="19050" h="1209675">
                <a:moveTo>
                  <a:pt x="9525" y="9525"/>
                </a:moveTo>
                <a:lnTo>
                  <a:pt x="9525" y="1200150"/>
                </a:lnTo>
              </a:path>
            </a:pathLst>
          </a:custGeom>
          <a:noFill/>
          <a:ln w="14288">
            <a:solidFill>
              <a:srgbClr val="D7000F"/>
            </a:solidFill>
          </a:ln>
        </p:spPr>
      </p:sp>
      <p:sp>
        <p:nvSpPr>
          <p:cNvPr id="83" name="connector_884"/>
          <p:cNvSpPr>
            <a:spLocks noGrp="1"/>
          </p:cNvSpPr>
          <p:nvPr/>
        </p:nvSpPr>
        <p:spPr>
          <a:xfrm>
            <a:off x="8058150" y="4667250"/>
            <a:ext cx="209550" cy="19050"/>
          </a:xfrm>
          <a:custGeom>
            <a:avLst/>
            <a:gdLst/>
            <a:ahLst/>
            <a:cxnLst/>
            <a:rect l="0" t="0" r="0" b="0"/>
            <a:pathLst>
              <a:path w="209550" h="19050">
                <a:moveTo>
                  <a:pt x="9525" y="9525"/>
                </a:moveTo>
                <a:lnTo>
                  <a:pt x="200025" y="9525"/>
                </a:lnTo>
              </a:path>
            </a:pathLst>
          </a:custGeom>
          <a:noFill/>
          <a:ln w="19050">
            <a:solidFill>
              <a:srgbClr val="D7000F"/>
            </a:solidFill>
          </a:ln>
        </p:spPr>
      </p:sp>
      <p:sp>
        <p:nvSpPr>
          <p:cNvPr id="84" name="connector_885"/>
          <p:cNvSpPr>
            <a:spLocks noGrp="1"/>
          </p:cNvSpPr>
          <p:nvPr/>
        </p:nvSpPr>
        <p:spPr>
          <a:xfrm>
            <a:off x="8190137" y="4635284"/>
            <a:ext cx="77563" cy="82981"/>
          </a:xfrm>
          <a:custGeom>
            <a:avLst/>
            <a:gdLst/>
            <a:ahLst/>
            <a:cxnLst/>
            <a:rect l="0" t="0" r="0" b="0"/>
            <a:pathLst>
              <a:path w="77563" h="82981">
                <a:moveTo>
                  <a:pt x="9525" y="73456"/>
                </a:moveTo>
                <a:lnTo>
                  <a:pt x="68038" y="41491"/>
                </a:lnTo>
                <a:lnTo>
                  <a:pt x="9525" y="9525"/>
                </a:lnTo>
              </a:path>
            </a:pathLst>
          </a:custGeom>
          <a:noFill/>
          <a:ln w="19050">
            <a:solidFill>
              <a:srgbClr val="D7000F"/>
            </a:solidFill>
          </a:ln>
        </p:spPr>
      </p:sp>
      <p:sp>
        <p:nvSpPr>
          <p:cNvPr id="85" name="object_886"/>
          <p:cNvSpPr>
            <a:spLocks noGrp="1"/>
          </p:cNvSpPr>
          <p:nvPr/>
        </p:nvSpPr>
        <p:spPr>
          <a:xfrm>
            <a:off x="8315325" y="4467225"/>
            <a:ext cx="2381250" cy="409575"/>
          </a:xfrm>
          <a:prstGeom prst="rect">
            <a:avLst/>
          </a:prstGeom>
          <a:solidFill>
            <a:srgbClr val="FFFFFF"/>
          </a:solidFill>
          <a:ln w="17145">
            <a:solidFill>
              <a:srgbClr val="D7000F"/>
            </a:solidFill>
          </a:ln>
        </p:spPr>
      </p:sp>
      <p:sp>
        <p:nvSpPr>
          <p:cNvPr id="86" name="text_888_L1 静态验证"/>
          <p:cNvSpPr>
            <a:spLocks noGrp="1"/>
          </p:cNvSpPr>
          <p:nvPr/>
        </p:nvSpPr>
        <p:spPr>
          <a:xfrm>
            <a:off x="8382000" y="4514850"/>
            <a:ext cx="2247900" cy="314325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315" b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315" b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L1 静态验证</a:t>
            </a:r>
          </a:p>
        </p:txBody>
      </p:sp>
      <p:sp>
        <p:nvSpPr>
          <p:cNvPr id="87" name="connector_889"/>
          <p:cNvSpPr>
            <a:spLocks noGrp="1"/>
          </p:cNvSpPr>
          <p:nvPr/>
        </p:nvSpPr>
        <p:spPr>
          <a:xfrm>
            <a:off x="10734675" y="4657725"/>
            <a:ext cx="180975" cy="19050"/>
          </a:xfrm>
          <a:custGeom>
            <a:avLst/>
            <a:gdLst/>
            <a:ahLst/>
            <a:cxnLst/>
            <a:rect l="0" t="0" r="0" b="0"/>
            <a:pathLst>
              <a:path w="180975" h="19050">
                <a:moveTo>
                  <a:pt x="9525" y="9525"/>
                </a:moveTo>
                <a:lnTo>
                  <a:pt x="171450" y="9525"/>
                </a:lnTo>
              </a:path>
            </a:pathLst>
          </a:custGeom>
          <a:noFill/>
          <a:ln w="14288">
            <a:solidFill>
              <a:srgbClr val="D7000F"/>
            </a:solidFill>
          </a:ln>
        </p:spPr>
      </p:sp>
      <p:sp>
        <p:nvSpPr>
          <p:cNvPr id="88" name="connector_890"/>
          <p:cNvSpPr>
            <a:spLocks noGrp="1"/>
          </p:cNvSpPr>
          <p:nvPr/>
        </p:nvSpPr>
        <p:spPr>
          <a:xfrm>
            <a:off x="8058150" y="5219700"/>
            <a:ext cx="209550" cy="19050"/>
          </a:xfrm>
          <a:custGeom>
            <a:avLst/>
            <a:gdLst/>
            <a:ahLst/>
            <a:cxnLst/>
            <a:rect l="0" t="0" r="0" b="0"/>
            <a:pathLst>
              <a:path w="209550" h="19050">
                <a:moveTo>
                  <a:pt x="9525" y="9525"/>
                </a:moveTo>
                <a:lnTo>
                  <a:pt x="200025" y="9525"/>
                </a:lnTo>
              </a:path>
            </a:pathLst>
          </a:custGeom>
          <a:noFill/>
          <a:ln w="19050">
            <a:solidFill>
              <a:srgbClr val="D7000F"/>
            </a:solidFill>
          </a:ln>
        </p:spPr>
      </p:sp>
      <p:sp>
        <p:nvSpPr>
          <p:cNvPr id="89" name="connector_891"/>
          <p:cNvSpPr>
            <a:spLocks noGrp="1"/>
          </p:cNvSpPr>
          <p:nvPr/>
        </p:nvSpPr>
        <p:spPr>
          <a:xfrm>
            <a:off x="8190137" y="5187734"/>
            <a:ext cx="77563" cy="82981"/>
          </a:xfrm>
          <a:custGeom>
            <a:avLst/>
            <a:gdLst/>
            <a:ahLst/>
            <a:cxnLst/>
            <a:rect l="0" t="0" r="0" b="0"/>
            <a:pathLst>
              <a:path w="77563" h="82981">
                <a:moveTo>
                  <a:pt x="9525" y="73456"/>
                </a:moveTo>
                <a:lnTo>
                  <a:pt x="68038" y="41491"/>
                </a:lnTo>
                <a:lnTo>
                  <a:pt x="9525" y="9525"/>
                </a:lnTo>
              </a:path>
            </a:pathLst>
          </a:custGeom>
          <a:noFill/>
          <a:ln w="19050">
            <a:solidFill>
              <a:srgbClr val="D7000F"/>
            </a:solidFill>
          </a:ln>
        </p:spPr>
      </p:sp>
      <p:sp>
        <p:nvSpPr>
          <p:cNvPr id="90" name="object_892"/>
          <p:cNvSpPr>
            <a:spLocks noGrp="1"/>
          </p:cNvSpPr>
          <p:nvPr/>
        </p:nvSpPr>
        <p:spPr>
          <a:xfrm>
            <a:off x="8315325" y="5019675"/>
            <a:ext cx="2381250" cy="409575"/>
          </a:xfrm>
          <a:prstGeom prst="rect">
            <a:avLst/>
          </a:prstGeom>
          <a:solidFill>
            <a:srgbClr val="FFFFFF"/>
          </a:solidFill>
          <a:ln w="17145">
            <a:solidFill>
              <a:srgbClr val="D7000F"/>
            </a:solidFill>
          </a:ln>
        </p:spPr>
      </p:sp>
      <p:sp>
        <p:nvSpPr>
          <p:cNvPr id="91" name="text_894_L1 + L2 流程验证"/>
          <p:cNvSpPr>
            <a:spLocks noGrp="1"/>
          </p:cNvSpPr>
          <p:nvPr/>
        </p:nvSpPr>
        <p:spPr>
          <a:xfrm>
            <a:off x="8382000" y="5067300"/>
            <a:ext cx="2247900" cy="314325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315" b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315" b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L1 + L2 流程验证</a:t>
            </a:r>
          </a:p>
        </p:txBody>
      </p:sp>
      <p:sp>
        <p:nvSpPr>
          <p:cNvPr id="92" name="connector_895"/>
          <p:cNvSpPr>
            <a:spLocks noGrp="1"/>
          </p:cNvSpPr>
          <p:nvPr/>
        </p:nvSpPr>
        <p:spPr>
          <a:xfrm>
            <a:off x="10734675" y="5210175"/>
            <a:ext cx="180975" cy="19050"/>
          </a:xfrm>
          <a:custGeom>
            <a:avLst/>
            <a:gdLst/>
            <a:ahLst/>
            <a:cxnLst/>
            <a:rect l="0" t="0" r="0" b="0"/>
            <a:pathLst>
              <a:path w="180975" h="19050">
                <a:moveTo>
                  <a:pt x="9525" y="9525"/>
                </a:moveTo>
                <a:lnTo>
                  <a:pt x="171450" y="9525"/>
                </a:lnTo>
              </a:path>
            </a:pathLst>
          </a:custGeom>
          <a:noFill/>
          <a:ln w="14288">
            <a:solidFill>
              <a:srgbClr val="D7000F"/>
            </a:solidFill>
          </a:ln>
        </p:spPr>
      </p:sp>
      <p:sp>
        <p:nvSpPr>
          <p:cNvPr id="93" name="connector_896"/>
          <p:cNvSpPr>
            <a:spLocks noGrp="1"/>
          </p:cNvSpPr>
          <p:nvPr/>
        </p:nvSpPr>
        <p:spPr>
          <a:xfrm>
            <a:off x="8058150" y="5772150"/>
            <a:ext cx="209550" cy="19050"/>
          </a:xfrm>
          <a:custGeom>
            <a:avLst/>
            <a:gdLst/>
            <a:ahLst/>
            <a:cxnLst/>
            <a:rect l="0" t="0" r="0" b="0"/>
            <a:pathLst>
              <a:path w="209550" h="19050">
                <a:moveTo>
                  <a:pt x="9525" y="9525"/>
                </a:moveTo>
                <a:lnTo>
                  <a:pt x="200025" y="9525"/>
                </a:lnTo>
              </a:path>
            </a:pathLst>
          </a:custGeom>
          <a:noFill/>
          <a:ln w="19050">
            <a:solidFill>
              <a:srgbClr val="D7000F"/>
            </a:solidFill>
          </a:ln>
        </p:spPr>
      </p:sp>
      <p:sp>
        <p:nvSpPr>
          <p:cNvPr id="94" name="connector_897"/>
          <p:cNvSpPr>
            <a:spLocks noGrp="1"/>
          </p:cNvSpPr>
          <p:nvPr/>
        </p:nvSpPr>
        <p:spPr>
          <a:xfrm>
            <a:off x="8190137" y="5740184"/>
            <a:ext cx="77563" cy="82981"/>
          </a:xfrm>
          <a:custGeom>
            <a:avLst/>
            <a:gdLst/>
            <a:ahLst/>
            <a:cxnLst/>
            <a:rect l="0" t="0" r="0" b="0"/>
            <a:pathLst>
              <a:path w="77563" h="82981">
                <a:moveTo>
                  <a:pt x="9525" y="73456"/>
                </a:moveTo>
                <a:lnTo>
                  <a:pt x="68038" y="41491"/>
                </a:lnTo>
                <a:lnTo>
                  <a:pt x="9525" y="9525"/>
                </a:lnTo>
              </a:path>
            </a:pathLst>
          </a:custGeom>
          <a:noFill/>
          <a:ln w="19050">
            <a:solidFill>
              <a:srgbClr val="D7000F"/>
            </a:solidFill>
          </a:ln>
        </p:spPr>
      </p:sp>
      <p:sp>
        <p:nvSpPr>
          <p:cNvPr id="95" name="object_898"/>
          <p:cNvSpPr>
            <a:spLocks noGrp="1"/>
          </p:cNvSpPr>
          <p:nvPr/>
        </p:nvSpPr>
        <p:spPr>
          <a:xfrm>
            <a:off x="8315325" y="5572125"/>
            <a:ext cx="2381250" cy="409575"/>
          </a:xfrm>
          <a:prstGeom prst="rect">
            <a:avLst/>
          </a:prstGeom>
          <a:solidFill>
            <a:srgbClr val="FFFFFF"/>
          </a:solidFill>
          <a:ln w="17145">
            <a:solidFill>
              <a:srgbClr val="D7000F"/>
            </a:solidFill>
          </a:ln>
        </p:spPr>
      </p:sp>
      <p:sp>
        <p:nvSpPr>
          <p:cNvPr id="96" name="text_900_L1 + L2 + L3 全流程"/>
          <p:cNvSpPr>
            <a:spLocks noGrp="1"/>
          </p:cNvSpPr>
          <p:nvPr/>
        </p:nvSpPr>
        <p:spPr>
          <a:xfrm>
            <a:off x="8382000" y="5619750"/>
            <a:ext cx="2247900" cy="314325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315" b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315" b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L1 + L2 + L3 全流程</a:t>
            </a:r>
          </a:p>
        </p:txBody>
      </p:sp>
      <p:sp>
        <p:nvSpPr>
          <p:cNvPr id="97" name="connector_901"/>
          <p:cNvSpPr>
            <a:spLocks noGrp="1"/>
          </p:cNvSpPr>
          <p:nvPr/>
        </p:nvSpPr>
        <p:spPr>
          <a:xfrm>
            <a:off x="10734675" y="5762625"/>
            <a:ext cx="180975" cy="19050"/>
          </a:xfrm>
          <a:custGeom>
            <a:avLst/>
            <a:gdLst/>
            <a:ahLst/>
            <a:cxnLst/>
            <a:rect l="0" t="0" r="0" b="0"/>
            <a:pathLst>
              <a:path w="180975" h="19050">
                <a:moveTo>
                  <a:pt x="9525" y="9525"/>
                </a:moveTo>
                <a:lnTo>
                  <a:pt x="171450" y="9525"/>
                </a:lnTo>
              </a:path>
            </a:pathLst>
          </a:custGeom>
          <a:noFill/>
          <a:ln w="14288">
            <a:solidFill>
              <a:srgbClr val="D7000F"/>
            </a:solidFill>
          </a:ln>
        </p:spPr>
      </p:sp>
      <p:sp>
        <p:nvSpPr>
          <p:cNvPr id="98" name="connector_902"/>
          <p:cNvSpPr>
            <a:spLocks noGrp="1"/>
          </p:cNvSpPr>
          <p:nvPr/>
        </p:nvSpPr>
        <p:spPr>
          <a:xfrm>
            <a:off x="10896600" y="4657725"/>
            <a:ext cx="19050" cy="1123950"/>
          </a:xfrm>
          <a:custGeom>
            <a:avLst/>
            <a:gdLst/>
            <a:ahLst/>
            <a:cxnLst/>
            <a:rect l="0" t="0" r="0" b="0"/>
            <a:pathLst>
              <a:path w="19050" h="1123950">
                <a:moveTo>
                  <a:pt x="9525" y="9525"/>
                </a:moveTo>
                <a:lnTo>
                  <a:pt x="9525" y="1114425"/>
                </a:lnTo>
              </a:path>
            </a:pathLst>
          </a:custGeom>
          <a:noFill/>
          <a:ln w="14288">
            <a:solidFill>
              <a:srgbClr val="D7000F"/>
            </a:solidFill>
          </a:ln>
        </p:spPr>
      </p:sp>
      <p:sp>
        <p:nvSpPr>
          <p:cNvPr id="99" name="connector_903"/>
          <p:cNvSpPr>
            <a:spLocks noGrp="1"/>
          </p:cNvSpPr>
          <p:nvPr/>
        </p:nvSpPr>
        <p:spPr>
          <a:xfrm>
            <a:off x="10896600" y="5210175"/>
            <a:ext cx="190500" cy="19050"/>
          </a:xfrm>
          <a:custGeom>
            <a:avLst/>
            <a:gdLst/>
            <a:ahLst/>
            <a:cxnLst/>
            <a:rect l="0" t="0" r="0" b="0"/>
            <a:pathLst>
              <a:path w="190500" h="19050">
                <a:moveTo>
                  <a:pt x="9525" y="9525"/>
                </a:moveTo>
                <a:lnTo>
                  <a:pt x="180975" y="9525"/>
                </a:lnTo>
              </a:path>
            </a:pathLst>
          </a:custGeom>
          <a:noFill/>
          <a:ln w="19050">
            <a:solidFill>
              <a:srgbClr val="D7000F"/>
            </a:solidFill>
          </a:ln>
        </p:spPr>
      </p:sp>
      <p:sp>
        <p:nvSpPr>
          <p:cNvPr id="100" name="connector_904"/>
          <p:cNvSpPr>
            <a:spLocks noGrp="1"/>
          </p:cNvSpPr>
          <p:nvPr/>
        </p:nvSpPr>
        <p:spPr>
          <a:xfrm>
            <a:off x="11009537" y="5178209"/>
            <a:ext cx="77563" cy="82981"/>
          </a:xfrm>
          <a:custGeom>
            <a:avLst/>
            <a:gdLst/>
            <a:ahLst/>
            <a:cxnLst/>
            <a:rect l="0" t="0" r="0" b="0"/>
            <a:pathLst>
              <a:path w="77563" h="82981">
                <a:moveTo>
                  <a:pt x="9525" y="73456"/>
                </a:moveTo>
                <a:lnTo>
                  <a:pt x="68038" y="41491"/>
                </a:lnTo>
                <a:lnTo>
                  <a:pt x="9525" y="9525"/>
                </a:lnTo>
              </a:path>
            </a:pathLst>
          </a:custGeom>
          <a:noFill/>
          <a:ln w="19050">
            <a:solidFill>
              <a:srgbClr val="D7000F"/>
            </a:solidFill>
          </a:ln>
        </p:spPr>
      </p:sp>
      <p:sp>
        <p:nvSpPr>
          <p:cNvPr id="101" name="text_906_验证&#10;通过"/>
          <p:cNvSpPr>
            <a:spLocks noGrp="1"/>
          </p:cNvSpPr>
          <p:nvPr/>
        </p:nvSpPr>
        <p:spPr>
          <a:xfrm>
            <a:off x="11134725" y="4867275"/>
            <a:ext cx="409575" cy="733425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500" b="1">
                <a:solidFill>
                  <a:srgbClr val="D7000F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500" b="1">
                <a:solidFill>
                  <a:srgbClr val="D7000F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验证</a:t>
            </a:r>
          </a:p>
          <a:p>
            <a:pPr algn="ctr">
              <a:defRPr sz="1500" b="1">
                <a:solidFill>
                  <a:srgbClr val="D7000F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500" b="1">
                <a:solidFill>
                  <a:srgbClr val="D7000F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通过</a:t>
            </a:r>
          </a:p>
        </p:txBody>
      </p:sp>
      <p:sp>
        <p:nvSpPr>
          <p:cNvPr id="102" name="text_908_根据修改范围匹配验证层级，避免不必要的全量验证，"/>
          <p:cNvSpPr>
            <a:spLocks noGrp="1"/>
          </p:cNvSpPr>
          <p:nvPr/>
        </p:nvSpPr>
        <p:spPr>
          <a:xfrm>
            <a:off x="723900" y="6372225"/>
            <a:ext cx="10829925" cy="371475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800" b="1">
                <a:solidFill>
                  <a:srgbClr val="FF0000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800" b="1">
                <a:solidFill>
                  <a:srgbClr val="FF0000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根据修改范围匹配验证层级，避免不必要的全量验证，同时保留质量检查。</a:t>
            </a:r>
          </a:p>
        </p:txBody>
      </p:sp>
      <p:pic>
        <p:nvPicPr>
          <p:cNvPr id="206" name="图片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3900" y="895350"/>
            <a:ext cx="361950" cy="361950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207" name="图片 2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15075" y="895350"/>
            <a:ext cx="361950" cy="361950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 wrap="none" lIns="0" tIns="0" rIns="0" bIns="0">
            <a:noAutofit/>
          </a:bodyPr>
          <a:lstStyle/>
          <a:p>
            <a:pPr>
              <a:defRPr sz="2600" b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2600" b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总体架构：工作流与平台知识解耦</a:t>
            </a:r>
          </a:p>
        </p:txBody>
      </p:sp>
      <p:sp>
        <p:nvSpPr>
          <p:cNvPr id="141" name="内容占位符 140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text_911_核心设计理念"/>
          <p:cNvSpPr>
            <a:spLocks noGrp="1"/>
          </p:cNvSpPr>
          <p:nvPr/>
        </p:nvSpPr>
        <p:spPr>
          <a:xfrm>
            <a:off x="1181100" y="876300"/>
            <a:ext cx="1905000" cy="400050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875" b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875" b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核心设计理念</a:t>
            </a:r>
          </a:p>
        </p:txBody>
      </p:sp>
      <p:sp>
        <p:nvSpPr>
          <p:cNvPr id="4" name="connector_912"/>
          <p:cNvSpPr>
            <a:spLocks noGrp="1"/>
          </p:cNvSpPr>
          <p:nvPr/>
        </p:nvSpPr>
        <p:spPr>
          <a:xfrm>
            <a:off x="714375" y="1323975"/>
            <a:ext cx="2076450" cy="19050"/>
          </a:xfrm>
          <a:custGeom>
            <a:avLst/>
            <a:gdLst/>
            <a:ahLst/>
            <a:cxnLst/>
            <a:rect l="0" t="0" r="0" b="0"/>
            <a:pathLst>
              <a:path w="2076450" h="19050">
                <a:moveTo>
                  <a:pt x="9525" y="9525"/>
                </a:moveTo>
                <a:lnTo>
                  <a:pt x="2066925" y="9525"/>
                </a:lnTo>
              </a:path>
            </a:pathLst>
          </a:custGeom>
          <a:noFill/>
          <a:ln w="16193">
            <a:solidFill>
              <a:srgbClr val="D7000F"/>
            </a:solidFill>
          </a:ln>
        </p:spPr>
      </p:sp>
      <p:sp>
        <p:nvSpPr>
          <p:cNvPr id="5" name="text_915_整体架构"/>
          <p:cNvSpPr>
            <a:spLocks noGrp="1"/>
          </p:cNvSpPr>
          <p:nvPr/>
        </p:nvSpPr>
        <p:spPr>
          <a:xfrm>
            <a:off x="3952875" y="876300"/>
            <a:ext cx="5067300" cy="400050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100" b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2100" b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整体架构</a:t>
            </a:r>
          </a:p>
        </p:txBody>
      </p:sp>
      <p:sp>
        <p:nvSpPr>
          <p:cNvPr id="6" name="connector_916"/>
          <p:cNvSpPr>
            <a:spLocks noGrp="1"/>
          </p:cNvSpPr>
          <p:nvPr/>
        </p:nvSpPr>
        <p:spPr>
          <a:xfrm>
            <a:off x="3486150" y="1323975"/>
            <a:ext cx="2076450" cy="19050"/>
          </a:xfrm>
          <a:custGeom>
            <a:avLst/>
            <a:gdLst/>
            <a:ahLst/>
            <a:cxnLst/>
            <a:rect l="0" t="0" r="0" b="0"/>
            <a:pathLst>
              <a:path w="2076450" h="19050">
                <a:moveTo>
                  <a:pt x="9525" y="9525"/>
                </a:moveTo>
                <a:lnTo>
                  <a:pt x="2066925" y="9525"/>
                </a:lnTo>
              </a:path>
            </a:pathLst>
          </a:custGeom>
          <a:noFill/>
          <a:ln w="16193">
            <a:solidFill>
              <a:srgbClr val="D7000F"/>
            </a:solidFill>
          </a:ln>
        </p:spPr>
      </p:sp>
      <p:sp>
        <p:nvSpPr>
          <p:cNvPr id="7" name="text_919_应用价值"/>
          <p:cNvSpPr>
            <a:spLocks noGrp="1"/>
          </p:cNvSpPr>
          <p:nvPr/>
        </p:nvSpPr>
        <p:spPr>
          <a:xfrm>
            <a:off x="9982200" y="876300"/>
            <a:ext cx="1609725" cy="400050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875" b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875" b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应用价值</a:t>
            </a:r>
          </a:p>
        </p:txBody>
      </p:sp>
      <p:sp>
        <p:nvSpPr>
          <p:cNvPr id="8" name="connector_920"/>
          <p:cNvSpPr>
            <a:spLocks noGrp="1"/>
          </p:cNvSpPr>
          <p:nvPr/>
        </p:nvSpPr>
        <p:spPr>
          <a:xfrm>
            <a:off x="9515475" y="1323975"/>
            <a:ext cx="2076450" cy="19050"/>
          </a:xfrm>
          <a:custGeom>
            <a:avLst/>
            <a:gdLst/>
            <a:ahLst/>
            <a:cxnLst/>
            <a:rect l="0" t="0" r="0" b="0"/>
            <a:pathLst>
              <a:path w="2076450" h="19050">
                <a:moveTo>
                  <a:pt x="9525" y="9525"/>
                </a:moveTo>
                <a:lnTo>
                  <a:pt x="2066925" y="9525"/>
                </a:lnTo>
              </a:path>
            </a:pathLst>
          </a:custGeom>
          <a:noFill/>
          <a:ln w="16193">
            <a:solidFill>
              <a:srgbClr val="D7000F"/>
            </a:solidFill>
          </a:ln>
        </p:spPr>
      </p:sp>
      <p:sp>
        <p:nvSpPr>
          <p:cNvPr id="9" name="connector_921"/>
          <p:cNvSpPr>
            <a:spLocks noGrp="1"/>
          </p:cNvSpPr>
          <p:nvPr/>
        </p:nvSpPr>
        <p:spPr>
          <a:xfrm>
            <a:off x="3238500" y="1000125"/>
            <a:ext cx="19050" cy="95250"/>
          </a:xfrm>
          <a:custGeom>
            <a:avLst/>
            <a:gdLst/>
            <a:ahLst/>
            <a:cxnLst/>
            <a:rect l="0" t="0" r="0" b="0"/>
            <a:pathLst>
              <a:path w="19050" h="95250">
                <a:moveTo>
                  <a:pt x="9525" y="9525"/>
                </a:moveTo>
                <a:lnTo>
                  <a:pt x="9525" y="85725"/>
                </a:lnTo>
              </a:path>
            </a:pathLst>
          </a:custGeom>
          <a:noFill/>
          <a:ln w="19050">
            <a:solidFill>
              <a:srgbClr val="D9D9D9"/>
            </a:solidFill>
          </a:ln>
        </p:spPr>
      </p:sp>
      <p:sp>
        <p:nvSpPr>
          <p:cNvPr id="10" name="connector_922"/>
          <p:cNvSpPr>
            <a:spLocks noGrp="1"/>
          </p:cNvSpPr>
          <p:nvPr/>
        </p:nvSpPr>
        <p:spPr>
          <a:xfrm>
            <a:off x="3238500" y="1123950"/>
            <a:ext cx="19050" cy="95250"/>
          </a:xfrm>
          <a:custGeom>
            <a:avLst/>
            <a:gdLst/>
            <a:ahLst/>
            <a:cxnLst/>
            <a:rect l="0" t="0" r="0" b="0"/>
            <a:pathLst>
              <a:path w="19050" h="95250">
                <a:moveTo>
                  <a:pt x="9525" y="9525"/>
                </a:moveTo>
                <a:lnTo>
                  <a:pt x="9525" y="85725"/>
                </a:lnTo>
              </a:path>
            </a:pathLst>
          </a:custGeom>
          <a:noFill/>
          <a:ln w="19050">
            <a:solidFill>
              <a:srgbClr val="D9D9D9"/>
            </a:solidFill>
          </a:ln>
        </p:spPr>
      </p:sp>
      <p:sp>
        <p:nvSpPr>
          <p:cNvPr id="11" name="connector_923"/>
          <p:cNvSpPr>
            <a:spLocks noGrp="1"/>
          </p:cNvSpPr>
          <p:nvPr/>
        </p:nvSpPr>
        <p:spPr>
          <a:xfrm>
            <a:off x="3238500" y="1247775"/>
            <a:ext cx="19050" cy="95250"/>
          </a:xfrm>
          <a:custGeom>
            <a:avLst/>
            <a:gdLst/>
            <a:ahLst/>
            <a:cxnLst/>
            <a:rect l="0" t="0" r="0" b="0"/>
            <a:pathLst>
              <a:path w="19050" h="95250">
                <a:moveTo>
                  <a:pt x="9525" y="9525"/>
                </a:moveTo>
                <a:lnTo>
                  <a:pt x="9525" y="85725"/>
                </a:lnTo>
              </a:path>
            </a:pathLst>
          </a:custGeom>
          <a:noFill/>
          <a:ln w="19050">
            <a:solidFill>
              <a:srgbClr val="D9D9D9"/>
            </a:solidFill>
          </a:ln>
        </p:spPr>
      </p:sp>
      <p:sp>
        <p:nvSpPr>
          <p:cNvPr id="12" name="connector_924"/>
          <p:cNvSpPr>
            <a:spLocks noGrp="1"/>
          </p:cNvSpPr>
          <p:nvPr/>
        </p:nvSpPr>
        <p:spPr>
          <a:xfrm>
            <a:off x="3238500" y="1371600"/>
            <a:ext cx="19050" cy="95250"/>
          </a:xfrm>
          <a:custGeom>
            <a:avLst/>
            <a:gdLst/>
            <a:ahLst/>
            <a:cxnLst/>
            <a:rect l="0" t="0" r="0" b="0"/>
            <a:pathLst>
              <a:path w="19050" h="95250">
                <a:moveTo>
                  <a:pt x="9525" y="9525"/>
                </a:moveTo>
                <a:lnTo>
                  <a:pt x="9525" y="85725"/>
                </a:lnTo>
              </a:path>
            </a:pathLst>
          </a:custGeom>
          <a:noFill/>
          <a:ln w="19050">
            <a:solidFill>
              <a:srgbClr val="D9D9D9"/>
            </a:solidFill>
          </a:ln>
        </p:spPr>
      </p:sp>
      <p:sp>
        <p:nvSpPr>
          <p:cNvPr id="13" name="connector_925"/>
          <p:cNvSpPr>
            <a:spLocks noGrp="1"/>
          </p:cNvSpPr>
          <p:nvPr/>
        </p:nvSpPr>
        <p:spPr>
          <a:xfrm>
            <a:off x="3238500" y="1495425"/>
            <a:ext cx="19050" cy="95250"/>
          </a:xfrm>
          <a:custGeom>
            <a:avLst/>
            <a:gdLst/>
            <a:ahLst/>
            <a:cxnLst/>
            <a:rect l="0" t="0" r="0" b="0"/>
            <a:pathLst>
              <a:path w="19050" h="95250">
                <a:moveTo>
                  <a:pt x="9525" y="9525"/>
                </a:moveTo>
                <a:lnTo>
                  <a:pt x="9525" y="85725"/>
                </a:lnTo>
              </a:path>
            </a:pathLst>
          </a:custGeom>
          <a:noFill/>
          <a:ln w="19050">
            <a:solidFill>
              <a:srgbClr val="D9D9D9"/>
            </a:solidFill>
          </a:ln>
        </p:spPr>
      </p:sp>
      <p:sp>
        <p:nvSpPr>
          <p:cNvPr id="14" name="connector_926"/>
          <p:cNvSpPr>
            <a:spLocks noGrp="1"/>
          </p:cNvSpPr>
          <p:nvPr/>
        </p:nvSpPr>
        <p:spPr>
          <a:xfrm>
            <a:off x="3238500" y="1619250"/>
            <a:ext cx="19050" cy="95250"/>
          </a:xfrm>
          <a:custGeom>
            <a:avLst/>
            <a:gdLst/>
            <a:ahLst/>
            <a:cxnLst/>
            <a:rect l="0" t="0" r="0" b="0"/>
            <a:pathLst>
              <a:path w="19050" h="95250">
                <a:moveTo>
                  <a:pt x="9525" y="9525"/>
                </a:moveTo>
                <a:lnTo>
                  <a:pt x="9525" y="85725"/>
                </a:lnTo>
              </a:path>
            </a:pathLst>
          </a:custGeom>
          <a:noFill/>
          <a:ln w="19050">
            <a:solidFill>
              <a:srgbClr val="D9D9D9"/>
            </a:solidFill>
          </a:ln>
        </p:spPr>
      </p:sp>
      <p:sp>
        <p:nvSpPr>
          <p:cNvPr id="15" name="connector_927"/>
          <p:cNvSpPr>
            <a:spLocks noGrp="1"/>
          </p:cNvSpPr>
          <p:nvPr/>
        </p:nvSpPr>
        <p:spPr>
          <a:xfrm>
            <a:off x="3238500" y="1743075"/>
            <a:ext cx="19050" cy="95250"/>
          </a:xfrm>
          <a:custGeom>
            <a:avLst/>
            <a:gdLst/>
            <a:ahLst/>
            <a:cxnLst/>
            <a:rect l="0" t="0" r="0" b="0"/>
            <a:pathLst>
              <a:path w="19050" h="95250">
                <a:moveTo>
                  <a:pt x="9525" y="9525"/>
                </a:moveTo>
                <a:lnTo>
                  <a:pt x="9525" y="85725"/>
                </a:lnTo>
              </a:path>
            </a:pathLst>
          </a:custGeom>
          <a:noFill/>
          <a:ln w="19050">
            <a:solidFill>
              <a:srgbClr val="D9D9D9"/>
            </a:solidFill>
          </a:ln>
        </p:spPr>
      </p:sp>
      <p:sp>
        <p:nvSpPr>
          <p:cNvPr id="16" name="connector_928"/>
          <p:cNvSpPr>
            <a:spLocks noGrp="1"/>
          </p:cNvSpPr>
          <p:nvPr/>
        </p:nvSpPr>
        <p:spPr>
          <a:xfrm>
            <a:off x="3238500" y="1866900"/>
            <a:ext cx="19050" cy="95250"/>
          </a:xfrm>
          <a:custGeom>
            <a:avLst/>
            <a:gdLst/>
            <a:ahLst/>
            <a:cxnLst/>
            <a:rect l="0" t="0" r="0" b="0"/>
            <a:pathLst>
              <a:path w="19050" h="95250">
                <a:moveTo>
                  <a:pt x="9525" y="9525"/>
                </a:moveTo>
                <a:lnTo>
                  <a:pt x="9525" y="85725"/>
                </a:lnTo>
              </a:path>
            </a:pathLst>
          </a:custGeom>
          <a:noFill/>
          <a:ln w="19050">
            <a:solidFill>
              <a:srgbClr val="D9D9D9"/>
            </a:solidFill>
          </a:ln>
        </p:spPr>
      </p:sp>
      <p:sp>
        <p:nvSpPr>
          <p:cNvPr id="17" name="connector_929"/>
          <p:cNvSpPr>
            <a:spLocks noGrp="1"/>
          </p:cNvSpPr>
          <p:nvPr/>
        </p:nvSpPr>
        <p:spPr>
          <a:xfrm>
            <a:off x="3238500" y="1990725"/>
            <a:ext cx="19050" cy="95250"/>
          </a:xfrm>
          <a:custGeom>
            <a:avLst/>
            <a:gdLst/>
            <a:ahLst/>
            <a:cxnLst/>
            <a:rect l="0" t="0" r="0" b="0"/>
            <a:pathLst>
              <a:path w="19050" h="95250">
                <a:moveTo>
                  <a:pt x="9525" y="9525"/>
                </a:moveTo>
                <a:lnTo>
                  <a:pt x="9525" y="85725"/>
                </a:lnTo>
              </a:path>
            </a:pathLst>
          </a:custGeom>
          <a:noFill/>
          <a:ln w="19050">
            <a:solidFill>
              <a:srgbClr val="D9D9D9"/>
            </a:solidFill>
          </a:ln>
        </p:spPr>
      </p:sp>
      <p:sp>
        <p:nvSpPr>
          <p:cNvPr id="18" name="connector_930"/>
          <p:cNvSpPr>
            <a:spLocks noGrp="1"/>
          </p:cNvSpPr>
          <p:nvPr/>
        </p:nvSpPr>
        <p:spPr>
          <a:xfrm>
            <a:off x="3238500" y="2114550"/>
            <a:ext cx="19050" cy="95250"/>
          </a:xfrm>
          <a:custGeom>
            <a:avLst/>
            <a:gdLst/>
            <a:ahLst/>
            <a:cxnLst/>
            <a:rect l="0" t="0" r="0" b="0"/>
            <a:pathLst>
              <a:path w="19050" h="95250">
                <a:moveTo>
                  <a:pt x="9525" y="9525"/>
                </a:moveTo>
                <a:lnTo>
                  <a:pt x="9525" y="85725"/>
                </a:lnTo>
              </a:path>
            </a:pathLst>
          </a:custGeom>
          <a:noFill/>
          <a:ln w="19050">
            <a:solidFill>
              <a:srgbClr val="D9D9D9"/>
            </a:solidFill>
          </a:ln>
        </p:spPr>
      </p:sp>
      <p:sp>
        <p:nvSpPr>
          <p:cNvPr id="19" name="connector_931"/>
          <p:cNvSpPr>
            <a:spLocks noGrp="1"/>
          </p:cNvSpPr>
          <p:nvPr/>
        </p:nvSpPr>
        <p:spPr>
          <a:xfrm>
            <a:off x="3238500" y="2238375"/>
            <a:ext cx="19050" cy="95250"/>
          </a:xfrm>
          <a:custGeom>
            <a:avLst/>
            <a:gdLst/>
            <a:ahLst/>
            <a:cxnLst/>
            <a:rect l="0" t="0" r="0" b="0"/>
            <a:pathLst>
              <a:path w="19050" h="95250">
                <a:moveTo>
                  <a:pt x="9525" y="9525"/>
                </a:moveTo>
                <a:lnTo>
                  <a:pt x="9525" y="85725"/>
                </a:lnTo>
              </a:path>
            </a:pathLst>
          </a:custGeom>
          <a:noFill/>
          <a:ln w="19050">
            <a:solidFill>
              <a:srgbClr val="D9D9D9"/>
            </a:solidFill>
          </a:ln>
        </p:spPr>
      </p:sp>
      <p:sp>
        <p:nvSpPr>
          <p:cNvPr id="20" name="connector_932"/>
          <p:cNvSpPr>
            <a:spLocks noGrp="1"/>
          </p:cNvSpPr>
          <p:nvPr/>
        </p:nvSpPr>
        <p:spPr>
          <a:xfrm>
            <a:off x="3238500" y="2362200"/>
            <a:ext cx="19050" cy="95250"/>
          </a:xfrm>
          <a:custGeom>
            <a:avLst/>
            <a:gdLst/>
            <a:ahLst/>
            <a:cxnLst/>
            <a:rect l="0" t="0" r="0" b="0"/>
            <a:pathLst>
              <a:path w="19050" h="95250">
                <a:moveTo>
                  <a:pt x="9525" y="9525"/>
                </a:moveTo>
                <a:lnTo>
                  <a:pt x="9525" y="85725"/>
                </a:lnTo>
              </a:path>
            </a:pathLst>
          </a:custGeom>
          <a:noFill/>
          <a:ln w="19050">
            <a:solidFill>
              <a:srgbClr val="D9D9D9"/>
            </a:solidFill>
          </a:ln>
        </p:spPr>
      </p:sp>
      <p:sp>
        <p:nvSpPr>
          <p:cNvPr id="21" name="connector_933"/>
          <p:cNvSpPr>
            <a:spLocks noGrp="1"/>
          </p:cNvSpPr>
          <p:nvPr/>
        </p:nvSpPr>
        <p:spPr>
          <a:xfrm>
            <a:off x="3238500" y="2486025"/>
            <a:ext cx="19050" cy="95250"/>
          </a:xfrm>
          <a:custGeom>
            <a:avLst/>
            <a:gdLst/>
            <a:ahLst/>
            <a:cxnLst/>
            <a:rect l="0" t="0" r="0" b="0"/>
            <a:pathLst>
              <a:path w="19050" h="95250">
                <a:moveTo>
                  <a:pt x="9525" y="9525"/>
                </a:moveTo>
                <a:lnTo>
                  <a:pt x="9525" y="85725"/>
                </a:lnTo>
              </a:path>
            </a:pathLst>
          </a:custGeom>
          <a:noFill/>
          <a:ln w="19050">
            <a:solidFill>
              <a:srgbClr val="D9D9D9"/>
            </a:solidFill>
          </a:ln>
        </p:spPr>
      </p:sp>
      <p:sp>
        <p:nvSpPr>
          <p:cNvPr id="22" name="connector_934"/>
          <p:cNvSpPr>
            <a:spLocks noGrp="1"/>
          </p:cNvSpPr>
          <p:nvPr/>
        </p:nvSpPr>
        <p:spPr>
          <a:xfrm>
            <a:off x="3238500" y="2609850"/>
            <a:ext cx="19050" cy="95250"/>
          </a:xfrm>
          <a:custGeom>
            <a:avLst/>
            <a:gdLst/>
            <a:ahLst/>
            <a:cxnLst/>
            <a:rect l="0" t="0" r="0" b="0"/>
            <a:pathLst>
              <a:path w="19050" h="95250">
                <a:moveTo>
                  <a:pt x="9525" y="9525"/>
                </a:moveTo>
                <a:lnTo>
                  <a:pt x="9525" y="85725"/>
                </a:lnTo>
              </a:path>
            </a:pathLst>
          </a:custGeom>
          <a:noFill/>
          <a:ln w="19050">
            <a:solidFill>
              <a:srgbClr val="D9D9D9"/>
            </a:solidFill>
          </a:ln>
        </p:spPr>
      </p:sp>
      <p:sp>
        <p:nvSpPr>
          <p:cNvPr id="23" name="connector_935"/>
          <p:cNvSpPr>
            <a:spLocks noGrp="1"/>
          </p:cNvSpPr>
          <p:nvPr/>
        </p:nvSpPr>
        <p:spPr>
          <a:xfrm>
            <a:off x="3238500" y="2733675"/>
            <a:ext cx="19050" cy="95250"/>
          </a:xfrm>
          <a:custGeom>
            <a:avLst/>
            <a:gdLst/>
            <a:ahLst/>
            <a:cxnLst/>
            <a:rect l="0" t="0" r="0" b="0"/>
            <a:pathLst>
              <a:path w="19050" h="95250">
                <a:moveTo>
                  <a:pt x="9525" y="9525"/>
                </a:moveTo>
                <a:lnTo>
                  <a:pt x="9525" y="85725"/>
                </a:lnTo>
              </a:path>
            </a:pathLst>
          </a:custGeom>
          <a:noFill/>
          <a:ln w="19050">
            <a:solidFill>
              <a:srgbClr val="D9D9D9"/>
            </a:solidFill>
          </a:ln>
        </p:spPr>
      </p:sp>
      <p:sp>
        <p:nvSpPr>
          <p:cNvPr id="24" name="connector_936"/>
          <p:cNvSpPr>
            <a:spLocks noGrp="1"/>
          </p:cNvSpPr>
          <p:nvPr/>
        </p:nvSpPr>
        <p:spPr>
          <a:xfrm>
            <a:off x="3238500" y="2857500"/>
            <a:ext cx="19050" cy="95250"/>
          </a:xfrm>
          <a:custGeom>
            <a:avLst/>
            <a:gdLst/>
            <a:ahLst/>
            <a:cxnLst/>
            <a:rect l="0" t="0" r="0" b="0"/>
            <a:pathLst>
              <a:path w="19050" h="95250">
                <a:moveTo>
                  <a:pt x="9525" y="9525"/>
                </a:moveTo>
                <a:lnTo>
                  <a:pt x="9525" y="85725"/>
                </a:lnTo>
              </a:path>
            </a:pathLst>
          </a:custGeom>
          <a:noFill/>
          <a:ln w="19050">
            <a:solidFill>
              <a:srgbClr val="D9D9D9"/>
            </a:solidFill>
          </a:ln>
        </p:spPr>
      </p:sp>
      <p:sp>
        <p:nvSpPr>
          <p:cNvPr id="25" name="connector_937"/>
          <p:cNvSpPr>
            <a:spLocks noGrp="1"/>
          </p:cNvSpPr>
          <p:nvPr/>
        </p:nvSpPr>
        <p:spPr>
          <a:xfrm>
            <a:off x="3238500" y="2981325"/>
            <a:ext cx="19050" cy="95250"/>
          </a:xfrm>
          <a:custGeom>
            <a:avLst/>
            <a:gdLst/>
            <a:ahLst/>
            <a:cxnLst/>
            <a:rect l="0" t="0" r="0" b="0"/>
            <a:pathLst>
              <a:path w="19050" h="95250">
                <a:moveTo>
                  <a:pt x="9525" y="9525"/>
                </a:moveTo>
                <a:lnTo>
                  <a:pt x="9525" y="85725"/>
                </a:lnTo>
              </a:path>
            </a:pathLst>
          </a:custGeom>
          <a:noFill/>
          <a:ln w="19050">
            <a:solidFill>
              <a:srgbClr val="D9D9D9"/>
            </a:solidFill>
          </a:ln>
        </p:spPr>
      </p:sp>
      <p:sp>
        <p:nvSpPr>
          <p:cNvPr id="26" name="connector_938"/>
          <p:cNvSpPr>
            <a:spLocks noGrp="1"/>
          </p:cNvSpPr>
          <p:nvPr/>
        </p:nvSpPr>
        <p:spPr>
          <a:xfrm>
            <a:off x="3238500" y="3105150"/>
            <a:ext cx="19050" cy="95250"/>
          </a:xfrm>
          <a:custGeom>
            <a:avLst/>
            <a:gdLst/>
            <a:ahLst/>
            <a:cxnLst/>
            <a:rect l="0" t="0" r="0" b="0"/>
            <a:pathLst>
              <a:path w="19050" h="95250">
                <a:moveTo>
                  <a:pt x="9525" y="9525"/>
                </a:moveTo>
                <a:lnTo>
                  <a:pt x="9525" y="85725"/>
                </a:lnTo>
              </a:path>
            </a:pathLst>
          </a:custGeom>
          <a:noFill/>
          <a:ln w="19050">
            <a:solidFill>
              <a:srgbClr val="D9D9D9"/>
            </a:solidFill>
          </a:ln>
        </p:spPr>
      </p:sp>
      <p:sp>
        <p:nvSpPr>
          <p:cNvPr id="27" name="connector_939"/>
          <p:cNvSpPr>
            <a:spLocks noGrp="1"/>
          </p:cNvSpPr>
          <p:nvPr/>
        </p:nvSpPr>
        <p:spPr>
          <a:xfrm>
            <a:off x="3238500" y="3228975"/>
            <a:ext cx="19050" cy="95250"/>
          </a:xfrm>
          <a:custGeom>
            <a:avLst/>
            <a:gdLst/>
            <a:ahLst/>
            <a:cxnLst/>
            <a:rect l="0" t="0" r="0" b="0"/>
            <a:pathLst>
              <a:path w="19050" h="95250">
                <a:moveTo>
                  <a:pt x="9525" y="9525"/>
                </a:moveTo>
                <a:lnTo>
                  <a:pt x="9525" y="85725"/>
                </a:lnTo>
              </a:path>
            </a:pathLst>
          </a:custGeom>
          <a:noFill/>
          <a:ln w="19050">
            <a:solidFill>
              <a:srgbClr val="D9D9D9"/>
            </a:solidFill>
          </a:ln>
        </p:spPr>
      </p:sp>
      <p:sp>
        <p:nvSpPr>
          <p:cNvPr id="28" name="connector_940"/>
          <p:cNvSpPr>
            <a:spLocks noGrp="1"/>
          </p:cNvSpPr>
          <p:nvPr/>
        </p:nvSpPr>
        <p:spPr>
          <a:xfrm>
            <a:off x="3238500" y="3352800"/>
            <a:ext cx="19050" cy="95250"/>
          </a:xfrm>
          <a:custGeom>
            <a:avLst/>
            <a:gdLst/>
            <a:ahLst/>
            <a:cxnLst/>
            <a:rect l="0" t="0" r="0" b="0"/>
            <a:pathLst>
              <a:path w="19050" h="95250">
                <a:moveTo>
                  <a:pt x="9525" y="9525"/>
                </a:moveTo>
                <a:lnTo>
                  <a:pt x="9525" y="85725"/>
                </a:lnTo>
              </a:path>
            </a:pathLst>
          </a:custGeom>
          <a:noFill/>
          <a:ln w="19050">
            <a:solidFill>
              <a:srgbClr val="D9D9D9"/>
            </a:solidFill>
          </a:ln>
        </p:spPr>
      </p:sp>
      <p:sp>
        <p:nvSpPr>
          <p:cNvPr id="29" name="connector_941"/>
          <p:cNvSpPr>
            <a:spLocks noGrp="1"/>
          </p:cNvSpPr>
          <p:nvPr/>
        </p:nvSpPr>
        <p:spPr>
          <a:xfrm>
            <a:off x="3238500" y="3476625"/>
            <a:ext cx="19050" cy="95250"/>
          </a:xfrm>
          <a:custGeom>
            <a:avLst/>
            <a:gdLst/>
            <a:ahLst/>
            <a:cxnLst/>
            <a:rect l="0" t="0" r="0" b="0"/>
            <a:pathLst>
              <a:path w="19050" h="95250">
                <a:moveTo>
                  <a:pt x="9525" y="9525"/>
                </a:moveTo>
                <a:lnTo>
                  <a:pt x="9525" y="85725"/>
                </a:lnTo>
              </a:path>
            </a:pathLst>
          </a:custGeom>
          <a:noFill/>
          <a:ln w="19050">
            <a:solidFill>
              <a:srgbClr val="D9D9D9"/>
            </a:solidFill>
          </a:ln>
        </p:spPr>
      </p:sp>
      <p:sp>
        <p:nvSpPr>
          <p:cNvPr id="30" name="connector_942"/>
          <p:cNvSpPr>
            <a:spLocks noGrp="1"/>
          </p:cNvSpPr>
          <p:nvPr/>
        </p:nvSpPr>
        <p:spPr>
          <a:xfrm>
            <a:off x="3238500" y="3600450"/>
            <a:ext cx="19050" cy="95250"/>
          </a:xfrm>
          <a:custGeom>
            <a:avLst/>
            <a:gdLst/>
            <a:ahLst/>
            <a:cxnLst/>
            <a:rect l="0" t="0" r="0" b="0"/>
            <a:pathLst>
              <a:path w="19050" h="95250">
                <a:moveTo>
                  <a:pt x="9525" y="9525"/>
                </a:moveTo>
                <a:lnTo>
                  <a:pt x="9525" y="85725"/>
                </a:lnTo>
              </a:path>
            </a:pathLst>
          </a:custGeom>
          <a:noFill/>
          <a:ln w="19050">
            <a:solidFill>
              <a:srgbClr val="D9D9D9"/>
            </a:solidFill>
          </a:ln>
        </p:spPr>
      </p:sp>
      <p:sp>
        <p:nvSpPr>
          <p:cNvPr id="31" name="connector_943"/>
          <p:cNvSpPr>
            <a:spLocks noGrp="1"/>
          </p:cNvSpPr>
          <p:nvPr/>
        </p:nvSpPr>
        <p:spPr>
          <a:xfrm>
            <a:off x="3238500" y="3724275"/>
            <a:ext cx="19050" cy="95250"/>
          </a:xfrm>
          <a:custGeom>
            <a:avLst/>
            <a:gdLst/>
            <a:ahLst/>
            <a:cxnLst/>
            <a:rect l="0" t="0" r="0" b="0"/>
            <a:pathLst>
              <a:path w="19050" h="95250">
                <a:moveTo>
                  <a:pt x="9525" y="9525"/>
                </a:moveTo>
                <a:lnTo>
                  <a:pt x="9525" y="85725"/>
                </a:lnTo>
              </a:path>
            </a:pathLst>
          </a:custGeom>
          <a:noFill/>
          <a:ln w="19050">
            <a:solidFill>
              <a:srgbClr val="D9D9D9"/>
            </a:solidFill>
          </a:ln>
        </p:spPr>
      </p:sp>
      <p:sp>
        <p:nvSpPr>
          <p:cNvPr id="32" name="connector_944"/>
          <p:cNvSpPr>
            <a:spLocks noGrp="1"/>
          </p:cNvSpPr>
          <p:nvPr/>
        </p:nvSpPr>
        <p:spPr>
          <a:xfrm>
            <a:off x="3238500" y="3848100"/>
            <a:ext cx="19050" cy="95250"/>
          </a:xfrm>
          <a:custGeom>
            <a:avLst/>
            <a:gdLst/>
            <a:ahLst/>
            <a:cxnLst/>
            <a:rect l="0" t="0" r="0" b="0"/>
            <a:pathLst>
              <a:path w="19050" h="95250">
                <a:moveTo>
                  <a:pt x="9525" y="9525"/>
                </a:moveTo>
                <a:lnTo>
                  <a:pt x="9525" y="85725"/>
                </a:lnTo>
              </a:path>
            </a:pathLst>
          </a:custGeom>
          <a:noFill/>
          <a:ln w="19050">
            <a:solidFill>
              <a:srgbClr val="D9D9D9"/>
            </a:solidFill>
          </a:ln>
        </p:spPr>
      </p:sp>
      <p:sp>
        <p:nvSpPr>
          <p:cNvPr id="33" name="connector_945"/>
          <p:cNvSpPr>
            <a:spLocks noGrp="1"/>
          </p:cNvSpPr>
          <p:nvPr/>
        </p:nvSpPr>
        <p:spPr>
          <a:xfrm>
            <a:off x="3238500" y="3971925"/>
            <a:ext cx="19050" cy="95250"/>
          </a:xfrm>
          <a:custGeom>
            <a:avLst/>
            <a:gdLst/>
            <a:ahLst/>
            <a:cxnLst/>
            <a:rect l="0" t="0" r="0" b="0"/>
            <a:pathLst>
              <a:path w="19050" h="95250">
                <a:moveTo>
                  <a:pt x="9525" y="9525"/>
                </a:moveTo>
                <a:lnTo>
                  <a:pt x="9525" y="85725"/>
                </a:lnTo>
              </a:path>
            </a:pathLst>
          </a:custGeom>
          <a:noFill/>
          <a:ln w="19050">
            <a:solidFill>
              <a:srgbClr val="D9D9D9"/>
            </a:solidFill>
          </a:ln>
        </p:spPr>
      </p:sp>
      <p:sp>
        <p:nvSpPr>
          <p:cNvPr id="34" name="connector_946"/>
          <p:cNvSpPr>
            <a:spLocks noGrp="1"/>
          </p:cNvSpPr>
          <p:nvPr/>
        </p:nvSpPr>
        <p:spPr>
          <a:xfrm>
            <a:off x="3238500" y="4095750"/>
            <a:ext cx="19050" cy="95250"/>
          </a:xfrm>
          <a:custGeom>
            <a:avLst/>
            <a:gdLst/>
            <a:ahLst/>
            <a:cxnLst/>
            <a:rect l="0" t="0" r="0" b="0"/>
            <a:pathLst>
              <a:path w="19050" h="95250">
                <a:moveTo>
                  <a:pt x="9525" y="9525"/>
                </a:moveTo>
                <a:lnTo>
                  <a:pt x="9525" y="85725"/>
                </a:lnTo>
              </a:path>
            </a:pathLst>
          </a:custGeom>
          <a:noFill/>
          <a:ln w="19050">
            <a:solidFill>
              <a:srgbClr val="D9D9D9"/>
            </a:solidFill>
          </a:ln>
        </p:spPr>
      </p:sp>
      <p:sp>
        <p:nvSpPr>
          <p:cNvPr id="35" name="connector_947"/>
          <p:cNvSpPr>
            <a:spLocks noGrp="1"/>
          </p:cNvSpPr>
          <p:nvPr/>
        </p:nvSpPr>
        <p:spPr>
          <a:xfrm>
            <a:off x="3238500" y="4219575"/>
            <a:ext cx="19050" cy="95250"/>
          </a:xfrm>
          <a:custGeom>
            <a:avLst/>
            <a:gdLst/>
            <a:ahLst/>
            <a:cxnLst/>
            <a:rect l="0" t="0" r="0" b="0"/>
            <a:pathLst>
              <a:path w="19050" h="95250">
                <a:moveTo>
                  <a:pt x="9525" y="9525"/>
                </a:moveTo>
                <a:lnTo>
                  <a:pt x="9525" y="85725"/>
                </a:lnTo>
              </a:path>
            </a:pathLst>
          </a:custGeom>
          <a:noFill/>
          <a:ln w="19050">
            <a:solidFill>
              <a:srgbClr val="D9D9D9"/>
            </a:solidFill>
          </a:ln>
        </p:spPr>
      </p:sp>
      <p:sp>
        <p:nvSpPr>
          <p:cNvPr id="36" name="connector_948"/>
          <p:cNvSpPr>
            <a:spLocks noGrp="1"/>
          </p:cNvSpPr>
          <p:nvPr/>
        </p:nvSpPr>
        <p:spPr>
          <a:xfrm>
            <a:off x="3238500" y="4343400"/>
            <a:ext cx="19050" cy="95250"/>
          </a:xfrm>
          <a:custGeom>
            <a:avLst/>
            <a:gdLst/>
            <a:ahLst/>
            <a:cxnLst/>
            <a:rect l="0" t="0" r="0" b="0"/>
            <a:pathLst>
              <a:path w="19050" h="95250">
                <a:moveTo>
                  <a:pt x="9525" y="9525"/>
                </a:moveTo>
                <a:lnTo>
                  <a:pt x="9525" y="85725"/>
                </a:lnTo>
              </a:path>
            </a:pathLst>
          </a:custGeom>
          <a:noFill/>
          <a:ln w="19050">
            <a:solidFill>
              <a:srgbClr val="D9D9D9"/>
            </a:solidFill>
          </a:ln>
        </p:spPr>
      </p:sp>
      <p:sp>
        <p:nvSpPr>
          <p:cNvPr id="37" name="connector_949"/>
          <p:cNvSpPr>
            <a:spLocks noGrp="1"/>
          </p:cNvSpPr>
          <p:nvPr/>
        </p:nvSpPr>
        <p:spPr>
          <a:xfrm>
            <a:off x="3238500" y="4467225"/>
            <a:ext cx="19050" cy="95250"/>
          </a:xfrm>
          <a:custGeom>
            <a:avLst/>
            <a:gdLst/>
            <a:ahLst/>
            <a:cxnLst/>
            <a:rect l="0" t="0" r="0" b="0"/>
            <a:pathLst>
              <a:path w="19050" h="95250">
                <a:moveTo>
                  <a:pt x="9525" y="9525"/>
                </a:moveTo>
                <a:lnTo>
                  <a:pt x="9525" y="85725"/>
                </a:lnTo>
              </a:path>
            </a:pathLst>
          </a:custGeom>
          <a:noFill/>
          <a:ln w="19050">
            <a:solidFill>
              <a:srgbClr val="D9D9D9"/>
            </a:solidFill>
          </a:ln>
        </p:spPr>
      </p:sp>
      <p:sp>
        <p:nvSpPr>
          <p:cNvPr id="38" name="connector_950"/>
          <p:cNvSpPr>
            <a:spLocks noGrp="1"/>
          </p:cNvSpPr>
          <p:nvPr/>
        </p:nvSpPr>
        <p:spPr>
          <a:xfrm>
            <a:off x="3238500" y="4591050"/>
            <a:ext cx="19050" cy="95250"/>
          </a:xfrm>
          <a:custGeom>
            <a:avLst/>
            <a:gdLst/>
            <a:ahLst/>
            <a:cxnLst/>
            <a:rect l="0" t="0" r="0" b="0"/>
            <a:pathLst>
              <a:path w="19050" h="95250">
                <a:moveTo>
                  <a:pt x="9525" y="9525"/>
                </a:moveTo>
                <a:lnTo>
                  <a:pt x="9525" y="85725"/>
                </a:lnTo>
              </a:path>
            </a:pathLst>
          </a:custGeom>
          <a:noFill/>
          <a:ln w="19050">
            <a:solidFill>
              <a:srgbClr val="D9D9D9"/>
            </a:solidFill>
          </a:ln>
        </p:spPr>
      </p:sp>
      <p:sp>
        <p:nvSpPr>
          <p:cNvPr id="39" name="connector_951"/>
          <p:cNvSpPr>
            <a:spLocks noGrp="1"/>
          </p:cNvSpPr>
          <p:nvPr/>
        </p:nvSpPr>
        <p:spPr>
          <a:xfrm>
            <a:off x="3238500" y="4714875"/>
            <a:ext cx="19050" cy="95250"/>
          </a:xfrm>
          <a:custGeom>
            <a:avLst/>
            <a:gdLst/>
            <a:ahLst/>
            <a:cxnLst/>
            <a:rect l="0" t="0" r="0" b="0"/>
            <a:pathLst>
              <a:path w="19050" h="95250">
                <a:moveTo>
                  <a:pt x="9525" y="9525"/>
                </a:moveTo>
                <a:lnTo>
                  <a:pt x="9525" y="85725"/>
                </a:lnTo>
              </a:path>
            </a:pathLst>
          </a:custGeom>
          <a:noFill/>
          <a:ln w="19050">
            <a:solidFill>
              <a:srgbClr val="D9D9D9"/>
            </a:solidFill>
          </a:ln>
        </p:spPr>
      </p:sp>
      <p:sp>
        <p:nvSpPr>
          <p:cNvPr id="40" name="connector_952"/>
          <p:cNvSpPr>
            <a:spLocks noGrp="1"/>
          </p:cNvSpPr>
          <p:nvPr/>
        </p:nvSpPr>
        <p:spPr>
          <a:xfrm>
            <a:off x="3238500" y="4838700"/>
            <a:ext cx="19050" cy="95250"/>
          </a:xfrm>
          <a:custGeom>
            <a:avLst/>
            <a:gdLst/>
            <a:ahLst/>
            <a:cxnLst/>
            <a:rect l="0" t="0" r="0" b="0"/>
            <a:pathLst>
              <a:path w="19050" h="95250">
                <a:moveTo>
                  <a:pt x="9525" y="9525"/>
                </a:moveTo>
                <a:lnTo>
                  <a:pt x="9525" y="85725"/>
                </a:lnTo>
              </a:path>
            </a:pathLst>
          </a:custGeom>
          <a:noFill/>
          <a:ln w="19050">
            <a:solidFill>
              <a:srgbClr val="D9D9D9"/>
            </a:solidFill>
          </a:ln>
        </p:spPr>
      </p:sp>
      <p:sp>
        <p:nvSpPr>
          <p:cNvPr id="41" name="connector_953"/>
          <p:cNvSpPr>
            <a:spLocks noGrp="1"/>
          </p:cNvSpPr>
          <p:nvPr/>
        </p:nvSpPr>
        <p:spPr>
          <a:xfrm>
            <a:off x="3238500" y="4962525"/>
            <a:ext cx="19050" cy="95250"/>
          </a:xfrm>
          <a:custGeom>
            <a:avLst/>
            <a:gdLst/>
            <a:ahLst/>
            <a:cxnLst/>
            <a:rect l="0" t="0" r="0" b="0"/>
            <a:pathLst>
              <a:path w="19050" h="95250">
                <a:moveTo>
                  <a:pt x="9525" y="9525"/>
                </a:moveTo>
                <a:lnTo>
                  <a:pt x="9525" y="85725"/>
                </a:lnTo>
              </a:path>
            </a:pathLst>
          </a:custGeom>
          <a:noFill/>
          <a:ln w="19050">
            <a:solidFill>
              <a:srgbClr val="D9D9D9"/>
            </a:solidFill>
          </a:ln>
        </p:spPr>
      </p:sp>
      <p:sp>
        <p:nvSpPr>
          <p:cNvPr id="42" name="connector_954"/>
          <p:cNvSpPr>
            <a:spLocks noGrp="1"/>
          </p:cNvSpPr>
          <p:nvPr/>
        </p:nvSpPr>
        <p:spPr>
          <a:xfrm>
            <a:off x="3238500" y="5086350"/>
            <a:ext cx="19050" cy="95250"/>
          </a:xfrm>
          <a:custGeom>
            <a:avLst/>
            <a:gdLst/>
            <a:ahLst/>
            <a:cxnLst/>
            <a:rect l="0" t="0" r="0" b="0"/>
            <a:pathLst>
              <a:path w="19050" h="95250">
                <a:moveTo>
                  <a:pt x="9525" y="9525"/>
                </a:moveTo>
                <a:lnTo>
                  <a:pt x="9525" y="85725"/>
                </a:lnTo>
              </a:path>
            </a:pathLst>
          </a:custGeom>
          <a:noFill/>
          <a:ln w="19050">
            <a:solidFill>
              <a:srgbClr val="D9D9D9"/>
            </a:solidFill>
          </a:ln>
        </p:spPr>
      </p:sp>
      <p:sp>
        <p:nvSpPr>
          <p:cNvPr id="43" name="connector_955"/>
          <p:cNvSpPr>
            <a:spLocks noGrp="1"/>
          </p:cNvSpPr>
          <p:nvPr/>
        </p:nvSpPr>
        <p:spPr>
          <a:xfrm>
            <a:off x="3238500" y="5210175"/>
            <a:ext cx="19050" cy="95250"/>
          </a:xfrm>
          <a:custGeom>
            <a:avLst/>
            <a:gdLst/>
            <a:ahLst/>
            <a:cxnLst/>
            <a:rect l="0" t="0" r="0" b="0"/>
            <a:pathLst>
              <a:path w="19050" h="95250">
                <a:moveTo>
                  <a:pt x="9525" y="9525"/>
                </a:moveTo>
                <a:lnTo>
                  <a:pt x="9525" y="85725"/>
                </a:lnTo>
              </a:path>
            </a:pathLst>
          </a:custGeom>
          <a:noFill/>
          <a:ln w="19050">
            <a:solidFill>
              <a:srgbClr val="D9D9D9"/>
            </a:solidFill>
          </a:ln>
        </p:spPr>
      </p:sp>
      <p:sp>
        <p:nvSpPr>
          <p:cNvPr id="44" name="connector_956"/>
          <p:cNvSpPr>
            <a:spLocks noGrp="1"/>
          </p:cNvSpPr>
          <p:nvPr/>
        </p:nvSpPr>
        <p:spPr>
          <a:xfrm>
            <a:off x="3238500" y="5334000"/>
            <a:ext cx="19050" cy="95250"/>
          </a:xfrm>
          <a:custGeom>
            <a:avLst/>
            <a:gdLst/>
            <a:ahLst/>
            <a:cxnLst/>
            <a:rect l="0" t="0" r="0" b="0"/>
            <a:pathLst>
              <a:path w="19050" h="95250">
                <a:moveTo>
                  <a:pt x="9525" y="9525"/>
                </a:moveTo>
                <a:lnTo>
                  <a:pt x="9525" y="85725"/>
                </a:lnTo>
              </a:path>
            </a:pathLst>
          </a:custGeom>
          <a:noFill/>
          <a:ln w="19050">
            <a:solidFill>
              <a:srgbClr val="D9D9D9"/>
            </a:solidFill>
          </a:ln>
        </p:spPr>
      </p:sp>
      <p:sp>
        <p:nvSpPr>
          <p:cNvPr id="45" name="connector_957"/>
          <p:cNvSpPr>
            <a:spLocks noGrp="1"/>
          </p:cNvSpPr>
          <p:nvPr/>
        </p:nvSpPr>
        <p:spPr>
          <a:xfrm>
            <a:off x="3238500" y="5457825"/>
            <a:ext cx="19050" cy="95250"/>
          </a:xfrm>
          <a:custGeom>
            <a:avLst/>
            <a:gdLst/>
            <a:ahLst/>
            <a:cxnLst/>
            <a:rect l="0" t="0" r="0" b="0"/>
            <a:pathLst>
              <a:path w="19050" h="95250">
                <a:moveTo>
                  <a:pt x="9525" y="9525"/>
                </a:moveTo>
                <a:lnTo>
                  <a:pt x="9525" y="85725"/>
                </a:lnTo>
              </a:path>
            </a:pathLst>
          </a:custGeom>
          <a:noFill/>
          <a:ln w="19050">
            <a:solidFill>
              <a:srgbClr val="D9D9D9"/>
            </a:solidFill>
          </a:ln>
        </p:spPr>
      </p:sp>
      <p:sp>
        <p:nvSpPr>
          <p:cNvPr id="46" name="connector_958"/>
          <p:cNvSpPr>
            <a:spLocks noGrp="1"/>
          </p:cNvSpPr>
          <p:nvPr/>
        </p:nvSpPr>
        <p:spPr>
          <a:xfrm>
            <a:off x="3238500" y="5581650"/>
            <a:ext cx="19050" cy="95250"/>
          </a:xfrm>
          <a:custGeom>
            <a:avLst/>
            <a:gdLst/>
            <a:ahLst/>
            <a:cxnLst/>
            <a:rect l="0" t="0" r="0" b="0"/>
            <a:pathLst>
              <a:path w="19050" h="95250">
                <a:moveTo>
                  <a:pt x="9525" y="9525"/>
                </a:moveTo>
                <a:lnTo>
                  <a:pt x="9525" y="85725"/>
                </a:lnTo>
              </a:path>
            </a:pathLst>
          </a:custGeom>
          <a:noFill/>
          <a:ln w="19050">
            <a:solidFill>
              <a:srgbClr val="D9D9D9"/>
            </a:solidFill>
          </a:ln>
        </p:spPr>
      </p:sp>
      <p:sp>
        <p:nvSpPr>
          <p:cNvPr id="47" name="connector_959"/>
          <p:cNvSpPr>
            <a:spLocks noGrp="1"/>
          </p:cNvSpPr>
          <p:nvPr/>
        </p:nvSpPr>
        <p:spPr>
          <a:xfrm>
            <a:off x="3238500" y="5705475"/>
            <a:ext cx="19050" cy="95250"/>
          </a:xfrm>
          <a:custGeom>
            <a:avLst/>
            <a:gdLst/>
            <a:ahLst/>
            <a:cxnLst/>
            <a:rect l="0" t="0" r="0" b="0"/>
            <a:pathLst>
              <a:path w="19050" h="95250">
                <a:moveTo>
                  <a:pt x="9525" y="9525"/>
                </a:moveTo>
                <a:lnTo>
                  <a:pt x="9525" y="85725"/>
                </a:lnTo>
              </a:path>
            </a:pathLst>
          </a:custGeom>
          <a:noFill/>
          <a:ln w="19050">
            <a:solidFill>
              <a:srgbClr val="D9D9D9"/>
            </a:solidFill>
          </a:ln>
        </p:spPr>
      </p:sp>
      <p:sp>
        <p:nvSpPr>
          <p:cNvPr id="48" name="connector_960"/>
          <p:cNvSpPr>
            <a:spLocks noGrp="1"/>
          </p:cNvSpPr>
          <p:nvPr/>
        </p:nvSpPr>
        <p:spPr>
          <a:xfrm>
            <a:off x="3238500" y="5829300"/>
            <a:ext cx="19050" cy="95250"/>
          </a:xfrm>
          <a:custGeom>
            <a:avLst/>
            <a:gdLst/>
            <a:ahLst/>
            <a:cxnLst/>
            <a:rect l="0" t="0" r="0" b="0"/>
            <a:pathLst>
              <a:path w="19050" h="95250">
                <a:moveTo>
                  <a:pt x="9525" y="9525"/>
                </a:moveTo>
                <a:lnTo>
                  <a:pt x="9525" y="85725"/>
                </a:lnTo>
              </a:path>
            </a:pathLst>
          </a:custGeom>
          <a:noFill/>
          <a:ln w="19050">
            <a:solidFill>
              <a:srgbClr val="D9D9D9"/>
            </a:solidFill>
          </a:ln>
        </p:spPr>
      </p:sp>
      <p:sp>
        <p:nvSpPr>
          <p:cNvPr id="49" name="connector_961"/>
          <p:cNvSpPr>
            <a:spLocks noGrp="1"/>
          </p:cNvSpPr>
          <p:nvPr/>
        </p:nvSpPr>
        <p:spPr>
          <a:xfrm>
            <a:off x="3238500" y="5953125"/>
            <a:ext cx="19050" cy="95250"/>
          </a:xfrm>
          <a:custGeom>
            <a:avLst/>
            <a:gdLst/>
            <a:ahLst/>
            <a:cxnLst/>
            <a:rect l="0" t="0" r="0" b="0"/>
            <a:pathLst>
              <a:path w="19050" h="95250">
                <a:moveTo>
                  <a:pt x="9525" y="9525"/>
                </a:moveTo>
                <a:lnTo>
                  <a:pt x="9525" y="85725"/>
                </a:lnTo>
              </a:path>
            </a:pathLst>
          </a:custGeom>
          <a:noFill/>
          <a:ln w="19050">
            <a:solidFill>
              <a:srgbClr val="D9D9D9"/>
            </a:solidFill>
          </a:ln>
        </p:spPr>
      </p:sp>
      <p:sp>
        <p:nvSpPr>
          <p:cNvPr id="50" name="connector_962"/>
          <p:cNvSpPr>
            <a:spLocks noGrp="1"/>
          </p:cNvSpPr>
          <p:nvPr/>
        </p:nvSpPr>
        <p:spPr>
          <a:xfrm>
            <a:off x="3238500" y="6076950"/>
            <a:ext cx="19050" cy="95250"/>
          </a:xfrm>
          <a:custGeom>
            <a:avLst/>
            <a:gdLst/>
            <a:ahLst/>
            <a:cxnLst/>
            <a:rect l="0" t="0" r="0" b="0"/>
            <a:pathLst>
              <a:path w="19050" h="95250">
                <a:moveTo>
                  <a:pt x="9525" y="9525"/>
                </a:moveTo>
                <a:lnTo>
                  <a:pt x="9525" y="85725"/>
                </a:lnTo>
              </a:path>
            </a:pathLst>
          </a:custGeom>
          <a:noFill/>
          <a:ln w="19050">
            <a:solidFill>
              <a:srgbClr val="D9D9D9"/>
            </a:solidFill>
          </a:ln>
        </p:spPr>
      </p:sp>
      <p:sp>
        <p:nvSpPr>
          <p:cNvPr id="51" name="connector_963"/>
          <p:cNvSpPr>
            <a:spLocks noGrp="1"/>
          </p:cNvSpPr>
          <p:nvPr/>
        </p:nvSpPr>
        <p:spPr>
          <a:xfrm>
            <a:off x="9286875" y="1000125"/>
            <a:ext cx="19050" cy="95250"/>
          </a:xfrm>
          <a:custGeom>
            <a:avLst/>
            <a:gdLst/>
            <a:ahLst/>
            <a:cxnLst/>
            <a:rect l="0" t="0" r="0" b="0"/>
            <a:pathLst>
              <a:path w="19050" h="95250">
                <a:moveTo>
                  <a:pt x="9525" y="9525"/>
                </a:moveTo>
                <a:lnTo>
                  <a:pt x="9525" y="85725"/>
                </a:lnTo>
              </a:path>
            </a:pathLst>
          </a:custGeom>
          <a:noFill/>
          <a:ln w="19050">
            <a:solidFill>
              <a:srgbClr val="D9D9D9"/>
            </a:solidFill>
          </a:ln>
        </p:spPr>
      </p:sp>
      <p:sp>
        <p:nvSpPr>
          <p:cNvPr id="52" name="connector_964"/>
          <p:cNvSpPr>
            <a:spLocks noGrp="1"/>
          </p:cNvSpPr>
          <p:nvPr/>
        </p:nvSpPr>
        <p:spPr>
          <a:xfrm>
            <a:off x="9286875" y="1123950"/>
            <a:ext cx="19050" cy="95250"/>
          </a:xfrm>
          <a:custGeom>
            <a:avLst/>
            <a:gdLst/>
            <a:ahLst/>
            <a:cxnLst/>
            <a:rect l="0" t="0" r="0" b="0"/>
            <a:pathLst>
              <a:path w="19050" h="95250">
                <a:moveTo>
                  <a:pt x="9525" y="9525"/>
                </a:moveTo>
                <a:lnTo>
                  <a:pt x="9525" y="85725"/>
                </a:lnTo>
              </a:path>
            </a:pathLst>
          </a:custGeom>
          <a:noFill/>
          <a:ln w="19050">
            <a:solidFill>
              <a:srgbClr val="D9D9D9"/>
            </a:solidFill>
          </a:ln>
        </p:spPr>
      </p:sp>
      <p:sp>
        <p:nvSpPr>
          <p:cNvPr id="53" name="connector_965"/>
          <p:cNvSpPr>
            <a:spLocks noGrp="1"/>
          </p:cNvSpPr>
          <p:nvPr/>
        </p:nvSpPr>
        <p:spPr>
          <a:xfrm>
            <a:off x="9286875" y="1247775"/>
            <a:ext cx="19050" cy="95250"/>
          </a:xfrm>
          <a:custGeom>
            <a:avLst/>
            <a:gdLst/>
            <a:ahLst/>
            <a:cxnLst/>
            <a:rect l="0" t="0" r="0" b="0"/>
            <a:pathLst>
              <a:path w="19050" h="95250">
                <a:moveTo>
                  <a:pt x="9525" y="9525"/>
                </a:moveTo>
                <a:lnTo>
                  <a:pt x="9525" y="85725"/>
                </a:lnTo>
              </a:path>
            </a:pathLst>
          </a:custGeom>
          <a:noFill/>
          <a:ln w="19050">
            <a:solidFill>
              <a:srgbClr val="D9D9D9"/>
            </a:solidFill>
          </a:ln>
        </p:spPr>
      </p:sp>
      <p:sp>
        <p:nvSpPr>
          <p:cNvPr id="54" name="connector_966"/>
          <p:cNvSpPr>
            <a:spLocks noGrp="1"/>
          </p:cNvSpPr>
          <p:nvPr/>
        </p:nvSpPr>
        <p:spPr>
          <a:xfrm>
            <a:off x="9286875" y="1371600"/>
            <a:ext cx="19050" cy="95250"/>
          </a:xfrm>
          <a:custGeom>
            <a:avLst/>
            <a:gdLst/>
            <a:ahLst/>
            <a:cxnLst/>
            <a:rect l="0" t="0" r="0" b="0"/>
            <a:pathLst>
              <a:path w="19050" h="95250">
                <a:moveTo>
                  <a:pt x="9525" y="9525"/>
                </a:moveTo>
                <a:lnTo>
                  <a:pt x="9525" y="85725"/>
                </a:lnTo>
              </a:path>
            </a:pathLst>
          </a:custGeom>
          <a:noFill/>
          <a:ln w="19050">
            <a:solidFill>
              <a:srgbClr val="D9D9D9"/>
            </a:solidFill>
          </a:ln>
        </p:spPr>
      </p:sp>
      <p:sp>
        <p:nvSpPr>
          <p:cNvPr id="55" name="connector_967"/>
          <p:cNvSpPr>
            <a:spLocks noGrp="1"/>
          </p:cNvSpPr>
          <p:nvPr/>
        </p:nvSpPr>
        <p:spPr>
          <a:xfrm>
            <a:off x="9286875" y="1495425"/>
            <a:ext cx="19050" cy="95250"/>
          </a:xfrm>
          <a:custGeom>
            <a:avLst/>
            <a:gdLst/>
            <a:ahLst/>
            <a:cxnLst/>
            <a:rect l="0" t="0" r="0" b="0"/>
            <a:pathLst>
              <a:path w="19050" h="95250">
                <a:moveTo>
                  <a:pt x="9525" y="9525"/>
                </a:moveTo>
                <a:lnTo>
                  <a:pt x="9525" y="85725"/>
                </a:lnTo>
              </a:path>
            </a:pathLst>
          </a:custGeom>
          <a:noFill/>
          <a:ln w="19050">
            <a:solidFill>
              <a:srgbClr val="D9D9D9"/>
            </a:solidFill>
          </a:ln>
        </p:spPr>
      </p:sp>
      <p:sp>
        <p:nvSpPr>
          <p:cNvPr id="56" name="connector_968"/>
          <p:cNvSpPr>
            <a:spLocks noGrp="1"/>
          </p:cNvSpPr>
          <p:nvPr/>
        </p:nvSpPr>
        <p:spPr>
          <a:xfrm>
            <a:off x="9286875" y="1619250"/>
            <a:ext cx="19050" cy="95250"/>
          </a:xfrm>
          <a:custGeom>
            <a:avLst/>
            <a:gdLst/>
            <a:ahLst/>
            <a:cxnLst/>
            <a:rect l="0" t="0" r="0" b="0"/>
            <a:pathLst>
              <a:path w="19050" h="95250">
                <a:moveTo>
                  <a:pt x="9525" y="9525"/>
                </a:moveTo>
                <a:lnTo>
                  <a:pt x="9525" y="85725"/>
                </a:lnTo>
              </a:path>
            </a:pathLst>
          </a:custGeom>
          <a:noFill/>
          <a:ln w="19050">
            <a:solidFill>
              <a:srgbClr val="D9D9D9"/>
            </a:solidFill>
          </a:ln>
        </p:spPr>
      </p:sp>
      <p:sp>
        <p:nvSpPr>
          <p:cNvPr id="57" name="connector_969"/>
          <p:cNvSpPr>
            <a:spLocks noGrp="1"/>
          </p:cNvSpPr>
          <p:nvPr/>
        </p:nvSpPr>
        <p:spPr>
          <a:xfrm>
            <a:off x="9286875" y="1743075"/>
            <a:ext cx="19050" cy="95250"/>
          </a:xfrm>
          <a:custGeom>
            <a:avLst/>
            <a:gdLst/>
            <a:ahLst/>
            <a:cxnLst/>
            <a:rect l="0" t="0" r="0" b="0"/>
            <a:pathLst>
              <a:path w="19050" h="95250">
                <a:moveTo>
                  <a:pt x="9525" y="9525"/>
                </a:moveTo>
                <a:lnTo>
                  <a:pt x="9525" y="85725"/>
                </a:lnTo>
              </a:path>
            </a:pathLst>
          </a:custGeom>
          <a:noFill/>
          <a:ln w="19050">
            <a:solidFill>
              <a:srgbClr val="D9D9D9"/>
            </a:solidFill>
          </a:ln>
        </p:spPr>
      </p:sp>
      <p:sp>
        <p:nvSpPr>
          <p:cNvPr id="58" name="connector_970"/>
          <p:cNvSpPr>
            <a:spLocks noGrp="1"/>
          </p:cNvSpPr>
          <p:nvPr/>
        </p:nvSpPr>
        <p:spPr>
          <a:xfrm>
            <a:off x="9286875" y="1866900"/>
            <a:ext cx="19050" cy="95250"/>
          </a:xfrm>
          <a:custGeom>
            <a:avLst/>
            <a:gdLst/>
            <a:ahLst/>
            <a:cxnLst/>
            <a:rect l="0" t="0" r="0" b="0"/>
            <a:pathLst>
              <a:path w="19050" h="95250">
                <a:moveTo>
                  <a:pt x="9525" y="9525"/>
                </a:moveTo>
                <a:lnTo>
                  <a:pt x="9525" y="85725"/>
                </a:lnTo>
              </a:path>
            </a:pathLst>
          </a:custGeom>
          <a:noFill/>
          <a:ln w="19050">
            <a:solidFill>
              <a:srgbClr val="D9D9D9"/>
            </a:solidFill>
          </a:ln>
        </p:spPr>
      </p:sp>
      <p:sp>
        <p:nvSpPr>
          <p:cNvPr id="59" name="connector_971"/>
          <p:cNvSpPr>
            <a:spLocks noGrp="1"/>
          </p:cNvSpPr>
          <p:nvPr/>
        </p:nvSpPr>
        <p:spPr>
          <a:xfrm>
            <a:off x="9286875" y="1990725"/>
            <a:ext cx="19050" cy="95250"/>
          </a:xfrm>
          <a:custGeom>
            <a:avLst/>
            <a:gdLst/>
            <a:ahLst/>
            <a:cxnLst/>
            <a:rect l="0" t="0" r="0" b="0"/>
            <a:pathLst>
              <a:path w="19050" h="95250">
                <a:moveTo>
                  <a:pt x="9525" y="9525"/>
                </a:moveTo>
                <a:lnTo>
                  <a:pt x="9525" y="85725"/>
                </a:lnTo>
              </a:path>
            </a:pathLst>
          </a:custGeom>
          <a:noFill/>
          <a:ln w="19050">
            <a:solidFill>
              <a:srgbClr val="D9D9D9"/>
            </a:solidFill>
          </a:ln>
        </p:spPr>
      </p:sp>
      <p:sp>
        <p:nvSpPr>
          <p:cNvPr id="60" name="connector_972"/>
          <p:cNvSpPr>
            <a:spLocks noGrp="1"/>
          </p:cNvSpPr>
          <p:nvPr/>
        </p:nvSpPr>
        <p:spPr>
          <a:xfrm>
            <a:off x="9286875" y="2114550"/>
            <a:ext cx="19050" cy="95250"/>
          </a:xfrm>
          <a:custGeom>
            <a:avLst/>
            <a:gdLst/>
            <a:ahLst/>
            <a:cxnLst/>
            <a:rect l="0" t="0" r="0" b="0"/>
            <a:pathLst>
              <a:path w="19050" h="95250">
                <a:moveTo>
                  <a:pt x="9525" y="9525"/>
                </a:moveTo>
                <a:lnTo>
                  <a:pt x="9525" y="85725"/>
                </a:lnTo>
              </a:path>
            </a:pathLst>
          </a:custGeom>
          <a:noFill/>
          <a:ln w="19050">
            <a:solidFill>
              <a:srgbClr val="D9D9D9"/>
            </a:solidFill>
          </a:ln>
        </p:spPr>
      </p:sp>
      <p:sp>
        <p:nvSpPr>
          <p:cNvPr id="61" name="connector_973"/>
          <p:cNvSpPr>
            <a:spLocks noGrp="1"/>
          </p:cNvSpPr>
          <p:nvPr/>
        </p:nvSpPr>
        <p:spPr>
          <a:xfrm>
            <a:off x="9286875" y="2238375"/>
            <a:ext cx="19050" cy="95250"/>
          </a:xfrm>
          <a:custGeom>
            <a:avLst/>
            <a:gdLst/>
            <a:ahLst/>
            <a:cxnLst/>
            <a:rect l="0" t="0" r="0" b="0"/>
            <a:pathLst>
              <a:path w="19050" h="95250">
                <a:moveTo>
                  <a:pt x="9525" y="9525"/>
                </a:moveTo>
                <a:lnTo>
                  <a:pt x="9525" y="85725"/>
                </a:lnTo>
              </a:path>
            </a:pathLst>
          </a:custGeom>
          <a:noFill/>
          <a:ln w="19050">
            <a:solidFill>
              <a:srgbClr val="D9D9D9"/>
            </a:solidFill>
          </a:ln>
        </p:spPr>
      </p:sp>
      <p:sp>
        <p:nvSpPr>
          <p:cNvPr id="62" name="connector_974"/>
          <p:cNvSpPr>
            <a:spLocks noGrp="1"/>
          </p:cNvSpPr>
          <p:nvPr/>
        </p:nvSpPr>
        <p:spPr>
          <a:xfrm>
            <a:off x="9286875" y="2362200"/>
            <a:ext cx="19050" cy="95250"/>
          </a:xfrm>
          <a:custGeom>
            <a:avLst/>
            <a:gdLst/>
            <a:ahLst/>
            <a:cxnLst/>
            <a:rect l="0" t="0" r="0" b="0"/>
            <a:pathLst>
              <a:path w="19050" h="95250">
                <a:moveTo>
                  <a:pt x="9525" y="9525"/>
                </a:moveTo>
                <a:lnTo>
                  <a:pt x="9525" y="85725"/>
                </a:lnTo>
              </a:path>
            </a:pathLst>
          </a:custGeom>
          <a:noFill/>
          <a:ln w="19050">
            <a:solidFill>
              <a:srgbClr val="D9D9D9"/>
            </a:solidFill>
          </a:ln>
        </p:spPr>
      </p:sp>
      <p:sp>
        <p:nvSpPr>
          <p:cNvPr id="63" name="connector_975"/>
          <p:cNvSpPr>
            <a:spLocks noGrp="1"/>
          </p:cNvSpPr>
          <p:nvPr/>
        </p:nvSpPr>
        <p:spPr>
          <a:xfrm>
            <a:off x="9286875" y="2486025"/>
            <a:ext cx="19050" cy="95250"/>
          </a:xfrm>
          <a:custGeom>
            <a:avLst/>
            <a:gdLst/>
            <a:ahLst/>
            <a:cxnLst/>
            <a:rect l="0" t="0" r="0" b="0"/>
            <a:pathLst>
              <a:path w="19050" h="95250">
                <a:moveTo>
                  <a:pt x="9525" y="9525"/>
                </a:moveTo>
                <a:lnTo>
                  <a:pt x="9525" y="85725"/>
                </a:lnTo>
              </a:path>
            </a:pathLst>
          </a:custGeom>
          <a:noFill/>
          <a:ln w="19050">
            <a:solidFill>
              <a:srgbClr val="D9D9D9"/>
            </a:solidFill>
          </a:ln>
        </p:spPr>
      </p:sp>
      <p:sp>
        <p:nvSpPr>
          <p:cNvPr id="64" name="connector_976"/>
          <p:cNvSpPr>
            <a:spLocks noGrp="1"/>
          </p:cNvSpPr>
          <p:nvPr/>
        </p:nvSpPr>
        <p:spPr>
          <a:xfrm>
            <a:off x="9286875" y="2609850"/>
            <a:ext cx="19050" cy="95250"/>
          </a:xfrm>
          <a:custGeom>
            <a:avLst/>
            <a:gdLst/>
            <a:ahLst/>
            <a:cxnLst/>
            <a:rect l="0" t="0" r="0" b="0"/>
            <a:pathLst>
              <a:path w="19050" h="95250">
                <a:moveTo>
                  <a:pt x="9525" y="9525"/>
                </a:moveTo>
                <a:lnTo>
                  <a:pt x="9525" y="85725"/>
                </a:lnTo>
              </a:path>
            </a:pathLst>
          </a:custGeom>
          <a:noFill/>
          <a:ln w="19050">
            <a:solidFill>
              <a:srgbClr val="D9D9D9"/>
            </a:solidFill>
          </a:ln>
        </p:spPr>
      </p:sp>
      <p:sp>
        <p:nvSpPr>
          <p:cNvPr id="65" name="connector_977"/>
          <p:cNvSpPr>
            <a:spLocks noGrp="1"/>
          </p:cNvSpPr>
          <p:nvPr/>
        </p:nvSpPr>
        <p:spPr>
          <a:xfrm>
            <a:off x="9286875" y="2733675"/>
            <a:ext cx="19050" cy="95250"/>
          </a:xfrm>
          <a:custGeom>
            <a:avLst/>
            <a:gdLst/>
            <a:ahLst/>
            <a:cxnLst/>
            <a:rect l="0" t="0" r="0" b="0"/>
            <a:pathLst>
              <a:path w="19050" h="95250">
                <a:moveTo>
                  <a:pt x="9525" y="9525"/>
                </a:moveTo>
                <a:lnTo>
                  <a:pt x="9525" y="85725"/>
                </a:lnTo>
              </a:path>
            </a:pathLst>
          </a:custGeom>
          <a:noFill/>
          <a:ln w="19050">
            <a:solidFill>
              <a:srgbClr val="D9D9D9"/>
            </a:solidFill>
          </a:ln>
        </p:spPr>
      </p:sp>
      <p:sp>
        <p:nvSpPr>
          <p:cNvPr id="66" name="connector_978"/>
          <p:cNvSpPr>
            <a:spLocks noGrp="1"/>
          </p:cNvSpPr>
          <p:nvPr/>
        </p:nvSpPr>
        <p:spPr>
          <a:xfrm>
            <a:off x="9286875" y="2857500"/>
            <a:ext cx="19050" cy="95250"/>
          </a:xfrm>
          <a:custGeom>
            <a:avLst/>
            <a:gdLst/>
            <a:ahLst/>
            <a:cxnLst/>
            <a:rect l="0" t="0" r="0" b="0"/>
            <a:pathLst>
              <a:path w="19050" h="95250">
                <a:moveTo>
                  <a:pt x="9525" y="9525"/>
                </a:moveTo>
                <a:lnTo>
                  <a:pt x="9525" y="85725"/>
                </a:lnTo>
              </a:path>
            </a:pathLst>
          </a:custGeom>
          <a:noFill/>
          <a:ln w="19050">
            <a:solidFill>
              <a:srgbClr val="D9D9D9"/>
            </a:solidFill>
          </a:ln>
        </p:spPr>
      </p:sp>
      <p:sp>
        <p:nvSpPr>
          <p:cNvPr id="67" name="connector_979"/>
          <p:cNvSpPr>
            <a:spLocks noGrp="1"/>
          </p:cNvSpPr>
          <p:nvPr/>
        </p:nvSpPr>
        <p:spPr>
          <a:xfrm>
            <a:off x="9286875" y="2981325"/>
            <a:ext cx="19050" cy="95250"/>
          </a:xfrm>
          <a:custGeom>
            <a:avLst/>
            <a:gdLst/>
            <a:ahLst/>
            <a:cxnLst/>
            <a:rect l="0" t="0" r="0" b="0"/>
            <a:pathLst>
              <a:path w="19050" h="95250">
                <a:moveTo>
                  <a:pt x="9525" y="9525"/>
                </a:moveTo>
                <a:lnTo>
                  <a:pt x="9525" y="85725"/>
                </a:lnTo>
              </a:path>
            </a:pathLst>
          </a:custGeom>
          <a:noFill/>
          <a:ln w="19050">
            <a:solidFill>
              <a:srgbClr val="D9D9D9"/>
            </a:solidFill>
          </a:ln>
        </p:spPr>
      </p:sp>
      <p:sp>
        <p:nvSpPr>
          <p:cNvPr id="68" name="connector_980"/>
          <p:cNvSpPr>
            <a:spLocks noGrp="1"/>
          </p:cNvSpPr>
          <p:nvPr/>
        </p:nvSpPr>
        <p:spPr>
          <a:xfrm>
            <a:off x="9286875" y="3105150"/>
            <a:ext cx="19050" cy="95250"/>
          </a:xfrm>
          <a:custGeom>
            <a:avLst/>
            <a:gdLst/>
            <a:ahLst/>
            <a:cxnLst/>
            <a:rect l="0" t="0" r="0" b="0"/>
            <a:pathLst>
              <a:path w="19050" h="95250">
                <a:moveTo>
                  <a:pt x="9525" y="9525"/>
                </a:moveTo>
                <a:lnTo>
                  <a:pt x="9525" y="85725"/>
                </a:lnTo>
              </a:path>
            </a:pathLst>
          </a:custGeom>
          <a:noFill/>
          <a:ln w="19050">
            <a:solidFill>
              <a:srgbClr val="D9D9D9"/>
            </a:solidFill>
          </a:ln>
        </p:spPr>
      </p:sp>
      <p:sp>
        <p:nvSpPr>
          <p:cNvPr id="69" name="connector_981"/>
          <p:cNvSpPr>
            <a:spLocks noGrp="1"/>
          </p:cNvSpPr>
          <p:nvPr/>
        </p:nvSpPr>
        <p:spPr>
          <a:xfrm>
            <a:off x="9286875" y="3228975"/>
            <a:ext cx="19050" cy="95250"/>
          </a:xfrm>
          <a:custGeom>
            <a:avLst/>
            <a:gdLst/>
            <a:ahLst/>
            <a:cxnLst/>
            <a:rect l="0" t="0" r="0" b="0"/>
            <a:pathLst>
              <a:path w="19050" h="95250">
                <a:moveTo>
                  <a:pt x="9525" y="9525"/>
                </a:moveTo>
                <a:lnTo>
                  <a:pt x="9525" y="85725"/>
                </a:lnTo>
              </a:path>
            </a:pathLst>
          </a:custGeom>
          <a:noFill/>
          <a:ln w="19050">
            <a:solidFill>
              <a:srgbClr val="D9D9D9"/>
            </a:solidFill>
          </a:ln>
        </p:spPr>
      </p:sp>
      <p:sp>
        <p:nvSpPr>
          <p:cNvPr id="70" name="connector_982"/>
          <p:cNvSpPr>
            <a:spLocks noGrp="1"/>
          </p:cNvSpPr>
          <p:nvPr/>
        </p:nvSpPr>
        <p:spPr>
          <a:xfrm>
            <a:off x="9286875" y="3352800"/>
            <a:ext cx="19050" cy="95250"/>
          </a:xfrm>
          <a:custGeom>
            <a:avLst/>
            <a:gdLst/>
            <a:ahLst/>
            <a:cxnLst/>
            <a:rect l="0" t="0" r="0" b="0"/>
            <a:pathLst>
              <a:path w="19050" h="95250">
                <a:moveTo>
                  <a:pt x="9525" y="9525"/>
                </a:moveTo>
                <a:lnTo>
                  <a:pt x="9525" y="85725"/>
                </a:lnTo>
              </a:path>
            </a:pathLst>
          </a:custGeom>
          <a:noFill/>
          <a:ln w="19050">
            <a:solidFill>
              <a:srgbClr val="D9D9D9"/>
            </a:solidFill>
          </a:ln>
        </p:spPr>
      </p:sp>
      <p:sp>
        <p:nvSpPr>
          <p:cNvPr id="71" name="connector_983"/>
          <p:cNvSpPr>
            <a:spLocks noGrp="1"/>
          </p:cNvSpPr>
          <p:nvPr/>
        </p:nvSpPr>
        <p:spPr>
          <a:xfrm>
            <a:off x="9286875" y="3476625"/>
            <a:ext cx="19050" cy="95250"/>
          </a:xfrm>
          <a:custGeom>
            <a:avLst/>
            <a:gdLst/>
            <a:ahLst/>
            <a:cxnLst/>
            <a:rect l="0" t="0" r="0" b="0"/>
            <a:pathLst>
              <a:path w="19050" h="95250">
                <a:moveTo>
                  <a:pt x="9525" y="9525"/>
                </a:moveTo>
                <a:lnTo>
                  <a:pt x="9525" y="85725"/>
                </a:lnTo>
              </a:path>
            </a:pathLst>
          </a:custGeom>
          <a:noFill/>
          <a:ln w="19050">
            <a:solidFill>
              <a:srgbClr val="D9D9D9"/>
            </a:solidFill>
          </a:ln>
        </p:spPr>
      </p:sp>
      <p:sp>
        <p:nvSpPr>
          <p:cNvPr id="72" name="connector_984"/>
          <p:cNvSpPr>
            <a:spLocks noGrp="1"/>
          </p:cNvSpPr>
          <p:nvPr/>
        </p:nvSpPr>
        <p:spPr>
          <a:xfrm>
            <a:off x="9286875" y="3600450"/>
            <a:ext cx="19050" cy="95250"/>
          </a:xfrm>
          <a:custGeom>
            <a:avLst/>
            <a:gdLst/>
            <a:ahLst/>
            <a:cxnLst/>
            <a:rect l="0" t="0" r="0" b="0"/>
            <a:pathLst>
              <a:path w="19050" h="95250">
                <a:moveTo>
                  <a:pt x="9525" y="9525"/>
                </a:moveTo>
                <a:lnTo>
                  <a:pt x="9525" y="85725"/>
                </a:lnTo>
              </a:path>
            </a:pathLst>
          </a:custGeom>
          <a:noFill/>
          <a:ln w="19050">
            <a:solidFill>
              <a:srgbClr val="D9D9D9"/>
            </a:solidFill>
          </a:ln>
        </p:spPr>
      </p:sp>
      <p:sp>
        <p:nvSpPr>
          <p:cNvPr id="73" name="connector_985"/>
          <p:cNvSpPr>
            <a:spLocks noGrp="1"/>
          </p:cNvSpPr>
          <p:nvPr/>
        </p:nvSpPr>
        <p:spPr>
          <a:xfrm>
            <a:off x="9286875" y="3724275"/>
            <a:ext cx="19050" cy="95250"/>
          </a:xfrm>
          <a:custGeom>
            <a:avLst/>
            <a:gdLst/>
            <a:ahLst/>
            <a:cxnLst/>
            <a:rect l="0" t="0" r="0" b="0"/>
            <a:pathLst>
              <a:path w="19050" h="95250">
                <a:moveTo>
                  <a:pt x="9525" y="9525"/>
                </a:moveTo>
                <a:lnTo>
                  <a:pt x="9525" y="85725"/>
                </a:lnTo>
              </a:path>
            </a:pathLst>
          </a:custGeom>
          <a:noFill/>
          <a:ln w="19050">
            <a:solidFill>
              <a:srgbClr val="D9D9D9"/>
            </a:solidFill>
          </a:ln>
        </p:spPr>
      </p:sp>
      <p:sp>
        <p:nvSpPr>
          <p:cNvPr id="74" name="connector_986"/>
          <p:cNvSpPr>
            <a:spLocks noGrp="1"/>
          </p:cNvSpPr>
          <p:nvPr/>
        </p:nvSpPr>
        <p:spPr>
          <a:xfrm>
            <a:off x="9286875" y="3848100"/>
            <a:ext cx="19050" cy="95250"/>
          </a:xfrm>
          <a:custGeom>
            <a:avLst/>
            <a:gdLst/>
            <a:ahLst/>
            <a:cxnLst/>
            <a:rect l="0" t="0" r="0" b="0"/>
            <a:pathLst>
              <a:path w="19050" h="95250">
                <a:moveTo>
                  <a:pt x="9525" y="9525"/>
                </a:moveTo>
                <a:lnTo>
                  <a:pt x="9525" y="85725"/>
                </a:lnTo>
              </a:path>
            </a:pathLst>
          </a:custGeom>
          <a:noFill/>
          <a:ln w="19050">
            <a:solidFill>
              <a:srgbClr val="D9D9D9"/>
            </a:solidFill>
          </a:ln>
        </p:spPr>
      </p:sp>
      <p:sp>
        <p:nvSpPr>
          <p:cNvPr id="75" name="connector_987"/>
          <p:cNvSpPr>
            <a:spLocks noGrp="1"/>
          </p:cNvSpPr>
          <p:nvPr/>
        </p:nvSpPr>
        <p:spPr>
          <a:xfrm>
            <a:off x="9286875" y="3971925"/>
            <a:ext cx="19050" cy="95250"/>
          </a:xfrm>
          <a:custGeom>
            <a:avLst/>
            <a:gdLst/>
            <a:ahLst/>
            <a:cxnLst/>
            <a:rect l="0" t="0" r="0" b="0"/>
            <a:pathLst>
              <a:path w="19050" h="95250">
                <a:moveTo>
                  <a:pt x="9525" y="9525"/>
                </a:moveTo>
                <a:lnTo>
                  <a:pt x="9525" y="85725"/>
                </a:lnTo>
              </a:path>
            </a:pathLst>
          </a:custGeom>
          <a:noFill/>
          <a:ln w="19050">
            <a:solidFill>
              <a:srgbClr val="D9D9D9"/>
            </a:solidFill>
          </a:ln>
        </p:spPr>
      </p:sp>
      <p:sp>
        <p:nvSpPr>
          <p:cNvPr id="76" name="connector_988"/>
          <p:cNvSpPr>
            <a:spLocks noGrp="1"/>
          </p:cNvSpPr>
          <p:nvPr/>
        </p:nvSpPr>
        <p:spPr>
          <a:xfrm>
            <a:off x="9286875" y="4095750"/>
            <a:ext cx="19050" cy="95250"/>
          </a:xfrm>
          <a:custGeom>
            <a:avLst/>
            <a:gdLst/>
            <a:ahLst/>
            <a:cxnLst/>
            <a:rect l="0" t="0" r="0" b="0"/>
            <a:pathLst>
              <a:path w="19050" h="95250">
                <a:moveTo>
                  <a:pt x="9525" y="9525"/>
                </a:moveTo>
                <a:lnTo>
                  <a:pt x="9525" y="85725"/>
                </a:lnTo>
              </a:path>
            </a:pathLst>
          </a:custGeom>
          <a:noFill/>
          <a:ln w="19050">
            <a:solidFill>
              <a:srgbClr val="D9D9D9"/>
            </a:solidFill>
          </a:ln>
        </p:spPr>
      </p:sp>
      <p:sp>
        <p:nvSpPr>
          <p:cNvPr id="77" name="connector_989"/>
          <p:cNvSpPr>
            <a:spLocks noGrp="1"/>
          </p:cNvSpPr>
          <p:nvPr/>
        </p:nvSpPr>
        <p:spPr>
          <a:xfrm>
            <a:off x="9286875" y="4219575"/>
            <a:ext cx="19050" cy="95250"/>
          </a:xfrm>
          <a:custGeom>
            <a:avLst/>
            <a:gdLst/>
            <a:ahLst/>
            <a:cxnLst/>
            <a:rect l="0" t="0" r="0" b="0"/>
            <a:pathLst>
              <a:path w="19050" h="95250">
                <a:moveTo>
                  <a:pt x="9525" y="9525"/>
                </a:moveTo>
                <a:lnTo>
                  <a:pt x="9525" y="85725"/>
                </a:lnTo>
              </a:path>
            </a:pathLst>
          </a:custGeom>
          <a:noFill/>
          <a:ln w="19050">
            <a:solidFill>
              <a:srgbClr val="D9D9D9"/>
            </a:solidFill>
          </a:ln>
        </p:spPr>
      </p:sp>
      <p:sp>
        <p:nvSpPr>
          <p:cNvPr id="78" name="connector_990"/>
          <p:cNvSpPr>
            <a:spLocks noGrp="1"/>
          </p:cNvSpPr>
          <p:nvPr/>
        </p:nvSpPr>
        <p:spPr>
          <a:xfrm>
            <a:off x="9286875" y="4343400"/>
            <a:ext cx="19050" cy="95250"/>
          </a:xfrm>
          <a:custGeom>
            <a:avLst/>
            <a:gdLst/>
            <a:ahLst/>
            <a:cxnLst/>
            <a:rect l="0" t="0" r="0" b="0"/>
            <a:pathLst>
              <a:path w="19050" h="95250">
                <a:moveTo>
                  <a:pt x="9525" y="9525"/>
                </a:moveTo>
                <a:lnTo>
                  <a:pt x="9525" y="85725"/>
                </a:lnTo>
              </a:path>
            </a:pathLst>
          </a:custGeom>
          <a:noFill/>
          <a:ln w="19050">
            <a:solidFill>
              <a:srgbClr val="D9D9D9"/>
            </a:solidFill>
          </a:ln>
        </p:spPr>
      </p:sp>
      <p:sp>
        <p:nvSpPr>
          <p:cNvPr id="79" name="connector_991"/>
          <p:cNvSpPr>
            <a:spLocks noGrp="1"/>
          </p:cNvSpPr>
          <p:nvPr/>
        </p:nvSpPr>
        <p:spPr>
          <a:xfrm>
            <a:off x="9286875" y="4467225"/>
            <a:ext cx="19050" cy="95250"/>
          </a:xfrm>
          <a:custGeom>
            <a:avLst/>
            <a:gdLst/>
            <a:ahLst/>
            <a:cxnLst/>
            <a:rect l="0" t="0" r="0" b="0"/>
            <a:pathLst>
              <a:path w="19050" h="95250">
                <a:moveTo>
                  <a:pt x="9525" y="9525"/>
                </a:moveTo>
                <a:lnTo>
                  <a:pt x="9525" y="85725"/>
                </a:lnTo>
              </a:path>
            </a:pathLst>
          </a:custGeom>
          <a:noFill/>
          <a:ln w="19050">
            <a:solidFill>
              <a:srgbClr val="D9D9D9"/>
            </a:solidFill>
          </a:ln>
        </p:spPr>
      </p:sp>
      <p:sp>
        <p:nvSpPr>
          <p:cNvPr id="80" name="connector_992"/>
          <p:cNvSpPr>
            <a:spLocks noGrp="1"/>
          </p:cNvSpPr>
          <p:nvPr/>
        </p:nvSpPr>
        <p:spPr>
          <a:xfrm>
            <a:off x="9286875" y="4591050"/>
            <a:ext cx="19050" cy="95250"/>
          </a:xfrm>
          <a:custGeom>
            <a:avLst/>
            <a:gdLst/>
            <a:ahLst/>
            <a:cxnLst/>
            <a:rect l="0" t="0" r="0" b="0"/>
            <a:pathLst>
              <a:path w="19050" h="95250">
                <a:moveTo>
                  <a:pt x="9525" y="9525"/>
                </a:moveTo>
                <a:lnTo>
                  <a:pt x="9525" y="85725"/>
                </a:lnTo>
              </a:path>
            </a:pathLst>
          </a:custGeom>
          <a:noFill/>
          <a:ln w="19050">
            <a:solidFill>
              <a:srgbClr val="D9D9D9"/>
            </a:solidFill>
          </a:ln>
        </p:spPr>
      </p:sp>
      <p:sp>
        <p:nvSpPr>
          <p:cNvPr id="81" name="connector_993"/>
          <p:cNvSpPr>
            <a:spLocks noGrp="1"/>
          </p:cNvSpPr>
          <p:nvPr/>
        </p:nvSpPr>
        <p:spPr>
          <a:xfrm>
            <a:off x="9286875" y="4714875"/>
            <a:ext cx="19050" cy="95250"/>
          </a:xfrm>
          <a:custGeom>
            <a:avLst/>
            <a:gdLst/>
            <a:ahLst/>
            <a:cxnLst/>
            <a:rect l="0" t="0" r="0" b="0"/>
            <a:pathLst>
              <a:path w="19050" h="95250">
                <a:moveTo>
                  <a:pt x="9525" y="9525"/>
                </a:moveTo>
                <a:lnTo>
                  <a:pt x="9525" y="85725"/>
                </a:lnTo>
              </a:path>
            </a:pathLst>
          </a:custGeom>
          <a:noFill/>
          <a:ln w="19050">
            <a:solidFill>
              <a:srgbClr val="D9D9D9"/>
            </a:solidFill>
          </a:ln>
        </p:spPr>
      </p:sp>
      <p:sp>
        <p:nvSpPr>
          <p:cNvPr id="82" name="connector_994"/>
          <p:cNvSpPr>
            <a:spLocks noGrp="1"/>
          </p:cNvSpPr>
          <p:nvPr/>
        </p:nvSpPr>
        <p:spPr>
          <a:xfrm>
            <a:off x="9286875" y="4838700"/>
            <a:ext cx="19050" cy="95250"/>
          </a:xfrm>
          <a:custGeom>
            <a:avLst/>
            <a:gdLst/>
            <a:ahLst/>
            <a:cxnLst/>
            <a:rect l="0" t="0" r="0" b="0"/>
            <a:pathLst>
              <a:path w="19050" h="95250">
                <a:moveTo>
                  <a:pt x="9525" y="9525"/>
                </a:moveTo>
                <a:lnTo>
                  <a:pt x="9525" y="85725"/>
                </a:lnTo>
              </a:path>
            </a:pathLst>
          </a:custGeom>
          <a:noFill/>
          <a:ln w="19050">
            <a:solidFill>
              <a:srgbClr val="D9D9D9"/>
            </a:solidFill>
          </a:ln>
        </p:spPr>
      </p:sp>
      <p:sp>
        <p:nvSpPr>
          <p:cNvPr id="83" name="connector_995"/>
          <p:cNvSpPr>
            <a:spLocks noGrp="1"/>
          </p:cNvSpPr>
          <p:nvPr/>
        </p:nvSpPr>
        <p:spPr>
          <a:xfrm>
            <a:off x="9286875" y="4962525"/>
            <a:ext cx="19050" cy="95250"/>
          </a:xfrm>
          <a:custGeom>
            <a:avLst/>
            <a:gdLst/>
            <a:ahLst/>
            <a:cxnLst/>
            <a:rect l="0" t="0" r="0" b="0"/>
            <a:pathLst>
              <a:path w="19050" h="95250">
                <a:moveTo>
                  <a:pt x="9525" y="9525"/>
                </a:moveTo>
                <a:lnTo>
                  <a:pt x="9525" y="85725"/>
                </a:lnTo>
              </a:path>
            </a:pathLst>
          </a:custGeom>
          <a:noFill/>
          <a:ln w="19050">
            <a:solidFill>
              <a:srgbClr val="D9D9D9"/>
            </a:solidFill>
          </a:ln>
        </p:spPr>
      </p:sp>
      <p:sp>
        <p:nvSpPr>
          <p:cNvPr id="84" name="connector_996"/>
          <p:cNvSpPr>
            <a:spLocks noGrp="1"/>
          </p:cNvSpPr>
          <p:nvPr/>
        </p:nvSpPr>
        <p:spPr>
          <a:xfrm>
            <a:off x="9286875" y="5086350"/>
            <a:ext cx="19050" cy="95250"/>
          </a:xfrm>
          <a:custGeom>
            <a:avLst/>
            <a:gdLst/>
            <a:ahLst/>
            <a:cxnLst/>
            <a:rect l="0" t="0" r="0" b="0"/>
            <a:pathLst>
              <a:path w="19050" h="95250">
                <a:moveTo>
                  <a:pt x="9525" y="9525"/>
                </a:moveTo>
                <a:lnTo>
                  <a:pt x="9525" y="85725"/>
                </a:lnTo>
              </a:path>
            </a:pathLst>
          </a:custGeom>
          <a:noFill/>
          <a:ln w="19050">
            <a:solidFill>
              <a:srgbClr val="D9D9D9"/>
            </a:solidFill>
          </a:ln>
        </p:spPr>
      </p:sp>
      <p:sp>
        <p:nvSpPr>
          <p:cNvPr id="85" name="connector_997"/>
          <p:cNvSpPr>
            <a:spLocks noGrp="1"/>
          </p:cNvSpPr>
          <p:nvPr/>
        </p:nvSpPr>
        <p:spPr>
          <a:xfrm>
            <a:off x="9286875" y="5210175"/>
            <a:ext cx="19050" cy="95250"/>
          </a:xfrm>
          <a:custGeom>
            <a:avLst/>
            <a:gdLst/>
            <a:ahLst/>
            <a:cxnLst/>
            <a:rect l="0" t="0" r="0" b="0"/>
            <a:pathLst>
              <a:path w="19050" h="95250">
                <a:moveTo>
                  <a:pt x="9525" y="9525"/>
                </a:moveTo>
                <a:lnTo>
                  <a:pt x="9525" y="85725"/>
                </a:lnTo>
              </a:path>
            </a:pathLst>
          </a:custGeom>
          <a:noFill/>
          <a:ln w="19050">
            <a:solidFill>
              <a:srgbClr val="D9D9D9"/>
            </a:solidFill>
          </a:ln>
        </p:spPr>
      </p:sp>
      <p:sp>
        <p:nvSpPr>
          <p:cNvPr id="86" name="connector_998"/>
          <p:cNvSpPr>
            <a:spLocks noGrp="1"/>
          </p:cNvSpPr>
          <p:nvPr/>
        </p:nvSpPr>
        <p:spPr>
          <a:xfrm>
            <a:off x="9286875" y="5334000"/>
            <a:ext cx="19050" cy="95250"/>
          </a:xfrm>
          <a:custGeom>
            <a:avLst/>
            <a:gdLst/>
            <a:ahLst/>
            <a:cxnLst/>
            <a:rect l="0" t="0" r="0" b="0"/>
            <a:pathLst>
              <a:path w="19050" h="95250">
                <a:moveTo>
                  <a:pt x="9525" y="9525"/>
                </a:moveTo>
                <a:lnTo>
                  <a:pt x="9525" y="85725"/>
                </a:lnTo>
              </a:path>
            </a:pathLst>
          </a:custGeom>
          <a:noFill/>
          <a:ln w="19050">
            <a:solidFill>
              <a:srgbClr val="D9D9D9"/>
            </a:solidFill>
          </a:ln>
        </p:spPr>
      </p:sp>
      <p:sp>
        <p:nvSpPr>
          <p:cNvPr id="87" name="connector_999"/>
          <p:cNvSpPr>
            <a:spLocks noGrp="1"/>
          </p:cNvSpPr>
          <p:nvPr/>
        </p:nvSpPr>
        <p:spPr>
          <a:xfrm>
            <a:off x="9286875" y="5457825"/>
            <a:ext cx="19050" cy="95250"/>
          </a:xfrm>
          <a:custGeom>
            <a:avLst/>
            <a:gdLst/>
            <a:ahLst/>
            <a:cxnLst/>
            <a:rect l="0" t="0" r="0" b="0"/>
            <a:pathLst>
              <a:path w="19050" h="95250">
                <a:moveTo>
                  <a:pt x="9525" y="9525"/>
                </a:moveTo>
                <a:lnTo>
                  <a:pt x="9525" y="85725"/>
                </a:lnTo>
              </a:path>
            </a:pathLst>
          </a:custGeom>
          <a:noFill/>
          <a:ln w="19050">
            <a:solidFill>
              <a:srgbClr val="D9D9D9"/>
            </a:solidFill>
          </a:ln>
        </p:spPr>
      </p:sp>
      <p:sp>
        <p:nvSpPr>
          <p:cNvPr id="88" name="connector_1000"/>
          <p:cNvSpPr>
            <a:spLocks noGrp="1"/>
          </p:cNvSpPr>
          <p:nvPr/>
        </p:nvSpPr>
        <p:spPr>
          <a:xfrm>
            <a:off x="9286875" y="5581650"/>
            <a:ext cx="19050" cy="95250"/>
          </a:xfrm>
          <a:custGeom>
            <a:avLst/>
            <a:gdLst/>
            <a:ahLst/>
            <a:cxnLst/>
            <a:rect l="0" t="0" r="0" b="0"/>
            <a:pathLst>
              <a:path w="19050" h="95250">
                <a:moveTo>
                  <a:pt x="9525" y="9525"/>
                </a:moveTo>
                <a:lnTo>
                  <a:pt x="9525" y="85725"/>
                </a:lnTo>
              </a:path>
            </a:pathLst>
          </a:custGeom>
          <a:noFill/>
          <a:ln w="19050">
            <a:solidFill>
              <a:srgbClr val="D9D9D9"/>
            </a:solidFill>
          </a:ln>
        </p:spPr>
      </p:sp>
      <p:sp>
        <p:nvSpPr>
          <p:cNvPr id="89" name="connector_1001"/>
          <p:cNvSpPr>
            <a:spLocks noGrp="1"/>
          </p:cNvSpPr>
          <p:nvPr/>
        </p:nvSpPr>
        <p:spPr>
          <a:xfrm>
            <a:off x="9286875" y="5705475"/>
            <a:ext cx="19050" cy="95250"/>
          </a:xfrm>
          <a:custGeom>
            <a:avLst/>
            <a:gdLst/>
            <a:ahLst/>
            <a:cxnLst/>
            <a:rect l="0" t="0" r="0" b="0"/>
            <a:pathLst>
              <a:path w="19050" h="95250">
                <a:moveTo>
                  <a:pt x="9525" y="9525"/>
                </a:moveTo>
                <a:lnTo>
                  <a:pt x="9525" y="85725"/>
                </a:lnTo>
              </a:path>
            </a:pathLst>
          </a:custGeom>
          <a:noFill/>
          <a:ln w="19050">
            <a:solidFill>
              <a:srgbClr val="D9D9D9"/>
            </a:solidFill>
          </a:ln>
        </p:spPr>
      </p:sp>
      <p:sp>
        <p:nvSpPr>
          <p:cNvPr id="90" name="connector_1002"/>
          <p:cNvSpPr>
            <a:spLocks noGrp="1"/>
          </p:cNvSpPr>
          <p:nvPr/>
        </p:nvSpPr>
        <p:spPr>
          <a:xfrm>
            <a:off x="9286875" y="5829300"/>
            <a:ext cx="19050" cy="95250"/>
          </a:xfrm>
          <a:custGeom>
            <a:avLst/>
            <a:gdLst/>
            <a:ahLst/>
            <a:cxnLst/>
            <a:rect l="0" t="0" r="0" b="0"/>
            <a:pathLst>
              <a:path w="19050" h="95250">
                <a:moveTo>
                  <a:pt x="9525" y="9525"/>
                </a:moveTo>
                <a:lnTo>
                  <a:pt x="9525" y="85725"/>
                </a:lnTo>
              </a:path>
            </a:pathLst>
          </a:custGeom>
          <a:noFill/>
          <a:ln w="19050">
            <a:solidFill>
              <a:srgbClr val="D9D9D9"/>
            </a:solidFill>
          </a:ln>
        </p:spPr>
      </p:sp>
      <p:sp>
        <p:nvSpPr>
          <p:cNvPr id="91" name="connector_1003"/>
          <p:cNvSpPr>
            <a:spLocks noGrp="1"/>
          </p:cNvSpPr>
          <p:nvPr/>
        </p:nvSpPr>
        <p:spPr>
          <a:xfrm>
            <a:off x="9286875" y="5953125"/>
            <a:ext cx="19050" cy="95250"/>
          </a:xfrm>
          <a:custGeom>
            <a:avLst/>
            <a:gdLst/>
            <a:ahLst/>
            <a:cxnLst/>
            <a:rect l="0" t="0" r="0" b="0"/>
            <a:pathLst>
              <a:path w="19050" h="95250">
                <a:moveTo>
                  <a:pt x="9525" y="9525"/>
                </a:moveTo>
                <a:lnTo>
                  <a:pt x="9525" y="85725"/>
                </a:lnTo>
              </a:path>
            </a:pathLst>
          </a:custGeom>
          <a:noFill/>
          <a:ln w="19050">
            <a:solidFill>
              <a:srgbClr val="D9D9D9"/>
            </a:solidFill>
          </a:ln>
        </p:spPr>
      </p:sp>
      <p:sp>
        <p:nvSpPr>
          <p:cNvPr id="92" name="connector_1004"/>
          <p:cNvSpPr>
            <a:spLocks noGrp="1"/>
          </p:cNvSpPr>
          <p:nvPr/>
        </p:nvSpPr>
        <p:spPr>
          <a:xfrm>
            <a:off x="9286875" y="6076950"/>
            <a:ext cx="19050" cy="95250"/>
          </a:xfrm>
          <a:custGeom>
            <a:avLst/>
            <a:gdLst/>
            <a:ahLst/>
            <a:cxnLst/>
            <a:rect l="0" t="0" r="0" b="0"/>
            <a:pathLst>
              <a:path w="19050" h="95250">
                <a:moveTo>
                  <a:pt x="9525" y="9525"/>
                </a:moveTo>
                <a:lnTo>
                  <a:pt x="9525" y="85725"/>
                </a:lnTo>
              </a:path>
            </a:pathLst>
          </a:custGeom>
          <a:noFill/>
          <a:ln w="19050">
            <a:solidFill>
              <a:srgbClr val="D9D9D9"/>
            </a:solidFill>
          </a:ln>
        </p:spPr>
      </p:sp>
      <p:sp>
        <p:nvSpPr>
          <p:cNvPr id="93" name="text_1006_流程标准化"/>
          <p:cNvSpPr>
            <a:spLocks noGrp="1"/>
          </p:cNvSpPr>
          <p:nvPr/>
        </p:nvSpPr>
        <p:spPr>
          <a:xfrm>
            <a:off x="752475" y="1581150"/>
            <a:ext cx="2343150" cy="304800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800" b="1">
                <a:solidFill>
                  <a:srgbClr val="D7000F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800" b="1">
                <a:solidFill>
                  <a:srgbClr val="D7000F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流程标准化</a:t>
            </a:r>
          </a:p>
        </p:txBody>
      </p:sp>
      <p:sp>
        <p:nvSpPr>
          <p:cNvPr id="94" name="text_1008_统一开发流程"/>
          <p:cNvSpPr>
            <a:spLocks noGrp="1"/>
          </p:cNvSpPr>
          <p:nvPr/>
        </p:nvSpPr>
        <p:spPr>
          <a:xfrm>
            <a:off x="762000" y="1990725"/>
            <a:ext cx="2333625" cy="276225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575" b="0">
                <a:solidFill>
                  <a:srgbClr val="242424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575" b="0">
                <a:solidFill>
                  <a:srgbClr val="242424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统一开发流程</a:t>
            </a:r>
          </a:p>
        </p:txBody>
      </p:sp>
      <p:sp>
        <p:nvSpPr>
          <p:cNvPr id="95" name="text_1010_适配不同硬件平台"/>
          <p:cNvSpPr>
            <a:spLocks noGrp="1"/>
          </p:cNvSpPr>
          <p:nvPr/>
        </p:nvSpPr>
        <p:spPr>
          <a:xfrm>
            <a:off x="762000" y="2266950"/>
            <a:ext cx="2333625" cy="276225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575" b="0">
                <a:solidFill>
                  <a:srgbClr val="242424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575" b="0">
                <a:solidFill>
                  <a:srgbClr val="242424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适配不同硬件平台</a:t>
            </a:r>
          </a:p>
        </p:txBody>
      </p:sp>
      <p:sp>
        <p:nvSpPr>
          <p:cNvPr id="96" name="text_1012_知识模块化"/>
          <p:cNvSpPr>
            <a:spLocks noGrp="1"/>
          </p:cNvSpPr>
          <p:nvPr/>
        </p:nvSpPr>
        <p:spPr>
          <a:xfrm>
            <a:off x="752475" y="2752725"/>
            <a:ext cx="2343150" cy="304800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800" b="1">
                <a:solidFill>
                  <a:srgbClr val="D7000F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800" b="1">
                <a:solidFill>
                  <a:srgbClr val="D7000F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知识模块化</a:t>
            </a:r>
          </a:p>
        </p:txBody>
      </p:sp>
      <p:sp>
        <p:nvSpPr>
          <p:cNvPr id="97" name="text_1014_平台知识独立管理"/>
          <p:cNvSpPr>
            <a:spLocks noGrp="1"/>
          </p:cNvSpPr>
          <p:nvPr/>
        </p:nvSpPr>
        <p:spPr>
          <a:xfrm>
            <a:off x="762000" y="3162300"/>
            <a:ext cx="2333625" cy="276225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575" b="0">
                <a:solidFill>
                  <a:srgbClr val="242424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575" b="0">
                <a:solidFill>
                  <a:srgbClr val="242424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平台知识独立管理</a:t>
            </a:r>
          </a:p>
        </p:txBody>
      </p:sp>
      <p:sp>
        <p:nvSpPr>
          <p:cNvPr id="98" name="text_1016_便于维护和扩展"/>
          <p:cNvSpPr>
            <a:spLocks noGrp="1"/>
          </p:cNvSpPr>
          <p:nvPr/>
        </p:nvSpPr>
        <p:spPr>
          <a:xfrm>
            <a:off x="762000" y="3438525"/>
            <a:ext cx="2333625" cy="276225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575" b="0">
                <a:solidFill>
                  <a:srgbClr val="242424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575" b="0">
                <a:solidFill>
                  <a:srgbClr val="242424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便于维护和扩展</a:t>
            </a:r>
          </a:p>
        </p:txBody>
      </p:sp>
      <p:sp>
        <p:nvSpPr>
          <p:cNvPr id="99" name="text_1018_平台可扩展"/>
          <p:cNvSpPr>
            <a:spLocks noGrp="1"/>
          </p:cNvSpPr>
          <p:nvPr/>
        </p:nvSpPr>
        <p:spPr>
          <a:xfrm>
            <a:off x="752475" y="3924300"/>
            <a:ext cx="2343150" cy="304800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800" b="1">
                <a:solidFill>
                  <a:srgbClr val="D7000F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800" b="1">
                <a:solidFill>
                  <a:srgbClr val="D7000F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平台可扩展</a:t>
            </a:r>
          </a:p>
        </p:txBody>
      </p:sp>
      <p:sp>
        <p:nvSpPr>
          <p:cNvPr id="100" name="text_1020_新增平台时补充"/>
          <p:cNvSpPr>
            <a:spLocks noGrp="1"/>
          </p:cNvSpPr>
          <p:nvPr/>
        </p:nvSpPr>
        <p:spPr>
          <a:xfrm>
            <a:off x="762000" y="4333875"/>
            <a:ext cx="2333625" cy="276225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575" b="0">
                <a:solidFill>
                  <a:srgbClr val="242424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575" b="0">
                <a:solidFill>
                  <a:srgbClr val="242424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新增平台时补充</a:t>
            </a:r>
          </a:p>
        </p:txBody>
      </p:sp>
      <p:sp>
        <p:nvSpPr>
          <p:cNvPr id="101" name="text_1022_对应 Shared 知识"/>
          <p:cNvSpPr>
            <a:spLocks noGrp="1"/>
          </p:cNvSpPr>
          <p:nvPr/>
        </p:nvSpPr>
        <p:spPr>
          <a:xfrm>
            <a:off x="762000" y="4610100"/>
            <a:ext cx="2333625" cy="276225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575" b="0">
                <a:solidFill>
                  <a:srgbClr val="242424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575" b="0">
                <a:solidFill>
                  <a:srgbClr val="242424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对应 Shared 知识</a:t>
            </a:r>
          </a:p>
        </p:txBody>
      </p:sp>
      <p:sp>
        <p:nvSpPr>
          <p:cNvPr id="102" name="text_1024_高效可复用"/>
          <p:cNvSpPr>
            <a:spLocks noGrp="1"/>
          </p:cNvSpPr>
          <p:nvPr/>
        </p:nvSpPr>
        <p:spPr>
          <a:xfrm>
            <a:off x="752475" y="5095875"/>
            <a:ext cx="2343150" cy="304800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800" b="1">
                <a:solidFill>
                  <a:srgbClr val="D7000F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800" b="1">
                <a:solidFill>
                  <a:srgbClr val="D7000F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高效可复用</a:t>
            </a:r>
          </a:p>
        </p:txBody>
      </p:sp>
      <p:sp>
        <p:nvSpPr>
          <p:cNvPr id="103" name="text_1026_减少重复开发"/>
          <p:cNvSpPr>
            <a:spLocks noGrp="1"/>
          </p:cNvSpPr>
          <p:nvPr/>
        </p:nvSpPr>
        <p:spPr>
          <a:xfrm>
            <a:off x="762000" y="5505450"/>
            <a:ext cx="2333625" cy="276225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575" b="0">
                <a:solidFill>
                  <a:srgbClr val="242424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575" b="0">
                <a:solidFill>
                  <a:srgbClr val="242424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减少重复开发</a:t>
            </a:r>
          </a:p>
        </p:txBody>
      </p:sp>
      <p:sp>
        <p:nvSpPr>
          <p:cNvPr id="104" name="text_1028_提升效率与稳定性"/>
          <p:cNvSpPr>
            <a:spLocks noGrp="1"/>
          </p:cNvSpPr>
          <p:nvPr/>
        </p:nvSpPr>
        <p:spPr>
          <a:xfrm>
            <a:off x="762000" y="5781675"/>
            <a:ext cx="2333625" cy="276225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575" b="0">
                <a:solidFill>
                  <a:srgbClr val="242424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575" b="0">
                <a:solidFill>
                  <a:srgbClr val="242424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提升效率与稳定性</a:t>
            </a:r>
          </a:p>
        </p:txBody>
      </p:sp>
      <p:sp>
        <p:nvSpPr>
          <p:cNvPr id="105" name="object_1029"/>
          <p:cNvSpPr>
            <a:spLocks noGrp="1"/>
          </p:cNvSpPr>
          <p:nvPr/>
        </p:nvSpPr>
        <p:spPr>
          <a:xfrm>
            <a:off x="3505200" y="1504950"/>
            <a:ext cx="5610225" cy="466725"/>
          </a:xfrm>
          <a:prstGeom prst="rect">
            <a:avLst/>
          </a:prstGeom>
          <a:solidFill>
            <a:srgbClr val="F2F2F2"/>
          </a:solidFill>
          <a:ln w="17145">
            <a:solidFill>
              <a:srgbClr val="D7000F"/>
            </a:solidFill>
          </a:ln>
        </p:spPr>
      </p:sp>
      <p:sp>
        <p:nvSpPr>
          <p:cNvPr id="106" name="text_1031_用户任务（自然语言 / 需求描述）"/>
          <p:cNvSpPr>
            <a:spLocks noGrp="1"/>
          </p:cNvSpPr>
          <p:nvPr/>
        </p:nvSpPr>
        <p:spPr>
          <a:xfrm>
            <a:off x="3571875" y="1552575"/>
            <a:ext cx="5476875" cy="371475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575" b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575" b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用户任务（自然语言 / 需求描述）</a:t>
            </a:r>
          </a:p>
        </p:txBody>
      </p:sp>
      <p:sp>
        <p:nvSpPr>
          <p:cNvPr id="107" name="connector_1032"/>
          <p:cNvSpPr>
            <a:spLocks noGrp="1"/>
          </p:cNvSpPr>
          <p:nvPr/>
        </p:nvSpPr>
        <p:spPr>
          <a:xfrm>
            <a:off x="6296025" y="2000250"/>
            <a:ext cx="19050" cy="209550"/>
          </a:xfrm>
          <a:custGeom>
            <a:avLst/>
            <a:gdLst/>
            <a:ahLst/>
            <a:cxnLst/>
            <a:rect l="0" t="0" r="0" b="0"/>
            <a:pathLst>
              <a:path w="19050" h="209550">
                <a:moveTo>
                  <a:pt x="9525" y="9525"/>
                </a:moveTo>
                <a:lnTo>
                  <a:pt x="9525" y="200025"/>
                </a:lnTo>
              </a:path>
            </a:pathLst>
          </a:custGeom>
          <a:noFill/>
          <a:ln w="19050">
            <a:solidFill>
              <a:srgbClr val="D7000F"/>
            </a:solidFill>
          </a:ln>
        </p:spPr>
      </p:sp>
      <p:sp>
        <p:nvSpPr>
          <p:cNvPr id="108" name="connector_1033"/>
          <p:cNvSpPr>
            <a:spLocks noGrp="1"/>
          </p:cNvSpPr>
          <p:nvPr/>
        </p:nvSpPr>
        <p:spPr>
          <a:xfrm>
            <a:off x="6264059" y="2132237"/>
            <a:ext cx="82981" cy="77563"/>
          </a:xfrm>
          <a:custGeom>
            <a:avLst/>
            <a:gdLst/>
            <a:ahLst/>
            <a:cxnLst/>
            <a:rect l="0" t="0" r="0" b="0"/>
            <a:pathLst>
              <a:path w="82981" h="77563">
                <a:moveTo>
                  <a:pt x="9525" y="9525"/>
                </a:moveTo>
                <a:lnTo>
                  <a:pt x="41491" y="68038"/>
                </a:lnTo>
                <a:lnTo>
                  <a:pt x="73456" y="9525"/>
                </a:lnTo>
              </a:path>
            </a:pathLst>
          </a:custGeom>
          <a:noFill/>
          <a:ln w="19050">
            <a:solidFill>
              <a:srgbClr val="D7000F"/>
            </a:solidFill>
          </a:ln>
        </p:spPr>
      </p:sp>
      <p:sp>
        <p:nvSpPr>
          <p:cNvPr id="109" name="text_1035_工作流层 Workflow（通用能力）"/>
          <p:cNvSpPr>
            <a:spLocks noGrp="1"/>
          </p:cNvSpPr>
          <p:nvPr/>
        </p:nvSpPr>
        <p:spPr>
          <a:xfrm>
            <a:off x="3514725" y="2247900"/>
            <a:ext cx="5591175" cy="285750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725" b="1">
                <a:solidFill>
                  <a:srgbClr val="D7000F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725" b="1">
                <a:solidFill>
                  <a:srgbClr val="D7000F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工作流层 Workflow（通用能力）</a:t>
            </a:r>
          </a:p>
        </p:txBody>
      </p:sp>
      <p:sp>
        <p:nvSpPr>
          <p:cNvPr id="110" name="object_1036"/>
          <p:cNvSpPr>
            <a:spLocks noGrp="1"/>
          </p:cNvSpPr>
          <p:nvPr/>
        </p:nvSpPr>
        <p:spPr>
          <a:xfrm>
            <a:off x="3505200" y="2657475"/>
            <a:ext cx="1295400" cy="990600"/>
          </a:xfrm>
          <a:prstGeom prst="rect">
            <a:avLst/>
          </a:prstGeom>
          <a:solidFill>
            <a:srgbClr val="FFFFFF"/>
          </a:solidFill>
          <a:ln w="17145">
            <a:solidFill>
              <a:srgbClr val="D7000F"/>
            </a:solidFill>
          </a:ln>
        </p:spPr>
      </p:sp>
      <p:sp>
        <p:nvSpPr>
          <p:cNvPr id="111" name="text_1038_Main"/>
          <p:cNvSpPr>
            <a:spLocks noGrp="1"/>
          </p:cNvSpPr>
          <p:nvPr/>
        </p:nvSpPr>
        <p:spPr>
          <a:xfrm>
            <a:off x="3533775" y="2743200"/>
            <a:ext cx="1238250" cy="285750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500" b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500" b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Main</a:t>
            </a:r>
          </a:p>
        </p:txBody>
      </p:sp>
      <p:sp>
        <p:nvSpPr>
          <p:cNvPr id="112" name="text_1040_任务解析"/>
          <p:cNvSpPr>
            <a:spLocks noGrp="1"/>
          </p:cNvSpPr>
          <p:nvPr/>
        </p:nvSpPr>
        <p:spPr>
          <a:xfrm>
            <a:off x="3543300" y="3105150"/>
            <a:ext cx="1219200" cy="228600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350" b="0">
                <a:solidFill>
                  <a:srgbClr val="242424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350" b="0">
                <a:solidFill>
                  <a:srgbClr val="242424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任务解析</a:t>
            </a:r>
          </a:p>
        </p:txBody>
      </p:sp>
      <p:sp>
        <p:nvSpPr>
          <p:cNvPr id="113" name="text_1042_环境准备"/>
          <p:cNvSpPr>
            <a:spLocks noGrp="1"/>
          </p:cNvSpPr>
          <p:nvPr/>
        </p:nvSpPr>
        <p:spPr>
          <a:xfrm>
            <a:off x="3543300" y="3333750"/>
            <a:ext cx="1219200" cy="228600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350" b="0">
                <a:solidFill>
                  <a:srgbClr val="242424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350" b="0">
                <a:solidFill>
                  <a:srgbClr val="242424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环境准备</a:t>
            </a:r>
          </a:p>
        </p:txBody>
      </p:sp>
      <p:sp>
        <p:nvSpPr>
          <p:cNvPr id="114" name="connector_1043"/>
          <p:cNvSpPr>
            <a:spLocks noGrp="1"/>
          </p:cNvSpPr>
          <p:nvPr/>
        </p:nvSpPr>
        <p:spPr>
          <a:xfrm>
            <a:off x="4819650" y="3143250"/>
            <a:ext cx="114300" cy="19050"/>
          </a:xfrm>
          <a:custGeom>
            <a:avLst/>
            <a:gdLst/>
            <a:ahLst/>
            <a:cxnLst/>
            <a:rect l="0" t="0" r="0" b="0"/>
            <a:pathLst>
              <a:path w="114300" h="19050">
                <a:moveTo>
                  <a:pt x="9525" y="9525"/>
                </a:moveTo>
                <a:lnTo>
                  <a:pt x="104775" y="9525"/>
                </a:lnTo>
              </a:path>
            </a:pathLst>
          </a:custGeom>
          <a:noFill/>
          <a:ln w="19050">
            <a:solidFill>
              <a:srgbClr val="D7000F"/>
            </a:solidFill>
          </a:ln>
        </p:spPr>
      </p:sp>
      <p:sp>
        <p:nvSpPr>
          <p:cNvPr id="115" name="connector_1044"/>
          <p:cNvSpPr>
            <a:spLocks noGrp="1"/>
          </p:cNvSpPr>
          <p:nvPr/>
        </p:nvSpPr>
        <p:spPr>
          <a:xfrm>
            <a:off x="4856387" y="3111284"/>
            <a:ext cx="77563" cy="82981"/>
          </a:xfrm>
          <a:custGeom>
            <a:avLst/>
            <a:gdLst/>
            <a:ahLst/>
            <a:cxnLst/>
            <a:rect l="0" t="0" r="0" b="0"/>
            <a:pathLst>
              <a:path w="77563" h="82981">
                <a:moveTo>
                  <a:pt x="9525" y="73456"/>
                </a:moveTo>
                <a:lnTo>
                  <a:pt x="68038" y="41491"/>
                </a:lnTo>
                <a:lnTo>
                  <a:pt x="9525" y="9525"/>
                </a:lnTo>
              </a:path>
            </a:pathLst>
          </a:custGeom>
          <a:noFill/>
          <a:ln w="19050">
            <a:solidFill>
              <a:srgbClr val="D7000F"/>
            </a:solidFill>
          </a:ln>
        </p:spPr>
      </p:sp>
      <p:sp>
        <p:nvSpPr>
          <p:cNvPr id="116" name="object_1045"/>
          <p:cNvSpPr>
            <a:spLocks noGrp="1"/>
          </p:cNvSpPr>
          <p:nvPr/>
        </p:nvSpPr>
        <p:spPr>
          <a:xfrm>
            <a:off x="4943475" y="2657475"/>
            <a:ext cx="1295400" cy="990600"/>
          </a:xfrm>
          <a:prstGeom prst="rect">
            <a:avLst/>
          </a:prstGeom>
          <a:solidFill>
            <a:srgbClr val="FFFFFF"/>
          </a:solidFill>
          <a:ln w="17145">
            <a:solidFill>
              <a:srgbClr val="D7000F"/>
            </a:solidFill>
          </a:ln>
        </p:spPr>
      </p:sp>
      <p:sp>
        <p:nvSpPr>
          <p:cNvPr id="117" name="text_1047_Code-Gen"/>
          <p:cNvSpPr>
            <a:spLocks noGrp="1"/>
          </p:cNvSpPr>
          <p:nvPr/>
        </p:nvSpPr>
        <p:spPr>
          <a:xfrm>
            <a:off x="4972050" y="2743200"/>
            <a:ext cx="1238250" cy="285750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500" b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500" b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Code-Gen</a:t>
            </a:r>
          </a:p>
        </p:txBody>
      </p:sp>
      <p:sp>
        <p:nvSpPr>
          <p:cNvPr id="118" name="text_1049_方案设计"/>
          <p:cNvSpPr>
            <a:spLocks noGrp="1"/>
          </p:cNvSpPr>
          <p:nvPr/>
        </p:nvSpPr>
        <p:spPr>
          <a:xfrm>
            <a:off x="4981575" y="3105150"/>
            <a:ext cx="1219200" cy="228600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350" b="0">
                <a:solidFill>
                  <a:srgbClr val="242424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350" b="0">
                <a:solidFill>
                  <a:srgbClr val="242424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方案设计</a:t>
            </a:r>
          </a:p>
        </p:txBody>
      </p:sp>
      <p:sp>
        <p:nvSpPr>
          <p:cNvPr id="119" name="text_1051_代码生成"/>
          <p:cNvSpPr>
            <a:spLocks noGrp="1"/>
          </p:cNvSpPr>
          <p:nvPr/>
        </p:nvSpPr>
        <p:spPr>
          <a:xfrm>
            <a:off x="4981575" y="3333750"/>
            <a:ext cx="1219200" cy="228600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350" b="0">
                <a:solidFill>
                  <a:srgbClr val="242424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350" b="0">
                <a:solidFill>
                  <a:srgbClr val="242424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代码生成</a:t>
            </a:r>
          </a:p>
        </p:txBody>
      </p:sp>
      <p:sp>
        <p:nvSpPr>
          <p:cNvPr id="120" name="connector_1052"/>
          <p:cNvSpPr>
            <a:spLocks noGrp="1"/>
          </p:cNvSpPr>
          <p:nvPr/>
        </p:nvSpPr>
        <p:spPr>
          <a:xfrm>
            <a:off x="6257925" y="3143250"/>
            <a:ext cx="114300" cy="19050"/>
          </a:xfrm>
          <a:custGeom>
            <a:avLst/>
            <a:gdLst/>
            <a:ahLst/>
            <a:cxnLst/>
            <a:rect l="0" t="0" r="0" b="0"/>
            <a:pathLst>
              <a:path w="114300" h="19050">
                <a:moveTo>
                  <a:pt x="9525" y="9525"/>
                </a:moveTo>
                <a:lnTo>
                  <a:pt x="104775" y="9525"/>
                </a:lnTo>
              </a:path>
            </a:pathLst>
          </a:custGeom>
          <a:noFill/>
          <a:ln w="19050">
            <a:solidFill>
              <a:srgbClr val="D7000F"/>
            </a:solidFill>
          </a:ln>
        </p:spPr>
      </p:sp>
      <p:sp>
        <p:nvSpPr>
          <p:cNvPr id="121" name="connector_1053"/>
          <p:cNvSpPr>
            <a:spLocks noGrp="1"/>
          </p:cNvSpPr>
          <p:nvPr/>
        </p:nvSpPr>
        <p:spPr>
          <a:xfrm>
            <a:off x="6294662" y="3111284"/>
            <a:ext cx="77563" cy="82981"/>
          </a:xfrm>
          <a:custGeom>
            <a:avLst/>
            <a:gdLst/>
            <a:ahLst/>
            <a:cxnLst/>
            <a:rect l="0" t="0" r="0" b="0"/>
            <a:pathLst>
              <a:path w="77563" h="82981">
                <a:moveTo>
                  <a:pt x="9525" y="73456"/>
                </a:moveTo>
                <a:lnTo>
                  <a:pt x="68038" y="41491"/>
                </a:lnTo>
                <a:lnTo>
                  <a:pt x="9525" y="9525"/>
                </a:lnTo>
              </a:path>
            </a:pathLst>
          </a:custGeom>
          <a:noFill/>
          <a:ln w="19050">
            <a:solidFill>
              <a:srgbClr val="D7000F"/>
            </a:solidFill>
          </a:ln>
        </p:spPr>
      </p:sp>
      <p:sp>
        <p:nvSpPr>
          <p:cNvPr id="122" name="object_1054"/>
          <p:cNvSpPr>
            <a:spLocks noGrp="1"/>
          </p:cNvSpPr>
          <p:nvPr/>
        </p:nvSpPr>
        <p:spPr>
          <a:xfrm>
            <a:off x="6381750" y="2657475"/>
            <a:ext cx="1295400" cy="990600"/>
          </a:xfrm>
          <a:prstGeom prst="rect">
            <a:avLst/>
          </a:prstGeom>
          <a:solidFill>
            <a:srgbClr val="FFFFFF"/>
          </a:solidFill>
          <a:ln w="17145">
            <a:solidFill>
              <a:srgbClr val="D7000F"/>
            </a:solidFill>
          </a:ln>
        </p:spPr>
      </p:sp>
      <p:sp>
        <p:nvSpPr>
          <p:cNvPr id="123" name="text_1056_Verify"/>
          <p:cNvSpPr>
            <a:spLocks noGrp="1"/>
          </p:cNvSpPr>
          <p:nvPr/>
        </p:nvSpPr>
        <p:spPr>
          <a:xfrm>
            <a:off x="6410325" y="2743200"/>
            <a:ext cx="1238250" cy="285750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500" b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500" b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Verify</a:t>
            </a:r>
          </a:p>
        </p:txBody>
      </p:sp>
      <p:sp>
        <p:nvSpPr>
          <p:cNvPr id="124" name="text_1058_编译运行"/>
          <p:cNvSpPr>
            <a:spLocks noGrp="1"/>
          </p:cNvSpPr>
          <p:nvPr/>
        </p:nvSpPr>
        <p:spPr>
          <a:xfrm>
            <a:off x="6419850" y="3105150"/>
            <a:ext cx="1219200" cy="228600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350" b="0">
                <a:solidFill>
                  <a:srgbClr val="242424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350" b="0">
                <a:solidFill>
                  <a:srgbClr val="242424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编译运行</a:t>
            </a:r>
          </a:p>
        </p:txBody>
      </p:sp>
      <p:sp>
        <p:nvSpPr>
          <p:cNvPr id="125" name="text_1060_正确性验证"/>
          <p:cNvSpPr>
            <a:spLocks noGrp="1"/>
          </p:cNvSpPr>
          <p:nvPr/>
        </p:nvSpPr>
        <p:spPr>
          <a:xfrm>
            <a:off x="6419850" y="3333750"/>
            <a:ext cx="1219200" cy="228600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350" b="0">
                <a:solidFill>
                  <a:srgbClr val="242424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350" b="0">
                <a:solidFill>
                  <a:srgbClr val="242424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正确性验证</a:t>
            </a:r>
          </a:p>
        </p:txBody>
      </p:sp>
      <p:sp>
        <p:nvSpPr>
          <p:cNvPr id="126" name="connector_1061"/>
          <p:cNvSpPr>
            <a:spLocks noGrp="1"/>
          </p:cNvSpPr>
          <p:nvPr/>
        </p:nvSpPr>
        <p:spPr>
          <a:xfrm>
            <a:off x="7696200" y="3143250"/>
            <a:ext cx="114300" cy="19050"/>
          </a:xfrm>
          <a:custGeom>
            <a:avLst/>
            <a:gdLst/>
            <a:ahLst/>
            <a:cxnLst/>
            <a:rect l="0" t="0" r="0" b="0"/>
            <a:pathLst>
              <a:path w="114300" h="19050">
                <a:moveTo>
                  <a:pt x="9525" y="9525"/>
                </a:moveTo>
                <a:lnTo>
                  <a:pt x="104775" y="9525"/>
                </a:lnTo>
              </a:path>
            </a:pathLst>
          </a:custGeom>
          <a:noFill/>
          <a:ln w="19050">
            <a:solidFill>
              <a:srgbClr val="D7000F"/>
            </a:solidFill>
          </a:ln>
        </p:spPr>
      </p:sp>
      <p:sp>
        <p:nvSpPr>
          <p:cNvPr id="127" name="connector_1062"/>
          <p:cNvSpPr>
            <a:spLocks noGrp="1"/>
          </p:cNvSpPr>
          <p:nvPr/>
        </p:nvSpPr>
        <p:spPr>
          <a:xfrm>
            <a:off x="7732937" y="3111284"/>
            <a:ext cx="77563" cy="82981"/>
          </a:xfrm>
          <a:custGeom>
            <a:avLst/>
            <a:gdLst/>
            <a:ahLst/>
            <a:cxnLst/>
            <a:rect l="0" t="0" r="0" b="0"/>
            <a:pathLst>
              <a:path w="77563" h="82981">
                <a:moveTo>
                  <a:pt x="9525" y="73456"/>
                </a:moveTo>
                <a:lnTo>
                  <a:pt x="68038" y="41491"/>
                </a:lnTo>
                <a:lnTo>
                  <a:pt x="9525" y="9525"/>
                </a:lnTo>
              </a:path>
            </a:pathLst>
          </a:custGeom>
          <a:noFill/>
          <a:ln w="19050">
            <a:solidFill>
              <a:srgbClr val="D7000F"/>
            </a:solidFill>
          </a:ln>
        </p:spPr>
      </p:sp>
      <p:sp>
        <p:nvSpPr>
          <p:cNvPr id="128" name="object_1063"/>
          <p:cNvSpPr>
            <a:spLocks noGrp="1"/>
          </p:cNvSpPr>
          <p:nvPr/>
        </p:nvSpPr>
        <p:spPr>
          <a:xfrm>
            <a:off x="7820025" y="2657475"/>
            <a:ext cx="1295400" cy="990600"/>
          </a:xfrm>
          <a:prstGeom prst="rect">
            <a:avLst/>
          </a:prstGeom>
          <a:solidFill>
            <a:srgbClr val="FFFFFF"/>
          </a:solidFill>
          <a:ln w="17145">
            <a:solidFill>
              <a:srgbClr val="D7000F"/>
            </a:solidFill>
          </a:ln>
        </p:spPr>
      </p:sp>
      <p:sp>
        <p:nvSpPr>
          <p:cNvPr id="129" name="text_1065_Optimize"/>
          <p:cNvSpPr>
            <a:spLocks noGrp="1"/>
          </p:cNvSpPr>
          <p:nvPr/>
        </p:nvSpPr>
        <p:spPr>
          <a:xfrm>
            <a:off x="7848600" y="2743200"/>
            <a:ext cx="1238250" cy="285750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500" b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500" b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Optimize</a:t>
            </a:r>
          </a:p>
        </p:txBody>
      </p:sp>
      <p:sp>
        <p:nvSpPr>
          <p:cNvPr id="130" name="text_1067_性能分析"/>
          <p:cNvSpPr>
            <a:spLocks noGrp="1"/>
          </p:cNvSpPr>
          <p:nvPr/>
        </p:nvSpPr>
        <p:spPr>
          <a:xfrm>
            <a:off x="7858125" y="3105150"/>
            <a:ext cx="1219200" cy="228600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350" b="0">
                <a:solidFill>
                  <a:srgbClr val="242424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350" b="0">
                <a:solidFill>
                  <a:srgbClr val="242424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性能分析</a:t>
            </a:r>
          </a:p>
        </p:txBody>
      </p:sp>
      <p:sp>
        <p:nvSpPr>
          <p:cNvPr id="131" name="text_1069_优化迭代"/>
          <p:cNvSpPr>
            <a:spLocks noGrp="1"/>
          </p:cNvSpPr>
          <p:nvPr/>
        </p:nvSpPr>
        <p:spPr>
          <a:xfrm>
            <a:off x="7858125" y="3333750"/>
            <a:ext cx="1219200" cy="228600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350" b="0">
                <a:solidFill>
                  <a:srgbClr val="242424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350" b="0">
                <a:solidFill>
                  <a:srgbClr val="242424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优化迭代</a:t>
            </a:r>
          </a:p>
        </p:txBody>
      </p:sp>
      <p:sp>
        <p:nvSpPr>
          <p:cNvPr id="132" name="connector_1070"/>
          <p:cNvSpPr>
            <a:spLocks noGrp="1"/>
          </p:cNvSpPr>
          <p:nvPr/>
        </p:nvSpPr>
        <p:spPr>
          <a:xfrm>
            <a:off x="6286500" y="3667125"/>
            <a:ext cx="19050" cy="161925"/>
          </a:xfrm>
          <a:custGeom>
            <a:avLst/>
            <a:gdLst/>
            <a:ahLst/>
            <a:cxnLst/>
            <a:rect l="0" t="0" r="0" b="0"/>
            <a:pathLst>
              <a:path w="19050" h="161925">
                <a:moveTo>
                  <a:pt x="9525" y="9525"/>
                </a:moveTo>
                <a:lnTo>
                  <a:pt x="9525" y="152400"/>
                </a:lnTo>
              </a:path>
            </a:pathLst>
          </a:custGeom>
          <a:noFill/>
          <a:ln w="19050">
            <a:solidFill>
              <a:srgbClr val="D7000F"/>
            </a:solidFill>
          </a:ln>
        </p:spPr>
      </p:sp>
      <p:sp>
        <p:nvSpPr>
          <p:cNvPr id="133" name="connector_1071"/>
          <p:cNvSpPr>
            <a:spLocks noGrp="1"/>
          </p:cNvSpPr>
          <p:nvPr/>
        </p:nvSpPr>
        <p:spPr>
          <a:xfrm>
            <a:off x="6254534" y="3751487"/>
            <a:ext cx="82981" cy="77563"/>
          </a:xfrm>
          <a:custGeom>
            <a:avLst/>
            <a:gdLst/>
            <a:ahLst/>
            <a:cxnLst/>
            <a:rect l="0" t="0" r="0" b="0"/>
            <a:pathLst>
              <a:path w="82981" h="77563">
                <a:moveTo>
                  <a:pt x="9525" y="9525"/>
                </a:moveTo>
                <a:lnTo>
                  <a:pt x="41491" y="68038"/>
                </a:lnTo>
                <a:lnTo>
                  <a:pt x="73456" y="9525"/>
                </a:lnTo>
              </a:path>
            </a:pathLst>
          </a:custGeom>
          <a:noFill/>
          <a:ln w="19050">
            <a:solidFill>
              <a:srgbClr val="D7000F"/>
            </a:solidFill>
          </a:ln>
        </p:spPr>
      </p:sp>
      <p:sp>
        <p:nvSpPr>
          <p:cNvPr id="134" name="connector_1072"/>
          <p:cNvSpPr>
            <a:spLocks noGrp="1"/>
          </p:cNvSpPr>
          <p:nvPr/>
        </p:nvSpPr>
        <p:spPr>
          <a:xfrm>
            <a:off x="6381750" y="3667125"/>
            <a:ext cx="19050" cy="161925"/>
          </a:xfrm>
          <a:custGeom>
            <a:avLst/>
            <a:gdLst/>
            <a:ahLst/>
            <a:cxnLst/>
            <a:rect l="0" t="0" r="0" b="0"/>
            <a:pathLst>
              <a:path w="19050" h="161925">
                <a:moveTo>
                  <a:pt x="9525" y="152400"/>
                </a:moveTo>
                <a:lnTo>
                  <a:pt x="9525" y="9525"/>
                </a:lnTo>
              </a:path>
            </a:pathLst>
          </a:custGeom>
          <a:noFill/>
          <a:ln w="19050">
            <a:solidFill>
              <a:srgbClr val="D7000F"/>
            </a:solidFill>
          </a:ln>
        </p:spPr>
      </p:sp>
      <p:sp>
        <p:nvSpPr>
          <p:cNvPr id="135" name="connector_1073"/>
          <p:cNvSpPr>
            <a:spLocks noGrp="1"/>
          </p:cNvSpPr>
          <p:nvPr/>
        </p:nvSpPr>
        <p:spPr>
          <a:xfrm>
            <a:off x="6349784" y="3667125"/>
            <a:ext cx="82981" cy="77563"/>
          </a:xfrm>
          <a:custGeom>
            <a:avLst/>
            <a:gdLst/>
            <a:ahLst/>
            <a:cxnLst/>
            <a:rect l="0" t="0" r="0" b="0"/>
            <a:pathLst>
              <a:path w="82981" h="77563">
                <a:moveTo>
                  <a:pt x="73456" y="68038"/>
                </a:moveTo>
                <a:lnTo>
                  <a:pt x="41491" y="9525"/>
                </a:lnTo>
                <a:lnTo>
                  <a:pt x="9525" y="68038"/>
                </a:lnTo>
              </a:path>
            </a:pathLst>
          </a:custGeom>
          <a:noFill/>
          <a:ln w="19050">
            <a:solidFill>
              <a:srgbClr val="D7000F"/>
            </a:solidFill>
          </a:ln>
        </p:spPr>
      </p:sp>
      <p:sp>
        <p:nvSpPr>
          <p:cNvPr id="136" name="object_1074"/>
          <p:cNvSpPr>
            <a:spLocks noGrp="1"/>
          </p:cNvSpPr>
          <p:nvPr/>
        </p:nvSpPr>
        <p:spPr>
          <a:xfrm>
            <a:off x="3505200" y="3914775"/>
            <a:ext cx="5610225" cy="390525"/>
          </a:xfrm>
          <a:prstGeom prst="rect">
            <a:avLst/>
          </a:prstGeom>
          <a:solidFill>
            <a:srgbClr val="F2F2F2"/>
          </a:solidFill>
          <a:ln w="9525">
            <a:noFill/>
          </a:ln>
        </p:spPr>
      </p:sp>
      <p:sp>
        <p:nvSpPr>
          <p:cNvPr id="137" name="text_1076_标准化接口（Platform Adapter）"/>
          <p:cNvSpPr>
            <a:spLocks noGrp="1"/>
          </p:cNvSpPr>
          <p:nvPr/>
        </p:nvSpPr>
        <p:spPr>
          <a:xfrm>
            <a:off x="3590925" y="3971925"/>
            <a:ext cx="5438775" cy="276225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650" b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650" b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标准化接口（Platform Adapter）</a:t>
            </a:r>
          </a:p>
        </p:txBody>
      </p:sp>
      <p:sp>
        <p:nvSpPr>
          <p:cNvPr id="138" name="connector_1077"/>
          <p:cNvSpPr>
            <a:spLocks noGrp="1"/>
          </p:cNvSpPr>
          <p:nvPr/>
        </p:nvSpPr>
        <p:spPr>
          <a:xfrm>
            <a:off x="6296025" y="4314825"/>
            <a:ext cx="19050" cy="104775"/>
          </a:xfrm>
          <a:custGeom>
            <a:avLst/>
            <a:gdLst/>
            <a:ahLst/>
            <a:cxnLst/>
            <a:rect l="0" t="0" r="0" b="0"/>
            <a:pathLst>
              <a:path w="19050" h="104775">
                <a:moveTo>
                  <a:pt x="9525" y="9525"/>
                </a:moveTo>
                <a:lnTo>
                  <a:pt x="9525" y="95250"/>
                </a:lnTo>
              </a:path>
            </a:pathLst>
          </a:custGeom>
          <a:noFill/>
          <a:ln w="19050">
            <a:solidFill>
              <a:srgbClr val="D7000F"/>
            </a:solidFill>
          </a:ln>
        </p:spPr>
      </p:sp>
      <p:sp>
        <p:nvSpPr>
          <p:cNvPr id="139" name="connector_1078"/>
          <p:cNvSpPr>
            <a:spLocks noGrp="1"/>
          </p:cNvSpPr>
          <p:nvPr/>
        </p:nvSpPr>
        <p:spPr>
          <a:xfrm>
            <a:off x="6264059" y="4342037"/>
            <a:ext cx="82981" cy="77563"/>
          </a:xfrm>
          <a:custGeom>
            <a:avLst/>
            <a:gdLst/>
            <a:ahLst/>
            <a:cxnLst/>
            <a:rect l="0" t="0" r="0" b="0"/>
            <a:pathLst>
              <a:path w="82981" h="77563">
                <a:moveTo>
                  <a:pt x="9525" y="9525"/>
                </a:moveTo>
                <a:lnTo>
                  <a:pt x="41491" y="68038"/>
                </a:lnTo>
                <a:lnTo>
                  <a:pt x="73456" y="9525"/>
                </a:lnTo>
              </a:path>
            </a:pathLst>
          </a:custGeom>
          <a:noFill/>
          <a:ln w="19050">
            <a:solidFill>
              <a:srgbClr val="D7000F"/>
            </a:solidFill>
          </a:ln>
        </p:spPr>
      </p:sp>
      <p:sp>
        <p:nvSpPr>
          <p:cNvPr id="140" name="text_1080_平台知识层 Shared（平台相关）"/>
          <p:cNvSpPr>
            <a:spLocks noGrp="1"/>
          </p:cNvSpPr>
          <p:nvPr/>
        </p:nvSpPr>
        <p:spPr>
          <a:xfrm>
            <a:off x="3514725" y="4438650"/>
            <a:ext cx="5591175" cy="276225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725" b="1">
                <a:solidFill>
                  <a:srgbClr val="D7000F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725" b="1">
                <a:solidFill>
                  <a:srgbClr val="D7000F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平台知识层 Shared（平台相关）</a:t>
            </a:r>
          </a:p>
        </p:txBody>
      </p:sp>
      <p:graphicFrame>
        <p:nvGraphicFramePr>
          <p:cNvPr id="298" name="表格 297"/>
          <p:cNvGraphicFramePr/>
          <p:nvPr/>
        </p:nvGraphicFramePr>
        <p:xfrm>
          <a:off x="3495675" y="4791075"/>
          <a:ext cx="5610225" cy="1419228"/>
        </p:xfrm>
        <a:graphic>
          <a:graphicData uri="http://schemas.openxmlformats.org/drawingml/2006/table">
            <a:tbl>
              <a:tblPr/>
              <a:tblGrid>
                <a:gridCol w="18700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700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700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36538">
                <a:tc>
                  <a:txBody>
                    <a:bodyPr/>
                    <a:lstStyle/>
                    <a:p>
                      <a:pPr algn="ctr"/>
                      <a:r>
                        <a:rPr sz="1275" b="1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MLU（寒武纪）</a:t>
                      </a:r>
                    </a:p>
                  </a:txBody>
                  <a:tcPr marL="38100" marR="38100" marT="19050" marB="19050" anchor="ctr">
                    <a:lnL w="7620">
                      <a:solidFill>
                        <a:srgbClr val="D9D9D9"/>
                      </a:solidFill>
                    </a:lnL>
                    <a:lnR w="7620">
                      <a:solidFill>
                        <a:srgbClr val="D9D9D9"/>
                      </a:solidFill>
                    </a:lnR>
                    <a:lnT w="7620">
                      <a:solidFill>
                        <a:srgbClr val="D9D9D9"/>
                      </a:solidFill>
                    </a:lnT>
                    <a:lnB w="7620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75" b="1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GPU（NVIDIA）</a:t>
                      </a:r>
                    </a:p>
                  </a:txBody>
                  <a:tcPr marL="38100" marR="38100" marT="19050" marB="19050" anchor="ctr">
                    <a:lnL w="7620">
                      <a:solidFill>
                        <a:srgbClr val="D9D9D9"/>
                      </a:solidFill>
                    </a:lnL>
                    <a:lnR w="7620">
                      <a:solidFill>
                        <a:srgbClr val="D9D9D9"/>
                      </a:solidFill>
                    </a:lnR>
                    <a:lnT w="7620">
                      <a:solidFill>
                        <a:srgbClr val="D9D9D9"/>
                      </a:solidFill>
                    </a:lnT>
                    <a:lnB w="7620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75" b="1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Ascend（昇腾）</a:t>
                      </a:r>
                    </a:p>
                  </a:txBody>
                  <a:tcPr marL="38100" marR="38100" marT="19050" marB="19050" anchor="ctr">
                    <a:lnL w="7620">
                      <a:solidFill>
                        <a:srgbClr val="D9D9D9"/>
                      </a:solidFill>
                    </a:lnL>
                    <a:lnR w="7620">
                      <a:solidFill>
                        <a:srgbClr val="D9D9D9"/>
                      </a:solidFill>
                    </a:lnR>
                    <a:lnT w="7620">
                      <a:solidFill>
                        <a:srgbClr val="D9D9D9"/>
                      </a:solidFill>
                    </a:lnT>
                    <a:lnB w="7620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36538">
                <a:tc>
                  <a:txBody>
                    <a:bodyPr/>
                    <a:lstStyle/>
                    <a:p>
                      <a:pPr algn="ctr"/>
                      <a:r>
                        <a:rPr sz="1275" b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硬件架构信息</a:t>
                      </a:r>
                    </a:p>
                  </a:txBody>
                  <a:tcPr marL="38100" marR="38100" marT="19050" marB="19050" anchor="ctr">
                    <a:lnL w="7620">
                      <a:solidFill>
                        <a:srgbClr val="D9D9D9"/>
                      </a:solidFill>
                    </a:lnL>
                    <a:lnR w="7620">
                      <a:solidFill>
                        <a:srgbClr val="D9D9D9"/>
                      </a:solidFill>
                    </a:lnR>
                    <a:lnT w="7620">
                      <a:solidFill>
                        <a:srgbClr val="D9D9D9"/>
                      </a:solidFill>
                    </a:lnT>
                    <a:lnB w="762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75" b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硬件架构信息</a:t>
                      </a:r>
                    </a:p>
                  </a:txBody>
                  <a:tcPr marL="38100" marR="38100" marT="19050" marB="19050" anchor="ctr">
                    <a:lnL w="7620">
                      <a:solidFill>
                        <a:srgbClr val="D9D9D9"/>
                      </a:solidFill>
                    </a:lnL>
                    <a:lnR w="7620">
                      <a:solidFill>
                        <a:srgbClr val="D9D9D9"/>
                      </a:solidFill>
                    </a:lnR>
                    <a:lnT w="7620">
                      <a:solidFill>
                        <a:srgbClr val="D9D9D9"/>
                      </a:solidFill>
                    </a:lnT>
                    <a:lnB w="762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75" b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硬件架构信息</a:t>
                      </a:r>
                    </a:p>
                  </a:txBody>
                  <a:tcPr marL="38100" marR="38100" marT="19050" marB="19050" anchor="ctr">
                    <a:lnL w="7620">
                      <a:solidFill>
                        <a:srgbClr val="D9D9D9"/>
                      </a:solidFill>
                    </a:lnL>
                    <a:lnR w="7620">
                      <a:solidFill>
                        <a:srgbClr val="D9D9D9"/>
                      </a:solidFill>
                    </a:lnR>
                    <a:lnT w="7620">
                      <a:solidFill>
                        <a:srgbClr val="D9D9D9"/>
                      </a:solidFill>
                    </a:lnT>
                    <a:lnB w="762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36538">
                <a:tc>
                  <a:txBody>
                    <a:bodyPr/>
                    <a:lstStyle/>
                    <a:p>
                      <a:pPr algn="ctr"/>
                      <a:r>
                        <a:rPr sz="1275" b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算子原语与示例</a:t>
                      </a:r>
                    </a:p>
                  </a:txBody>
                  <a:tcPr marL="38100" marR="38100" marT="19050" marB="19050" anchor="ctr">
                    <a:lnL w="7620">
                      <a:solidFill>
                        <a:srgbClr val="D9D9D9"/>
                      </a:solidFill>
                    </a:lnL>
                    <a:lnR w="7620">
                      <a:solidFill>
                        <a:srgbClr val="D9D9D9"/>
                      </a:solidFill>
                    </a:lnR>
                    <a:lnT w="7620">
                      <a:solidFill>
                        <a:srgbClr val="D9D9D9"/>
                      </a:solidFill>
                    </a:lnT>
                    <a:lnB w="762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75" b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算子原语与示例</a:t>
                      </a:r>
                    </a:p>
                  </a:txBody>
                  <a:tcPr marL="38100" marR="38100" marT="19050" marB="19050" anchor="ctr">
                    <a:lnL w="7620">
                      <a:solidFill>
                        <a:srgbClr val="D9D9D9"/>
                      </a:solidFill>
                    </a:lnL>
                    <a:lnR w="7620">
                      <a:solidFill>
                        <a:srgbClr val="D9D9D9"/>
                      </a:solidFill>
                    </a:lnR>
                    <a:lnT w="7620">
                      <a:solidFill>
                        <a:srgbClr val="D9D9D9"/>
                      </a:solidFill>
                    </a:lnT>
                    <a:lnB w="762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75" b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算子原语与示例</a:t>
                      </a:r>
                    </a:p>
                  </a:txBody>
                  <a:tcPr marL="38100" marR="38100" marT="19050" marB="19050" anchor="ctr">
                    <a:lnL w="7620">
                      <a:solidFill>
                        <a:srgbClr val="D9D9D9"/>
                      </a:solidFill>
                    </a:lnL>
                    <a:lnR w="7620">
                      <a:solidFill>
                        <a:srgbClr val="D9D9D9"/>
                      </a:solidFill>
                    </a:lnR>
                    <a:lnT w="7620">
                      <a:solidFill>
                        <a:srgbClr val="D9D9D9"/>
                      </a:solidFill>
                    </a:lnT>
                    <a:lnB w="762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36538">
                <a:tc>
                  <a:txBody>
                    <a:bodyPr/>
                    <a:lstStyle/>
                    <a:p>
                      <a:pPr algn="ctr"/>
                      <a:r>
                        <a:rPr sz="1275" b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平台规则与限制</a:t>
                      </a:r>
                    </a:p>
                  </a:txBody>
                  <a:tcPr marL="38100" marR="38100" marT="19050" marB="19050" anchor="ctr">
                    <a:lnL w="7620">
                      <a:solidFill>
                        <a:srgbClr val="D9D9D9"/>
                      </a:solidFill>
                    </a:lnL>
                    <a:lnR w="7620">
                      <a:solidFill>
                        <a:srgbClr val="D9D9D9"/>
                      </a:solidFill>
                    </a:lnR>
                    <a:lnT w="7620">
                      <a:solidFill>
                        <a:srgbClr val="D9D9D9"/>
                      </a:solidFill>
                    </a:lnT>
                    <a:lnB w="762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75" b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编程模型与规则</a:t>
                      </a:r>
                    </a:p>
                  </a:txBody>
                  <a:tcPr marL="38100" marR="38100" marT="19050" marB="19050" anchor="ctr">
                    <a:lnL w="7620">
                      <a:solidFill>
                        <a:srgbClr val="D9D9D9"/>
                      </a:solidFill>
                    </a:lnL>
                    <a:lnR w="7620">
                      <a:solidFill>
                        <a:srgbClr val="D9D9D9"/>
                      </a:solidFill>
                    </a:lnR>
                    <a:lnT w="7620">
                      <a:solidFill>
                        <a:srgbClr val="D9D9D9"/>
                      </a:solidFill>
                    </a:lnT>
                    <a:lnB w="762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75" b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平台规则与限制</a:t>
                      </a:r>
                    </a:p>
                  </a:txBody>
                  <a:tcPr marL="38100" marR="38100" marT="19050" marB="19050" anchor="ctr">
                    <a:lnL w="7620">
                      <a:solidFill>
                        <a:srgbClr val="D9D9D9"/>
                      </a:solidFill>
                    </a:lnL>
                    <a:lnR w="7620">
                      <a:solidFill>
                        <a:srgbClr val="D9D9D9"/>
                      </a:solidFill>
                    </a:lnR>
                    <a:lnT w="7620">
                      <a:solidFill>
                        <a:srgbClr val="D9D9D9"/>
                      </a:solidFill>
                    </a:lnT>
                    <a:lnB w="762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36538">
                <a:tc>
                  <a:txBody>
                    <a:bodyPr/>
                    <a:lstStyle/>
                    <a:p>
                      <a:pPr algn="ctr"/>
                      <a:r>
                        <a:rPr sz="1275" b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性能分析工具</a:t>
                      </a:r>
                    </a:p>
                  </a:txBody>
                  <a:tcPr marL="38100" marR="38100" marT="19050" marB="19050" anchor="ctr">
                    <a:lnL w="7620">
                      <a:solidFill>
                        <a:srgbClr val="D9D9D9"/>
                      </a:solidFill>
                    </a:lnL>
                    <a:lnR w="7620">
                      <a:solidFill>
                        <a:srgbClr val="D9D9D9"/>
                      </a:solidFill>
                    </a:lnR>
                    <a:lnT w="7620">
                      <a:solidFill>
                        <a:srgbClr val="D9D9D9"/>
                      </a:solidFill>
                    </a:lnT>
                    <a:lnB w="762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75" b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性能分析工具</a:t>
                      </a:r>
                    </a:p>
                  </a:txBody>
                  <a:tcPr marL="38100" marR="38100" marT="19050" marB="19050" anchor="ctr">
                    <a:lnL w="7620">
                      <a:solidFill>
                        <a:srgbClr val="D9D9D9"/>
                      </a:solidFill>
                    </a:lnL>
                    <a:lnR w="7620">
                      <a:solidFill>
                        <a:srgbClr val="D9D9D9"/>
                      </a:solidFill>
                    </a:lnR>
                    <a:lnT w="7620">
                      <a:solidFill>
                        <a:srgbClr val="D9D9D9"/>
                      </a:solidFill>
                    </a:lnT>
                    <a:lnB w="762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75" b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性能分析工具</a:t>
                      </a:r>
                    </a:p>
                  </a:txBody>
                  <a:tcPr marL="38100" marR="38100" marT="19050" marB="19050" anchor="ctr">
                    <a:lnL w="7620">
                      <a:solidFill>
                        <a:srgbClr val="D9D9D9"/>
                      </a:solidFill>
                    </a:lnL>
                    <a:lnR w="7620">
                      <a:solidFill>
                        <a:srgbClr val="D9D9D9"/>
                      </a:solidFill>
                    </a:lnR>
                    <a:lnT w="7620">
                      <a:solidFill>
                        <a:srgbClr val="D9D9D9"/>
                      </a:solidFill>
                    </a:lnT>
                    <a:lnB w="762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36538">
                <a:tc>
                  <a:txBody>
                    <a:bodyPr/>
                    <a:lstStyle/>
                    <a:p>
                      <a:pPr algn="ctr"/>
                      <a:r>
                        <a:rPr sz="1275" b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优化经验与案例</a:t>
                      </a:r>
                    </a:p>
                  </a:txBody>
                  <a:tcPr marL="38100" marR="38100" marT="19050" marB="19050" anchor="ctr">
                    <a:lnL w="7620">
                      <a:solidFill>
                        <a:srgbClr val="D9D9D9"/>
                      </a:solidFill>
                    </a:lnL>
                    <a:lnR w="7620">
                      <a:solidFill>
                        <a:srgbClr val="D9D9D9"/>
                      </a:solidFill>
                    </a:lnR>
                    <a:lnT w="7620">
                      <a:solidFill>
                        <a:srgbClr val="D9D9D9"/>
                      </a:solidFill>
                    </a:lnT>
                    <a:lnB w="762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75" b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优化经验与案例</a:t>
                      </a:r>
                    </a:p>
                  </a:txBody>
                  <a:tcPr marL="38100" marR="38100" marT="19050" marB="19050" anchor="ctr">
                    <a:lnL w="7620">
                      <a:solidFill>
                        <a:srgbClr val="D9D9D9"/>
                      </a:solidFill>
                    </a:lnL>
                    <a:lnR w="7620">
                      <a:solidFill>
                        <a:srgbClr val="D9D9D9"/>
                      </a:solidFill>
                    </a:lnR>
                    <a:lnT w="7620">
                      <a:solidFill>
                        <a:srgbClr val="D9D9D9"/>
                      </a:solidFill>
                    </a:lnT>
                    <a:lnB w="762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75" b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优化经验与案例</a:t>
                      </a:r>
                    </a:p>
                  </a:txBody>
                  <a:tcPr marL="38100" marR="38100" marT="19050" marB="19050" anchor="ctr">
                    <a:lnL w="7620">
                      <a:solidFill>
                        <a:srgbClr val="D9D9D9"/>
                      </a:solidFill>
                    </a:lnL>
                    <a:lnR w="7620">
                      <a:solidFill>
                        <a:srgbClr val="D9D9D9"/>
                      </a:solidFill>
                    </a:lnR>
                    <a:lnT w="7620">
                      <a:solidFill>
                        <a:srgbClr val="D9D9D9"/>
                      </a:solidFill>
                    </a:lnT>
                    <a:lnB w="762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42" name="text_1082_可持续补充更多平台的知识模块"/>
          <p:cNvSpPr>
            <a:spLocks noGrp="1"/>
          </p:cNvSpPr>
          <p:nvPr/>
        </p:nvSpPr>
        <p:spPr>
          <a:xfrm>
            <a:off x="3524250" y="6200775"/>
            <a:ext cx="5572125" cy="219075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275" b="1">
                <a:solidFill>
                  <a:srgbClr val="D7000F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275" b="1">
                <a:solidFill>
                  <a:srgbClr val="D7000F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可持续补充更多平台的知识模块</a:t>
            </a:r>
          </a:p>
        </p:txBody>
      </p:sp>
      <p:sp>
        <p:nvSpPr>
          <p:cNvPr id="143" name="text_1084_多平台快速适配"/>
          <p:cNvSpPr>
            <a:spLocks noGrp="1"/>
          </p:cNvSpPr>
          <p:nvPr/>
        </p:nvSpPr>
        <p:spPr>
          <a:xfrm>
            <a:off x="9505950" y="1581150"/>
            <a:ext cx="2057400" cy="304800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575" b="1">
                <a:solidFill>
                  <a:srgbClr val="D7000F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575" b="1">
                <a:solidFill>
                  <a:srgbClr val="D7000F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多平台快速适配</a:t>
            </a:r>
          </a:p>
        </p:txBody>
      </p:sp>
      <p:sp>
        <p:nvSpPr>
          <p:cNvPr id="144" name="text_1086_复用统一流程"/>
          <p:cNvSpPr>
            <a:spLocks noGrp="1"/>
          </p:cNvSpPr>
          <p:nvPr/>
        </p:nvSpPr>
        <p:spPr>
          <a:xfrm>
            <a:off x="9525000" y="1990725"/>
            <a:ext cx="2028825" cy="276225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425" b="0">
                <a:solidFill>
                  <a:srgbClr val="242424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425" b="0">
                <a:solidFill>
                  <a:srgbClr val="242424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复用统一流程</a:t>
            </a:r>
          </a:p>
        </p:txBody>
      </p:sp>
      <p:sp>
        <p:nvSpPr>
          <p:cNvPr id="145" name="text_1088_补充平台知识"/>
          <p:cNvSpPr>
            <a:spLocks noGrp="1"/>
          </p:cNvSpPr>
          <p:nvPr/>
        </p:nvSpPr>
        <p:spPr>
          <a:xfrm>
            <a:off x="9525000" y="2266950"/>
            <a:ext cx="2028825" cy="276225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425" b="0">
                <a:solidFill>
                  <a:srgbClr val="242424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425" b="0">
                <a:solidFill>
                  <a:srgbClr val="242424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补充平台知识</a:t>
            </a:r>
          </a:p>
        </p:txBody>
      </p:sp>
      <p:sp>
        <p:nvSpPr>
          <p:cNvPr id="146" name="text_1090_降低维护成本"/>
          <p:cNvSpPr>
            <a:spLocks noGrp="1"/>
          </p:cNvSpPr>
          <p:nvPr/>
        </p:nvSpPr>
        <p:spPr>
          <a:xfrm>
            <a:off x="9505950" y="2752725"/>
            <a:ext cx="2057400" cy="304800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575" b="1">
                <a:solidFill>
                  <a:srgbClr val="D7000F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575" b="1">
                <a:solidFill>
                  <a:srgbClr val="D7000F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降低维护成本</a:t>
            </a:r>
          </a:p>
        </p:txBody>
      </p:sp>
      <p:sp>
        <p:nvSpPr>
          <p:cNvPr id="147" name="text_1092_公共知识维护一次"/>
          <p:cNvSpPr>
            <a:spLocks noGrp="1"/>
          </p:cNvSpPr>
          <p:nvPr/>
        </p:nvSpPr>
        <p:spPr>
          <a:xfrm>
            <a:off x="9525000" y="3162300"/>
            <a:ext cx="2028825" cy="276225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425" b="0">
                <a:solidFill>
                  <a:srgbClr val="242424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425" b="0">
                <a:solidFill>
                  <a:srgbClr val="242424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公共知识维护一次</a:t>
            </a:r>
          </a:p>
        </p:txBody>
      </p:sp>
      <p:sp>
        <p:nvSpPr>
          <p:cNvPr id="148" name="text_1094_减少重复加载修改"/>
          <p:cNvSpPr>
            <a:spLocks noGrp="1"/>
          </p:cNvSpPr>
          <p:nvPr/>
        </p:nvSpPr>
        <p:spPr>
          <a:xfrm>
            <a:off x="9525000" y="3438525"/>
            <a:ext cx="2028825" cy="276225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425" b="0">
                <a:solidFill>
                  <a:srgbClr val="242424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425" b="0">
                <a:solidFill>
                  <a:srgbClr val="242424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减少重复加载修改</a:t>
            </a:r>
          </a:p>
        </p:txBody>
      </p:sp>
      <p:sp>
        <p:nvSpPr>
          <p:cNvPr id="149" name="text_1096_提升开发效率"/>
          <p:cNvSpPr>
            <a:spLocks noGrp="1"/>
          </p:cNvSpPr>
          <p:nvPr/>
        </p:nvSpPr>
        <p:spPr>
          <a:xfrm>
            <a:off x="9505950" y="3924300"/>
            <a:ext cx="2057400" cy="304800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575" b="1">
                <a:solidFill>
                  <a:srgbClr val="D7000F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575" b="1">
                <a:solidFill>
                  <a:srgbClr val="D7000F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提升开发效率</a:t>
            </a:r>
          </a:p>
        </p:txBody>
      </p:sp>
      <p:sp>
        <p:nvSpPr>
          <p:cNvPr id="150" name="text_1098_复用成熟流程知识"/>
          <p:cNvSpPr>
            <a:spLocks noGrp="1"/>
          </p:cNvSpPr>
          <p:nvPr/>
        </p:nvSpPr>
        <p:spPr>
          <a:xfrm>
            <a:off x="9525000" y="4333875"/>
            <a:ext cx="2028825" cy="276225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425" b="0">
                <a:solidFill>
                  <a:srgbClr val="242424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425" b="0">
                <a:solidFill>
                  <a:srgbClr val="242424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复用成熟流程知识</a:t>
            </a:r>
          </a:p>
        </p:txBody>
      </p:sp>
      <p:sp>
        <p:nvSpPr>
          <p:cNvPr id="151" name="text_1100_缩短开发周期"/>
          <p:cNvSpPr>
            <a:spLocks noGrp="1"/>
          </p:cNvSpPr>
          <p:nvPr/>
        </p:nvSpPr>
        <p:spPr>
          <a:xfrm>
            <a:off x="9525000" y="4610100"/>
            <a:ext cx="2028825" cy="276225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425" b="0">
                <a:solidFill>
                  <a:srgbClr val="242424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425" b="0">
                <a:solidFill>
                  <a:srgbClr val="242424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缩短开发周期</a:t>
            </a:r>
          </a:p>
        </p:txBody>
      </p:sp>
      <p:sp>
        <p:nvSpPr>
          <p:cNvPr id="152" name="text_1102_稳定性与一致性"/>
          <p:cNvSpPr>
            <a:spLocks noGrp="1"/>
          </p:cNvSpPr>
          <p:nvPr/>
        </p:nvSpPr>
        <p:spPr>
          <a:xfrm>
            <a:off x="9505950" y="5095875"/>
            <a:ext cx="2057400" cy="304800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575" b="1">
                <a:solidFill>
                  <a:srgbClr val="D7000F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575" b="1">
                <a:solidFill>
                  <a:srgbClr val="D7000F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稳定性与一致性</a:t>
            </a:r>
          </a:p>
        </p:txBody>
      </p:sp>
      <p:sp>
        <p:nvSpPr>
          <p:cNvPr id="153" name="text_1104_统一流程与验证"/>
          <p:cNvSpPr>
            <a:spLocks noGrp="1"/>
          </p:cNvSpPr>
          <p:nvPr/>
        </p:nvSpPr>
        <p:spPr>
          <a:xfrm>
            <a:off x="9525000" y="5505450"/>
            <a:ext cx="2028825" cy="276225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425" b="0">
                <a:solidFill>
                  <a:srgbClr val="242424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425" b="0">
                <a:solidFill>
                  <a:srgbClr val="242424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统一流程与验证</a:t>
            </a:r>
          </a:p>
        </p:txBody>
      </p:sp>
      <p:sp>
        <p:nvSpPr>
          <p:cNvPr id="154" name="text_1106_保障开发质量"/>
          <p:cNvSpPr>
            <a:spLocks noGrp="1"/>
          </p:cNvSpPr>
          <p:nvPr/>
        </p:nvSpPr>
        <p:spPr>
          <a:xfrm>
            <a:off x="9525000" y="5781675"/>
            <a:ext cx="2028825" cy="276225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425" b="0">
                <a:solidFill>
                  <a:srgbClr val="242424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425" b="0">
                <a:solidFill>
                  <a:srgbClr val="242424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保障开发质量</a:t>
            </a:r>
          </a:p>
        </p:txBody>
      </p:sp>
      <p:sp>
        <p:nvSpPr>
          <p:cNvPr id="155" name="text_1108_复用通用工作流，通过 Shared 平台知识与标"/>
          <p:cNvSpPr>
            <a:spLocks noGrp="1"/>
          </p:cNvSpPr>
          <p:nvPr/>
        </p:nvSpPr>
        <p:spPr>
          <a:xfrm>
            <a:off x="723900" y="6372225"/>
            <a:ext cx="10829925" cy="371475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800" b="1">
                <a:solidFill>
                  <a:srgbClr val="FF0000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800" b="1">
                <a:solidFill>
                  <a:srgbClr val="FF0000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复用通用工作流，通过 Shared 平台知识与标准化接口支持多平台适配。</a:t>
            </a:r>
          </a:p>
        </p:txBody>
      </p:sp>
      <p:pic>
        <p:nvPicPr>
          <p:cNvPr id="313" name="图片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3900" y="895350"/>
            <a:ext cx="361950" cy="361950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314" name="图片 4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95675" y="895350"/>
            <a:ext cx="361950" cy="361950"/>
          </a:xfrm>
          <a:prstGeom prst="rect">
            <a:avLst/>
          </a:prstGeom>
        </p:spPr>
      </p:pic>
      <p:pic>
        <p:nvPicPr>
          <p:cNvPr id="315" name="图片 2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25000" y="895350"/>
            <a:ext cx="361950" cy="361950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1_海康威视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D7000F"/>
      </a:accent1>
      <a:accent2>
        <a:srgbClr val="717171"/>
      </a:accent2>
      <a:accent3>
        <a:srgbClr val="A5A5A5"/>
      </a:accent3>
      <a:accent4>
        <a:srgbClr val="A9A9A9"/>
      </a:accent4>
      <a:accent5>
        <a:srgbClr val="C6C6C6"/>
      </a:accent5>
      <a:accent6>
        <a:srgbClr val="E2E2E2"/>
      </a:accent6>
      <a:hlink>
        <a:srgbClr val="0077C8"/>
      </a:hlink>
      <a:folHlink>
        <a:srgbClr val="717171"/>
      </a:folHlink>
    </a:clrScheme>
    <a:fontScheme name="标准1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海康威视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D7000F"/>
      </a:accent1>
      <a:accent2>
        <a:srgbClr val="717171"/>
      </a:accent2>
      <a:accent3>
        <a:srgbClr val="A5A5A5"/>
      </a:accent3>
      <a:accent4>
        <a:srgbClr val="A9A9A9"/>
      </a:accent4>
      <a:accent5>
        <a:srgbClr val="C6C6C6"/>
      </a:accent5>
      <a:accent6>
        <a:srgbClr val="E2E2E2"/>
      </a:accent6>
      <a:hlink>
        <a:srgbClr val="0077C8"/>
      </a:hlink>
      <a:folHlink>
        <a:srgbClr val="717171"/>
      </a:folHlink>
    </a:clrScheme>
    <a:fontScheme name="标准1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33</TotalTime>
  <Words>996</Words>
  <Application>Microsoft Office PowerPoint</Application>
  <PresentationFormat>宽屏</PresentationFormat>
  <Paragraphs>324</Paragraphs>
  <Slides>6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6</vt:i4>
      </vt:variant>
    </vt:vector>
  </HeadingPairs>
  <TitlesOfParts>
    <vt:vector size="9" baseType="lpstr">
      <vt:lpstr>微软雅黑</vt:lpstr>
      <vt:lpstr>Arial</vt:lpstr>
      <vt:lpstr>1_海康威视</vt:lpstr>
      <vt:lpstr>寒武纪算子开发 Skill：现状与优化方向</vt:lpstr>
      <vt:lpstr>Shared 知识体系：统一管理与按需加载</vt:lpstr>
      <vt:lpstr>上下文优化：七步流程与三个核心 Agent</vt:lpstr>
      <vt:lpstr>优化策略：Profile 驱动的按需优化</vt:lpstr>
      <vt:lpstr>三层验证体系：按修改范围选择验证深度</vt:lpstr>
      <vt:lpstr>总体架构：工作流与平台知识解耦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霍子昂</cp:lastModifiedBy>
  <cp:revision>2</cp:revision>
  <dcterms:created xsi:type="dcterms:W3CDTF">2026-09-14T14:45:00Z</dcterms:created>
  <dcterms:modified xsi:type="dcterms:W3CDTF">2026-09-15T03:26:29Z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8BE61D526D654F258FD7CF8FEC126E24_12</vt:lpwstr>
  </property>
  <property fmtid="{D5CDD505-2E9C-101B-9397-08002B2CF9AE}" pid="3" name="KSOProductBuildVer">
    <vt:lpwstr>2052-12.1.0.28505</vt:lpwstr>
  </property>
</Properties>
</file>