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rts/chart1.xml" ContentType="application/vnd.openxmlformats-officedocument.drawingml.chart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>
  <p:sldMasterIdLst>
    <p:sldMasterId id="2147483660" r:id="rId1"/>
  </p:sldMasterIdLst>
  <p:notesMasterIdLst>
    <p:notesMasterId r:id="rId23"/>
  </p:notesMasterIdLst>
  <p:sldIdLst>
    <p:sldId id="256" r:id="rId2"/>
    <p:sldId id="257" r:id="rId3"/>
    <p:sldId id="286" r:id="rId4"/>
    <p:sldId id="291" r:id="rId5"/>
    <p:sldId id="292" r:id="rId6"/>
    <p:sldId id="293" r:id="rId7"/>
    <p:sldId id="294" r:id="rId8"/>
    <p:sldId id="295" r:id="rId9"/>
    <p:sldId id="306" r:id="rId10"/>
    <p:sldId id="307" r:id="rId11"/>
    <p:sldId id="290" r:id="rId12"/>
    <p:sldId id="297" r:id="rId13"/>
    <p:sldId id="298" r:id="rId14"/>
    <p:sldId id="299" r:id="rId15"/>
    <p:sldId id="300" r:id="rId16"/>
    <p:sldId id="301" r:id="rId17"/>
    <p:sldId id="302" r:id="rId18"/>
    <p:sldId id="304" r:id="rId19"/>
    <p:sldId id="305" r:id="rId20"/>
    <p:sldId id="308" r:id="rId21"/>
    <p:sldId id="285" r:id="rId22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默认节" id="{14A4EE3E-A92F-4C5F-8B6C-4E1C00B88B07}">
          <p14:sldIdLst>
            <p14:sldId id="256"/>
            <p14:sldId id="257"/>
            <p14:sldId id="286"/>
            <p14:sldId id="291"/>
            <p14:sldId id="292"/>
            <p14:sldId id="293"/>
            <p14:sldId id="294"/>
            <p14:sldId id="295"/>
            <p14:sldId id="306"/>
            <p14:sldId id="307"/>
            <p14:sldId id="290"/>
            <p14:sldId id="297"/>
            <p14:sldId id="298"/>
            <p14:sldId id="299"/>
            <p14:sldId id="300"/>
            <p14:sldId id="301"/>
            <p14:sldId id="302"/>
            <p14:sldId id="304"/>
            <p14:sldId id="305"/>
            <p14:sldId id="308"/>
          </p14:sldIdLst>
        </p14:section>
        <p14:section name="无标题节" id="{37246721-A1E7-42EC-8ABD-C60CA6BBCE74}">
          <p14:sldIdLst>
            <p14:sldId id="285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86">
          <p15:clr>
            <a:srgbClr val="A4A3A4"/>
          </p15:clr>
        </p15:guide>
        <p15:guide id="2" pos="2853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D7000F"/>
    <a:srgbClr val="1C334E"/>
    <a:srgbClr val="CCFFFF"/>
    <a:srgbClr val="CCECFF"/>
    <a:srgbClr val="FF9933"/>
    <a:srgbClr val="6699FF"/>
    <a:srgbClr val="00CC66"/>
    <a:srgbClr val="FF9900"/>
    <a:srgbClr val="D9D9F3"/>
    <a:srgbClr val="CDF2F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78621" autoAdjust="0"/>
  </p:normalViewPr>
  <p:slideViewPr>
    <p:cSldViewPr>
      <p:cViewPr varScale="1">
        <p:scale>
          <a:sx n="90" d="100"/>
          <a:sy n="90" d="100"/>
        </p:scale>
        <p:origin x="2214" y="84"/>
      </p:cViewPr>
      <p:guideLst>
        <p:guide orient="horz" pos="2186"/>
        <p:guide pos="2853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heme" Target="theme/theme1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presProps" Target="pres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notesMaster" Target="notesMasters/notesMaster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tableStyles" Target="tableStyles.xml"/></Relationships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___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1"/>
  <c:lang val="zh-CN"/>
  <c:roundedCorners val="1"/>
  <c:style val="2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v>LayerNorm</c:v>
          </c:tx>
          <c:spPr>
            <a:solidFill>
              <a:srgbClr val="D7000F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Data'!$A$2:$A$5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Data'!$B$2:$B$5</c:f>
              <c:numCache>
                <c:formatCode>0.0</c:formatCode>
                <c:ptCount val="4"/>
                <c:pt idx="0">
                  <c:v>1</c:v>
                </c:pt>
                <c:pt idx="1">
                  <c:v>3.5</c:v>
                </c:pt>
                <c:pt idx="2">
                  <c:v>0.8</c:v>
                </c:pt>
                <c:pt idx="3">
                  <c:v>0.7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7136-418B-8CFB-10AFD841DEC9}"/>
            </c:ext>
          </c:extLst>
        </c:ser>
        <c:ser>
          <c:idx val="1"/>
          <c:order val="1"/>
          <c:tx>
            <c:v>Softmax</c:v>
          </c:tx>
          <c:spPr>
            <a:solidFill>
              <a:srgbClr val="777777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Data'!$C$2:$C$5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Data'!$D$2:$D$5</c:f>
              <c:numCache>
                <c:formatCode>0.0</c:formatCode>
                <c:ptCount val="4"/>
                <c:pt idx="0">
                  <c:v>1.2</c:v>
                </c:pt>
                <c:pt idx="1">
                  <c:v>3.2</c:v>
                </c:pt>
                <c:pt idx="2">
                  <c:v>1</c:v>
                </c:pt>
                <c:pt idx="3">
                  <c:v>0.9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1-7136-418B-8CFB-10AFD841DEC9}"/>
            </c:ext>
          </c:extLst>
        </c:ser>
        <c:ser>
          <c:idx val="2"/>
          <c:order val="2"/>
          <c:tx>
            <c:v>MatMul</c:v>
          </c:tx>
          <c:spPr>
            <a:solidFill>
              <a:srgbClr val="F19BA2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anchorCtr="1"/>
              <a:lstStyle/>
              <a:p>
                <a:pPr>
                  <a:defRPr sz="938">
                    <a:solidFill>
                      <a:srgbClr val="000000"/>
                    </a:solidFill>
                    <a:latin typeface="Times New Roman" panose="02020603050405020304" pitchFamily="18" charset="0"/>
                    <a:ea typeface="Arial"/>
                    <a:cs typeface="Times New Roman" panose="02020603050405020304" pitchFamily="18" charset="0"/>
                  </a:defRPr>
                </a:pPr>
                <a:endParaRPr lang="zh-CN"/>
              </a:p>
            </c:txPr>
            <c:dLblPos val="outEnd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layout/>
                <c15:showLeaderLines val="0"/>
              </c:ext>
            </c:extLst>
          </c:dLbls>
          <c:cat>
            <c:strRef>
              <c:f>'Chart Data'!$E$2:$E$5</c:f>
              <c:strCache>
                <c:ptCount val="4"/>
                <c:pt idx="0">
                  <c:v>MLU Triton</c:v>
                </c:pt>
                <c:pt idx="1">
                  <c:v>BANG C</c:v>
                </c:pt>
                <c:pt idx="2">
                  <c:v>GPU Triton</c:v>
                </c:pt>
                <c:pt idx="3">
                  <c:v>CUDA C</c:v>
                </c:pt>
              </c:strCache>
            </c:strRef>
          </c:cat>
          <c:val>
            <c:numRef>
              <c:f>'Chart Data'!$F$2:$F$5</c:f>
              <c:numCache>
                <c:formatCode>0.0</c:formatCode>
                <c:ptCount val="4"/>
                <c:pt idx="0">
                  <c:v>1.8</c:v>
                </c:pt>
                <c:pt idx="1">
                  <c:v>4</c:v>
                </c:pt>
                <c:pt idx="2">
                  <c:v>1.6</c:v>
                </c:pt>
                <c:pt idx="3">
                  <c:v>1.5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2-7136-418B-8CFB-10AFD841DEC9}"/>
            </c:ext>
          </c:extLst>
        </c:ser>
        <c:dLbls>
          <c:dLblPos val="outEnd"/>
          <c:showLegendKey val="0"/>
          <c:showVal val="1"/>
          <c:showCatName val="0"/>
          <c:showSerName val="0"/>
          <c:showPercent val="0"/>
          <c:showBubbleSize val="0"/>
        </c:dLbls>
        <c:gapWidth val="80"/>
        <c:axId val="48650112"/>
        <c:axId val="48672768"/>
      </c:barChart>
      <c:catAx>
        <c:axId val="48650112"/>
        <c:scaling>
          <c:orientation val="minMax"/>
        </c:scaling>
        <c:delete val="0"/>
        <c:axPos val="b"/>
        <c:numFmt formatCode="General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863">
                <a:solidFill>
                  <a:srgbClr val="242424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defRPr>
            </a:pPr>
            <a:endParaRPr lang="zh-CN"/>
          </a:p>
        </c:txPr>
        <c:crossAx val="48672768"/>
        <c:crosses val="autoZero"/>
        <c:auto val="1"/>
        <c:lblAlgn val="ctr"/>
        <c:lblOffset val="100"/>
        <c:noMultiLvlLbl val="1"/>
      </c:catAx>
      <c:valAx>
        <c:axId val="48672768"/>
        <c:scaling>
          <c:orientation val="minMax"/>
          <c:max val="4.5"/>
          <c:min val="0"/>
        </c:scaling>
        <c:delete val="0"/>
        <c:axPos val="l"/>
        <c:majorGridlines>
          <c:spPr>
            <a:ln w="4763">
              <a:solidFill>
                <a:srgbClr val="D9D9D9"/>
              </a:solidFill>
            </a:ln>
          </c:spPr>
        </c:majorGridlines>
        <c:numFmt formatCode="0.0" sourceLinked="1"/>
        <c:majorTickMark val="none"/>
        <c:minorTickMark val="none"/>
        <c:tickLblPos val="nextTo"/>
        <c:spPr>
          <a:ln w="9525">
            <a:solidFill>
              <a:srgbClr val="D9D9D9"/>
            </a:solidFill>
          </a:ln>
        </c:spPr>
        <c:txPr>
          <a:bodyPr anchorCtr="1"/>
          <a:lstStyle/>
          <a:p>
            <a:pPr>
              <a:defRPr sz="90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endParaRPr lang="zh-CN"/>
          </a:p>
        </c:txPr>
        <c:crossAx val="48650112"/>
        <c:crosses val="autoZero"/>
        <c:crossBetween val="between"/>
        <c:majorUnit val="1"/>
      </c:valAx>
      <c:spPr>
        <a:solidFill>
          <a:srgbClr val="FFFFFF"/>
        </a:solidFill>
      </c:spPr>
    </c:plotArea>
    <c:legend>
      <c:legendPos val="t"/>
      <c:layout/>
      <c:overlay val="0"/>
      <c:txPr>
        <a:bodyPr anchorCtr="1"/>
        <a:lstStyle/>
        <a:p>
          <a:pPr>
            <a:defRPr sz="975">
              <a:solidFill>
                <a:srgbClr val="242424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defRPr>
          </a:pPr>
          <a:endParaRPr lang="zh-CN"/>
        </a:p>
      </c:txPr>
    </c:legend>
    <c:plotVisOnly val="1"/>
    <c:dispBlanksAs val="zero"/>
    <c:showDLblsOverMax val="1"/>
  </c:chart>
  <c:spPr>
    <a:solidFill>
      <a:srgbClr val="FFFFFF"/>
    </a:solidFill>
    <a:ln w="0">
      <a:noFill/>
    </a:ln>
  </c:spPr>
  <c:externalData r:id="rId1">
    <c:autoUpdate val="0"/>
  </c:externalData>
</c:chartSpace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colorful3#1">
  <dgm:title val=""/>
  <dgm:desc val=""/>
  <dgm:catLst>
    <dgm:cat type="colorful" pri="10300"/>
  </dgm:catLst>
  <dgm:styleLbl name="align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Node1">
    <dgm:fillClrLst>
      <a:schemeClr val="accent3"/>
      <a:schemeClr val="accent4"/>
    </dgm:fillClrLst>
    <dgm:linClrLst>
      <a:schemeClr val="accent3"/>
      <a:schemeClr val="accent4"/>
    </dgm:linClrLst>
    <dgm:effectClrLst/>
    <dgm:txLinClrLst/>
    <dgm:txFillClrLst/>
    <dgm:txEffectClrLst/>
  </dgm:styleLbl>
  <dgm:styleLbl name="asst0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4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b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ImgPlace1">
    <dgm:fillClrLst>
      <a:schemeClr val="accent3">
        <a:tint val="50000"/>
      </a:schemeClr>
      <a:schemeClr val="accent4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b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2"/>
    </dgm:linClrLst>
    <dgm:effectClrLst/>
    <dgm:txLinClrLst/>
    <dgm:txFillClrLst meth="repeat">
      <a:schemeClr val="dk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6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3">
        <a:tint val="40000"/>
        <a:alpha val="90000"/>
      </a:schemeClr>
      <a:schemeClr val="accent4">
        <a:tint val="40000"/>
        <a:alpha val="90000"/>
      </a:schemeClr>
    </dgm:fillClrLst>
    <dgm:linClrLst>
      <a:schemeClr val="accent3">
        <a:tint val="40000"/>
        <a:alpha val="90000"/>
      </a:schemeClr>
      <a:schemeClr val="accent4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>
      <a:schemeClr val="accent3">
        <a:tint val="50000"/>
      </a:schemeClr>
      <a:schemeClr val="accent4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fg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ln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0">
    <dgm:fillClrLst meth="repeat">
      <a:schemeClr val="accent2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6">
        <a:tint val="50000"/>
      </a:schemeClr>
    </dgm:fillClrLst>
    <dgm:linClrLst meth="repeat">
      <a:schemeClr val="accent6"/>
    </dgm:linClrLst>
    <dgm:effectClrLst/>
    <dgm:txLinClrLst/>
    <dgm:txFillClrLst meth="repeat">
      <a:schemeClr val="tx1"/>
    </dgm:txFillClrLst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  <dgm:styleLbl name="sibTrans1D1">
    <dgm:fillClrLst/>
    <dgm:linClrLst>
      <a:schemeClr val="accent3"/>
      <a:schemeClr val="accent4"/>
    </dgm:linClrLst>
    <dgm:effectClrLst/>
    <dgm:txLinClrLst/>
    <dgm:txFillClrLst meth="repeat">
      <a:schemeClr val="tx1"/>
    </dgm:txFillClrLst>
    <dgm:txEffectClrLst/>
  </dgm:styleLbl>
  <dgm:styleLbl name="sibTrans2D1">
    <dgm:fillClrLst>
      <a:schemeClr val="accent3"/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solidAlign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3"/>
      <a:schemeClr val="accent4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vennNode1">
    <dgm:fillClrLst>
      <a:schemeClr val="accent3">
        <a:alpha val="50000"/>
      </a:schemeClr>
      <a:schemeClr val="accent4">
        <a:alpha val="50000"/>
      </a:schemeClr>
    </dgm:fillClrLst>
    <dgm:linClrLst meth="repeat">
      <a:schemeClr val="lt1"/>
    </dgm:linClrLst>
    <dgm:effectClrLst/>
    <dgm:txLinClrLst/>
    <dgm:txFillClrLst/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94704665-A736-4D9D-8335-F52D0001726A}" type="doc">
      <dgm:prSet loTypeId="urn:microsoft.com/office/officeart/2005/8/layout/list1#1" loCatId="list" qsTypeId="urn:microsoft.com/office/officeart/2005/8/quickstyle/simple1#1" qsCatId="simple" csTypeId="urn:microsoft.com/office/officeart/2005/8/colors/colorful3#1" csCatId="colorful" phldr="1"/>
      <dgm:spPr/>
      <dgm:t>
        <a:bodyPr/>
        <a:lstStyle/>
        <a:p>
          <a:endParaRPr lang="zh-CN" altLang="en-US"/>
        </a:p>
      </dgm:t>
    </dgm:pt>
    <dgm:pt modelId="{E61598D1-5714-48B6-8D09-72944FE9F33B}">
      <dgm:prSet phldrT="[文本]" custT="1"/>
      <dgm:spPr>
        <a:solidFill>
          <a:srgbClr val="C00000"/>
        </a:solidFill>
      </dgm:spPr>
      <dgm:t>
        <a:bodyPr/>
        <a:lstStyle/>
        <a:p>
          <a:pPr algn="l"/>
          <a:r>
            <a:rPr lang="zh-CN" altLang="en-US" sz="2000" b="1"/>
            <a:t>自我介绍</a:t>
          </a:r>
        </a:p>
      </dgm:t>
    </dgm:pt>
    <dgm:pt modelId="{93B0F235-AD2E-4B57-AD3A-0FA3DCEEC602}" type="par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1DFD91-6042-4471-98C1-87903CF1668E}" type="sibTrans" cxnId="{B99F2629-7A48-4225-A786-33DB37B34471}">
      <dgm:prSet/>
      <dgm:spPr/>
      <dgm:t>
        <a:bodyPr/>
        <a:lstStyle/>
        <a:p>
          <a:pPr algn="l"/>
          <a:endParaRPr lang="zh-CN" altLang="en-US" sz="1600"/>
        </a:p>
      </dgm:t>
    </dgm:pt>
    <dgm:pt modelId="{3AC1DE5D-0C7B-4F77-A8E1-863ADFF7D298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dirty="0"/>
            <a:t>实习期间的工作</a:t>
          </a:r>
          <a:endParaRPr sz="1800" dirty="0"/>
        </a:p>
      </dgm:t>
    </dgm:pt>
    <dgm:pt modelId="{2F56BB86-74F7-4F59-A92B-1698457E79E8}" type="par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3DAB2A60-3F2E-4034-81A2-3EB9E57EE331}" type="sibTrans" cxnId="{E55B3D29-929C-4E77-BF3E-85FDB7FEA21C}">
      <dgm:prSet/>
      <dgm:spPr/>
      <dgm:t>
        <a:bodyPr/>
        <a:lstStyle/>
        <a:p>
          <a:pPr algn="l"/>
          <a:endParaRPr lang="zh-CN" altLang="en-US" sz="1600"/>
        </a:p>
      </dgm:t>
    </dgm:pt>
    <dgm:pt modelId="{CA79CA1E-6203-4C5E-89B8-D5BC85C20887}">
      <dgm:prSet phldrT="[文本]" phldr="0" custT="1"/>
      <dgm:spPr/>
      <dgm:t>
        <a:bodyPr vert="horz" wrap="square"/>
        <a:lstStyle>
          <a:lvl1pPr algn="l">
            <a:defRPr sz="2300"/>
          </a:lvl1pPr>
          <a:lvl2pPr marL="171450" indent="-171450" algn="l">
            <a:defRPr sz="1700"/>
          </a:lvl2pPr>
          <a:lvl3pPr marL="342900" indent="-171450" algn="l">
            <a:defRPr sz="1700"/>
          </a:lvl3pPr>
          <a:lvl4pPr marL="514350" indent="-171450" algn="l">
            <a:defRPr sz="1700"/>
          </a:lvl4pPr>
          <a:lvl5pPr marL="685800" indent="-171450" algn="l">
            <a:defRPr sz="1700"/>
          </a:lvl5pPr>
          <a:lvl6pPr marL="857250" indent="-171450" algn="l">
            <a:defRPr sz="1700"/>
          </a:lvl6pPr>
          <a:lvl7pPr marL="1028700" indent="-171450" algn="l">
            <a:defRPr sz="1700"/>
          </a:lvl7pPr>
          <a:lvl8pPr marL="1200150" indent="-171450" algn="l">
            <a:defRPr sz="1700"/>
          </a:lvl8pPr>
          <a:lvl9pPr marL="1371600" indent="-171450" algn="l">
            <a:defRPr sz="1700"/>
          </a:lvl9pPr>
        </a:lstStyle>
        <a:p>
          <a:pPr algn="l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dirty="0"/>
            <a:t>实习期间工作总结与个人发展计划</a:t>
          </a:r>
          <a:endParaRPr sz="1800" dirty="0"/>
        </a:p>
      </dgm:t>
    </dgm:pt>
    <dgm:pt modelId="{2E0C74A6-90CB-4972-9BFC-F8A200BA693D}" type="par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AD6EB47E-6070-4E3A-8230-56564994DA6C}" type="sibTrans" cxnId="{FDD4248E-A4F8-4914-9FC1-67F9FDF198CB}">
      <dgm:prSet/>
      <dgm:spPr/>
      <dgm:t>
        <a:bodyPr/>
        <a:lstStyle/>
        <a:p>
          <a:pPr algn="l"/>
          <a:endParaRPr lang="zh-CN" altLang="en-US" sz="1600"/>
        </a:p>
      </dgm:t>
    </dgm:pt>
    <dgm:pt modelId="{1F9E5051-CCF5-4A33-A6E9-64414976A650}" type="pres">
      <dgm:prSet presAssocID="{94704665-A736-4D9D-8335-F52D0001726A}" presName="linear" presStyleCnt="0">
        <dgm:presLayoutVars>
          <dgm:dir/>
          <dgm:animLvl val="lvl"/>
          <dgm:resizeHandles val="exact"/>
        </dgm:presLayoutVars>
      </dgm:prSet>
      <dgm:spPr/>
      <dgm:t>
        <a:bodyPr/>
        <a:lstStyle/>
        <a:p>
          <a:endParaRPr lang="zh-CN" altLang="en-US"/>
        </a:p>
      </dgm:t>
    </dgm:pt>
    <dgm:pt modelId="{20EA8654-DEE7-4CDF-ACEA-95FAEC5EB7B6}" type="pres">
      <dgm:prSet presAssocID="{E61598D1-5714-48B6-8D09-72944FE9F33B}" presName="parentLin" presStyleCnt="0"/>
      <dgm:spPr/>
    </dgm:pt>
    <dgm:pt modelId="{6FFBADE6-0AA7-4D85-B7A6-2AA7C805E598}" type="pres">
      <dgm:prSet presAssocID="{E61598D1-5714-48B6-8D09-72944FE9F33B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C709F359-301E-4C8A-A678-3A5064987B42}" type="pres">
      <dgm:prSet presAssocID="{E61598D1-5714-48B6-8D09-72944FE9F33B}" presName="parentText" presStyleLbl="node1" presStyleIdx="0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EEB85027-A905-4D19-B3BE-E5E5FCA331DE}" type="pres">
      <dgm:prSet presAssocID="{E61598D1-5714-48B6-8D09-72944FE9F33B}" presName="negativeSpace" presStyleCnt="0"/>
      <dgm:spPr/>
    </dgm:pt>
    <dgm:pt modelId="{3159482F-45E3-424C-97E7-6642D85469CE}" type="pres">
      <dgm:prSet presAssocID="{E61598D1-5714-48B6-8D09-72944FE9F33B}" presName="childText" presStyleLbl="conFgAcc1" presStyleIdx="0" presStyleCnt="3">
        <dgm:presLayoutVars>
          <dgm:bulletEnabled val="1"/>
        </dgm:presLayoutVars>
      </dgm:prSet>
      <dgm:spPr/>
    </dgm:pt>
    <dgm:pt modelId="{8C07274C-1018-4D57-AA5C-718010CCE74F}" type="pres">
      <dgm:prSet presAssocID="{3A1DFD91-6042-4471-98C1-87903CF1668E}" presName="spaceBetweenRectangles" presStyleCnt="0"/>
      <dgm:spPr/>
    </dgm:pt>
    <dgm:pt modelId="{67A6475B-C843-4769-AFD7-BD620849CA3A}" type="pres">
      <dgm:prSet presAssocID="{3AC1DE5D-0C7B-4F77-A8E1-863ADFF7D298}" presName="parentLin" presStyleCnt="0"/>
      <dgm:spPr/>
    </dgm:pt>
    <dgm:pt modelId="{FD2A137D-8787-4399-83E3-F753DA75BC74}" type="pres">
      <dgm:prSet presAssocID="{3AC1DE5D-0C7B-4F77-A8E1-863ADFF7D298}" presName="parentLeftMargin" presStyleLbl="node1" presStyleIdx="0" presStyleCnt="3"/>
      <dgm:spPr/>
      <dgm:t>
        <a:bodyPr/>
        <a:lstStyle/>
        <a:p>
          <a:endParaRPr lang="zh-CN" altLang="en-US"/>
        </a:p>
      </dgm:t>
    </dgm:pt>
    <dgm:pt modelId="{4F479855-378F-4D03-960B-E6F8A5F36BE8}" type="pres">
      <dgm:prSet presAssocID="{3AC1DE5D-0C7B-4F77-A8E1-863ADFF7D298}" presName="parentText" presStyleLbl="node1" presStyleIdx="1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4B2F4E33-FA0D-45C9-803C-2CC0271C8E37}" type="pres">
      <dgm:prSet presAssocID="{3AC1DE5D-0C7B-4F77-A8E1-863ADFF7D298}" presName="negativeSpace" presStyleCnt="0"/>
      <dgm:spPr/>
    </dgm:pt>
    <dgm:pt modelId="{1BB52BDE-442F-421C-B0F1-427936E17B4E}" type="pres">
      <dgm:prSet presAssocID="{3AC1DE5D-0C7B-4F77-A8E1-863ADFF7D298}" presName="childText" presStyleLbl="conFgAcc1" presStyleIdx="1" presStyleCnt="3">
        <dgm:presLayoutVars>
          <dgm:bulletEnabled val="1"/>
        </dgm:presLayoutVars>
      </dgm:prSet>
      <dgm:spPr/>
    </dgm:pt>
    <dgm:pt modelId="{4181A8A4-D221-487B-8F17-E170D730C7F3}" type="pres">
      <dgm:prSet presAssocID="{3DAB2A60-3F2E-4034-81A2-3EB9E57EE331}" presName="spaceBetweenRectangles" presStyleCnt="0"/>
      <dgm:spPr/>
    </dgm:pt>
    <dgm:pt modelId="{70E5C4EF-B51E-438D-A083-CA000233B185}" type="pres">
      <dgm:prSet presAssocID="{CA79CA1E-6203-4C5E-89B8-D5BC85C20887}" presName="parentLin" presStyleCnt="0"/>
      <dgm:spPr/>
    </dgm:pt>
    <dgm:pt modelId="{52AC27CC-DEA6-4698-924F-E39ED5060F9D}" type="pres">
      <dgm:prSet presAssocID="{CA79CA1E-6203-4C5E-89B8-D5BC85C20887}" presName="parentLeftMargin" presStyleLbl="node1" presStyleIdx="1" presStyleCnt="3"/>
      <dgm:spPr/>
      <dgm:t>
        <a:bodyPr/>
        <a:lstStyle/>
        <a:p>
          <a:endParaRPr lang="zh-CN" altLang="en-US"/>
        </a:p>
      </dgm:t>
    </dgm:pt>
    <dgm:pt modelId="{05B1D53B-862E-473A-8C4A-4F092E184EE5}" type="pres">
      <dgm:prSet presAssocID="{CA79CA1E-6203-4C5E-89B8-D5BC85C20887}" presName="parentText" presStyleLbl="node1" presStyleIdx="2" presStyleCnt="3">
        <dgm:presLayoutVars>
          <dgm:chMax val="0"/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37E37543-E3F7-4FB7-B815-978E6B45ADA8}" type="pres">
      <dgm:prSet presAssocID="{CA79CA1E-6203-4C5E-89B8-D5BC85C20887}" presName="negativeSpace" presStyleCnt="0"/>
      <dgm:spPr/>
    </dgm:pt>
    <dgm:pt modelId="{82C7D334-A469-4AAB-80F8-6B34A23098CC}" type="pres">
      <dgm:prSet presAssocID="{CA79CA1E-6203-4C5E-89B8-D5BC85C20887}" presName="childText" presStyleLbl="conFgAcc1" presStyleIdx="2" presStyleCnt="3">
        <dgm:presLayoutVars>
          <dgm:bulletEnabled val="1"/>
        </dgm:presLayoutVars>
      </dgm:prSet>
      <dgm:spPr/>
    </dgm:pt>
  </dgm:ptLst>
  <dgm:cxnLst>
    <dgm:cxn modelId="{2F2D337E-D5BE-46B7-809C-2956CB1FF9BC}" type="presOf" srcId="{CA79CA1E-6203-4C5E-89B8-D5BC85C20887}" destId="{52AC27CC-DEA6-4698-924F-E39ED5060F9D}" srcOrd="0" destOrd="0" presId="urn:microsoft.com/office/officeart/2005/8/layout/list1#1"/>
    <dgm:cxn modelId="{99C42502-0C96-4E87-939E-773241D1D822}" type="presOf" srcId="{E61598D1-5714-48B6-8D09-72944FE9F33B}" destId="{C709F359-301E-4C8A-A678-3A5064987B42}" srcOrd="1" destOrd="0" presId="urn:microsoft.com/office/officeart/2005/8/layout/list1#1"/>
    <dgm:cxn modelId="{0BD9185B-CCCD-4251-B3F3-1EFD81AD3711}" type="presOf" srcId="{3AC1DE5D-0C7B-4F77-A8E1-863ADFF7D298}" destId="{4F479855-378F-4D03-960B-E6F8A5F36BE8}" srcOrd="1" destOrd="0" presId="urn:microsoft.com/office/officeart/2005/8/layout/list1#1"/>
    <dgm:cxn modelId="{D7105DAC-7992-4F39-9A5C-991DA03AFC83}" type="presOf" srcId="{E61598D1-5714-48B6-8D09-72944FE9F33B}" destId="{6FFBADE6-0AA7-4D85-B7A6-2AA7C805E598}" srcOrd="0" destOrd="0" presId="urn:microsoft.com/office/officeart/2005/8/layout/list1#1"/>
    <dgm:cxn modelId="{87BAD9B3-7F0D-4D7D-A284-F9C646BA1652}" type="presOf" srcId="{94704665-A736-4D9D-8335-F52D0001726A}" destId="{1F9E5051-CCF5-4A33-A6E9-64414976A650}" srcOrd="0" destOrd="0" presId="urn:microsoft.com/office/officeart/2005/8/layout/list1#1"/>
    <dgm:cxn modelId="{FDD4248E-A4F8-4914-9FC1-67F9FDF198CB}" srcId="{94704665-A736-4D9D-8335-F52D0001726A}" destId="{CA79CA1E-6203-4C5E-89B8-D5BC85C20887}" srcOrd="2" destOrd="0" parTransId="{2E0C74A6-90CB-4972-9BFC-F8A200BA693D}" sibTransId="{AD6EB47E-6070-4E3A-8230-56564994DA6C}"/>
    <dgm:cxn modelId="{12CDDFDE-0DC9-454D-947E-579354A6853F}" type="presOf" srcId="{CA79CA1E-6203-4C5E-89B8-D5BC85C20887}" destId="{05B1D53B-862E-473A-8C4A-4F092E184EE5}" srcOrd="1" destOrd="0" presId="urn:microsoft.com/office/officeart/2005/8/layout/list1#1"/>
    <dgm:cxn modelId="{B99F2629-7A48-4225-A786-33DB37B34471}" srcId="{94704665-A736-4D9D-8335-F52D0001726A}" destId="{E61598D1-5714-48B6-8D09-72944FE9F33B}" srcOrd="0" destOrd="0" parTransId="{93B0F235-AD2E-4B57-AD3A-0FA3DCEEC602}" sibTransId="{3A1DFD91-6042-4471-98C1-87903CF1668E}"/>
    <dgm:cxn modelId="{A4E85EE0-E31B-414F-BF72-195AAB924613}" type="presOf" srcId="{3AC1DE5D-0C7B-4F77-A8E1-863ADFF7D298}" destId="{FD2A137D-8787-4399-83E3-F753DA75BC74}" srcOrd="0" destOrd="0" presId="urn:microsoft.com/office/officeart/2005/8/layout/list1#1"/>
    <dgm:cxn modelId="{E55B3D29-929C-4E77-BF3E-85FDB7FEA21C}" srcId="{94704665-A736-4D9D-8335-F52D0001726A}" destId="{3AC1DE5D-0C7B-4F77-A8E1-863ADFF7D298}" srcOrd="1" destOrd="0" parTransId="{2F56BB86-74F7-4F59-A92B-1698457E79E8}" sibTransId="{3DAB2A60-3F2E-4034-81A2-3EB9E57EE331}"/>
    <dgm:cxn modelId="{6ED7FC1A-A691-459F-A24F-9CA9E4B05282}" type="presParOf" srcId="{1F9E5051-CCF5-4A33-A6E9-64414976A650}" destId="{20EA8654-DEE7-4CDF-ACEA-95FAEC5EB7B6}" srcOrd="0" destOrd="0" presId="urn:microsoft.com/office/officeart/2005/8/layout/list1#1"/>
    <dgm:cxn modelId="{BBEA9F1A-6F56-4E17-B5B7-3252E43B11FE}" type="presParOf" srcId="{20EA8654-DEE7-4CDF-ACEA-95FAEC5EB7B6}" destId="{6FFBADE6-0AA7-4D85-B7A6-2AA7C805E598}" srcOrd="0" destOrd="0" presId="urn:microsoft.com/office/officeart/2005/8/layout/list1#1"/>
    <dgm:cxn modelId="{316FCDC8-9394-4998-BBED-4A252036AD6E}" type="presParOf" srcId="{20EA8654-DEE7-4CDF-ACEA-95FAEC5EB7B6}" destId="{C709F359-301E-4C8A-A678-3A5064987B42}" srcOrd="1" destOrd="0" presId="urn:microsoft.com/office/officeart/2005/8/layout/list1#1"/>
    <dgm:cxn modelId="{3370ADD6-A81E-4BF0-8C1B-8A83BD92EB46}" type="presParOf" srcId="{1F9E5051-CCF5-4A33-A6E9-64414976A650}" destId="{EEB85027-A905-4D19-B3BE-E5E5FCA331DE}" srcOrd="1" destOrd="0" presId="urn:microsoft.com/office/officeart/2005/8/layout/list1#1"/>
    <dgm:cxn modelId="{E92FB42B-0B79-4306-A096-5B049E11B50C}" type="presParOf" srcId="{1F9E5051-CCF5-4A33-A6E9-64414976A650}" destId="{3159482F-45E3-424C-97E7-6642D85469CE}" srcOrd="2" destOrd="0" presId="urn:microsoft.com/office/officeart/2005/8/layout/list1#1"/>
    <dgm:cxn modelId="{34E299DF-CEF7-4A1A-BDA6-B0E30DCE2A1A}" type="presParOf" srcId="{1F9E5051-CCF5-4A33-A6E9-64414976A650}" destId="{8C07274C-1018-4D57-AA5C-718010CCE74F}" srcOrd="3" destOrd="0" presId="urn:microsoft.com/office/officeart/2005/8/layout/list1#1"/>
    <dgm:cxn modelId="{B81D7DF5-9DFA-4A36-84AB-3D1FF7270639}" type="presParOf" srcId="{1F9E5051-CCF5-4A33-A6E9-64414976A650}" destId="{67A6475B-C843-4769-AFD7-BD620849CA3A}" srcOrd="4" destOrd="0" presId="urn:microsoft.com/office/officeart/2005/8/layout/list1#1"/>
    <dgm:cxn modelId="{F2387A21-4A05-4906-AAE9-1AC7BABE9868}" type="presParOf" srcId="{67A6475B-C843-4769-AFD7-BD620849CA3A}" destId="{FD2A137D-8787-4399-83E3-F753DA75BC74}" srcOrd="0" destOrd="0" presId="urn:microsoft.com/office/officeart/2005/8/layout/list1#1"/>
    <dgm:cxn modelId="{B334A592-406D-4ECA-8063-C89B5C8C251E}" type="presParOf" srcId="{67A6475B-C843-4769-AFD7-BD620849CA3A}" destId="{4F479855-378F-4D03-960B-E6F8A5F36BE8}" srcOrd="1" destOrd="0" presId="urn:microsoft.com/office/officeart/2005/8/layout/list1#1"/>
    <dgm:cxn modelId="{F0D96521-622C-47AB-AFF3-F4CF044924AD}" type="presParOf" srcId="{1F9E5051-CCF5-4A33-A6E9-64414976A650}" destId="{4B2F4E33-FA0D-45C9-803C-2CC0271C8E37}" srcOrd="5" destOrd="0" presId="urn:microsoft.com/office/officeart/2005/8/layout/list1#1"/>
    <dgm:cxn modelId="{9FE99DFF-C7AA-439C-A2F3-848CABCE81E4}" type="presParOf" srcId="{1F9E5051-CCF5-4A33-A6E9-64414976A650}" destId="{1BB52BDE-442F-421C-B0F1-427936E17B4E}" srcOrd="6" destOrd="0" presId="urn:microsoft.com/office/officeart/2005/8/layout/list1#1"/>
    <dgm:cxn modelId="{E12DF517-652A-4AA2-B663-56D38FA74225}" type="presParOf" srcId="{1F9E5051-CCF5-4A33-A6E9-64414976A650}" destId="{4181A8A4-D221-487B-8F17-E170D730C7F3}" srcOrd="7" destOrd="0" presId="urn:microsoft.com/office/officeart/2005/8/layout/list1#1"/>
    <dgm:cxn modelId="{BA0DDDD6-73C7-4C1F-A400-AD4A0DB702C6}" type="presParOf" srcId="{1F9E5051-CCF5-4A33-A6E9-64414976A650}" destId="{70E5C4EF-B51E-438D-A083-CA000233B185}" srcOrd="8" destOrd="0" presId="urn:microsoft.com/office/officeart/2005/8/layout/list1#1"/>
    <dgm:cxn modelId="{30962298-70D2-41E2-9B8A-0167E4BE607B}" type="presParOf" srcId="{70E5C4EF-B51E-438D-A083-CA000233B185}" destId="{52AC27CC-DEA6-4698-924F-E39ED5060F9D}" srcOrd="0" destOrd="0" presId="urn:microsoft.com/office/officeart/2005/8/layout/list1#1"/>
    <dgm:cxn modelId="{1A222B7D-B67A-4C3E-9C87-1250A5253EEC}" type="presParOf" srcId="{70E5C4EF-B51E-438D-A083-CA000233B185}" destId="{05B1D53B-862E-473A-8C4A-4F092E184EE5}" srcOrd="1" destOrd="0" presId="urn:microsoft.com/office/officeart/2005/8/layout/list1#1"/>
    <dgm:cxn modelId="{A75229C9-FBEC-49DA-A484-073E7FBAC728}" type="presParOf" srcId="{1F9E5051-CCF5-4A33-A6E9-64414976A650}" destId="{37E37543-E3F7-4FB7-B815-978E6B45ADA8}" srcOrd="9" destOrd="0" presId="urn:microsoft.com/office/officeart/2005/8/layout/list1#1"/>
    <dgm:cxn modelId="{B59D8263-4887-4D67-BE6C-CED54CDA2385}" type="presParOf" srcId="{1F9E5051-CCF5-4A33-A6E9-64414976A650}" destId="{82C7D334-A469-4AAB-80F8-6B34A23098CC}" srcOrd="10" destOrd="0" presId="urn:microsoft.com/office/officeart/2005/8/layout/list1#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3159482F-45E3-424C-97E7-6642D85469CE}">
      <dsp:nvSpPr>
        <dsp:cNvPr id="0" name=""/>
        <dsp:cNvSpPr/>
      </dsp:nvSpPr>
      <dsp:spPr>
        <a:xfrm>
          <a:off x="0" y="48052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709F359-301E-4C8A-A678-3A5064987B42}">
      <dsp:nvSpPr>
        <dsp:cNvPr id="0" name=""/>
        <dsp:cNvSpPr/>
      </dsp:nvSpPr>
      <dsp:spPr>
        <a:xfrm>
          <a:off x="304800" y="22969"/>
          <a:ext cx="4267200" cy="915120"/>
        </a:xfrm>
        <a:prstGeom prst="roundRect">
          <a:avLst/>
        </a:prstGeom>
        <a:solidFill>
          <a:srgbClr val="C00000"/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/>
            <a:t>自我介绍</a:t>
          </a:r>
        </a:p>
      </dsp:txBody>
      <dsp:txXfrm>
        <a:off x="349472" y="67641"/>
        <a:ext cx="4177856" cy="825776"/>
      </dsp:txXfrm>
    </dsp:sp>
    <dsp:sp modelId="{1BB52BDE-442F-421C-B0F1-427936E17B4E}">
      <dsp:nvSpPr>
        <dsp:cNvPr id="0" name=""/>
        <dsp:cNvSpPr/>
      </dsp:nvSpPr>
      <dsp:spPr>
        <a:xfrm>
          <a:off x="0" y="1886689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5625132"/>
              <a:satOff val="-8440"/>
              <a:lumOff val="-1373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4F479855-378F-4D03-960B-E6F8A5F36BE8}">
      <dsp:nvSpPr>
        <dsp:cNvPr id="0" name=""/>
        <dsp:cNvSpPr/>
      </dsp:nvSpPr>
      <dsp:spPr>
        <a:xfrm>
          <a:off x="304800" y="1429129"/>
          <a:ext cx="4267200" cy="915120"/>
        </a:xfrm>
        <a:prstGeom prst="roundRect">
          <a:avLst/>
        </a:prstGeom>
        <a:solidFill>
          <a:schemeClr val="accent3">
            <a:hueOff val="5625132"/>
            <a:satOff val="-8440"/>
            <a:lumOff val="-1373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890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2000" b="1" kern="1200" dirty="0"/>
            <a:t>实习期间的工作</a:t>
          </a:r>
          <a:endParaRPr sz="1800" kern="1200" dirty="0"/>
        </a:p>
      </dsp:txBody>
      <dsp:txXfrm>
        <a:off x="349472" y="1473801"/>
        <a:ext cx="4177856" cy="825776"/>
      </dsp:txXfrm>
    </dsp:sp>
    <dsp:sp modelId="{82C7D334-A469-4AAB-80F8-6B34A23098CC}">
      <dsp:nvSpPr>
        <dsp:cNvPr id="0" name=""/>
        <dsp:cNvSpPr/>
      </dsp:nvSpPr>
      <dsp:spPr>
        <a:xfrm>
          <a:off x="0" y="3292850"/>
          <a:ext cx="6096000" cy="781200"/>
        </a:xfrm>
        <a:prstGeom prst="rect">
          <a:avLst/>
        </a:prstGeom>
        <a:solidFill>
          <a:schemeClr val="lt1">
            <a:alpha val="9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11250264"/>
              <a:satOff val="-16880"/>
              <a:lumOff val="-2745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5B1D53B-862E-473A-8C4A-4F092E184EE5}">
      <dsp:nvSpPr>
        <dsp:cNvPr id="0" name=""/>
        <dsp:cNvSpPr/>
      </dsp:nvSpPr>
      <dsp:spPr>
        <a:xfrm>
          <a:off x="304800" y="2835290"/>
          <a:ext cx="4267200" cy="915120"/>
        </a:xfrm>
        <a:prstGeom prst="roundRect">
          <a:avLst/>
        </a:prstGeom>
        <a:solidFill>
          <a:schemeClr val="accent3">
            <a:hueOff val="11250264"/>
            <a:satOff val="-16880"/>
            <a:lumOff val="-2745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61290" tIns="0" rIns="161290" bIns="0" numCol="1" spcCol="1270" anchor="ctr" anchorCtr="0">
          <a:noAutofit/>
        </a:bodyPr>
        <a:lstStyle/>
        <a:p>
          <a:pPr lvl="0" algn="l" defTabSz="800100">
            <a:lnSpc>
              <a:spcPct val="100000"/>
            </a:lnSpc>
            <a:spcBef>
              <a:spcPct val="0"/>
            </a:spcBef>
            <a:spcAft>
              <a:spcPct val="35000"/>
            </a:spcAft>
          </a:pPr>
          <a:r>
            <a:rPr lang="zh-CN" altLang="en-US" sz="1800" kern="1200" dirty="0"/>
            <a:t>实习期间工作总结与个人发展计划</a:t>
          </a:r>
          <a:endParaRPr sz="1800" kern="1200" dirty="0"/>
        </a:p>
      </dsp:txBody>
      <dsp:txXfrm>
        <a:off x="349472" y="2879962"/>
        <a:ext cx="4177856" cy="825776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list1#1">
  <dgm:title val=""/>
  <dgm:desc val=""/>
  <dgm:catLst>
    <dgm:cat type="list" pri="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4" srcId="0" destId="1" srcOrd="0" destOrd="0"/>
        <dgm:cxn modelId="5" srcId="0" destId="2" srcOrd="1" destOrd="0"/>
        <dgm:cxn modelId="6" srcId="0" destId="3" srcOrd="2" destOrd="0"/>
      </dgm:cxnLst>
      <dgm:bg/>
      <dgm:whole/>
    </dgm:dataModel>
  </dgm:sampData>
  <dgm:styleData>
    <dgm:dataModel>
      <dgm:ptLst>
        <dgm:pt modelId="0" type="doc">
          <dgm:prSet qsTypeId="urn:microsoft.com/office/officeart/2005/8/quickstyle/simple5"/>
        </dgm:pt>
        <dgm:pt modelId="1"/>
        <dgm:pt modelId="2"/>
      </dgm:ptLst>
      <dgm:cxnLst>
        <dgm:cxn modelId="4" srcId="0" destId="1" srcOrd="0" destOrd="0"/>
        <dgm:cxn modelId="5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dir/>
      <dgm:animLvl val="lvl"/>
      <dgm:resizeHandles val="exact"/>
    </dgm:varLst>
    <dgm:choose name="Name0">
      <dgm:if name="Name1" func="var" arg="dir" op="equ" val="norm">
        <dgm:alg type="lin">
          <dgm:param type="linDir" val="fromT"/>
          <dgm:param type="vertAlign" val="mid"/>
          <dgm:param type="nodeHorzAlign" val="l"/>
          <dgm:param type="horzAlign" val="l"/>
        </dgm:alg>
      </dgm:if>
      <dgm:else name="Name2">
        <dgm:alg type="lin">
          <dgm:param type="linDir" val="fromT"/>
          <dgm:param type="vertAlign" val="mid"/>
          <dgm:param type="nodeHorzAlign" val="r"/>
          <dgm:param type="horzAlign" val="r"/>
        </dgm:alg>
      </dgm:else>
    </dgm:choose>
    <dgm:shape xmlns:r="http://schemas.openxmlformats.org/officeDocument/2006/relationships" r:blip="">
      <dgm:adjLst/>
    </dgm:shape>
    <dgm:presOf/>
    <dgm:constrLst>
      <dgm:constr type="w" for="ch" forName="parentLin" refType="w"/>
      <dgm:constr type="h" for="ch" forName="parentLin" val="INF"/>
      <dgm:constr type="w" for="des" forName="parentLeftMargin" refType="w" fact="0.05"/>
      <dgm:constr type="w" for="des" forName="parentText" refType="w" fact="0.7"/>
      <dgm:constr type="h" for="des" forName="parentText" refType="primFontSz" refFor="des" refForName="parentText" fact="0.82"/>
      <dgm:constr type="h" for="ch" forName="negativeSpace" refType="primFontSz" refFor="des" refForName="parentText" fact="-0.41"/>
      <dgm:constr type="h" for="ch" forName="negativeSpace" refType="h" refFor="des" refForName="parentText" op="lte" fact="-0.82"/>
      <dgm:constr type="h" for="ch" forName="negativeSpace" refType="h" refFor="des" refForName="parentText" op="gte" fact="-0.82"/>
      <dgm:constr type="w" for="ch" forName="childText" refType="w"/>
      <dgm:constr type="h" for="ch" forName="childText" refType="primFontSz" refFor="des" refForName="parentText" fact="0.7"/>
      <dgm:constr type="primFontSz" for="des" forName="parentText" val="65"/>
      <dgm:constr type="primFontSz" for="ch" forName="childText" refType="primFontSz" refFor="des" refForName="parentText"/>
      <dgm:constr type="tMarg" for="ch" forName="childText" refType="primFontSz" refFor="des" refForName="parentText" fact="1.64"/>
      <dgm:constr type="tMarg" for="ch" forName="childText" refType="h" refFor="des" refForName="parentText" op="lte" fact="3.28"/>
      <dgm:constr type="tMarg" for="ch" forName="childText" refType="h" refFor="des" refForName="parentText" op="gte" fact="3.28"/>
      <dgm:constr type="lMarg" for="ch" forName="childText" refType="w" fact="0.22"/>
      <dgm:constr type="rMarg" for="ch" forName="childText" refType="lMarg" refFor="ch" refForName="childText"/>
      <dgm:constr type="lMarg" for="des" forName="parentText" refType="w" fact="0.075"/>
      <dgm:constr type="rMarg" for="des" forName="parentText" refType="lMarg" refFor="des" refForName="parentText"/>
      <dgm:constr type="h" for="ch" forName="spaceBetweenRectangles" refType="primFontSz" refFor="des" refForName="parentText" fact="0.15"/>
    </dgm:constrLst>
    <dgm:ruleLst>
      <dgm:rule type="primFontSz" for="des" forName="parentText" val="5" fact="NaN" max="NaN"/>
    </dgm:ruleLst>
    <dgm:forEach name="Name3" axis="ch" ptType="node">
      <dgm:layoutNode name="parentLin">
        <dgm:choose name="Name4">
          <dgm:if name="Name5" func="var" arg="dir" op="equ" val="norm">
            <dgm:alg type="lin">
              <dgm:param type="linDir" val="fromL"/>
              <dgm:param type="nodeHorzAlign" val="l"/>
              <dgm:param type="horzAlign" val="l"/>
            </dgm:alg>
          </dgm:if>
          <dgm:else name="Name6">
            <dgm:alg type="lin">
              <dgm:param type="linDir" val="fromR"/>
              <dgm:param type="nodeHorzAlign" val="r"/>
              <dgm:param type="horzAlign" val="r"/>
            </dgm:alg>
          </dgm:else>
        </dgm:choose>
        <dgm:shape xmlns:r="http://schemas.openxmlformats.org/officeDocument/2006/relationships" r:blip="">
          <dgm:adjLst/>
        </dgm:shape>
        <dgm:presOf/>
        <dgm:constrLst/>
        <dgm:ruleLst/>
        <dgm:layoutNode name="parentLeftMargin">
          <dgm:alg type="sp"/>
          <dgm:shape xmlns:r="http://schemas.openxmlformats.org/officeDocument/2006/relationships" type="rect" r:blip="" hideGeom="1">
            <dgm:adjLst/>
          </dgm:shape>
          <dgm:presOf axis="self"/>
          <dgm:constrLst>
            <dgm:constr type="h"/>
          </dgm:constrLst>
          <dgm:ruleLst/>
        </dgm:layoutNode>
        <dgm:layoutNode name="parentText" styleLbl="node1">
          <dgm:varLst>
            <dgm:chMax val="0"/>
            <dgm:bulletEnabled val="1"/>
          </dgm:varLst>
          <dgm:choose name="Name7">
            <dgm:if name="Name8" func="var" arg="dir" op="equ" val="norm">
              <dgm:alg type="tx">
                <dgm:param type="parTxLTRAlign" val="l"/>
                <dgm:param type="parTxRTLAlign" val="l"/>
              </dgm:alg>
            </dgm:if>
            <dgm:else name="Name9">
              <dgm:alg type="tx">
                <dgm:param type="parTxLTRAlign" val="r"/>
                <dgm:param type="parTxRTLAlign" val="r"/>
              </dgm:alg>
            </dgm:else>
          </dgm:choose>
          <dgm:shape xmlns:r="http://schemas.openxmlformats.org/officeDocument/2006/relationships" type="roundRect" r:blip="">
            <dgm:adjLst/>
          </dgm:shape>
          <dgm:presOf axis="self" ptType="node"/>
          <dgm:constrLst>
            <dgm:constr type="tMarg"/>
            <dgm:constr type="bMarg"/>
          </dgm:constrLst>
          <dgm:ruleLst/>
        </dgm:layoutNode>
      </dgm:layoutNode>
      <dgm:layoutNode name="negativeSpace">
        <dgm:alg type="sp"/>
        <dgm:shape xmlns:r="http://schemas.openxmlformats.org/officeDocument/2006/relationships" r:blip="">
          <dgm:adjLst/>
        </dgm:shape>
        <dgm:presOf/>
        <dgm:constrLst/>
        <dgm:ruleLst/>
      </dgm:layoutNode>
      <dgm:layoutNode name="childText" styleLbl="conFgAcc1">
        <dgm:varLst>
          <dgm:bulletEnabled val="1"/>
        </dgm:varLst>
        <dgm:alg type="tx">
          <dgm:param type="stBulletLvl" val="1"/>
        </dgm:alg>
        <dgm:shape xmlns:r="http://schemas.openxmlformats.org/officeDocument/2006/relationships" type="rect" r:blip="" zOrderOff="-2">
          <dgm:adjLst/>
        </dgm:shape>
        <dgm:presOf axis="des" ptType="node"/>
        <dgm:constrLst>
          <dgm:constr type="secFontSz" refType="primFontSz"/>
        </dgm:constrLst>
        <dgm:ruleLst>
          <dgm:rule type="h" val="INF" fact="NaN" max="NaN"/>
        </dgm:ruleLst>
      </dgm:layoutNode>
      <dgm:forEach name="Name10" axis="followSib" ptType="sibTrans" cnt="1">
        <dgm:layoutNode name="spaceBetweenRectangles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#1">
  <dgm:title val=""/>
  <dgm:desc val=""/>
  <dgm:catLst>
    <dgm:cat type="simple" pri="10100"/>
  </dgm:catLst>
  <dgm:scene3d>
    <a:camera prst="orthographicFront"/>
    <a:lightRig rig="threePt" dir="t"/>
  </dgm:scene3d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C74FED9-3A6F-41BA-8FF6-39438EA9BD03}" type="datetimeFigureOut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0FC9F5-C5B3-4F9C-AB2F-06E1DBE394B8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842" name="幻灯片图像占位符 1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35843" name="备注占位符 2"/>
          <p:cNvSpPr>
            <a:spLocks noGrp="1"/>
          </p:cNvSpPr>
          <p:nvPr>
            <p:ph type="body" idx="1"/>
          </p:nvPr>
        </p:nvSpPr>
        <p:spPr>
          <a:noFill/>
        </p:spPr>
        <p:txBody>
          <a:bodyPr/>
          <a:lstStyle/>
          <a:p>
            <a:endParaRPr lang="zh-CN" altLang="en-US">
              <a:ea typeface="宋体" panose="02010600030101010101" pitchFamily="2" charset="-122"/>
            </a:endParaRPr>
          </a:p>
        </p:txBody>
      </p:sp>
      <p:sp>
        <p:nvSpPr>
          <p:cNvPr id="35844" name="灯片编号占位符 3"/>
          <p:cNvSpPr>
            <a:spLocks noGrp="1"/>
          </p:cNvSpPr>
          <p:nvPr>
            <p:ph type="sldNum" sz="quarter" idx="5"/>
          </p:nvPr>
        </p:nvSpPr>
        <p:spPr>
          <a:noFill/>
        </p:spPr>
        <p:txBody>
          <a:bodyPr/>
          <a:lstStyle/>
          <a:p>
            <a:fld id="{70A28CE1-A9CD-4F41-A4DB-3C7991DDFF33}" type="slidenum">
              <a:rPr lang="en-US" altLang="zh-CN" smtClean="0">
                <a:solidFill>
                  <a:prstClr val="black"/>
                </a:solidFill>
                <a:ea typeface="宋体" panose="02010600030101010101" pitchFamily="2" charset="-122"/>
              </a:rPr>
              <a:t>1</a:t>
            </a:fld>
            <a:endParaRPr lang="en-US" altLang="zh-CN">
              <a:solidFill>
                <a:prstClr val="black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en-US" altLang="zh-CN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55605546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通过阶段拆分，多 </a:t>
            </a:r>
            <a:r>
              <a:rPr lang="en-US" altLang="zh-CN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Agent </a:t>
            </a:r>
            <a:r>
              <a:rPr lang="zh-CN" altLang="en-US" sz="1200" dirty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rPr>
              <a:t>协作，完整验证流程保障稳定交付。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48416222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35458182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每个子步骤都需要重新读取资料 和理解上下文，一个子步骤中，读取理解资料的时间比实际工作的时间还长。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41084302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sz="120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类型判断与决策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55287562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L1检查文件结构和基础规范：Markdown、Python语法、JSON格式、引用与路径合法性、必需文件完整性。</a:t>
            </a:r>
          </a:p>
          <a:p>
            <a:r>
              <a:rPr dirty="0"/>
              <a:t>L2验证Skill行为：Routing、Mode </a:t>
            </a:r>
            <a:r>
              <a:rPr dirty="0" err="1"/>
              <a:t>Switch、Budget、State</a:t>
            </a:r>
            <a:r>
              <a:rPr dirty="0"/>
              <a:t> </a:t>
            </a:r>
            <a:r>
              <a:rPr dirty="0" err="1"/>
              <a:t>Machine、Cache命中与失效、Resume断点续跑、路径穿越防护、错误分类和Regression回归测试</a:t>
            </a:r>
            <a:r>
              <a:rPr dirty="0"/>
              <a:t>。</a:t>
            </a:r>
          </a:p>
          <a:p>
            <a:r>
              <a:rPr dirty="0"/>
              <a:t>L3在真实硬件环境执行Compile/</a:t>
            </a:r>
            <a:r>
              <a:rPr dirty="0" err="1"/>
              <a:t>Run、Accuracy、Benchmark、Profiler，以及硬件和工具链绑定验证，检查算子全流程能力</a:t>
            </a:r>
            <a:r>
              <a:rPr dirty="0"/>
              <a:t>。</a:t>
            </a:r>
          </a:p>
          <a:p>
            <a:r>
              <a:rPr dirty="0" err="1"/>
              <a:t>四类修改的建议验证范围及预期耗时完全沿用原材料。流程按修改范围选择累加验证层级，不能将文档变更与架构变更同等处理</a:t>
            </a:r>
            <a:r>
              <a:rPr dirty="0"/>
              <a:t>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05198012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004584420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66002517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2FB0F7BE-16CD-4F2A-A360-0B281A81F73F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64561623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在 V1 </a:t>
            </a:r>
            <a:r>
              <a:rPr dirty="0" err="1"/>
              <a:t>动态算子开发闭环的基础上，将经验驱动的参数搜索升级为标准化自动化流程</a:t>
            </a:r>
            <a:r>
              <a:rPr dirty="0" smtClean="0"/>
              <a:t>。</a:t>
            </a:r>
            <a:endParaRPr lang="en-US" dirty="0" smtClean="0"/>
          </a:p>
          <a:p>
            <a:r>
              <a:rPr lang="zh-CN" altLang="en-US" dirty="0" smtClean="0"/>
              <a:t>划分</a:t>
            </a:r>
            <a:r>
              <a:rPr lang="en-US" altLang="zh-CN" dirty="0" smtClean="0"/>
              <a:t>shape</a:t>
            </a:r>
            <a:r>
              <a:rPr lang="zh-CN" altLang="en-US" dirty="0" smtClean="0"/>
              <a:t>，选择代表性</a:t>
            </a:r>
            <a:r>
              <a:rPr lang="en-US" altLang="zh-CN" dirty="0" smtClean="0"/>
              <a:t>shape</a:t>
            </a:r>
            <a:r>
              <a:rPr lang="zh-CN" altLang="en-US" dirty="0" smtClean="0"/>
              <a:t>，每一步优化都需要代表性</a:t>
            </a:r>
            <a:r>
              <a:rPr lang="en-US" altLang="zh-CN" dirty="0" smtClean="0"/>
              <a:t>shape</a:t>
            </a:r>
            <a:r>
              <a:rPr lang="zh-CN" altLang="en-US" dirty="0" smtClean="0"/>
              <a:t>测试</a:t>
            </a:r>
            <a:endParaRPr dirty="0"/>
          </a:p>
          <a:p>
            <a:r>
              <a:rPr dirty="0"/>
              <a:t>V1 </a:t>
            </a:r>
            <a:r>
              <a:rPr dirty="0" err="1"/>
              <a:t>定义输入范围与约束，生成覆盖支持域的动态</a:t>
            </a:r>
            <a:r>
              <a:rPr dirty="0"/>
              <a:t> </a:t>
            </a:r>
            <a:r>
              <a:rPr dirty="0" err="1"/>
              <a:t>Kernel，验证边界、典型及随机</a:t>
            </a:r>
            <a:r>
              <a:rPr dirty="0"/>
              <a:t> </a:t>
            </a:r>
            <a:r>
              <a:rPr dirty="0" err="1"/>
              <a:t>Shape，进行初步选参</a:t>
            </a:r>
            <a:r>
              <a:rPr dirty="0"/>
              <a:t>。</a:t>
            </a:r>
          </a:p>
          <a:p>
            <a:r>
              <a:rPr dirty="0"/>
              <a:t>V1 </a:t>
            </a:r>
            <a:r>
              <a:rPr dirty="0" err="1"/>
              <a:t>的主要问题是</a:t>
            </a:r>
            <a:r>
              <a:rPr dirty="0"/>
              <a:t> </a:t>
            </a:r>
            <a:r>
              <a:rPr dirty="0" err="1"/>
              <a:t>Shape×Config</a:t>
            </a:r>
            <a:r>
              <a:rPr dirty="0"/>
              <a:t> </a:t>
            </a:r>
            <a:r>
              <a:rPr dirty="0" err="1"/>
              <a:t>组合数量大、搜索与终止策略不统一、搜索中断或修改后结果不易复用</a:t>
            </a:r>
            <a:r>
              <a:rPr dirty="0"/>
              <a:t>。</a:t>
            </a:r>
          </a:p>
          <a:p>
            <a:r>
              <a:rPr dirty="0"/>
              <a:t>V2 </a:t>
            </a:r>
            <a:r>
              <a:rPr dirty="0" err="1"/>
              <a:t>构建搜索空间，在少量代表</a:t>
            </a:r>
            <a:r>
              <a:rPr dirty="0"/>
              <a:t> Shape </a:t>
            </a:r>
            <a:r>
              <a:rPr dirty="0" err="1"/>
              <a:t>上粗搜筛选</a:t>
            </a:r>
            <a:r>
              <a:rPr dirty="0"/>
              <a:t> Top-K </a:t>
            </a:r>
            <a:r>
              <a:rPr dirty="0" err="1"/>
              <a:t>Config，再在完整</a:t>
            </a:r>
            <a:r>
              <a:rPr dirty="0"/>
              <a:t> Shape </a:t>
            </a:r>
            <a:r>
              <a:rPr dirty="0" err="1"/>
              <a:t>上精细优化，生成分派映射，完成全量正确性与性能验证后冻结部署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9883075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zh-CN" altLang="en-US" dirty="0"/>
              <a:t>每一个</a:t>
            </a:r>
            <a:r>
              <a:rPr lang="en-US" altLang="zh-CN" dirty="0"/>
              <a:t>kernel</a:t>
            </a:r>
            <a:r>
              <a:rPr lang="zh-CN" altLang="en-US" dirty="0"/>
              <a:t>都有一个</a:t>
            </a:r>
            <a:r>
              <a:rPr lang="en-US" altLang="zh-CN" dirty="0"/>
              <a:t>shape-</a:t>
            </a:r>
            <a:r>
              <a:rPr lang="en-US" altLang="zh-CN" dirty="0" err="1"/>
              <a:t>config</a:t>
            </a:r>
            <a:r>
              <a:rPr lang="zh-CN" altLang="en-US" dirty="0"/>
              <a:t>表</a:t>
            </a:r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50578834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42791751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最终</a:t>
            </a:r>
            <a:r>
              <a:rPr dirty="0"/>
              <a:t> Skill </a:t>
            </a:r>
            <a:r>
              <a:rPr dirty="0" err="1"/>
              <a:t>架构按用户输入、需求分析、Family</a:t>
            </a:r>
            <a:r>
              <a:rPr dirty="0"/>
              <a:t> 生成、参数搜索、验证回归、生成部署包组织。能力矩阵为原材料的定性归纳，非实测性能结果。原文开发效率的“显著提升”改为“进一步提升”，避免没有量化证据的强判断。</a:t>
            </a:r>
          </a:p>
          <a:p>
            <a:endParaRPr dirty="0"/>
          </a:p>
          <a:p>
            <a:r>
              <a:rPr dirty="0"/>
              <a:t>6. </a:t>
            </a:r>
            <a:r>
              <a:rPr dirty="0" err="1"/>
              <a:t>最终成果：动态算子开发</a:t>
            </a:r>
            <a:r>
              <a:rPr dirty="0"/>
              <a:t> Skill </a:t>
            </a:r>
            <a:r>
              <a:rPr dirty="0" err="1"/>
              <a:t>架构与能力总结</a:t>
            </a:r>
            <a:endParaRPr dirty="0"/>
          </a:p>
          <a:p>
            <a:r>
              <a:rPr dirty="0" err="1"/>
              <a:t>通过</a:t>
            </a:r>
            <a:r>
              <a:rPr dirty="0"/>
              <a:t> V1 → V2 → V3 </a:t>
            </a:r>
            <a:r>
              <a:rPr dirty="0" err="1"/>
              <a:t>的逐步演进，形成了一套完整的动态算子开发</a:t>
            </a:r>
            <a:r>
              <a:rPr dirty="0"/>
              <a:t> </a:t>
            </a:r>
            <a:r>
              <a:rPr dirty="0" err="1"/>
              <a:t>Skill，实现了从“单一静态</a:t>
            </a:r>
            <a:r>
              <a:rPr dirty="0"/>
              <a:t> </a:t>
            </a:r>
            <a:r>
              <a:rPr dirty="0" err="1"/>
              <a:t>Shape”到“多</a:t>
            </a:r>
            <a:r>
              <a:rPr dirty="0"/>
              <a:t> </a:t>
            </a:r>
            <a:r>
              <a:rPr dirty="0" err="1"/>
              <a:t>Shape、多</a:t>
            </a:r>
            <a:r>
              <a:rPr dirty="0"/>
              <a:t> </a:t>
            </a:r>
            <a:r>
              <a:rPr dirty="0" err="1"/>
              <a:t>Kernel、自动化搜索”的工程化方案</a:t>
            </a:r>
            <a:r>
              <a:rPr dirty="0"/>
              <a:t>。</a:t>
            </a:r>
          </a:p>
          <a:p>
            <a:r>
              <a:rPr dirty="0" err="1"/>
              <a:t>演进路径回顾</a:t>
            </a:r>
            <a:endParaRPr dirty="0"/>
          </a:p>
          <a:p>
            <a:r>
              <a:rPr dirty="0"/>
              <a:t>V1：基础动态支持</a:t>
            </a:r>
          </a:p>
          <a:p>
            <a:r>
              <a:rPr dirty="0" err="1"/>
              <a:t>定义</a:t>
            </a:r>
            <a:r>
              <a:rPr dirty="0"/>
              <a:t> Shape Contract</a:t>
            </a:r>
          </a:p>
          <a:p>
            <a:r>
              <a:rPr dirty="0" err="1"/>
              <a:t>实现动态</a:t>
            </a:r>
            <a:r>
              <a:rPr dirty="0"/>
              <a:t> Kernel</a:t>
            </a:r>
          </a:p>
          <a:p>
            <a:r>
              <a:rPr dirty="0" err="1"/>
              <a:t>正确性验证</a:t>
            </a:r>
            <a:endParaRPr dirty="0"/>
          </a:p>
          <a:p>
            <a:r>
              <a:rPr dirty="0" err="1"/>
              <a:t>初步</a:t>
            </a:r>
            <a:r>
              <a:rPr dirty="0"/>
              <a:t> Shape-aware </a:t>
            </a:r>
            <a:r>
              <a:rPr dirty="0" err="1"/>
              <a:t>Config</a:t>
            </a:r>
            <a:endParaRPr dirty="0"/>
          </a:p>
          <a:p>
            <a:r>
              <a:rPr dirty="0" err="1"/>
              <a:t>能支持</a:t>
            </a:r>
            <a:endParaRPr dirty="0"/>
          </a:p>
          <a:p>
            <a:r>
              <a:rPr dirty="0" err="1"/>
              <a:t>动态</a:t>
            </a:r>
            <a:r>
              <a:rPr dirty="0"/>
              <a:t> Shape</a:t>
            </a:r>
          </a:p>
          <a:p>
            <a:r>
              <a:rPr dirty="0" err="1"/>
              <a:t>正确运行</a:t>
            </a:r>
            <a:endParaRPr dirty="0"/>
          </a:p>
          <a:p>
            <a:r>
              <a:rPr dirty="0"/>
              <a:t>V2：自动化参数搜索</a:t>
            </a:r>
          </a:p>
          <a:p>
            <a:r>
              <a:rPr dirty="0" err="1"/>
              <a:t>标准化搜索流程</a:t>
            </a:r>
            <a:endParaRPr dirty="0"/>
          </a:p>
          <a:p>
            <a:r>
              <a:rPr dirty="0" err="1"/>
              <a:t>自动化</a:t>
            </a:r>
            <a:r>
              <a:rPr dirty="0"/>
              <a:t> </a:t>
            </a:r>
            <a:r>
              <a:rPr dirty="0" err="1"/>
              <a:t>Config</a:t>
            </a:r>
            <a:r>
              <a:rPr dirty="0"/>
              <a:t> Search</a:t>
            </a:r>
          </a:p>
          <a:p>
            <a:r>
              <a:rPr dirty="0" err="1"/>
              <a:t>性能评估与筛选</a:t>
            </a:r>
            <a:endParaRPr dirty="0"/>
          </a:p>
          <a:p>
            <a:r>
              <a:rPr dirty="0" err="1"/>
              <a:t>生成最优</a:t>
            </a:r>
            <a:r>
              <a:rPr dirty="0"/>
              <a:t> </a:t>
            </a:r>
            <a:r>
              <a:rPr dirty="0" err="1"/>
              <a:t>Config</a:t>
            </a:r>
            <a:r>
              <a:rPr dirty="0"/>
              <a:t> </a:t>
            </a:r>
            <a:r>
              <a:rPr dirty="0" err="1"/>
              <a:t>映射</a:t>
            </a:r>
            <a:endParaRPr dirty="0"/>
          </a:p>
          <a:p>
            <a:r>
              <a:rPr dirty="0" err="1"/>
              <a:t>会调参</a:t>
            </a:r>
            <a:endParaRPr dirty="0"/>
          </a:p>
          <a:p>
            <a:r>
              <a:rPr dirty="0" err="1"/>
              <a:t>不同</a:t>
            </a:r>
            <a:r>
              <a:rPr dirty="0"/>
              <a:t> Shape</a:t>
            </a:r>
          </a:p>
          <a:p>
            <a:r>
              <a:rPr dirty="0" err="1"/>
              <a:t>自动选择</a:t>
            </a:r>
            <a:endParaRPr dirty="0"/>
          </a:p>
          <a:p>
            <a:r>
              <a:rPr dirty="0" err="1"/>
              <a:t>最优参数</a:t>
            </a:r>
            <a:endParaRPr dirty="0"/>
          </a:p>
          <a:p>
            <a:r>
              <a:rPr dirty="0"/>
              <a:t>V3：多 Kernel </a:t>
            </a:r>
            <a:r>
              <a:rPr dirty="0" err="1"/>
              <a:t>结构适配</a:t>
            </a:r>
            <a:endParaRPr dirty="0"/>
          </a:p>
          <a:p>
            <a:r>
              <a:rPr dirty="0" err="1"/>
              <a:t>引入多</a:t>
            </a:r>
            <a:r>
              <a:rPr dirty="0"/>
              <a:t> Kernel Family</a:t>
            </a:r>
          </a:p>
          <a:p>
            <a:r>
              <a:rPr dirty="0"/>
              <a:t>Family × </a:t>
            </a:r>
            <a:r>
              <a:rPr dirty="0" err="1"/>
              <a:t>Config</a:t>
            </a:r>
            <a:r>
              <a:rPr dirty="0"/>
              <a:t> </a:t>
            </a:r>
            <a:r>
              <a:rPr dirty="0" err="1"/>
              <a:t>联合搜索</a:t>
            </a:r>
            <a:endParaRPr dirty="0"/>
          </a:p>
          <a:p>
            <a:r>
              <a:rPr dirty="0" err="1"/>
              <a:t>形状特征驱动的调度策略</a:t>
            </a:r>
            <a:endParaRPr dirty="0"/>
          </a:p>
          <a:p>
            <a:r>
              <a:rPr dirty="0" err="1"/>
              <a:t>面向</a:t>
            </a:r>
            <a:r>
              <a:rPr dirty="0"/>
              <a:t> MLU </a:t>
            </a:r>
            <a:r>
              <a:rPr dirty="0" err="1"/>
              <a:t>的硬件感知优化</a:t>
            </a:r>
            <a:endParaRPr dirty="0"/>
          </a:p>
          <a:p>
            <a:r>
              <a:rPr dirty="0" err="1"/>
              <a:t>选结构</a:t>
            </a:r>
            <a:endParaRPr dirty="0"/>
          </a:p>
          <a:p>
            <a:r>
              <a:rPr dirty="0" err="1"/>
              <a:t>不同</a:t>
            </a:r>
            <a:r>
              <a:rPr dirty="0"/>
              <a:t> Shape</a:t>
            </a:r>
          </a:p>
          <a:p>
            <a:r>
              <a:rPr dirty="0" err="1"/>
              <a:t>选择最合适的</a:t>
            </a:r>
            <a:endParaRPr dirty="0"/>
          </a:p>
          <a:p>
            <a:r>
              <a:rPr dirty="0"/>
              <a:t>Kernel + </a:t>
            </a:r>
            <a:r>
              <a:rPr dirty="0" err="1"/>
              <a:t>Config</a:t>
            </a:r>
            <a:endParaRPr dirty="0"/>
          </a:p>
          <a:p>
            <a:r>
              <a:rPr dirty="0" err="1"/>
              <a:t>最终的动态算子开发</a:t>
            </a:r>
            <a:r>
              <a:rPr dirty="0"/>
              <a:t> Skill </a:t>
            </a:r>
            <a:r>
              <a:rPr dirty="0" err="1"/>
              <a:t>架构</a:t>
            </a:r>
            <a:endParaRPr dirty="0"/>
          </a:p>
          <a:p>
            <a:r>
              <a:rPr dirty="0" err="1"/>
              <a:t>用户输入</a:t>
            </a:r>
            <a:endParaRPr dirty="0"/>
          </a:p>
          <a:p>
            <a:r>
              <a:rPr dirty="0" err="1"/>
              <a:t>算子需求</a:t>
            </a:r>
            <a:r>
              <a:rPr dirty="0"/>
              <a:t> + </a:t>
            </a:r>
            <a:r>
              <a:rPr dirty="0" err="1"/>
              <a:t>动态</a:t>
            </a:r>
            <a:r>
              <a:rPr dirty="0"/>
              <a:t> Shape </a:t>
            </a:r>
            <a:r>
              <a:rPr dirty="0" err="1"/>
              <a:t>范围</a:t>
            </a:r>
            <a:r>
              <a:rPr dirty="0"/>
              <a:t> + </a:t>
            </a:r>
            <a:r>
              <a:rPr dirty="0" err="1"/>
              <a:t>目标平台</a:t>
            </a:r>
            <a:endParaRPr dirty="0"/>
          </a:p>
          <a:p>
            <a:r>
              <a:rPr dirty="0"/>
              <a:t>1</a:t>
            </a:r>
          </a:p>
          <a:p>
            <a:r>
              <a:rPr dirty="0" err="1"/>
              <a:t>需求分析与</a:t>
            </a:r>
            <a:r>
              <a:rPr dirty="0"/>
              <a:t> Shape </a:t>
            </a:r>
            <a:r>
              <a:rPr dirty="0" err="1"/>
              <a:t>定义</a:t>
            </a:r>
            <a:endParaRPr dirty="0"/>
          </a:p>
          <a:p>
            <a:r>
              <a:rPr dirty="0" err="1"/>
              <a:t>解析需求，生成</a:t>
            </a:r>
            <a:r>
              <a:rPr dirty="0"/>
              <a:t> Shape Contract </a:t>
            </a:r>
            <a:r>
              <a:rPr dirty="0" err="1"/>
              <a:t>和约束条件</a:t>
            </a:r>
            <a:endParaRPr dirty="0"/>
          </a:p>
          <a:p>
            <a:r>
              <a:rPr dirty="0"/>
              <a:t>2</a:t>
            </a:r>
          </a:p>
          <a:p>
            <a:r>
              <a:rPr dirty="0"/>
              <a:t>Kernel Family </a:t>
            </a:r>
            <a:r>
              <a:rPr dirty="0" err="1"/>
              <a:t>设计与生成</a:t>
            </a:r>
            <a:endParaRPr dirty="0"/>
          </a:p>
          <a:p>
            <a:r>
              <a:rPr dirty="0" err="1"/>
              <a:t>根据</a:t>
            </a:r>
            <a:r>
              <a:rPr dirty="0"/>
              <a:t> Shape </a:t>
            </a:r>
            <a:r>
              <a:rPr dirty="0" err="1"/>
              <a:t>特征生成多种</a:t>
            </a:r>
            <a:r>
              <a:rPr dirty="0"/>
              <a:t> Kernel </a:t>
            </a:r>
            <a:r>
              <a:rPr dirty="0" err="1"/>
              <a:t>结构</a:t>
            </a:r>
            <a:endParaRPr dirty="0"/>
          </a:p>
          <a:p>
            <a:r>
              <a:rPr dirty="0"/>
              <a:t>3</a:t>
            </a:r>
          </a:p>
          <a:p>
            <a:r>
              <a:rPr dirty="0" err="1"/>
              <a:t>参数搜索与性能评估</a:t>
            </a:r>
            <a:endParaRPr dirty="0"/>
          </a:p>
          <a:p>
            <a:r>
              <a:rPr dirty="0" err="1"/>
              <a:t>自动化搜索</a:t>
            </a:r>
            <a:r>
              <a:rPr dirty="0"/>
              <a:t> </a:t>
            </a:r>
            <a:r>
              <a:rPr dirty="0" err="1"/>
              <a:t>Config，评估并筛选最优组合</a:t>
            </a:r>
            <a:endParaRPr dirty="0"/>
          </a:p>
          <a:p>
            <a:r>
              <a:rPr dirty="0"/>
              <a:t>4</a:t>
            </a:r>
          </a:p>
          <a:p>
            <a:r>
              <a:rPr dirty="0" err="1"/>
              <a:t>验证与回归</a:t>
            </a:r>
            <a:endParaRPr dirty="0"/>
          </a:p>
          <a:p>
            <a:r>
              <a:rPr dirty="0"/>
              <a:t>多 Shape </a:t>
            </a:r>
            <a:r>
              <a:rPr dirty="0" err="1"/>
              <a:t>全面测试，确保正确性与性能稳定</a:t>
            </a:r>
            <a:endParaRPr dirty="0"/>
          </a:p>
          <a:p>
            <a:r>
              <a:rPr dirty="0"/>
              <a:t>5</a:t>
            </a:r>
          </a:p>
          <a:p>
            <a:r>
              <a:rPr dirty="0" err="1"/>
              <a:t>生成部署包</a:t>
            </a:r>
            <a:endParaRPr dirty="0"/>
          </a:p>
          <a:p>
            <a:r>
              <a:rPr dirty="0" err="1"/>
              <a:t>输出最终</a:t>
            </a:r>
            <a:r>
              <a:rPr dirty="0"/>
              <a:t> </a:t>
            </a:r>
            <a:r>
              <a:rPr dirty="0" err="1"/>
              <a:t>Kernel、调度逻辑与配置文件</a:t>
            </a:r>
            <a:endParaRPr dirty="0"/>
          </a:p>
          <a:p>
            <a:r>
              <a:rPr dirty="0" err="1"/>
              <a:t>可部署的动态算子</a:t>
            </a:r>
            <a:endParaRPr dirty="0"/>
          </a:p>
          <a:p>
            <a:r>
              <a:rPr dirty="0" err="1"/>
              <a:t>支持多</a:t>
            </a:r>
            <a:r>
              <a:rPr dirty="0"/>
              <a:t> Shape / 多 Kernel / </a:t>
            </a:r>
            <a:r>
              <a:rPr dirty="0" err="1"/>
              <a:t>自动调度</a:t>
            </a:r>
            <a:r>
              <a:rPr dirty="0"/>
              <a:t> / </a:t>
            </a:r>
            <a:r>
              <a:rPr dirty="0" err="1"/>
              <a:t>高性能</a:t>
            </a:r>
            <a:endParaRPr dirty="0"/>
          </a:p>
          <a:p>
            <a:r>
              <a:rPr dirty="0" err="1"/>
              <a:t>关键能力对比</a:t>
            </a:r>
            <a:endParaRPr dirty="0"/>
          </a:p>
          <a:p>
            <a:r>
              <a:rPr dirty="0" err="1"/>
              <a:t>最终成果的核心优势</a:t>
            </a:r>
            <a:endParaRPr dirty="0"/>
          </a:p>
          <a:p>
            <a:r>
              <a:rPr dirty="0" err="1"/>
              <a:t>更强的通用性</a:t>
            </a:r>
            <a:endParaRPr dirty="0"/>
          </a:p>
          <a:p>
            <a:r>
              <a:rPr dirty="0" err="1"/>
              <a:t>支持多</a:t>
            </a:r>
            <a:r>
              <a:rPr dirty="0"/>
              <a:t> </a:t>
            </a:r>
            <a:r>
              <a:rPr dirty="0" err="1"/>
              <a:t>Shape、多场景</a:t>
            </a:r>
            <a:endParaRPr dirty="0"/>
          </a:p>
          <a:p>
            <a:r>
              <a:rPr dirty="0" err="1"/>
              <a:t>适应不同业务需求</a:t>
            </a:r>
            <a:endParaRPr dirty="0"/>
          </a:p>
          <a:p>
            <a:r>
              <a:rPr dirty="0" err="1"/>
              <a:t>更高的性能</a:t>
            </a:r>
            <a:endParaRPr dirty="0"/>
          </a:p>
          <a:p>
            <a:r>
              <a:rPr dirty="0" err="1"/>
              <a:t>自动化选参</a:t>
            </a:r>
            <a:r>
              <a:rPr dirty="0"/>
              <a:t> + </a:t>
            </a:r>
            <a:r>
              <a:rPr dirty="0" err="1"/>
              <a:t>结构特化</a:t>
            </a:r>
            <a:endParaRPr dirty="0"/>
          </a:p>
          <a:p>
            <a:r>
              <a:rPr dirty="0" err="1"/>
              <a:t>充分利用</a:t>
            </a:r>
            <a:r>
              <a:rPr dirty="0"/>
              <a:t> MLU </a:t>
            </a:r>
            <a:r>
              <a:rPr dirty="0" err="1"/>
              <a:t>硬件特性</a:t>
            </a:r>
            <a:endParaRPr dirty="0"/>
          </a:p>
          <a:p>
            <a:r>
              <a:rPr dirty="0" err="1"/>
              <a:t>更高的开发效率</a:t>
            </a:r>
            <a:endParaRPr dirty="0"/>
          </a:p>
          <a:p>
            <a:r>
              <a:rPr dirty="0" err="1"/>
              <a:t>标准化流程，减少人工调试</a:t>
            </a:r>
            <a:endParaRPr dirty="0"/>
          </a:p>
          <a:p>
            <a:r>
              <a:rPr dirty="0" err="1"/>
              <a:t>可复用、可扩展的开发框架</a:t>
            </a:r>
            <a:endParaRPr dirty="0"/>
          </a:p>
          <a:p>
            <a:r>
              <a:rPr dirty="0" err="1"/>
              <a:t>更好的工程落地</a:t>
            </a:r>
            <a:endParaRPr dirty="0"/>
          </a:p>
          <a:p>
            <a:r>
              <a:rPr dirty="0" err="1"/>
              <a:t>完整的调度与部署方案</a:t>
            </a:r>
            <a:endParaRPr dirty="0"/>
          </a:p>
          <a:p>
            <a:r>
              <a:rPr dirty="0" err="1"/>
              <a:t>便于后续维护和扩展</a:t>
            </a:r>
            <a:endParaRPr dirty="0"/>
          </a:p>
          <a:p>
            <a:r>
              <a:rPr dirty="0"/>
              <a:t>»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119721419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算子的开发流程具有通用性，但是由于</a:t>
            </a:r>
          </a:p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硬件架构的差异和原</a:t>
            </a:r>
            <a:r>
              <a:rPr lang="en-US" altLang="zh-CN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skill</a:t>
            </a: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流程与</a:t>
            </a:r>
          </a:p>
          <a:p>
            <a:pPr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242424"/>
                </a:solidFill>
                <a:latin typeface="Arial"/>
                <a:ea typeface="Arial"/>
                <a:cs typeface="Arial"/>
              </a:rPr>
              <a:t>各种专属信息相互耦合，无法简单修改复用。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3051388143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 err="1"/>
              <a:t>第一阶段明确目标平台（GPU、MLU、Ascend或其他</a:t>
            </a:r>
            <a:r>
              <a:rPr dirty="0"/>
              <a:t>）、</a:t>
            </a:r>
            <a:r>
              <a:rPr dirty="0" err="1"/>
              <a:t>编程后端（Triton、CUDA</a:t>
            </a:r>
            <a:r>
              <a:rPr dirty="0"/>
              <a:t> C、BANG </a:t>
            </a:r>
            <a:r>
              <a:rPr dirty="0" err="1"/>
              <a:t>C、Ascend</a:t>
            </a:r>
            <a:r>
              <a:rPr dirty="0"/>
              <a:t> </a:t>
            </a:r>
            <a:r>
              <a:rPr dirty="0" err="1"/>
              <a:t>C等</a:t>
            </a:r>
            <a:r>
              <a:rPr dirty="0"/>
              <a:t>）、环境版本及算子需求。精度示例为FP16、BF16、FP32，性能指标为相对基线或绝对值。第二阶段复用已验证的方法，不重新设计流程。第三阶段补齐可执行机制：执行阶段生成Kernel/Test/Script，经编译、运行、精度、性能Gate检查，PASS进入下一阶段，FAIL进入自动或人工Retry，也可Fallback；保留Artifact并利用Cache加速迭代。第四阶段按规范封装为&lt;platform&gt;-operator V0。第五阶段依次检查L1基础能力、L2平台行为、L3典型算子，并输出测试结果与问题清单。第六阶段根据结果持续优化，形成稳定、可恢复、可复用且工程规范完善的Skill。后续扩展算子类型、Shape、精度、平台及社区分享。验证失败时分别定位Workflow、Platform </a:t>
            </a:r>
            <a:r>
              <a:rPr dirty="0" err="1"/>
              <a:t>Knowledge、Optimization问题，修改流程、补充平台知识、完善优化规则后重新测试，直至满足要求</a:t>
            </a:r>
            <a:r>
              <a:rPr dirty="0"/>
              <a:t>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88597346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L1基础能力验证首先确认开发环境和基础工具链正常，能够编译运行简单Kernel，输出Environment Report。L2通过Microbenchmark验证内存带宽、延迟、计算峰值、数据类型、Tile和并行策略、资源占用、计数器、时间分布及瓶颈，确认Platform </a:t>
            </a:r>
            <a:r>
              <a:rPr dirty="0" err="1"/>
              <a:t>Profile准确性，输出Platform</a:t>
            </a:r>
            <a:r>
              <a:rPr dirty="0"/>
              <a:t> Behavior Report。L3开发LayerNorm、Softmax和MatMul，验证正确性、性能及开发效率，输出Kernel Result &amp; Benchmark。</a:t>
            </a:r>
          </a:p>
          <a:p>
            <a:r>
              <a:rPr dirty="0" err="1"/>
              <a:t>LayerNorm包含静态和动态Shape、与PyTorch正确性对比及性能测试；Softmax包含因果</a:t>
            </a:r>
            <a:r>
              <a:rPr dirty="0"/>
              <a:t>/</a:t>
            </a:r>
            <a:r>
              <a:rPr dirty="0" err="1"/>
              <a:t>Mask、大规模Shape、性能和显存占用；MatMul包含矩阵规模、精度、数值正确性与并行策略</a:t>
            </a:r>
            <a:r>
              <a:rPr dirty="0"/>
              <a:t>。</a:t>
            </a:r>
          </a:p>
          <a:p>
            <a:r>
              <a:rPr dirty="0" err="1"/>
              <a:t>失败或性能不达标时分类定位：环境与工具问题（驱动版本不兼容、依赖缺失、编译运行错误、硬件不可用</a:t>
            </a:r>
            <a:r>
              <a:rPr dirty="0"/>
              <a:t>）、</a:t>
            </a:r>
            <a:r>
              <a:rPr dirty="0" err="1"/>
              <a:t>平台知识问题（API理解、硬件特性、访存</a:t>
            </a:r>
            <a:r>
              <a:rPr dirty="0"/>
              <a:t>/</a:t>
            </a:r>
            <a:r>
              <a:rPr dirty="0" err="1"/>
              <a:t>计算聚合与Profiler口径</a:t>
            </a:r>
            <a:r>
              <a:rPr dirty="0"/>
              <a:t>）、</a:t>
            </a:r>
            <a:r>
              <a:rPr dirty="0" err="1"/>
              <a:t>其他问题（用例、性能评估等</a:t>
            </a:r>
            <a:r>
              <a:rPr dirty="0"/>
              <a:t>）。修正后更新代码与资源并Re-test；FAIL继续迭代，PASS形成稳定可用Skill。本页L1/L2/L3定义为本组新平台开发指南的验证分层。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16738595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dirty="0"/>
              <a:t>测试配置：统一测试集，LayerNorm、Softmax、MatMul；典型静态与动态Shape；FP16计算、FP32累加；指标包括相对PyTorch加速比、开发耗时及正确性。四类Skill为寒武纪MLU+Triton、寒武纪MLU+BANG C、NVIDIA </a:t>
            </a:r>
            <a:r>
              <a:rPr dirty="0" err="1"/>
              <a:t>GPU+Triton、NVIDIA</a:t>
            </a:r>
            <a:r>
              <a:rPr dirty="0"/>
              <a:t> GPU+CUDA C。</a:t>
            </a:r>
          </a:p>
          <a:p>
            <a:r>
              <a:rPr dirty="0" err="1"/>
              <a:t>性能（LayerNorm</a:t>
            </a:r>
            <a:r>
              <a:rPr dirty="0"/>
              <a:t>/</a:t>
            </a:r>
            <a:r>
              <a:rPr dirty="0" err="1"/>
              <a:t>Softmax</a:t>
            </a:r>
            <a:r>
              <a:rPr dirty="0"/>
              <a:t>/</a:t>
            </a:r>
            <a:r>
              <a:rPr dirty="0" err="1"/>
              <a:t>MatMul</a:t>
            </a:r>
            <a:r>
              <a:rPr dirty="0"/>
              <a:t>）：MLU Triton=1.00/1.23/0.45倍，BANG C=0.01/0.05/0.33倍，GPU Triton=1.43/1.06/0.53倍，CUDA C=1.45/1.06/0.33倍。加速比小于1表示慢于PyTorch基线。</a:t>
            </a:r>
          </a:p>
          <a:p>
            <a:r>
              <a:rPr dirty="0" err="1"/>
              <a:t>开发耗时从需求输入到通过验证，单位小时：MLU</a:t>
            </a:r>
            <a:r>
              <a:rPr dirty="0"/>
              <a:t> Triton=1.0/1.2/1.8，BANG C=3.5/3.2/4.0，GPU Triton=0.8/1.0/1.6，CUDA C=0.7/0.9/1.5。</a:t>
            </a:r>
          </a:p>
          <a:p>
            <a:r>
              <a:rPr dirty="0" err="1"/>
              <a:t>本组结果支持方法可复用、可迁移，但MatMul表现和BANG</a:t>
            </a:r>
            <a:r>
              <a:rPr dirty="0"/>
              <a:t> </a:t>
            </a:r>
            <a:r>
              <a:rPr dirty="0" err="1"/>
              <a:t>C整体性能暴露平台知识不足。通过定位问题、补充Platform</a:t>
            </a:r>
            <a:r>
              <a:rPr dirty="0"/>
              <a:t> Profile、优化规则及参考实现持续完善。具体设备型号、软件版本、完整Shape清单及统计口径未随图片提供，数值按原图报告，未独立复测。</a:t>
            </a:r>
          </a:p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930338469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2249424990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>
              <a:defRPr/>
            </a:pPr>
            <a:fld id="{921D937D-FF6F-4B1D-B89F-1F2DB302E420}" type="slidenum">
              <a:rPr lang="en-US" altLang="zh-CN" smtClean="0">
                <a:solidFill>
                  <a:prstClr val="black"/>
                </a:solidFill>
              </a:rPr>
              <a:t>21</a:t>
            </a:fld>
            <a:endParaRPr lang="en-US" altLang="zh-CN">
              <a:solidFill>
                <a:prstClr val="black"/>
              </a:solidFill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5" descr="C:\Documents and Settings\DingQi\桌面\封面1.jp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5" name="Rectangle 5"/>
          <p:cNvSpPr>
            <a:spLocks noChangeArrowheads="1"/>
          </p:cNvSpPr>
          <p:nvPr/>
        </p:nvSpPr>
        <p:spPr bwMode="auto">
          <a:xfrm>
            <a:off x="3887788" y="981075"/>
            <a:ext cx="3924300" cy="360363"/>
          </a:xfrm>
          <a:prstGeom prst="rect">
            <a:avLst/>
          </a:prstGeom>
          <a:noFill/>
          <a:ln w="9525">
            <a:noFill/>
            <a:miter lim="800000"/>
          </a:ln>
          <a:effectLst/>
        </p:spPr>
        <p:txBody>
          <a:bodyPr/>
          <a:lstStyle/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endParaRPr lang="zh-CN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11267" name="Rectangle 3"/>
          <p:cNvSpPr>
            <a:spLocks noGrp="1" noChangeArrowheads="1"/>
          </p:cNvSpPr>
          <p:nvPr>
            <p:ph type="ctrTitle" hasCustomPrompt="1"/>
          </p:nvPr>
        </p:nvSpPr>
        <p:spPr>
          <a:xfrm>
            <a:off x="684213" y="4437063"/>
            <a:ext cx="7415212" cy="792162"/>
          </a:xfrm>
        </p:spPr>
        <p:txBody>
          <a:bodyPr/>
          <a:lstStyle>
            <a:lvl1pPr algn="ctr">
              <a:defRPr sz="2400">
                <a:latin typeface="黑体" panose="02010609060101010101" pitchFamily="2" charset="-122"/>
              </a:defRPr>
            </a:lvl1pPr>
          </a:lstStyle>
          <a:p>
            <a:r>
              <a:rPr lang="zh-CN" altLang="en-US"/>
              <a:t>海康威视</a:t>
            </a:r>
            <a:r>
              <a:rPr lang="en-US" altLang="zh-CN"/>
              <a:t>-</a:t>
            </a:r>
            <a:r>
              <a:rPr lang="zh-CN" altLang="en-US"/>
              <a:t>致力于人人轻松享有安全的品质生活</a:t>
            </a:r>
          </a:p>
        </p:txBody>
      </p:sp>
      <p:sp>
        <p:nvSpPr>
          <p:cNvPr id="11268" name="Rectangle 4"/>
          <p:cNvSpPr>
            <a:spLocks noGrp="1" noChangeArrowheads="1"/>
          </p:cNvSpPr>
          <p:nvPr>
            <p:ph type="subTitle" idx="1" hasCustomPrompt="1"/>
          </p:nvPr>
        </p:nvSpPr>
        <p:spPr>
          <a:xfrm>
            <a:off x="1258888" y="5373688"/>
            <a:ext cx="6192837" cy="647700"/>
          </a:xfrm>
        </p:spPr>
        <p:txBody>
          <a:bodyPr/>
          <a:lstStyle>
            <a:lvl1pPr marL="0" indent="0" algn="ctr">
              <a:buFont typeface="Wingdings" panose="05000000000000000000" pitchFamily="2" charset="2"/>
              <a:buNone/>
              <a:defRPr sz="1500">
                <a:solidFill>
                  <a:srgbClr val="FF0000"/>
                </a:solidFill>
                <a:ea typeface="黑体" panose="02010609060101010101" pitchFamily="2" charset="-122"/>
              </a:defRPr>
            </a:lvl1pPr>
          </a:lstStyle>
          <a:p>
            <a:r>
              <a:rPr lang="zh-CN" altLang="en-US"/>
              <a:t>提示：此为企业简介素材稿，实际使用时，务必根据受众进行修改！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A87ADB12-80F7-A01C-7F44-7855CE7EFB0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D1CED75-4792-49C9-96DE-52CEC5167801}" type="datetime1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9D8E686C-B0CD-7532-F19D-FA0F51A40F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13FDAC54-4A7D-4095-2F47-521798DAA61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01638" y="1125538"/>
            <a:ext cx="8418512" cy="5039766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</a:p>
          <a:p>
            <a:pPr lvl="1"/>
            <a:r>
              <a:rPr lang="zh-CN" altLang="en-US" dirty="0"/>
              <a:t>第二级</a:t>
            </a:r>
          </a:p>
          <a:p>
            <a:pPr lvl="2"/>
            <a:r>
              <a:rPr lang="zh-CN" altLang="en-US" dirty="0"/>
              <a:t>第三级</a:t>
            </a:r>
          </a:p>
          <a:p>
            <a:pPr lvl="3"/>
            <a:r>
              <a:rPr lang="zh-CN" altLang="en-US" dirty="0"/>
              <a:t>第四级</a:t>
            </a:r>
          </a:p>
          <a:p>
            <a:pPr lvl="4"/>
            <a:r>
              <a:rPr lang="zh-CN" altLang="en-US" dirty="0"/>
              <a:t>第五级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BBFE0A0F-4D04-41F2-5C75-2BD399A4A9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B413C77-157B-4068-91CA-B8A816C91099}" type="datetime1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958958FF-8B96-DB04-35F1-04AF939F85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C78DB94-BC2B-40EC-C4DB-9A205EA663A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  <p:transition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E29EAC0-EE8D-413D-A21B-0D2A72478F42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01638" y="1125538"/>
            <a:ext cx="4132262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86300" y="1125538"/>
            <a:ext cx="4133850" cy="532765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D3F1968E-894F-4211-B0BF-63EE4DA3F7B9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124744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1764506"/>
            <a:ext cx="4040188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124744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1764506"/>
            <a:ext cx="4041775" cy="476083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7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9A7CA4D-2171-408E-A939-F36EE516B6A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  <p:sp>
        <p:nvSpPr>
          <p:cNvPr id="8" name="标题 7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</p:spTree>
  </p:cSld>
  <p:clrMapOvr>
    <a:masterClrMapping/>
  </p:clrMapOvr>
  <p:transition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4D9DD1D4-B7E5-4098-8F5C-EB7642E9FDEF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25AE5E8-78B1-4C3B-BC84-D093E810BF5A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640483DA-DF80-4B08-ACB7-D0B629795B5C}" type="slidenum">
              <a:rPr lang="en-US" altLang="zh-CN" smtClean="0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5B201915-0E22-43AE-BDDF-AED20E46C431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02960EE9-FF42-4359-8489-CF7EF7090110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715125" y="333375"/>
            <a:ext cx="2105025" cy="6119813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333375"/>
            <a:ext cx="6167437" cy="6119813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Rectangle 6"/>
          <p:cNvSpPr>
            <a:spLocks noGrp="1" noChangeArrowheads="1"/>
          </p:cNvSpPr>
          <p:nvPr>
            <p:ph type="sldNum" sz="quarter" idx="10"/>
          </p:nvPr>
        </p:nvSpPr>
        <p:spPr>
          <a:xfrm>
            <a:off x="8256588" y="6570663"/>
            <a:ext cx="801687" cy="144462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pPr fontAlgn="base">
              <a:spcBef>
                <a:spcPct val="0"/>
              </a:spcBef>
              <a:spcAft>
                <a:spcPct val="0"/>
              </a:spcAft>
              <a:defRPr/>
            </a:pPr>
            <a:fld id="{9BC52341-E375-4B05-82D0-BA6978ED3076}" type="slidenum">
              <a:rPr lang="en-US" altLang="zh-CN">
                <a:solidFill>
                  <a:srgbClr val="000000"/>
                </a:solidFill>
                <a:ea typeface="宋体" panose="02010600030101010101" pitchFamily="2" charset="-122"/>
              </a:rPr>
              <a:t>‹#›</a:t>
            </a:fld>
            <a:endParaRPr lang="en-US" altLang="zh-CN">
              <a:solidFill>
                <a:srgbClr val="000000"/>
              </a:solidFill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/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e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50" name="Picture 19" descr="内页"/>
          <p:cNvPicPr>
            <a:picLocks noChangeAspect="1" noChangeArrowheads="1"/>
          </p:cNvPicPr>
          <p:nvPr userDrawn="1"/>
        </p:nvPicPr>
        <p:blipFill>
          <a:blip r:embed="rId1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51" name="Rectangle 3"/>
          <p:cNvSpPr>
            <a:spLocks noGrp="1" noChangeArrowheads="1"/>
          </p:cNvSpPr>
          <p:nvPr>
            <p:ph type="title"/>
          </p:nvPr>
        </p:nvSpPr>
        <p:spPr bwMode="auto">
          <a:xfrm>
            <a:off x="395288" y="333375"/>
            <a:ext cx="6840537" cy="5032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ctr" anchorCtr="0" compatLnSpc="1"/>
          <a:lstStyle/>
          <a:p>
            <a:pPr lvl="0"/>
            <a:r>
              <a:rPr lang="zh-CN" altLang="en-US" dirty="0"/>
              <a:t>单击此处编辑母版标题样式</a:t>
            </a:r>
          </a:p>
        </p:txBody>
      </p:sp>
      <p:sp>
        <p:nvSpPr>
          <p:cNvPr id="2052" name="Rectangle 4"/>
          <p:cNvSpPr>
            <a:spLocks noGrp="1" noChangeArrowheads="1"/>
          </p:cNvSpPr>
          <p:nvPr>
            <p:ph type="body" idx="1"/>
          </p:nvPr>
        </p:nvSpPr>
        <p:spPr bwMode="auto">
          <a:xfrm>
            <a:off x="401638" y="1125538"/>
            <a:ext cx="8418512" cy="5327650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2" name="日期占位符 1">
            <a:extLst>
              <a:ext uri="{FF2B5EF4-FFF2-40B4-BE49-F238E27FC236}">
                <a16:creationId xmlns:a16="http://schemas.microsoft.com/office/drawing/2014/main" id="{FF9271A2-93DF-7A6F-2D2B-5F92F6267D3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286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CAECCDF-A69F-4AEA-A1AD-E760662E1A1D}" type="datetime1">
              <a:rPr lang="zh-CN" altLang="en-US" smtClean="0"/>
              <a:t>2026/9/17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5F8F8061-CB16-1679-5F72-560D272EB72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3028950" y="6356350"/>
            <a:ext cx="30861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B6555A88-A7DE-EDB4-CB1B-79506CBAD75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6457950" y="6356350"/>
            <a:ext cx="20574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03621AC1-4C4D-435F-BACF-B518BC126F02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ransition/>
  <p:hf hdr="0" ft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1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5pPr>
      <a:lvl6pPr marL="4572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6pPr>
      <a:lvl7pPr marL="9144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7pPr>
      <a:lvl8pPr marL="13716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8pPr>
      <a:lvl9pPr marL="1828800" algn="l" rtl="0" fontAlgn="base">
        <a:spcBef>
          <a:spcPct val="0"/>
        </a:spcBef>
        <a:spcAft>
          <a:spcPct val="0"/>
        </a:spcAft>
        <a:defRPr sz="2600" b="1">
          <a:solidFill>
            <a:schemeClr val="tx2"/>
          </a:solidFill>
          <a:latin typeface="Arial" panose="020B0604020202020204" pitchFamily="34" charset="0"/>
          <a:ea typeface="微软雅黑" panose="020B0503020204020204" pitchFamily="34" charset="-122"/>
        </a:defRPr>
      </a:lvl9pPr>
    </p:titleStyle>
    <p:bodyStyle>
      <a:lvl1pPr marL="342900" indent="-3429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n"/>
        <a:defRPr sz="26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p"/>
        <a:defRPr sz="2200">
          <a:solidFill>
            <a:schemeClr val="tx1"/>
          </a:solidFill>
          <a:latin typeface="+mn-lt"/>
          <a:ea typeface="+mn-ea"/>
        </a:defRPr>
      </a:lvl2pPr>
      <a:lvl3pPr marL="11430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Ø"/>
        <a:defRPr sz="2400">
          <a:solidFill>
            <a:schemeClr val="tx1"/>
          </a:solidFill>
          <a:latin typeface="+mn-lt"/>
          <a:ea typeface="+mn-ea"/>
        </a:defRPr>
      </a:lvl3pPr>
      <a:lvl4pPr marL="16002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Wingdings" panose="05000000000000000000" pitchFamily="2" charset="2"/>
        <a:buChar char="§"/>
        <a:defRPr sz="1600">
          <a:solidFill>
            <a:schemeClr val="tx1"/>
          </a:solidFill>
          <a:latin typeface="+mn-lt"/>
          <a:ea typeface="+mn-ea"/>
        </a:defRPr>
      </a:lvl4pPr>
      <a:lvl5pPr marL="2057400" indent="-228600" algn="l" rtl="0" eaLnBrk="0" fontAlgn="base" hangingPunct="0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5pPr>
      <a:lvl6pPr marL="25146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6pPr>
      <a:lvl7pPr marL="29718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7pPr>
      <a:lvl8pPr marL="34290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8pPr>
      <a:lvl9pPr marL="3886200" indent="-228600" algn="l" rtl="0" fontAlgn="base">
        <a:lnSpc>
          <a:spcPct val="120000"/>
        </a:lnSpc>
        <a:spcBef>
          <a:spcPct val="20000"/>
        </a:spcBef>
        <a:spcAft>
          <a:spcPct val="0"/>
        </a:spcAft>
        <a:buClr>
          <a:srgbClr val="FF0000"/>
        </a:buClr>
        <a:buFont typeface="Arial" panose="020B0604020202020204" pitchFamily="34" charset="0"/>
        <a:buChar char="-"/>
        <a:defRPr sz="1400">
          <a:solidFill>
            <a:schemeClr val="tx1"/>
          </a:solidFill>
          <a:latin typeface="+mn-lt"/>
          <a:ea typeface="+mn-ea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3"/>
          <p:cNvSpPr>
            <a:spLocks noGrp="1"/>
          </p:cNvSpPr>
          <p:nvPr>
            <p:ph type="ctrTitle"/>
          </p:nvPr>
        </p:nvSpPr>
        <p:spPr>
          <a:xfrm>
            <a:off x="792460" y="4509046"/>
            <a:ext cx="7415213" cy="792162"/>
          </a:xfrm>
        </p:spPr>
        <p:txBody>
          <a:bodyPr/>
          <a:lstStyle/>
          <a:p>
            <a:pPr>
              <a:defRPr/>
            </a:pPr>
            <a:r>
              <a:rPr lang="zh-CN" altLang="en-US" sz="2800" dirty="0">
                <a:latin typeface="+mn-ea"/>
                <a:ea typeface="+mn-ea"/>
              </a:rPr>
              <a:t>转正答辩</a:t>
            </a:r>
            <a:endParaRPr lang="zh-CN" altLang="en-US" sz="2000" dirty="0">
              <a:solidFill>
                <a:schemeClr val="tx1"/>
              </a:solidFill>
              <a:latin typeface="+mn-ea"/>
              <a:ea typeface="+mn-ea"/>
            </a:endParaRPr>
          </a:p>
        </p:txBody>
      </p:sp>
      <p:sp>
        <p:nvSpPr>
          <p:cNvPr id="4099" name="副标题 4"/>
          <p:cNvSpPr>
            <a:spLocks noGrp="1"/>
          </p:cNvSpPr>
          <p:nvPr>
            <p:ph type="subTitle" idx="1"/>
          </p:nvPr>
        </p:nvSpPr>
        <p:spPr>
          <a:xfrm>
            <a:off x="1403648" y="5445596"/>
            <a:ext cx="6192837" cy="647700"/>
          </a:xfrm>
        </p:spPr>
        <p:txBody>
          <a:bodyPr/>
          <a:lstStyle/>
          <a:p>
            <a:pPr>
              <a:defRPr/>
            </a:pPr>
            <a:r>
              <a:rPr lang="zh-CN" altLang="en-US" sz="1800" dirty="0">
                <a:solidFill>
                  <a:schemeClr val="tx1"/>
                </a:solidFill>
                <a:latin typeface="+mn-ea"/>
                <a:ea typeface="+mn-ea"/>
              </a:rPr>
              <a:t>霍子昂</a:t>
            </a:r>
            <a:endParaRPr lang="en-US" altLang="zh-CN" sz="1800" dirty="0">
              <a:solidFill>
                <a:schemeClr val="tx1"/>
              </a:solidFill>
              <a:latin typeface="+mn-ea"/>
              <a:ea typeface="+mn-ea"/>
            </a:endParaRPr>
          </a:p>
          <a:p>
            <a:pPr>
              <a:defRPr/>
            </a:pPr>
            <a:r>
              <a:rPr lang="en-US" altLang="zh-CN" sz="1800" dirty="0">
                <a:solidFill>
                  <a:schemeClr val="tx1"/>
                </a:solidFill>
                <a:latin typeface="+mn-ea"/>
                <a:ea typeface="+mn-ea"/>
              </a:rPr>
              <a:t>2026/09/23</a:t>
            </a:r>
            <a:endParaRPr lang="en-US" altLang="zh-CN" sz="1800" dirty="0">
              <a:solidFill>
                <a:schemeClr val="tx1"/>
              </a:solidFill>
              <a:latin typeface="+mn-ea"/>
            </a:endParaRPr>
          </a:p>
        </p:txBody>
      </p:sp>
    </p:spTree>
  </p:cSld>
  <p:clrMapOvr>
    <a:masterClrMapping/>
  </p:clrMapOvr>
  <p:transition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目录</a:t>
            </a:r>
          </a:p>
        </p:txBody>
      </p:sp>
      <p:graphicFrame>
        <p:nvGraphicFramePr>
          <p:cNvPr id="7" name="图示 6"/>
          <p:cNvGraphicFramePr/>
          <p:nvPr>
            <p:extLst>
              <p:ext uri="{D42A27DB-BD31-4B8C-83A1-F6EECF244321}">
                <p14:modId xmlns:p14="http://schemas.microsoft.com/office/powerpoint/2010/main" val="576205554"/>
              </p:ext>
            </p:extLst>
          </p:nvPr>
        </p:nvGraphicFramePr>
        <p:xfrm>
          <a:off x="1763688" y="1556792"/>
          <a:ext cx="6096000" cy="409702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9264AD72-0CB9-F65C-826C-7B203E1FF54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</a:t>
            </a:fld>
            <a:endParaRPr lang="zh-CN" altLang="en-US"/>
          </a:p>
        </p:txBody>
      </p:sp>
    </p:spTree>
  </p:cSld>
  <p:clrMapOvr>
    <a:masterClrMapping/>
  </p:clrMapOvr>
  <p:transition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dirty="0"/>
              <a:t>自我介绍</a:t>
            </a:r>
          </a:p>
        </p:txBody>
      </p:sp>
      <p:sp>
        <p:nvSpPr>
          <p:cNvPr id="4" name="矩形 3"/>
          <p:cNvSpPr/>
          <p:nvPr/>
        </p:nvSpPr>
        <p:spPr>
          <a:xfrm>
            <a:off x="618823" y="1554212"/>
            <a:ext cx="877163" cy="30008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基本信息</a:t>
            </a:r>
          </a:p>
        </p:txBody>
      </p:sp>
      <p:sp>
        <p:nvSpPr>
          <p:cNvPr id="6" name="矩形 5"/>
          <p:cNvSpPr/>
          <p:nvPr/>
        </p:nvSpPr>
        <p:spPr>
          <a:xfrm>
            <a:off x="618823" y="2996278"/>
            <a:ext cx="2071990" cy="30008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defTabSz="685800">
              <a:defRPr/>
            </a:pP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实习工作职责</a:t>
            </a:r>
            <a:r>
              <a:rPr lang="en-US" altLang="zh-CN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&amp;</a:t>
            </a:r>
            <a:r>
              <a:rPr lang="zh-CN" altLang="en-US" sz="1350" b="1" dirty="0">
                <a:solidFill>
                  <a:prstClr val="black"/>
                </a:solidFill>
                <a:latin typeface="Times New Roman" panose="02020603050405020304" pitchFamily="18" charset="0"/>
                <a:ea typeface="微软雅黑" panose="020B0503020204020204" pitchFamily="34" charset="-122"/>
                <a:cs typeface="Times New Roman" panose="02020603050405020304" pitchFamily="18" charset="0"/>
              </a:rPr>
              <a:t>核心贡献</a:t>
            </a:r>
          </a:p>
        </p:txBody>
      </p:sp>
      <p:graphicFrame>
        <p:nvGraphicFramePr>
          <p:cNvPr id="8" name="表格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36531760"/>
              </p:ext>
            </p:extLst>
          </p:nvPr>
        </p:nvGraphicFramePr>
        <p:xfrm>
          <a:off x="730081" y="1910372"/>
          <a:ext cx="7683839" cy="87727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768243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172121">
                  <a:extLst>
                    <a:ext uri="{9D8B030D-6E8A-4147-A177-3AD203B41FA5}">
                      <a16:colId xmlns:a16="http://schemas.microsoft.com/office/drawing/2014/main" val="3920443464"/>
                    </a:ext>
                  </a:extLst>
                </a:gridCol>
                <a:gridCol w="1425556">
                  <a:extLst>
                    <a:ext uri="{9D8B030D-6E8A-4147-A177-3AD203B41FA5}">
                      <a16:colId xmlns:a16="http://schemas.microsoft.com/office/drawing/2014/main" val="984309687"/>
                    </a:ext>
                  </a:extLst>
                </a:gridCol>
                <a:gridCol w="2317919">
                  <a:extLst>
                    <a:ext uri="{9D8B030D-6E8A-4147-A177-3AD203B41FA5}">
                      <a16:colId xmlns:a16="http://schemas.microsoft.com/office/drawing/2014/main" val="2918942851"/>
                    </a:ext>
                  </a:extLst>
                </a:gridCol>
              </a:tblGrid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实习部门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智能计算平台部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并行计算平台组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\</a:t>
                      </a:r>
                      <a:endParaRPr lang="zh-CN" altLang="en-US" sz="1100" b="0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  <a:p>
                      <a:pPr algn="ctr" fontAlgn="ctr"/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并行计算平台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组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chemeClr val="dk1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实习岗位</a:t>
                      </a:r>
                      <a:endParaRPr lang="zh-CN" altLang="en-US" sz="1100" b="1" i="0" u="none" strike="noStrike" dirty="0">
                        <a:solidFill>
                          <a:srgbClr val="000000"/>
                        </a:solidFill>
                        <a:effectLst/>
                        <a:latin typeface="微软雅黑" panose="020B0503020204020204" pitchFamily="34" charset="-122"/>
                        <a:ea typeface="微软雅黑" panose="020B0503020204020204" pitchFamily="34" charset="-122"/>
                      </a:endParaRP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100" dirty="0"/>
                        <a:t>AI</a:t>
                      </a:r>
                      <a:r>
                        <a:rPr lang="zh-CN" altLang="en-US" sz="1100" dirty="0"/>
                        <a:t>加速算子开发工程师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38639">
                <a:tc>
                  <a:txBody>
                    <a:bodyPr/>
                    <a:lstStyle/>
                    <a:p>
                      <a:pPr algn="ctr" fontAlgn="ctr"/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实习时间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2026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年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7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月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1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日</a:t>
                      </a:r>
                      <a:r>
                        <a:rPr lang="en-US" altLang="zh-CN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—</a:t>
                      </a:r>
                      <a:r>
                        <a:rPr lang="zh-CN" altLang="en-US" sz="1100" b="0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至今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zh-CN" altLang="en-US" sz="1100" b="1" i="0" u="none" strike="noStrike" dirty="0">
                          <a:solidFill>
                            <a:srgbClr val="000000"/>
                          </a:solidFill>
                          <a:effectLst/>
                          <a:latin typeface="微软雅黑" panose="020B0503020204020204" pitchFamily="34" charset="-122"/>
                          <a:ea typeface="微软雅黑" panose="020B0503020204020204" pitchFamily="34" charset="-122"/>
                        </a:rPr>
                        <a:t>毕业院校、学历、专业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西安电子科技大学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硕士</a:t>
                      </a:r>
                      <a:r>
                        <a:rPr lang="en-US" altLang="zh-CN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-</a:t>
                      </a:r>
                      <a:r>
                        <a:rPr lang="zh-CN" altLang="en-US" sz="1100" kern="12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仪器科学与技术</a:t>
                      </a:r>
                    </a:p>
                  </a:txBody>
                  <a:tcPr marL="27000" marR="7144" marT="7144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4141884032"/>
                  </a:ext>
                </a:extLst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679649" y="3290818"/>
            <a:ext cx="7996807" cy="2387833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责任概述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、负责寒武纪算子开发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的优化与重构；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、负责动态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算子开发能力建设；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、总结跨平台算子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开发方法并验证。</a:t>
            </a:r>
            <a:endParaRPr kumimoji="1" lang="en-US" altLang="zh-CN" sz="1200" dirty="0">
              <a:solidFill>
                <a:prstClr val="white">
                  <a:lumMod val="50000"/>
                </a:prst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【</a:t>
            </a:r>
            <a:r>
              <a:rPr kumimoji="1" lang="zh-CN" altLang="en-US" sz="12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核心贡献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】</a:t>
            </a: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、完成算子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架构优化：通过平台知识解耦、上下文精简、按需优化、分层验证及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Artifact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复用；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、构建动态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算子开发方案：形成动态支持、自动化参数搜索、多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适配的完整演进路线；</a:t>
            </a:r>
            <a:endParaRPr kumimoji="1" lang="en-US" altLang="zh-CN" sz="12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  <a:spcAft>
                <a:spcPts val="450"/>
              </a:spcAft>
            </a:pP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、总结跨平台 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开发方法，并在多个平台上完成算子</a:t>
            </a:r>
            <a:r>
              <a:rPr kumimoji="1" lang="en-US" altLang="zh-CN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kumimoji="1" lang="zh-CN" altLang="en-US" sz="1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开发与验证。</a:t>
            </a:r>
            <a:endParaRPr kumimoji="1"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BFDBAA2B-BB9B-4FB0-E73A-9C64CB7D3C8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0668959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实习任务一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寒武纪算子开发</a:t>
            </a:r>
            <a:r>
              <a:rPr lang="en-US" altLang="zh-CN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SKILL</a:t>
            </a: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103_原始 Skill 已具备完整开发流程"/>
          <p:cNvSpPr>
            <a:spLocks noGrp="1"/>
          </p:cNvSpPr>
          <p:nvPr/>
        </p:nvSpPr>
        <p:spPr>
          <a:xfrm>
            <a:off x="602043" y="1210386"/>
            <a:ext cx="77866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</a:t>
            </a:r>
            <a:r>
              <a:rPr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575" b="1" dirty="0" err="1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已具备完整开发流程</a:t>
            </a:r>
            <a:endParaRPr sz="1575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4" name="connector_104"/>
          <p:cNvSpPr>
            <a:spLocks noGrp="1"/>
          </p:cNvSpPr>
          <p:nvPr/>
        </p:nvSpPr>
        <p:spPr>
          <a:xfrm>
            <a:off x="535263" y="155733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object_105"/>
          <p:cNvSpPr>
            <a:spLocks noGrp="1"/>
          </p:cNvSpPr>
          <p:nvPr/>
        </p:nvSpPr>
        <p:spPr>
          <a:xfrm>
            <a:off x="559926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6" name="text_107_需求输入"/>
          <p:cNvSpPr>
            <a:spLocks noGrp="1"/>
          </p:cNvSpPr>
          <p:nvPr/>
        </p:nvSpPr>
        <p:spPr>
          <a:xfrm>
            <a:off x="609932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需求输入</a:t>
            </a:r>
          </a:p>
        </p:txBody>
      </p:sp>
      <p:sp>
        <p:nvSpPr>
          <p:cNvPr id="7" name="connector_108"/>
          <p:cNvSpPr>
            <a:spLocks noGrp="1"/>
          </p:cNvSpPr>
          <p:nvPr/>
        </p:nvSpPr>
        <p:spPr>
          <a:xfrm>
            <a:off x="1802939" y="2076611"/>
            <a:ext cx="107156" cy="14288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" name="connector_109"/>
          <p:cNvSpPr>
            <a:spLocks noGrp="1"/>
          </p:cNvSpPr>
          <p:nvPr/>
        </p:nvSpPr>
        <p:spPr>
          <a:xfrm>
            <a:off x="1851923" y="205263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" name="object_110"/>
          <p:cNvSpPr>
            <a:spLocks noGrp="1"/>
          </p:cNvSpPr>
          <p:nvPr/>
        </p:nvSpPr>
        <p:spPr>
          <a:xfrm>
            <a:off x="1938670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" name="text_112_Main"/>
          <p:cNvSpPr>
            <a:spLocks noGrp="1"/>
          </p:cNvSpPr>
          <p:nvPr/>
        </p:nvSpPr>
        <p:spPr>
          <a:xfrm>
            <a:off x="1988676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11" name="connector_113"/>
          <p:cNvSpPr>
            <a:spLocks noGrp="1"/>
          </p:cNvSpPr>
          <p:nvPr/>
        </p:nvSpPr>
        <p:spPr>
          <a:xfrm>
            <a:off x="3181683" y="2076611"/>
            <a:ext cx="107156" cy="14288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" name="connector_114"/>
          <p:cNvSpPr>
            <a:spLocks noGrp="1"/>
          </p:cNvSpPr>
          <p:nvPr/>
        </p:nvSpPr>
        <p:spPr>
          <a:xfrm>
            <a:off x="3230667" y="205263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" name="object_115"/>
          <p:cNvSpPr>
            <a:spLocks noGrp="1"/>
          </p:cNvSpPr>
          <p:nvPr/>
        </p:nvSpPr>
        <p:spPr>
          <a:xfrm>
            <a:off x="3317413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4" name="text_117_Code-Gen"/>
          <p:cNvSpPr>
            <a:spLocks noGrp="1"/>
          </p:cNvSpPr>
          <p:nvPr/>
        </p:nvSpPr>
        <p:spPr>
          <a:xfrm>
            <a:off x="3367420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15" name="connector_118"/>
          <p:cNvSpPr>
            <a:spLocks noGrp="1"/>
          </p:cNvSpPr>
          <p:nvPr/>
        </p:nvSpPr>
        <p:spPr>
          <a:xfrm>
            <a:off x="4560427" y="2076611"/>
            <a:ext cx="107156" cy="14288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6" name="connector_119"/>
          <p:cNvSpPr>
            <a:spLocks noGrp="1"/>
          </p:cNvSpPr>
          <p:nvPr/>
        </p:nvSpPr>
        <p:spPr>
          <a:xfrm>
            <a:off x="4609411" y="205263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" name="object_120"/>
          <p:cNvSpPr>
            <a:spLocks noGrp="1"/>
          </p:cNvSpPr>
          <p:nvPr/>
        </p:nvSpPr>
        <p:spPr>
          <a:xfrm>
            <a:off x="4696157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8" name="text_122_Code-Review"/>
          <p:cNvSpPr>
            <a:spLocks noGrp="1"/>
          </p:cNvSpPr>
          <p:nvPr/>
        </p:nvSpPr>
        <p:spPr>
          <a:xfrm>
            <a:off x="4746164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Code-Review</a:t>
            </a:r>
          </a:p>
        </p:txBody>
      </p:sp>
      <p:sp>
        <p:nvSpPr>
          <p:cNvPr id="19" name="connector_123"/>
          <p:cNvSpPr>
            <a:spLocks noGrp="1"/>
          </p:cNvSpPr>
          <p:nvPr/>
        </p:nvSpPr>
        <p:spPr>
          <a:xfrm>
            <a:off x="5939170" y="2076611"/>
            <a:ext cx="107156" cy="14288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" name="connector_124"/>
          <p:cNvSpPr>
            <a:spLocks noGrp="1"/>
          </p:cNvSpPr>
          <p:nvPr/>
        </p:nvSpPr>
        <p:spPr>
          <a:xfrm>
            <a:off x="5988154" y="205263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" name="object_125"/>
          <p:cNvSpPr>
            <a:spLocks noGrp="1"/>
          </p:cNvSpPr>
          <p:nvPr/>
        </p:nvSpPr>
        <p:spPr>
          <a:xfrm>
            <a:off x="6074901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2" name="text_127_Optimize"/>
          <p:cNvSpPr>
            <a:spLocks noGrp="1"/>
          </p:cNvSpPr>
          <p:nvPr/>
        </p:nvSpPr>
        <p:spPr>
          <a:xfrm>
            <a:off x="6124907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23" name="connector_128"/>
          <p:cNvSpPr>
            <a:spLocks noGrp="1"/>
          </p:cNvSpPr>
          <p:nvPr/>
        </p:nvSpPr>
        <p:spPr>
          <a:xfrm>
            <a:off x="7317914" y="2076611"/>
            <a:ext cx="107156" cy="14288"/>
          </a:xfrm>
          <a:custGeom>
            <a:avLst/>
            <a:gdLst/>
            <a:ahLst/>
            <a:cxnLst/>
            <a:rect l="0" t="0" r="0" b="0"/>
            <a:pathLst>
              <a:path w="142875" h="19050">
                <a:moveTo>
                  <a:pt x="9525" y="9525"/>
                </a:moveTo>
                <a:lnTo>
                  <a:pt x="1333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4" name="connector_129"/>
          <p:cNvSpPr>
            <a:spLocks noGrp="1"/>
          </p:cNvSpPr>
          <p:nvPr/>
        </p:nvSpPr>
        <p:spPr>
          <a:xfrm>
            <a:off x="7366898" y="2052637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5" name="object_130"/>
          <p:cNvSpPr>
            <a:spLocks noGrp="1"/>
          </p:cNvSpPr>
          <p:nvPr/>
        </p:nvSpPr>
        <p:spPr>
          <a:xfrm>
            <a:off x="7453645" y="1883730"/>
            <a:ext cx="1214438" cy="4000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6" name="text_132_Kernel 交付"/>
          <p:cNvSpPr>
            <a:spLocks noGrp="1"/>
          </p:cNvSpPr>
          <p:nvPr/>
        </p:nvSpPr>
        <p:spPr>
          <a:xfrm>
            <a:off x="7503651" y="1919448"/>
            <a:ext cx="1114425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sz="1238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</a:t>
            </a:r>
            <a:endParaRPr sz="1238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8" name="text_137_实际使用中的核心问题"/>
          <p:cNvSpPr>
            <a:spLocks noGrp="1"/>
          </p:cNvSpPr>
          <p:nvPr/>
        </p:nvSpPr>
        <p:spPr>
          <a:xfrm>
            <a:off x="616331" y="2689244"/>
            <a:ext cx="34432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实际使用中的核心问题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connector_138"/>
          <p:cNvSpPr>
            <a:spLocks noGrp="1"/>
          </p:cNvSpPr>
          <p:nvPr/>
        </p:nvSpPr>
        <p:spPr>
          <a:xfrm>
            <a:off x="602043" y="302500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0" name="text_141_新版 Skill 重构方向"/>
          <p:cNvSpPr>
            <a:spLocks noGrp="1"/>
          </p:cNvSpPr>
          <p:nvPr/>
        </p:nvSpPr>
        <p:spPr>
          <a:xfrm>
            <a:off x="4886280" y="2698078"/>
            <a:ext cx="352901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新版</a:t>
            </a:r>
            <a:r>
              <a:rPr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重构方向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" name="connector_142"/>
          <p:cNvSpPr>
            <a:spLocks noGrp="1"/>
          </p:cNvSpPr>
          <p:nvPr/>
        </p:nvSpPr>
        <p:spPr>
          <a:xfrm>
            <a:off x="4859718" y="302500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2" name="connector_143"/>
          <p:cNvSpPr>
            <a:spLocks noGrp="1"/>
          </p:cNvSpPr>
          <p:nvPr/>
        </p:nvSpPr>
        <p:spPr>
          <a:xfrm>
            <a:off x="4609687" y="27749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144"/>
          <p:cNvSpPr>
            <a:spLocks noGrp="1"/>
          </p:cNvSpPr>
          <p:nvPr/>
        </p:nvSpPr>
        <p:spPr>
          <a:xfrm>
            <a:off x="4609687" y="286783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145"/>
          <p:cNvSpPr>
            <a:spLocks noGrp="1"/>
          </p:cNvSpPr>
          <p:nvPr/>
        </p:nvSpPr>
        <p:spPr>
          <a:xfrm>
            <a:off x="4609687" y="296070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146"/>
          <p:cNvSpPr>
            <a:spLocks noGrp="1"/>
          </p:cNvSpPr>
          <p:nvPr/>
        </p:nvSpPr>
        <p:spPr>
          <a:xfrm>
            <a:off x="4609687" y="305357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147"/>
          <p:cNvSpPr>
            <a:spLocks noGrp="1"/>
          </p:cNvSpPr>
          <p:nvPr/>
        </p:nvSpPr>
        <p:spPr>
          <a:xfrm>
            <a:off x="4609687" y="31464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148"/>
          <p:cNvSpPr>
            <a:spLocks noGrp="1"/>
          </p:cNvSpPr>
          <p:nvPr/>
        </p:nvSpPr>
        <p:spPr>
          <a:xfrm>
            <a:off x="4609687" y="323931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149"/>
          <p:cNvSpPr>
            <a:spLocks noGrp="1"/>
          </p:cNvSpPr>
          <p:nvPr/>
        </p:nvSpPr>
        <p:spPr>
          <a:xfrm>
            <a:off x="4609687" y="333218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150"/>
          <p:cNvSpPr>
            <a:spLocks noGrp="1"/>
          </p:cNvSpPr>
          <p:nvPr/>
        </p:nvSpPr>
        <p:spPr>
          <a:xfrm>
            <a:off x="4609687" y="342505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151"/>
          <p:cNvSpPr>
            <a:spLocks noGrp="1"/>
          </p:cNvSpPr>
          <p:nvPr/>
        </p:nvSpPr>
        <p:spPr>
          <a:xfrm>
            <a:off x="4609687" y="35179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152"/>
          <p:cNvSpPr>
            <a:spLocks noGrp="1"/>
          </p:cNvSpPr>
          <p:nvPr/>
        </p:nvSpPr>
        <p:spPr>
          <a:xfrm>
            <a:off x="4609687" y="361078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153"/>
          <p:cNvSpPr>
            <a:spLocks noGrp="1"/>
          </p:cNvSpPr>
          <p:nvPr/>
        </p:nvSpPr>
        <p:spPr>
          <a:xfrm>
            <a:off x="4609687" y="370365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154"/>
          <p:cNvSpPr>
            <a:spLocks noGrp="1"/>
          </p:cNvSpPr>
          <p:nvPr/>
        </p:nvSpPr>
        <p:spPr>
          <a:xfrm>
            <a:off x="4609687" y="379652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155"/>
          <p:cNvSpPr>
            <a:spLocks noGrp="1"/>
          </p:cNvSpPr>
          <p:nvPr/>
        </p:nvSpPr>
        <p:spPr>
          <a:xfrm>
            <a:off x="4609687" y="38893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156"/>
          <p:cNvSpPr>
            <a:spLocks noGrp="1"/>
          </p:cNvSpPr>
          <p:nvPr/>
        </p:nvSpPr>
        <p:spPr>
          <a:xfrm>
            <a:off x="4609687" y="398226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157"/>
          <p:cNvSpPr>
            <a:spLocks noGrp="1"/>
          </p:cNvSpPr>
          <p:nvPr/>
        </p:nvSpPr>
        <p:spPr>
          <a:xfrm>
            <a:off x="4609687" y="407513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158"/>
          <p:cNvSpPr>
            <a:spLocks noGrp="1"/>
          </p:cNvSpPr>
          <p:nvPr/>
        </p:nvSpPr>
        <p:spPr>
          <a:xfrm>
            <a:off x="4609687" y="416800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159"/>
          <p:cNvSpPr>
            <a:spLocks noGrp="1"/>
          </p:cNvSpPr>
          <p:nvPr/>
        </p:nvSpPr>
        <p:spPr>
          <a:xfrm>
            <a:off x="4609687" y="42608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160"/>
          <p:cNvSpPr>
            <a:spLocks noGrp="1"/>
          </p:cNvSpPr>
          <p:nvPr/>
        </p:nvSpPr>
        <p:spPr>
          <a:xfrm>
            <a:off x="4609687" y="435373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161"/>
          <p:cNvSpPr>
            <a:spLocks noGrp="1"/>
          </p:cNvSpPr>
          <p:nvPr/>
        </p:nvSpPr>
        <p:spPr>
          <a:xfrm>
            <a:off x="4609687" y="444660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162"/>
          <p:cNvSpPr>
            <a:spLocks noGrp="1"/>
          </p:cNvSpPr>
          <p:nvPr/>
        </p:nvSpPr>
        <p:spPr>
          <a:xfrm>
            <a:off x="4609687" y="453947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163"/>
          <p:cNvSpPr>
            <a:spLocks noGrp="1"/>
          </p:cNvSpPr>
          <p:nvPr/>
        </p:nvSpPr>
        <p:spPr>
          <a:xfrm>
            <a:off x="4609687" y="4632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164"/>
          <p:cNvSpPr>
            <a:spLocks noGrp="1"/>
          </p:cNvSpPr>
          <p:nvPr/>
        </p:nvSpPr>
        <p:spPr>
          <a:xfrm>
            <a:off x="4609687" y="472521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165"/>
          <p:cNvSpPr>
            <a:spLocks noGrp="1"/>
          </p:cNvSpPr>
          <p:nvPr/>
        </p:nvSpPr>
        <p:spPr>
          <a:xfrm>
            <a:off x="4609687" y="481808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166"/>
          <p:cNvSpPr>
            <a:spLocks noGrp="1"/>
          </p:cNvSpPr>
          <p:nvPr/>
        </p:nvSpPr>
        <p:spPr>
          <a:xfrm>
            <a:off x="4609687" y="491095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167"/>
          <p:cNvSpPr>
            <a:spLocks noGrp="1"/>
          </p:cNvSpPr>
          <p:nvPr/>
        </p:nvSpPr>
        <p:spPr>
          <a:xfrm>
            <a:off x="4609687" y="5003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168"/>
          <p:cNvSpPr>
            <a:spLocks noGrp="1"/>
          </p:cNvSpPr>
          <p:nvPr/>
        </p:nvSpPr>
        <p:spPr>
          <a:xfrm>
            <a:off x="4609687" y="509668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169"/>
          <p:cNvSpPr>
            <a:spLocks noGrp="1"/>
          </p:cNvSpPr>
          <p:nvPr/>
        </p:nvSpPr>
        <p:spPr>
          <a:xfrm>
            <a:off x="4609687" y="5189558"/>
            <a:ext cx="14288" cy="50006"/>
          </a:xfrm>
          <a:custGeom>
            <a:avLst/>
            <a:gdLst/>
            <a:ahLst/>
            <a:cxnLst/>
            <a:rect l="0" t="0" r="0" b="0"/>
            <a:pathLst>
              <a:path w="19050" h="66675">
                <a:moveTo>
                  <a:pt x="9525" y="9525"/>
                </a:moveTo>
                <a:lnTo>
                  <a:pt x="9525" y="571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text_171_上下文重复"/>
          <p:cNvSpPr>
            <a:spLocks noGrp="1"/>
          </p:cNvSpPr>
          <p:nvPr/>
        </p:nvSpPr>
        <p:spPr>
          <a:xfrm>
            <a:off x="630619" y="3153589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上下文重复</a:t>
            </a:r>
          </a:p>
        </p:txBody>
      </p:sp>
      <p:sp>
        <p:nvSpPr>
          <p:cNvPr id="60" name="text_173_相同语义反复读取&#10;Token 消耗高"/>
          <p:cNvSpPr>
            <a:spLocks noGrp="1"/>
          </p:cNvSpPr>
          <p:nvPr/>
        </p:nvSpPr>
        <p:spPr>
          <a:xfrm>
            <a:off x="1873631" y="3153588"/>
            <a:ext cx="2607469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相同语义反复读取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Token 消耗高</a:t>
            </a:r>
          </a:p>
        </p:txBody>
      </p:sp>
      <p:sp>
        <p:nvSpPr>
          <p:cNvPr id="61" name="connector_174"/>
          <p:cNvSpPr>
            <a:spLocks noGrp="1"/>
          </p:cNvSpPr>
          <p:nvPr/>
        </p:nvSpPr>
        <p:spPr>
          <a:xfrm>
            <a:off x="616331" y="3589357"/>
            <a:ext cx="3843338" cy="14288"/>
          </a:xfrm>
          <a:custGeom>
            <a:avLst/>
            <a:gdLst/>
            <a:ahLst/>
            <a:cxnLst/>
            <a:rect l="0" t="0" r="0" b="0"/>
            <a:pathLst>
              <a:path w="5124450" h="19050">
                <a:moveTo>
                  <a:pt x="9525" y="9525"/>
                </a:moveTo>
                <a:lnTo>
                  <a:pt x="5114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2" name="text_176_调度过多"/>
          <p:cNvSpPr>
            <a:spLocks noGrp="1"/>
          </p:cNvSpPr>
          <p:nvPr/>
        </p:nvSpPr>
        <p:spPr>
          <a:xfrm>
            <a:off x="630619" y="3646508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调度过多</a:t>
            </a:r>
          </a:p>
        </p:txBody>
      </p:sp>
      <p:sp>
        <p:nvSpPr>
          <p:cNvPr id="63" name="text_178_小任务也独立分发&#10;开发周期长"/>
          <p:cNvSpPr>
            <a:spLocks noGrp="1"/>
          </p:cNvSpPr>
          <p:nvPr/>
        </p:nvSpPr>
        <p:spPr>
          <a:xfrm>
            <a:off x="1873631" y="3646507"/>
            <a:ext cx="2607469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小任务也独立分发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开发周期长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4" name="connector_179"/>
          <p:cNvSpPr>
            <a:spLocks noGrp="1"/>
          </p:cNvSpPr>
          <p:nvPr/>
        </p:nvSpPr>
        <p:spPr>
          <a:xfrm>
            <a:off x="616331" y="4082276"/>
            <a:ext cx="3843338" cy="14288"/>
          </a:xfrm>
          <a:custGeom>
            <a:avLst/>
            <a:gdLst/>
            <a:ahLst/>
            <a:cxnLst/>
            <a:rect l="0" t="0" r="0" b="0"/>
            <a:pathLst>
              <a:path w="5124450" h="19050">
                <a:moveTo>
                  <a:pt x="9525" y="9525"/>
                </a:moveTo>
                <a:lnTo>
                  <a:pt x="5114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5" name="text_181_优化不稳"/>
          <p:cNvSpPr>
            <a:spLocks noGrp="1"/>
          </p:cNvSpPr>
          <p:nvPr/>
        </p:nvSpPr>
        <p:spPr>
          <a:xfrm>
            <a:off x="630619" y="4139426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35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无效</a:t>
            </a:r>
            <a:r>
              <a:rPr sz="135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endParaRPr sz="135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6" name="text_183_默认遍历策略&#10;无效优化较多"/>
          <p:cNvSpPr>
            <a:spLocks noGrp="1"/>
          </p:cNvSpPr>
          <p:nvPr/>
        </p:nvSpPr>
        <p:spPr>
          <a:xfrm>
            <a:off x="1873631" y="4139426"/>
            <a:ext cx="2607469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默认遍历策略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无效优化较多</a:t>
            </a:r>
          </a:p>
        </p:txBody>
      </p:sp>
      <p:sp>
        <p:nvSpPr>
          <p:cNvPr id="67" name="connector_184"/>
          <p:cNvSpPr>
            <a:spLocks noGrp="1"/>
          </p:cNvSpPr>
          <p:nvPr/>
        </p:nvSpPr>
        <p:spPr>
          <a:xfrm>
            <a:off x="616331" y="4575194"/>
            <a:ext cx="3843338" cy="14288"/>
          </a:xfrm>
          <a:custGeom>
            <a:avLst/>
            <a:gdLst/>
            <a:ahLst/>
            <a:cxnLst/>
            <a:rect l="0" t="0" r="0" b="0"/>
            <a:pathLst>
              <a:path w="5124450" h="19050">
                <a:moveTo>
                  <a:pt x="9525" y="9525"/>
                </a:moveTo>
                <a:lnTo>
                  <a:pt x="5114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8" name="text_186_验证成本高"/>
          <p:cNvSpPr>
            <a:spLocks noGrp="1"/>
          </p:cNvSpPr>
          <p:nvPr/>
        </p:nvSpPr>
        <p:spPr>
          <a:xfrm>
            <a:off x="630619" y="4632345"/>
            <a:ext cx="1178719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验证成本高</a:t>
            </a:r>
          </a:p>
        </p:txBody>
      </p:sp>
      <p:sp>
        <p:nvSpPr>
          <p:cNvPr id="69" name="text_188_小改动也全量验证&#10;中断后重复执行"/>
          <p:cNvSpPr>
            <a:spLocks noGrp="1"/>
          </p:cNvSpPr>
          <p:nvPr/>
        </p:nvSpPr>
        <p:spPr>
          <a:xfrm>
            <a:off x="1873631" y="4632345"/>
            <a:ext cx="2607469" cy="4000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小改动也全量验证</a:t>
            </a:r>
          </a:p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中断后重复执行</a:t>
            </a:r>
          </a:p>
        </p:txBody>
      </p:sp>
      <p:sp>
        <p:nvSpPr>
          <p:cNvPr id="70" name="text_190_参考资料共享"/>
          <p:cNvSpPr>
            <a:spLocks noGrp="1"/>
          </p:cNvSpPr>
          <p:nvPr/>
        </p:nvSpPr>
        <p:spPr>
          <a:xfrm>
            <a:off x="4888293" y="31321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参考资料共享</a:t>
            </a:r>
          </a:p>
        </p:txBody>
      </p:sp>
      <p:sp>
        <p:nvSpPr>
          <p:cNvPr id="71" name="text_192_集中管理公共知识"/>
          <p:cNvSpPr>
            <a:spLocks noGrp="1"/>
          </p:cNvSpPr>
          <p:nvPr/>
        </p:nvSpPr>
        <p:spPr>
          <a:xfrm>
            <a:off x="6388481" y="31321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集中管理公共知识</a:t>
            </a:r>
          </a:p>
        </p:txBody>
      </p:sp>
      <p:sp>
        <p:nvSpPr>
          <p:cNvPr id="72" name="text_194_上下文轻量化"/>
          <p:cNvSpPr>
            <a:spLocks noGrp="1"/>
          </p:cNvSpPr>
          <p:nvPr/>
        </p:nvSpPr>
        <p:spPr>
          <a:xfrm>
            <a:off x="4888293" y="34750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上下文轻量化</a:t>
            </a:r>
          </a:p>
        </p:txBody>
      </p:sp>
      <p:sp>
        <p:nvSpPr>
          <p:cNvPr id="73" name="text_196_合并执行单元，减少重复理解"/>
          <p:cNvSpPr>
            <a:spLocks noGrp="1"/>
          </p:cNvSpPr>
          <p:nvPr/>
        </p:nvSpPr>
        <p:spPr>
          <a:xfrm>
            <a:off x="6388481" y="34750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合并执行单元，减少重复理解</a:t>
            </a:r>
          </a:p>
        </p:txBody>
      </p:sp>
      <p:sp>
        <p:nvSpPr>
          <p:cNvPr id="74" name="text_198_策略按需选择"/>
          <p:cNvSpPr>
            <a:spLocks noGrp="1"/>
          </p:cNvSpPr>
          <p:nvPr/>
        </p:nvSpPr>
        <p:spPr>
          <a:xfrm>
            <a:off x="4888293" y="38179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策略按需选择</a:t>
            </a:r>
          </a:p>
        </p:txBody>
      </p:sp>
      <p:sp>
        <p:nvSpPr>
          <p:cNvPr id="75" name="text_200_基于 Profile 判断适用优化"/>
          <p:cNvSpPr>
            <a:spLocks noGrp="1"/>
          </p:cNvSpPr>
          <p:nvPr/>
        </p:nvSpPr>
        <p:spPr>
          <a:xfrm>
            <a:off x="6388481" y="38179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基于</a:t>
            </a:r>
            <a:r>
              <a:rPr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Profile </a:t>
            </a: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判断适用优化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6" name="text_202_三层验证"/>
          <p:cNvSpPr>
            <a:spLocks noGrp="1"/>
          </p:cNvSpPr>
          <p:nvPr/>
        </p:nvSpPr>
        <p:spPr>
          <a:xfrm>
            <a:off x="4888293" y="41608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三层验证</a:t>
            </a:r>
          </a:p>
        </p:txBody>
      </p:sp>
      <p:sp>
        <p:nvSpPr>
          <p:cNvPr id="77" name="text_204_按修改范围选择验证深度"/>
          <p:cNvSpPr>
            <a:spLocks noGrp="1"/>
          </p:cNvSpPr>
          <p:nvPr/>
        </p:nvSpPr>
        <p:spPr>
          <a:xfrm>
            <a:off x="6388481" y="41608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按修改范围选择验证深度</a:t>
            </a:r>
          </a:p>
        </p:txBody>
      </p:sp>
      <p:sp>
        <p:nvSpPr>
          <p:cNvPr id="78" name="text_206_分阶段缓存复用"/>
          <p:cNvSpPr>
            <a:spLocks noGrp="1"/>
          </p:cNvSpPr>
          <p:nvPr/>
        </p:nvSpPr>
        <p:spPr>
          <a:xfrm>
            <a:off x="4888293" y="45037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分阶段缓存复用</a:t>
            </a:r>
          </a:p>
        </p:txBody>
      </p:sp>
      <p:sp>
        <p:nvSpPr>
          <p:cNvPr id="79" name="text_208_复用阶段产物与执行状态"/>
          <p:cNvSpPr>
            <a:spLocks noGrp="1"/>
          </p:cNvSpPr>
          <p:nvPr/>
        </p:nvSpPr>
        <p:spPr>
          <a:xfrm>
            <a:off x="6388481" y="45037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复用阶段产物与执行状态</a:t>
            </a:r>
          </a:p>
        </p:txBody>
      </p:sp>
      <p:sp>
        <p:nvSpPr>
          <p:cNvPr id="80" name="text_210_多平台迁移"/>
          <p:cNvSpPr>
            <a:spLocks noGrp="1"/>
          </p:cNvSpPr>
          <p:nvPr/>
        </p:nvSpPr>
        <p:spPr>
          <a:xfrm>
            <a:off x="4888293" y="4846657"/>
            <a:ext cx="1414463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多平台迁移</a:t>
            </a:r>
            <a:r>
              <a:rPr lang="zh-CN" altLang="en-US" sz="1238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能力</a:t>
            </a:r>
            <a:endParaRPr sz="1238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1" name="text_212_模块化管理平台知识"/>
          <p:cNvSpPr>
            <a:spLocks noGrp="1"/>
          </p:cNvSpPr>
          <p:nvPr/>
        </p:nvSpPr>
        <p:spPr>
          <a:xfrm>
            <a:off x="6388481" y="4846657"/>
            <a:ext cx="22931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模块化管理平台知识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2" name="text_214_保留算子开发主流程，重点减少重复上下文、无效调度"/>
          <p:cNvSpPr>
            <a:spLocks noGrp="1"/>
          </p:cNvSpPr>
          <p:nvPr/>
        </p:nvSpPr>
        <p:spPr>
          <a:xfrm>
            <a:off x="614833" y="5661248"/>
            <a:ext cx="8122444" cy="2786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保留算子开发主流程，重点减少重复上下文、无效调度和重复验证</a:t>
            </a:r>
            <a:r>
              <a:rPr sz="135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3" name="矩形 82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27" name="灯片编号占位符 26">
            <a:extLst>
              <a:ext uri="{FF2B5EF4-FFF2-40B4-BE49-F238E27FC236}">
                <a16:creationId xmlns:a16="http://schemas.microsoft.com/office/drawing/2014/main" id="{3A2E0B23-0ACD-7EF5-594D-9568736234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4213787"/>
      </p:ext>
    </p:extLst>
  </p:cSld>
  <p:clrMapOvr>
    <a:masterClrMapping/>
  </p:clrMapOvr>
  <p:transition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4831523" y="4787324"/>
            <a:ext cx="3360398" cy="11713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667788" y="4781224"/>
            <a:ext cx="3406204" cy="1171365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优化①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：资料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统一管理与按需加载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217_原始：平台知识分散"/>
          <p:cNvSpPr>
            <a:spLocks noGrp="1"/>
          </p:cNvSpPr>
          <p:nvPr/>
        </p:nvSpPr>
        <p:spPr>
          <a:xfrm>
            <a:off x="537408" y="1274787"/>
            <a:ext cx="254317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原始：平台</a:t>
            </a:r>
            <a:r>
              <a:rPr lang="zh-CN" altLang="en-US"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分散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nector_218"/>
          <p:cNvSpPr>
            <a:spLocks noGrp="1"/>
          </p:cNvSpPr>
          <p:nvPr/>
        </p:nvSpPr>
        <p:spPr>
          <a:xfrm>
            <a:off x="521146" y="1610543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221_新版：流程与知识解耦"/>
          <p:cNvSpPr>
            <a:spLocks noGrp="1"/>
          </p:cNvSpPr>
          <p:nvPr/>
        </p:nvSpPr>
        <p:spPr>
          <a:xfrm>
            <a:off x="3914985" y="1266678"/>
            <a:ext cx="4436269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新版：流程与</a:t>
            </a:r>
            <a:r>
              <a:rPr lang="zh-CN" altLang="en-US"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解耦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nector_222"/>
          <p:cNvSpPr>
            <a:spLocks noGrp="1"/>
          </p:cNvSpPr>
          <p:nvPr/>
        </p:nvSpPr>
        <p:spPr>
          <a:xfrm>
            <a:off x="3878709" y="1610543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39" name="object_256"/>
          <p:cNvSpPr>
            <a:spLocks noGrp="1"/>
          </p:cNvSpPr>
          <p:nvPr/>
        </p:nvSpPr>
        <p:spPr>
          <a:xfrm>
            <a:off x="781625" y="2122838"/>
            <a:ext cx="2328863" cy="378619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40" name="text_258_Main"/>
          <p:cNvSpPr>
            <a:spLocks noGrp="1"/>
          </p:cNvSpPr>
          <p:nvPr/>
        </p:nvSpPr>
        <p:spPr>
          <a:xfrm>
            <a:off x="831632" y="2144269"/>
            <a:ext cx="2228850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41" name="text_260_环境准备 / 需求提取"/>
          <p:cNvSpPr>
            <a:spLocks noGrp="1"/>
          </p:cNvSpPr>
          <p:nvPr/>
        </p:nvSpPr>
        <p:spPr>
          <a:xfrm>
            <a:off x="838775" y="2322862"/>
            <a:ext cx="2214563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5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环境准备 / 需求提取</a:t>
            </a:r>
          </a:p>
        </p:txBody>
      </p:sp>
      <p:sp>
        <p:nvSpPr>
          <p:cNvPr id="42" name="object_261"/>
          <p:cNvSpPr>
            <a:spLocks noGrp="1"/>
          </p:cNvSpPr>
          <p:nvPr/>
        </p:nvSpPr>
        <p:spPr>
          <a:xfrm>
            <a:off x="510163" y="2708625"/>
            <a:ext cx="942975" cy="321469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43" name="text_263_Code-Gen"/>
          <p:cNvSpPr>
            <a:spLocks noGrp="1"/>
          </p:cNvSpPr>
          <p:nvPr/>
        </p:nvSpPr>
        <p:spPr>
          <a:xfrm>
            <a:off x="560169" y="2744344"/>
            <a:ext cx="842963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44" name="object_264"/>
          <p:cNvSpPr>
            <a:spLocks noGrp="1"/>
          </p:cNvSpPr>
          <p:nvPr/>
        </p:nvSpPr>
        <p:spPr>
          <a:xfrm>
            <a:off x="510163" y="3094388"/>
            <a:ext cx="942975" cy="478631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45" name="text_266_primitive / rules"/>
          <p:cNvSpPr>
            <a:spLocks noGrp="1"/>
          </p:cNvSpPr>
          <p:nvPr/>
        </p:nvSpPr>
        <p:spPr>
          <a:xfrm>
            <a:off x="538738" y="3130106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rules</a:t>
            </a:r>
          </a:p>
        </p:txBody>
      </p:sp>
      <p:sp>
        <p:nvSpPr>
          <p:cNvPr id="46" name="text_268_hardware / profiler"/>
          <p:cNvSpPr>
            <a:spLocks noGrp="1"/>
          </p:cNvSpPr>
          <p:nvPr/>
        </p:nvSpPr>
        <p:spPr>
          <a:xfrm>
            <a:off x="538738" y="3315844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/ profiler</a:t>
            </a:r>
          </a:p>
        </p:txBody>
      </p:sp>
      <p:sp>
        <p:nvSpPr>
          <p:cNvPr id="48" name="object_270"/>
          <p:cNvSpPr>
            <a:spLocks noGrp="1"/>
          </p:cNvSpPr>
          <p:nvPr/>
        </p:nvSpPr>
        <p:spPr>
          <a:xfrm>
            <a:off x="1510288" y="2708625"/>
            <a:ext cx="942975" cy="321469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49" name="text_272_Review"/>
          <p:cNvSpPr>
            <a:spLocks noGrp="1"/>
          </p:cNvSpPr>
          <p:nvPr/>
        </p:nvSpPr>
        <p:spPr>
          <a:xfrm>
            <a:off x="1560294" y="2744344"/>
            <a:ext cx="842963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50" name="object_273"/>
          <p:cNvSpPr>
            <a:spLocks noGrp="1"/>
          </p:cNvSpPr>
          <p:nvPr/>
        </p:nvSpPr>
        <p:spPr>
          <a:xfrm>
            <a:off x="1510288" y="3094388"/>
            <a:ext cx="942975" cy="478631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1" name="text_275_primitive / rules"/>
          <p:cNvSpPr>
            <a:spLocks noGrp="1"/>
          </p:cNvSpPr>
          <p:nvPr/>
        </p:nvSpPr>
        <p:spPr>
          <a:xfrm>
            <a:off x="1538863" y="3130106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rules</a:t>
            </a:r>
          </a:p>
        </p:txBody>
      </p:sp>
      <p:sp>
        <p:nvSpPr>
          <p:cNvPr id="52" name="text_277_hardware / profiler"/>
          <p:cNvSpPr>
            <a:spLocks noGrp="1"/>
          </p:cNvSpPr>
          <p:nvPr/>
        </p:nvSpPr>
        <p:spPr>
          <a:xfrm>
            <a:off x="1538863" y="3315844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/ profiler</a:t>
            </a:r>
          </a:p>
        </p:txBody>
      </p:sp>
      <p:sp>
        <p:nvSpPr>
          <p:cNvPr id="54" name="object_279"/>
          <p:cNvSpPr>
            <a:spLocks noGrp="1"/>
          </p:cNvSpPr>
          <p:nvPr/>
        </p:nvSpPr>
        <p:spPr>
          <a:xfrm>
            <a:off x="2510413" y="2708625"/>
            <a:ext cx="942975" cy="321469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55" name="text_281_Optimize"/>
          <p:cNvSpPr>
            <a:spLocks noGrp="1"/>
          </p:cNvSpPr>
          <p:nvPr/>
        </p:nvSpPr>
        <p:spPr>
          <a:xfrm>
            <a:off x="2560419" y="2744344"/>
            <a:ext cx="842963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56" name="object_282"/>
          <p:cNvSpPr>
            <a:spLocks noGrp="1"/>
          </p:cNvSpPr>
          <p:nvPr/>
        </p:nvSpPr>
        <p:spPr>
          <a:xfrm>
            <a:off x="2510413" y="3094388"/>
            <a:ext cx="942975" cy="478631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7" name="text_284_primitive / rules"/>
          <p:cNvSpPr>
            <a:spLocks noGrp="1"/>
          </p:cNvSpPr>
          <p:nvPr/>
        </p:nvSpPr>
        <p:spPr>
          <a:xfrm>
            <a:off x="2538988" y="3130106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 / rules</a:t>
            </a:r>
          </a:p>
        </p:txBody>
      </p:sp>
      <p:sp>
        <p:nvSpPr>
          <p:cNvPr id="58" name="text_286_hardware / profiler"/>
          <p:cNvSpPr>
            <a:spLocks noGrp="1"/>
          </p:cNvSpPr>
          <p:nvPr/>
        </p:nvSpPr>
        <p:spPr>
          <a:xfrm>
            <a:off x="2538988" y="3315844"/>
            <a:ext cx="885825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9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1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hardware / profiler</a:t>
            </a:r>
          </a:p>
        </p:txBody>
      </p:sp>
      <p:sp>
        <p:nvSpPr>
          <p:cNvPr id="62" name="text_291_Reference 重复，20+ 平台规则文件分"/>
          <p:cNvSpPr>
            <a:spLocks noGrp="1"/>
          </p:cNvSpPr>
          <p:nvPr/>
        </p:nvSpPr>
        <p:spPr>
          <a:xfrm>
            <a:off x="557213" y="4071938"/>
            <a:ext cx="3007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平台资料与流程混合</a:t>
            </a:r>
            <a:r>
              <a:rPr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，20+ </a:t>
            </a:r>
            <a:r>
              <a:rPr sz="1069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平台规则文件分散</a:t>
            </a: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重复</a:t>
            </a:r>
            <a:endParaRPr sz="1069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object_297"/>
          <p:cNvSpPr>
            <a:spLocks noGrp="1"/>
          </p:cNvSpPr>
          <p:nvPr/>
        </p:nvSpPr>
        <p:spPr>
          <a:xfrm>
            <a:off x="3994205" y="2094263"/>
            <a:ext cx="4664869" cy="60007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8" name="text_299_Skill Workflow"/>
          <p:cNvSpPr>
            <a:spLocks noGrp="1"/>
          </p:cNvSpPr>
          <p:nvPr/>
        </p:nvSpPr>
        <p:spPr>
          <a:xfrm>
            <a:off x="4079930" y="2122838"/>
            <a:ext cx="4471988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 Workflow</a:t>
            </a:r>
          </a:p>
        </p:txBody>
      </p:sp>
      <p:sp>
        <p:nvSpPr>
          <p:cNvPr id="69" name="text_301_Main"/>
          <p:cNvSpPr>
            <a:spLocks noGrp="1"/>
          </p:cNvSpPr>
          <p:nvPr/>
        </p:nvSpPr>
        <p:spPr>
          <a:xfrm>
            <a:off x="4094217" y="2372869"/>
            <a:ext cx="1057275" cy="242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</a:t>
            </a:r>
          </a:p>
        </p:txBody>
      </p:sp>
      <p:sp>
        <p:nvSpPr>
          <p:cNvPr id="70" name="connector_302"/>
          <p:cNvSpPr>
            <a:spLocks noGrp="1"/>
          </p:cNvSpPr>
          <p:nvPr/>
        </p:nvSpPr>
        <p:spPr>
          <a:xfrm>
            <a:off x="5087199" y="2494313"/>
            <a:ext cx="121444" cy="14288"/>
          </a:xfrm>
          <a:custGeom>
            <a:avLst/>
            <a:gdLst/>
            <a:ahLst/>
            <a:cxnLst/>
            <a:rect l="0" t="0" r="0" b="0"/>
            <a:pathLst>
              <a:path w="161925" h="19050">
                <a:moveTo>
                  <a:pt x="9525" y="9525"/>
                </a:moveTo>
                <a:lnTo>
                  <a:pt x="1524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1" name="connector_303"/>
          <p:cNvSpPr>
            <a:spLocks noGrp="1"/>
          </p:cNvSpPr>
          <p:nvPr/>
        </p:nvSpPr>
        <p:spPr>
          <a:xfrm>
            <a:off x="5150471" y="247033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2" name="text_305_Code-Gen"/>
          <p:cNvSpPr>
            <a:spLocks noGrp="1"/>
          </p:cNvSpPr>
          <p:nvPr/>
        </p:nvSpPr>
        <p:spPr>
          <a:xfrm>
            <a:off x="5230074" y="2372869"/>
            <a:ext cx="1057275" cy="242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</a:t>
            </a:r>
          </a:p>
        </p:txBody>
      </p:sp>
      <p:sp>
        <p:nvSpPr>
          <p:cNvPr id="73" name="connector_306"/>
          <p:cNvSpPr>
            <a:spLocks noGrp="1"/>
          </p:cNvSpPr>
          <p:nvPr/>
        </p:nvSpPr>
        <p:spPr>
          <a:xfrm>
            <a:off x="6223055" y="2494313"/>
            <a:ext cx="121444" cy="14288"/>
          </a:xfrm>
          <a:custGeom>
            <a:avLst/>
            <a:gdLst/>
            <a:ahLst/>
            <a:cxnLst/>
            <a:rect l="0" t="0" r="0" b="0"/>
            <a:pathLst>
              <a:path w="161925" h="19050">
                <a:moveTo>
                  <a:pt x="9525" y="9525"/>
                </a:moveTo>
                <a:lnTo>
                  <a:pt x="1524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4" name="connector_307"/>
          <p:cNvSpPr>
            <a:spLocks noGrp="1"/>
          </p:cNvSpPr>
          <p:nvPr/>
        </p:nvSpPr>
        <p:spPr>
          <a:xfrm>
            <a:off x="6286327" y="247033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5" name="text_309_Verify"/>
          <p:cNvSpPr>
            <a:spLocks noGrp="1"/>
          </p:cNvSpPr>
          <p:nvPr/>
        </p:nvSpPr>
        <p:spPr>
          <a:xfrm>
            <a:off x="6365930" y="2372869"/>
            <a:ext cx="1057275" cy="242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</a:t>
            </a:r>
          </a:p>
        </p:txBody>
      </p:sp>
      <p:sp>
        <p:nvSpPr>
          <p:cNvPr id="76" name="connector_310"/>
          <p:cNvSpPr>
            <a:spLocks noGrp="1"/>
          </p:cNvSpPr>
          <p:nvPr/>
        </p:nvSpPr>
        <p:spPr>
          <a:xfrm>
            <a:off x="7358911" y="2494313"/>
            <a:ext cx="121444" cy="14288"/>
          </a:xfrm>
          <a:custGeom>
            <a:avLst/>
            <a:gdLst/>
            <a:ahLst/>
            <a:cxnLst/>
            <a:rect l="0" t="0" r="0" b="0"/>
            <a:pathLst>
              <a:path w="161925" h="19050">
                <a:moveTo>
                  <a:pt x="9525" y="9525"/>
                </a:moveTo>
                <a:lnTo>
                  <a:pt x="1524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7" name="connector_311"/>
          <p:cNvSpPr>
            <a:spLocks noGrp="1"/>
          </p:cNvSpPr>
          <p:nvPr/>
        </p:nvSpPr>
        <p:spPr>
          <a:xfrm>
            <a:off x="7422183" y="2470339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8" name="text_313_Optimize"/>
          <p:cNvSpPr>
            <a:spLocks noGrp="1"/>
          </p:cNvSpPr>
          <p:nvPr/>
        </p:nvSpPr>
        <p:spPr>
          <a:xfrm>
            <a:off x="7501786" y="2372869"/>
            <a:ext cx="1057275" cy="242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79" name="connector_314"/>
          <p:cNvSpPr>
            <a:spLocks noGrp="1"/>
          </p:cNvSpPr>
          <p:nvPr/>
        </p:nvSpPr>
        <p:spPr>
          <a:xfrm>
            <a:off x="6301636" y="2715769"/>
            <a:ext cx="14288" cy="121444"/>
          </a:xfrm>
          <a:custGeom>
            <a:avLst/>
            <a:gdLst/>
            <a:ahLst/>
            <a:cxnLst/>
            <a:rect l="0" t="0" r="0" b="0"/>
            <a:pathLst>
              <a:path w="19050" h="161925">
                <a:moveTo>
                  <a:pt x="9525" y="9525"/>
                </a:moveTo>
                <a:lnTo>
                  <a:pt x="9525" y="1524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0" name="connector_315"/>
          <p:cNvSpPr>
            <a:spLocks noGrp="1"/>
          </p:cNvSpPr>
          <p:nvPr/>
        </p:nvSpPr>
        <p:spPr>
          <a:xfrm>
            <a:off x="6277662" y="277904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1" name="object_316"/>
          <p:cNvSpPr>
            <a:spLocks noGrp="1"/>
          </p:cNvSpPr>
          <p:nvPr/>
        </p:nvSpPr>
        <p:spPr>
          <a:xfrm>
            <a:off x="3994205" y="2872931"/>
            <a:ext cx="4664869" cy="700088"/>
          </a:xfrm>
          <a:prstGeom prst="rect">
            <a:avLst/>
          </a:prstGeom>
          <a:solidFill>
            <a:srgbClr val="F2F2F2"/>
          </a:solidFill>
          <a:ln w="19050">
            <a:solidFill>
              <a:srgbClr val="D7000F"/>
            </a:solidFill>
          </a:ln>
        </p:spPr>
      </p:sp>
      <p:sp>
        <p:nvSpPr>
          <p:cNvPr id="82" name="text_318_shared/mlu（Shared Layer）"/>
          <p:cNvSpPr>
            <a:spLocks noGrp="1"/>
          </p:cNvSpPr>
          <p:nvPr/>
        </p:nvSpPr>
        <p:spPr>
          <a:xfrm>
            <a:off x="4079930" y="2908650"/>
            <a:ext cx="447198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shared/mlu（Shared Layer）</a:t>
            </a:r>
          </a:p>
        </p:txBody>
      </p:sp>
      <p:sp>
        <p:nvSpPr>
          <p:cNvPr id="83" name="text_320_primitives.md    platfor"/>
          <p:cNvSpPr>
            <a:spLocks noGrp="1"/>
          </p:cNvSpPr>
          <p:nvPr/>
        </p:nvSpPr>
        <p:spPr>
          <a:xfrm>
            <a:off x="4094218" y="3158682"/>
            <a:ext cx="4479131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primitives.md    platform-rules.md    hardware.md</a:t>
            </a:r>
          </a:p>
        </p:txBody>
      </p:sp>
      <p:sp>
        <p:nvSpPr>
          <p:cNvPr id="84" name="text_322_profiler.md    optimizat"/>
          <p:cNvSpPr>
            <a:spLocks noGrp="1"/>
          </p:cNvSpPr>
          <p:nvPr/>
        </p:nvSpPr>
        <p:spPr>
          <a:xfrm>
            <a:off x="4094218" y="3337276"/>
            <a:ext cx="4479131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profiler.md    optimization.md</a:t>
            </a:r>
          </a:p>
        </p:txBody>
      </p:sp>
      <p:sp>
        <p:nvSpPr>
          <p:cNvPr id="85" name="text_324_知识只维护一次，各 Skill 按需加载，支持 "/>
          <p:cNvSpPr>
            <a:spLocks noGrp="1"/>
          </p:cNvSpPr>
          <p:nvPr/>
        </p:nvSpPr>
        <p:spPr>
          <a:xfrm>
            <a:off x="3936206" y="4071938"/>
            <a:ext cx="4948371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资料独立出来</a:t>
            </a:r>
            <a:r>
              <a:rPr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，各 Skill </a:t>
            </a:r>
            <a:r>
              <a:rPr sz="1069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按需加载</a:t>
            </a: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。解耦之后也有利于开发其他平台算子开发</a:t>
            </a:r>
            <a:r>
              <a:rPr lang="en-US" altLang="zh-CN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069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6" name="connector_325"/>
          <p:cNvSpPr>
            <a:spLocks noGrp="1"/>
          </p:cNvSpPr>
          <p:nvPr/>
        </p:nvSpPr>
        <p:spPr>
          <a:xfrm>
            <a:off x="535434" y="4588342"/>
            <a:ext cx="8129588" cy="14288"/>
          </a:xfrm>
          <a:custGeom>
            <a:avLst/>
            <a:gdLst/>
            <a:ahLst/>
            <a:cxnLst/>
            <a:rect l="0" t="0" r="0" b="0"/>
            <a:pathLst>
              <a:path w="10839450" h="19050">
                <a:moveTo>
                  <a:pt x="9525" y="9525"/>
                </a:moveTo>
                <a:lnTo>
                  <a:pt x="10829925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87" name="text_327_Case 1：Primitive 合并"/>
          <p:cNvSpPr>
            <a:spLocks noGrp="1"/>
          </p:cNvSpPr>
          <p:nvPr/>
        </p:nvSpPr>
        <p:spPr>
          <a:xfrm>
            <a:off x="1294470" y="4836318"/>
            <a:ext cx="2152841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1：Primitive </a:t>
            </a:r>
            <a:r>
              <a:rPr sz="135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合并</a:t>
            </a:r>
            <a:endParaRPr sz="135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8" name="text_329_Case 2：平台规则合并"/>
          <p:cNvSpPr>
            <a:spLocks noGrp="1"/>
          </p:cNvSpPr>
          <p:nvPr/>
        </p:nvSpPr>
        <p:spPr>
          <a:xfrm>
            <a:off x="5336575" y="4836318"/>
            <a:ext cx="235029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案例</a:t>
            </a:r>
            <a:r>
              <a:rPr sz="135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2：平台规则合并</a:t>
            </a:r>
          </a:p>
        </p:txBody>
      </p:sp>
      <p:sp>
        <p:nvSpPr>
          <p:cNvPr id="89" name="text_331_code-gen/semantic.md"/>
          <p:cNvSpPr>
            <a:spLocks noGrp="1"/>
          </p:cNvSpPr>
          <p:nvPr/>
        </p:nvSpPr>
        <p:spPr>
          <a:xfrm>
            <a:off x="1473078" y="5122067"/>
            <a:ext cx="1795624" cy="20686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code-gen/semantic.md</a:t>
            </a:r>
          </a:p>
        </p:txBody>
      </p:sp>
      <p:sp>
        <p:nvSpPr>
          <p:cNvPr id="90" name="text_333_review/mlu_supported_pri"/>
          <p:cNvSpPr>
            <a:spLocks noGrp="1"/>
          </p:cNvSpPr>
          <p:nvPr/>
        </p:nvSpPr>
        <p:spPr>
          <a:xfrm>
            <a:off x="1276869" y="5300662"/>
            <a:ext cx="2188043" cy="19044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review/mlu_supported_primitives.md</a:t>
            </a:r>
          </a:p>
        </p:txBody>
      </p:sp>
      <p:sp>
        <p:nvSpPr>
          <p:cNvPr id="91" name="connector_334"/>
          <p:cNvSpPr>
            <a:spLocks noGrp="1"/>
          </p:cNvSpPr>
          <p:nvPr/>
        </p:nvSpPr>
        <p:spPr>
          <a:xfrm>
            <a:off x="2363746" y="5517232"/>
            <a:ext cx="14288" cy="128588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2" name="connector_335"/>
          <p:cNvSpPr>
            <a:spLocks noGrp="1"/>
          </p:cNvSpPr>
          <p:nvPr/>
        </p:nvSpPr>
        <p:spPr>
          <a:xfrm>
            <a:off x="2339772" y="559950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3" name="text_337_share/mlu/references/pri"/>
          <p:cNvSpPr>
            <a:spLocks noGrp="1"/>
          </p:cNvSpPr>
          <p:nvPr/>
        </p:nvSpPr>
        <p:spPr>
          <a:xfrm>
            <a:off x="1089073" y="5700712"/>
            <a:ext cx="2563635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share/mlu/references/primitives.md</a:t>
            </a:r>
          </a:p>
        </p:txBody>
      </p:sp>
      <p:sp>
        <p:nvSpPr>
          <p:cNvPr id="94" name="text_339_原 20+ 文件：Grid 上限、NRAM、CU"/>
          <p:cNvSpPr>
            <a:spLocks noGrp="1"/>
          </p:cNvSpPr>
          <p:nvPr/>
        </p:nvSpPr>
        <p:spPr>
          <a:xfrm>
            <a:off x="5128058" y="5122068"/>
            <a:ext cx="2767328" cy="2068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 20+ </a:t>
            </a: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文件：Grid</a:t>
            </a: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上限、NRAM、CUDA→MLU</a:t>
            </a:r>
            <a:endParaRPr sz="1013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5" name="text_341_num_warps、Persistent Ker"/>
          <p:cNvSpPr>
            <a:spLocks noGrp="1"/>
          </p:cNvSpPr>
          <p:nvPr/>
        </p:nvSpPr>
        <p:spPr>
          <a:xfrm>
            <a:off x="5263456" y="5300662"/>
            <a:ext cx="2496533" cy="24186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num_warps、Persistent</a:t>
            </a: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 </a:t>
            </a: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等平台约束</a:t>
            </a:r>
            <a:endParaRPr sz="1013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6" name="connector_342"/>
          <p:cNvSpPr>
            <a:spLocks noGrp="1"/>
          </p:cNvSpPr>
          <p:nvPr/>
        </p:nvSpPr>
        <p:spPr>
          <a:xfrm>
            <a:off x="6504578" y="5522118"/>
            <a:ext cx="14288" cy="128588"/>
          </a:xfrm>
          <a:custGeom>
            <a:avLst/>
            <a:gdLst/>
            <a:ahLst/>
            <a:cxnLst/>
            <a:rect l="0" t="0" r="0" b="0"/>
            <a:pathLst>
              <a:path w="19050" h="171450">
                <a:moveTo>
                  <a:pt x="9525" y="9525"/>
                </a:moveTo>
                <a:lnTo>
                  <a:pt x="9525" y="1619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7" name="connector_343"/>
          <p:cNvSpPr>
            <a:spLocks noGrp="1"/>
          </p:cNvSpPr>
          <p:nvPr/>
        </p:nvSpPr>
        <p:spPr>
          <a:xfrm>
            <a:off x="6480604" y="5592534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8" name="text_345_platform-rules.md"/>
          <p:cNvSpPr>
            <a:spLocks noGrp="1"/>
          </p:cNvSpPr>
          <p:nvPr/>
        </p:nvSpPr>
        <p:spPr>
          <a:xfrm>
            <a:off x="5505947" y="5700712"/>
            <a:ext cx="2011550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platform-rules.md</a:t>
            </a:r>
          </a:p>
        </p:txBody>
      </p:sp>
      <p:sp>
        <p:nvSpPr>
          <p:cNvPr id="99" name="text_347_Workflow 与平台知识解耦，减少重复维护与"/>
          <p:cNvSpPr>
            <a:spLocks noGrp="1"/>
          </p:cNvSpPr>
          <p:nvPr/>
        </p:nvSpPr>
        <p:spPr>
          <a:xfrm>
            <a:off x="569781" y="6175307"/>
            <a:ext cx="8122444" cy="2786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</a:t>
            </a:r>
            <a:r>
              <a:rPr sz="135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与平台</a:t>
            </a:r>
            <a:r>
              <a:rPr lang="zh-CN" altLang="en-US" sz="135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</a:t>
            </a:r>
            <a:r>
              <a:rPr sz="1350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解耦，减少重复维护与重复加载，降低迁移成本</a:t>
            </a:r>
            <a:r>
              <a:rPr sz="1350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350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02" name="连接符: 肘形 24">
            <a:extLst>
              <a:ext uri="{FF2B5EF4-FFF2-40B4-BE49-F238E27FC236}">
                <a16:creationId xmlns:a16="http://schemas.microsoft.com/office/drawing/2014/main" id="{645F5EE4-7D1D-34BD-C85B-F7577ED0E28D}"/>
              </a:ext>
            </a:extLst>
          </p:cNvPr>
          <p:cNvCxnSpPr>
            <a:cxnSpLocks/>
          </p:cNvCxnSpPr>
          <p:nvPr/>
        </p:nvCxnSpPr>
        <p:spPr>
          <a:xfrm rot="5400000">
            <a:off x="1344242" y="2157864"/>
            <a:ext cx="260654" cy="886271"/>
          </a:xfrm>
          <a:prstGeom prst="bentConnector3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连接符: 肘形 26">
            <a:extLst>
              <a:ext uri="{FF2B5EF4-FFF2-40B4-BE49-F238E27FC236}">
                <a16:creationId xmlns:a16="http://schemas.microsoft.com/office/drawing/2014/main" id="{4F6DB58B-48B3-F53D-1C44-71CE6D7B5901}"/>
              </a:ext>
            </a:extLst>
          </p:cNvPr>
          <p:cNvCxnSpPr>
            <a:cxnSpLocks/>
          </p:cNvCxnSpPr>
          <p:nvPr/>
        </p:nvCxnSpPr>
        <p:spPr>
          <a:xfrm rot="16200000" flipH="1">
            <a:off x="2267637" y="2120740"/>
            <a:ext cx="260654" cy="960519"/>
          </a:xfrm>
          <a:prstGeom prst="bentConnector3">
            <a:avLst/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" name="连接符: 肘形 24">
            <a:extLst>
              <a:ext uri="{FF2B5EF4-FFF2-40B4-BE49-F238E27FC236}">
                <a16:creationId xmlns:a16="http://schemas.microsoft.com/office/drawing/2014/main" id="{645F5EE4-7D1D-34BD-C85B-F7577ED0E28D}"/>
              </a:ext>
            </a:extLst>
          </p:cNvPr>
          <p:cNvCxnSpPr>
            <a:cxnSpLocks/>
          </p:cNvCxnSpPr>
          <p:nvPr/>
        </p:nvCxnSpPr>
        <p:spPr>
          <a:xfrm rot="5400000">
            <a:off x="1852993" y="2661947"/>
            <a:ext cx="129423" cy="9525"/>
          </a:xfrm>
          <a:prstGeom prst="bentConnector3">
            <a:avLst>
              <a:gd name="adj1" fmla="val 50000"/>
            </a:avLst>
          </a:prstGeom>
          <a:ln w="28575">
            <a:prstDash val="dash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5" name="直接连接符 104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3707904" y="1164100"/>
            <a:ext cx="0" cy="334502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0" name="矩形 99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15" name="灯片编号占位符 14">
            <a:extLst>
              <a:ext uri="{FF2B5EF4-FFF2-40B4-BE49-F238E27FC236}">
                <a16:creationId xmlns:a16="http://schemas.microsoft.com/office/drawing/2014/main" id="{6A4137D8-89F5-B514-4EA5-3B9DD04A722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33994766"/>
      </p:ext>
    </p:extLst>
  </p:cSld>
  <p:clrMapOvr>
    <a:masterClrMapping/>
  </p:clrMapOvr>
  <p:transition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0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395543" y="4814326"/>
            <a:ext cx="3406204" cy="436330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9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395543" y="3878496"/>
            <a:ext cx="3406204" cy="856583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395543" y="1922792"/>
            <a:ext cx="3406204" cy="1877683"/>
          </a:xfrm>
          <a:prstGeom prst="roundRect">
            <a:avLst>
              <a:gd name="adj" fmla="val 8426"/>
            </a:avLst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优化②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上下文优化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350_原版：七个独立子步骤"/>
          <p:cNvSpPr>
            <a:spLocks noGrp="1"/>
          </p:cNvSpPr>
          <p:nvPr/>
        </p:nvSpPr>
        <p:spPr>
          <a:xfrm>
            <a:off x="426356" y="1301025"/>
            <a:ext cx="3150394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原版：七个独立子步骤</a:t>
            </a:r>
            <a:r>
              <a:rPr lang="zh-CN" altLang="en-US"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lang="en-US" altLang="zh-CN"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阶段）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nector_351"/>
          <p:cNvSpPr>
            <a:spLocks noGrp="1"/>
          </p:cNvSpPr>
          <p:nvPr/>
        </p:nvSpPr>
        <p:spPr>
          <a:xfrm>
            <a:off x="444215" y="1656687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354_新版：三个核心 Agent"/>
          <p:cNvSpPr>
            <a:spLocks noGrp="1"/>
          </p:cNvSpPr>
          <p:nvPr/>
        </p:nvSpPr>
        <p:spPr>
          <a:xfrm>
            <a:off x="4318038" y="1297387"/>
            <a:ext cx="202882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三个核心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Agent</a:t>
            </a:r>
          </a:p>
        </p:txBody>
      </p:sp>
      <p:sp>
        <p:nvSpPr>
          <p:cNvPr id="6" name="connector_355"/>
          <p:cNvSpPr>
            <a:spLocks noGrp="1"/>
          </p:cNvSpPr>
          <p:nvPr/>
        </p:nvSpPr>
        <p:spPr>
          <a:xfrm>
            <a:off x="4350544" y="16216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358_优化效果"/>
          <p:cNvSpPr>
            <a:spLocks noGrp="1"/>
          </p:cNvSpPr>
          <p:nvPr/>
        </p:nvSpPr>
        <p:spPr>
          <a:xfrm>
            <a:off x="7041802" y="1301025"/>
            <a:ext cx="124301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目的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nector_359"/>
          <p:cNvSpPr>
            <a:spLocks noGrp="1"/>
          </p:cNvSpPr>
          <p:nvPr/>
        </p:nvSpPr>
        <p:spPr>
          <a:xfrm>
            <a:off x="7074308" y="163678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2" name="connector_363"/>
          <p:cNvSpPr>
            <a:spLocks noGrp="1"/>
          </p:cNvSpPr>
          <p:nvPr/>
        </p:nvSpPr>
        <p:spPr>
          <a:xfrm>
            <a:off x="4143375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364"/>
          <p:cNvSpPr>
            <a:spLocks noGrp="1"/>
          </p:cNvSpPr>
          <p:nvPr/>
        </p:nvSpPr>
        <p:spPr>
          <a:xfrm>
            <a:off x="4143375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365"/>
          <p:cNvSpPr>
            <a:spLocks noGrp="1"/>
          </p:cNvSpPr>
          <p:nvPr/>
        </p:nvSpPr>
        <p:spPr>
          <a:xfrm>
            <a:off x="4143375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366"/>
          <p:cNvSpPr>
            <a:spLocks noGrp="1"/>
          </p:cNvSpPr>
          <p:nvPr/>
        </p:nvSpPr>
        <p:spPr>
          <a:xfrm>
            <a:off x="4143375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367"/>
          <p:cNvSpPr>
            <a:spLocks noGrp="1"/>
          </p:cNvSpPr>
          <p:nvPr/>
        </p:nvSpPr>
        <p:spPr>
          <a:xfrm>
            <a:off x="4143375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368"/>
          <p:cNvSpPr>
            <a:spLocks noGrp="1"/>
          </p:cNvSpPr>
          <p:nvPr/>
        </p:nvSpPr>
        <p:spPr>
          <a:xfrm>
            <a:off x="4143375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369"/>
          <p:cNvSpPr>
            <a:spLocks noGrp="1"/>
          </p:cNvSpPr>
          <p:nvPr/>
        </p:nvSpPr>
        <p:spPr>
          <a:xfrm>
            <a:off x="4143375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370"/>
          <p:cNvSpPr>
            <a:spLocks noGrp="1"/>
          </p:cNvSpPr>
          <p:nvPr/>
        </p:nvSpPr>
        <p:spPr>
          <a:xfrm>
            <a:off x="4143375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371"/>
          <p:cNvSpPr>
            <a:spLocks noGrp="1"/>
          </p:cNvSpPr>
          <p:nvPr/>
        </p:nvSpPr>
        <p:spPr>
          <a:xfrm>
            <a:off x="4143375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372"/>
          <p:cNvSpPr>
            <a:spLocks noGrp="1"/>
          </p:cNvSpPr>
          <p:nvPr/>
        </p:nvSpPr>
        <p:spPr>
          <a:xfrm>
            <a:off x="4143375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373"/>
          <p:cNvSpPr>
            <a:spLocks noGrp="1"/>
          </p:cNvSpPr>
          <p:nvPr/>
        </p:nvSpPr>
        <p:spPr>
          <a:xfrm>
            <a:off x="4143375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374"/>
          <p:cNvSpPr>
            <a:spLocks noGrp="1"/>
          </p:cNvSpPr>
          <p:nvPr/>
        </p:nvSpPr>
        <p:spPr>
          <a:xfrm>
            <a:off x="4143375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375"/>
          <p:cNvSpPr>
            <a:spLocks noGrp="1"/>
          </p:cNvSpPr>
          <p:nvPr/>
        </p:nvSpPr>
        <p:spPr>
          <a:xfrm>
            <a:off x="4143375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376"/>
          <p:cNvSpPr>
            <a:spLocks noGrp="1"/>
          </p:cNvSpPr>
          <p:nvPr/>
        </p:nvSpPr>
        <p:spPr>
          <a:xfrm>
            <a:off x="4143375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377"/>
          <p:cNvSpPr>
            <a:spLocks noGrp="1"/>
          </p:cNvSpPr>
          <p:nvPr/>
        </p:nvSpPr>
        <p:spPr>
          <a:xfrm>
            <a:off x="4143375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378"/>
          <p:cNvSpPr>
            <a:spLocks noGrp="1"/>
          </p:cNvSpPr>
          <p:nvPr/>
        </p:nvSpPr>
        <p:spPr>
          <a:xfrm>
            <a:off x="4143375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379"/>
          <p:cNvSpPr>
            <a:spLocks noGrp="1"/>
          </p:cNvSpPr>
          <p:nvPr/>
        </p:nvSpPr>
        <p:spPr>
          <a:xfrm>
            <a:off x="4143375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380"/>
          <p:cNvSpPr>
            <a:spLocks noGrp="1"/>
          </p:cNvSpPr>
          <p:nvPr/>
        </p:nvSpPr>
        <p:spPr>
          <a:xfrm>
            <a:off x="4143375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381"/>
          <p:cNvSpPr>
            <a:spLocks noGrp="1"/>
          </p:cNvSpPr>
          <p:nvPr/>
        </p:nvSpPr>
        <p:spPr>
          <a:xfrm>
            <a:off x="4143375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382"/>
          <p:cNvSpPr>
            <a:spLocks noGrp="1"/>
          </p:cNvSpPr>
          <p:nvPr/>
        </p:nvSpPr>
        <p:spPr>
          <a:xfrm>
            <a:off x="4143375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383"/>
          <p:cNvSpPr>
            <a:spLocks noGrp="1"/>
          </p:cNvSpPr>
          <p:nvPr/>
        </p:nvSpPr>
        <p:spPr>
          <a:xfrm>
            <a:off x="4143375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384"/>
          <p:cNvSpPr>
            <a:spLocks noGrp="1"/>
          </p:cNvSpPr>
          <p:nvPr/>
        </p:nvSpPr>
        <p:spPr>
          <a:xfrm>
            <a:off x="4143375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385"/>
          <p:cNvSpPr>
            <a:spLocks noGrp="1"/>
          </p:cNvSpPr>
          <p:nvPr/>
        </p:nvSpPr>
        <p:spPr>
          <a:xfrm>
            <a:off x="4143375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386"/>
          <p:cNvSpPr>
            <a:spLocks noGrp="1"/>
          </p:cNvSpPr>
          <p:nvPr/>
        </p:nvSpPr>
        <p:spPr>
          <a:xfrm>
            <a:off x="4143375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387"/>
          <p:cNvSpPr>
            <a:spLocks noGrp="1"/>
          </p:cNvSpPr>
          <p:nvPr/>
        </p:nvSpPr>
        <p:spPr>
          <a:xfrm>
            <a:off x="4143375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388"/>
          <p:cNvSpPr>
            <a:spLocks noGrp="1"/>
          </p:cNvSpPr>
          <p:nvPr/>
        </p:nvSpPr>
        <p:spPr>
          <a:xfrm>
            <a:off x="4143375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389"/>
          <p:cNvSpPr>
            <a:spLocks noGrp="1"/>
          </p:cNvSpPr>
          <p:nvPr/>
        </p:nvSpPr>
        <p:spPr>
          <a:xfrm>
            <a:off x="4143375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390"/>
          <p:cNvSpPr>
            <a:spLocks noGrp="1"/>
          </p:cNvSpPr>
          <p:nvPr/>
        </p:nvSpPr>
        <p:spPr>
          <a:xfrm>
            <a:off x="4143375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391"/>
          <p:cNvSpPr>
            <a:spLocks noGrp="1"/>
          </p:cNvSpPr>
          <p:nvPr/>
        </p:nvSpPr>
        <p:spPr>
          <a:xfrm>
            <a:off x="4143375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392"/>
          <p:cNvSpPr>
            <a:spLocks noGrp="1"/>
          </p:cNvSpPr>
          <p:nvPr/>
        </p:nvSpPr>
        <p:spPr>
          <a:xfrm>
            <a:off x="4143375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393"/>
          <p:cNvSpPr>
            <a:spLocks noGrp="1"/>
          </p:cNvSpPr>
          <p:nvPr/>
        </p:nvSpPr>
        <p:spPr>
          <a:xfrm>
            <a:off x="4143375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394"/>
          <p:cNvSpPr>
            <a:spLocks noGrp="1"/>
          </p:cNvSpPr>
          <p:nvPr/>
        </p:nvSpPr>
        <p:spPr>
          <a:xfrm>
            <a:off x="4143375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395"/>
          <p:cNvSpPr>
            <a:spLocks noGrp="1"/>
          </p:cNvSpPr>
          <p:nvPr/>
        </p:nvSpPr>
        <p:spPr>
          <a:xfrm>
            <a:off x="4143375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396"/>
          <p:cNvSpPr>
            <a:spLocks noGrp="1"/>
          </p:cNvSpPr>
          <p:nvPr/>
        </p:nvSpPr>
        <p:spPr>
          <a:xfrm>
            <a:off x="4143375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397"/>
          <p:cNvSpPr>
            <a:spLocks noGrp="1"/>
          </p:cNvSpPr>
          <p:nvPr/>
        </p:nvSpPr>
        <p:spPr>
          <a:xfrm>
            <a:off x="4143375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398"/>
          <p:cNvSpPr>
            <a:spLocks noGrp="1"/>
          </p:cNvSpPr>
          <p:nvPr/>
        </p:nvSpPr>
        <p:spPr>
          <a:xfrm>
            <a:off x="4143375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399"/>
          <p:cNvSpPr>
            <a:spLocks noGrp="1"/>
          </p:cNvSpPr>
          <p:nvPr/>
        </p:nvSpPr>
        <p:spPr>
          <a:xfrm>
            <a:off x="4143375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400"/>
          <p:cNvSpPr>
            <a:spLocks noGrp="1"/>
          </p:cNvSpPr>
          <p:nvPr/>
        </p:nvSpPr>
        <p:spPr>
          <a:xfrm>
            <a:off x="4143375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401"/>
          <p:cNvSpPr>
            <a:spLocks noGrp="1"/>
          </p:cNvSpPr>
          <p:nvPr/>
        </p:nvSpPr>
        <p:spPr>
          <a:xfrm>
            <a:off x="4143375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object_444"/>
          <p:cNvSpPr>
            <a:spLocks noGrp="1"/>
          </p:cNvSpPr>
          <p:nvPr/>
        </p:nvSpPr>
        <p:spPr>
          <a:xfrm>
            <a:off x="557213" y="2035969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94" name="text_446_1. 需求理解"/>
          <p:cNvSpPr>
            <a:spLocks noGrp="1"/>
          </p:cNvSpPr>
          <p:nvPr/>
        </p:nvSpPr>
        <p:spPr>
          <a:xfrm>
            <a:off x="607219" y="2085975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 需求理解</a:t>
            </a:r>
          </a:p>
        </p:txBody>
      </p:sp>
      <p:sp>
        <p:nvSpPr>
          <p:cNvPr id="95" name="text_448_读取需求、语义与平台规则"/>
          <p:cNvSpPr>
            <a:spLocks noGrp="1"/>
          </p:cNvSpPr>
          <p:nvPr/>
        </p:nvSpPr>
        <p:spPr>
          <a:xfrm>
            <a:off x="1885951" y="2057400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读取需求、语义与平台规则</a:t>
            </a:r>
          </a:p>
        </p:txBody>
      </p:sp>
      <p:sp>
        <p:nvSpPr>
          <p:cNvPr id="96" name="connector_449"/>
          <p:cNvSpPr>
            <a:spLocks noGrp="1"/>
          </p:cNvSpPr>
          <p:nvPr/>
        </p:nvSpPr>
        <p:spPr>
          <a:xfrm>
            <a:off x="1005346" y="2393157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7" name="connector_450"/>
          <p:cNvSpPr>
            <a:spLocks noGrp="1"/>
          </p:cNvSpPr>
          <p:nvPr/>
        </p:nvSpPr>
        <p:spPr>
          <a:xfrm>
            <a:off x="981372" y="242785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8" name="object_451"/>
          <p:cNvSpPr>
            <a:spLocks noGrp="1"/>
          </p:cNvSpPr>
          <p:nvPr/>
        </p:nvSpPr>
        <p:spPr>
          <a:xfrm>
            <a:off x="557213" y="2500313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99" name="text_453_2. 语义分析"/>
          <p:cNvSpPr>
            <a:spLocks noGrp="1"/>
          </p:cNvSpPr>
          <p:nvPr/>
        </p:nvSpPr>
        <p:spPr>
          <a:xfrm>
            <a:off x="607219" y="2550319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 语义分析</a:t>
            </a:r>
          </a:p>
        </p:txBody>
      </p:sp>
      <p:sp>
        <p:nvSpPr>
          <p:cNvPr id="100" name="text_455_理解公式、Shape、Axis"/>
          <p:cNvSpPr>
            <a:spLocks noGrp="1"/>
          </p:cNvSpPr>
          <p:nvPr/>
        </p:nvSpPr>
        <p:spPr>
          <a:xfrm>
            <a:off x="1885951" y="2521744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理解公式、Shape、Axis</a:t>
            </a:r>
          </a:p>
        </p:txBody>
      </p:sp>
      <p:sp>
        <p:nvSpPr>
          <p:cNvPr id="101" name="connector_456"/>
          <p:cNvSpPr>
            <a:spLocks noGrp="1"/>
          </p:cNvSpPr>
          <p:nvPr/>
        </p:nvSpPr>
        <p:spPr>
          <a:xfrm>
            <a:off x="1005346" y="2857500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2" name="connector_457"/>
          <p:cNvSpPr>
            <a:spLocks noGrp="1"/>
          </p:cNvSpPr>
          <p:nvPr/>
        </p:nvSpPr>
        <p:spPr>
          <a:xfrm>
            <a:off x="981372" y="2892197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3" name="object_458"/>
          <p:cNvSpPr>
            <a:spLocks noGrp="1"/>
          </p:cNvSpPr>
          <p:nvPr/>
        </p:nvSpPr>
        <p:spPr>
          <a:xfrm>
            <a:off x="557213" y="2964656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04" name="text_460_3. Mapping 设计"/>
          <p:cNvSpPr>
            <a:spLocks noGrp="1"/>
          </p:cNvSpPr>
          <p:nvPr/>
        </p:nvSpPr>
        <p:spPr>
          <a:xfrm>
            <a:off x="607219" y="3014663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 Mapping 设计</a:t>
            </a:r>
          </a:p>
        </p:txBody>
      </p:sp>
      <p:sp>
        <p:nvSpPr>
          <p:cNvPr id="105" name="text_462_加载硬件规则与 Mapping 资料"/>
          <p:cNvSpPr>
            <a:spLocks noGrp="1"/>
          </p:cNvSpPr>
          <p:nvPr/>
        </p:nvSpPr>
        <p:spPr>
          <a:xfrm>
            <a:off x="1885951" y="2986088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加载硬件规则与 Mapping 资料</a:t>
            </a:r>
          </a:p>
        </p:txBody>
      </p:sp>
      <p:sp>
        <p:nvSpPr>
          <p:cNvPr id="106" name="connector_463"/>
          <p:cNvSpPr>
            <a:spLocks noGrp="1"/>
          </p:cNvSpPr>
          <p:nvPr/>
        </p:nvSpPr>
        <p:spPr>
          <a:xfrm>
            <a:off x="1005346" y="3321844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7" name="connector_464"/>
          <p:cNvSpPr>
            <a:spLocks noGrp="1"/>
          </p:cNvSpPr>
          <p:nvPr/>
        </p:nvSpPr>
        <p:spPr>
          <a:xfrm>
            <a:off x="981372" y="335654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8" name="object_465"/>
          <p:cNvSpPr>
            <a:spLocks noGrp="1"/>
          </p:cNvSpPr>
          <p:nvPr/>
        </p:nvSpPr>
        <p:spPr>
          <a:xfrm>
            <a:off x="557213" y="3429000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09" name="text_467_4. Kernel 设计"/>
          <p:cNvSpPr>
            <a:spLocks noGrp="1"/>
          </p:cNvSpPr>
          <p:nvPr/>
        </p:nvSpPr>
        <p:spPr>
          <a:xfrm>
            <a:off x="607219" y="3479006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 Kernel 设计</a:t>
            </a:r>
          </a:p>
        </p:txBody>
      </p:sp>
      <p:sp>
        <p:nvSpPr>
          <p:cNvPr id="110" name="text_469_再次理解语义和平台约束"/>
          <p:cNvSpPr>
            <a:spLocks noGrp="1"/>
          </p:cNvSpPr>
          <p:nvPr/>
        </p:nvSpPr>
        <p:spPr>
          <a:xfrm>
            <a:off x="1885951" y="3450431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再次理解语义和平台约束</a:t>
            </a:r>
          </a:p>
        </p:txBody>
      </p:sp>
      <p:sp>
        <p:nvSpPr>
          <p:cNvPr id="111" name="connector_470"/>
          <p:cNvSpPr>
            <a:spLocks noGrp="1"/>
          </p:cNvSpPr>
          <p:nvPr/>
        </p:nvSpPr>
        <p:spPr>
          <a:xfrm>
            <a:off x="1005346" y="3786188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2" name="connector_471"/>
          <p:cNvSpPr>
            <a:spLocks noGrp="1"/>
          </p:cNvSpPr>
          <p:nvPr/>
        </p:nvSpPr>
        <p:spPr>
          <a:xfrm>
            <a:off x="981372" y="382088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3" name="object_472"/>
          <p:cNvSpPr>
            <a:spLocks noGrp="1"/>
          </p:cNvSpPr>
          <p:nvPr/>
        </p:nvSpPr>
        <p:spPr>
          <a:xfrm>
            <a:off x="557213" y="3923374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14" name="text_474_5. 代码生成"/>
          <p:cNvSpPr>
            <a:spLocks noGrp="1"/>
          </p:cNvSpPr>
          <p:nvPr/>
        </p:nvSpPr>
        <p:spPr>
          <a:xfrm>
            <a:off x="607219" y="3973380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5. 代码生成</a:t>
            </a:r>
          </a:p>
        </p:txBody>
      </p:sp>
      <p:sp>
        <p:nvSpPr>
          <p:cNvPr id="115" name="text_476_重复读取前序上下文"/>
          <p:cNvSpPr>
            <a:spLocks noGrp="1"/>
          </p:cNvSpPr>
          <p:nvPr/>
        </p:nvSpPr>
        <p:spPr>
          <a:xfrm>
            <a:off x="1885951" y="3931182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重复读取上下文</a:t>
            </a:r>
            <a:endParaRPr sz="1013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connector_477"/>
          <p:cNvSpPr>
            <a:spLocks noGrp="1"/>
          </p:cNvSpPr>
          <p:nvPr/>
        </p:nvSpPr>
        <p:spPr>
          <a:xfrm>
            <a:off x="1005346" y="4264155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7" name="connector_478"/>
          <p:cNvSpPr>
            <a:spLocks noGrp="1"/>
          </p:cNvSpPr>
          <p:nvPr/>
        </p:nvSpPr>
        <p:spPr>
          <a:xfrm>
            <a:off x="981372" y="4298851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8" name="object_479"/>
          <p:cNvSpPr>
            <a:spLocks noGrp="1"/>
          </p:cNvSpPr>
          <p:nvPr/>
        </p:nvSpPr>
        <p:spPr>
          <a:xfrm>
            <a:off x="557213" y="4371311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19" name="text_481_6. 测试生成"/>
          <p:cNvSpPr>
            <a:spLocks noGrp="1"/>
          </p:cNvSpPr>
          <p:nvPr/>
        </p:nvSpPr>
        <p:spPr>
          <a:xfrm>
            <a:off x="607219" y="4421317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6. 测试生成</a:t>
            </a:r>
          </a:p>
        </p:txBody>
      </p:sp>
      <p:sp>
        <p:nvSpPr>
          <p:cNvPr id="120" name="text_483_再次加载规则和接口说明"/>
          <p:cNvSpPr>
            <a:spLocks noGrp="1"/>
          </p:cNvSpPr>
          <p:nvPr/>
        </p:nvSpPr>
        <p:spPr>
          <a:xfrm>
            <a:off x="1885951" y="4379119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再次加载规则和接口说明</a:t>
            </a:r>
          </a:p>
        </p:txBody>
      </p:sp>
      <p:sp>
        <p:nvSpPr>
          <p:cNvPr id="121" name="connector_484"/>
          <p:cNvSpPr>
            <a:spLocks noGrp="1"/>
          </p:cNvSpPr>
          <p:nvPr/>
        </p:nvSpPr>
        <p:spPr>
          <a:xfrm>
            <a:off x="1005346" y="4714875"/>
            <a:ext cx="14288" cy="92869"/>
          </a:xfrm>
          <a:custGeom>
            <a:avLst/>
            <a:gdLst/>
            <a:ahLst/>
            <a:cxnLst/>
            <a:rect l="0" t="0" r="0" b="0"/>
            <a:pathLst>
              <a:path w="19050" h="123825">
                <a:moveTo>
                  <a:pt x="9525" y="9525"/>
                </a:moveTo>
                <a:lnTo>
                  <a:pt x="9525" y="1143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2" name="connector_485"/>
          <p:cNvSpPr>
            <a:spLocks noGrp="1"/>
          </p:cNvSpPr>
          <p:nvPr/>
        </p:nvSpPr>
        <p:spPr>
          <a:xfrm>
            <a:off x="981372" y="474957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3" name="object_486"/>
          <p:cNvSpPr>
            <a:spLocks noGrp="1"/>
          </p:cNvSpPr>
          <p:nvPr/>
        </p:nvSpPr>
        <p:spPr>
          <a:xfrm>
            <a:off x="557213" y="4836319"/>
            <a:ext cx="1207294" cy="3429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4" name="text_488_7. 自检与整理"/>
          <p:cNvSpPr>
            <a:spLocks noGrp="1"/>
          </p:cNvSpPr>
          <p:nvPr/>
        </p:nvSpPr>
        <p:spPr>
          <a:xfrm>
            <a:off x="607219" y="4907756"/>
            <a:ext cx="1107281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7.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自检与整理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5" name="text_490_重新理解需求与实现细节"/>
          <p:cNvSpPr>
            <a:spLocks noGrp="1"/>
          </p:cNvSpPr>
          <p:nvPr/>
        </p:nvSpPr>
        <p:spPr>
          <a:xfrm>
            <a:off x="1885951" y="4879181"/>
            <a:ext cx="2107406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重新理解需求与实现细节</a:t>
            </a:r>
          </a:p>
        </p:txBody>
      </p:sp>
      <p:sp>
        <p:nvSpPr>
          <p:cNvPr id="126" name="text_492_重复读取与理解，增加 Token 和调度开销"/>
          <p:cNvSpPr>
            <a:spLocks noGrp="1"/>
          </p:cNvSpPr>
          <p:nvPr/>
        </p:nvSpPr>
        <p:spPr>
          <a:xfrm>
            <a:off x="602200" y="5414962"/>
            <a:ext cx="285154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重复读取与理解，增加</a:t>
            </a: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Token </a:t>
            </a: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和调度开销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7" name="object_493"/>
          <p:cNvSpPr>
            <a:spLocks noGrp="1"/>
          </p:cNvSpPr>
          <p:nvPr/>
        </p:nvSpPr>
        <p:spPr>
          <a:xfrm>
            <a:off x="4429125" y="2021682"/>
            <a:ext cx="2350294" cy="392906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28" name="text_495_输入"/>
          <p:cNvSpPr>
            <a:spLocks noGrp="1"/>
          </p:cNvSpPr>
          <p:nvPr/>
        </p:nvSpPr>
        <p:spPr>
          <a:xfrm>
            <a:off x="4468415" y="2132620"/>
            <a:ext cx="2250281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0" name="connector_498"/>
          <p:cNvSpPr>
            <a:spLocks noGrp="1"/>
          </p:cNvSpPr>
          <p:nvPr/>
        </p:nvSpPr>
        <p:spPr>
          <a:xfrm>
            <a:off x="5593556" y="2428875"/>
            <a:ext cx="14288" cy="142875"/>
          </a:xfrm>
          <a:custGeom>
            <a:avLst/>
            <a:gdLst/>
            <a:ahLst/>
            <a:cxnLst/>
            <a:rect l="0" t="0" r="0" b="0"/>
            <a:pathLst>
              <a:path w="19050" h="190500">
                <a:moveTo>
                  <a:pt x="9525" y="9525"/>
                </a:moveTo>
                <a:lnTo>
                  <a:pt x="9525" y="1809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1" name="connector_499"/>
          <p:cNvSpPr>
            <a:spLocks noGrp="1"/>
          </p:cNvSpPr>
          <p:nvPr/>
        </p:nvSpPr>
        <p:spPr>
          <a:xfrm>
            <a:off x="5569582" y="2513578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2" name="object_500"/>
          <p:cNvSpPr>
            <a:spLocks noGrp="1"/>
          </p:cNvSpPr>
          <p:nvPr/>
        </p:nvSpPr>
        <p:spPr>
          <a:xfrm>
            <a:off x="4429125" y="2636044"/>
            <a:ext cx="2350294" cy="750094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3" name="text_502_Design Agent  步骤 1–4"/>
          <p:cNvSpPr>
            <a:spLocks noGrp="1"/>
          </p:cNvSpPr>
          <p:nvPr/>
        </p:nvSpPr>
        <p:spPr>
          <a:xfrm>
            <a:off x="4507707" y="267890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Agent  步骤 1–4</a:t>
            </a:r>
          </a:p>
        </p:txBody>
      </p:sp>
      <p:sp>
        <p:nvSpPr>
          <p:cNvPr id="134" name="text_504_需求理解、语义分析"/>
          <p:cNvSpPr>
            <a:spLocks noGrp="1"/>
          </p:cNvSpPr>
          <p:nvPr/>
        </p:nvSpPr>
        <p:spPr>
          <a:xfrm>
            <a:off x="4521994" y="2943225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需求理解、语义分析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5" name="text_506_Mapping 与 Kernel 设计"/>
          <p:cNvSpPr>
            <a:spLocks noGrp="1"/>
          </p:cNvSpPr>
          <p:nvPr/>
        </p:nvSpPr>
        <p:spPr>
          <a:xfrm>
            <a:off x="4521994" y="3128962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 与 Kernel </a:t>
            </a: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设计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connector_507"/>
          <p:cNvSpPr>
            <a:spLocks noGrp="1"/>
          </p:cNvSpPr>
          <p:nvPr/>
        </p:nvSpPr>
        <p:spPr>
          <a:xfrm>
            <a:off x="5593556" y="3400426"/>
            <a:ext cx="14288" cy="107156"/>
          </a:xfrm>
          <a:custGeom>
            <a:avLst/>
            <a:gdLst/>
            <a:ahLst/>
            <a:cxnLst/>
            <a:rect l="0" t="0" r="0" b="0"/>
            <a:pathLst>
              <a:path w="19050" h="142875">
                <a:moveTo>
                  <a:pt x="9525" y="9525"/>
                </a:moveTo>
                <a:lnTo>
                  <a:pt x="9525" y="1333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7" name="connector_508"/>
          <p:cNvSpPr>
            <a:spLocks noGrp="1"/>
          </p:cNvSpPr>
          <p:nvPr/>
        </p:nvSpPr>
        <p:spPr>
          <a:xfrm>
            <a:off x="5569582" y="344941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8" name="object_509"/>
          <p:cNvSpPr>
            <a:spLocks noGrp="1"/>
          </p:cNvSpPr>
          <p:nvPr/>
        </p:nvSpPr>
        <p:spPr>
          <a:xfrm>
            <a:off x="4429125" y="3521869"/>
            <a:ext cx="2350294" cy="750094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9" name="text_511_Build Agent  步骤 5–6"/>
          <p:cNvSpPr>
            <a:spLocks noGrp="1"/>
          </p:cNvSpPr>
          <p:nvPr/>
        </p:nvSpPr>
        <p:spPr>
          <a:xfrm>
            <a:off x="4507707" y="3564731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Agent  步骤 5–6</a:t>
            </a:r>
          </a:p>
        </p:txBody>
      </p:sp>
      <p:sp>
        <p:nvSpPr>
          <p:cNvPr id="140" name="text_513_代码生成、测试生成"/>
          <p:cNvSpPr>
            <a:spLocks noGrp="1"/>
          </p:cNvSpPr>
          <p:nvPr/>
        </p:nvSpPr>
        <p:spPr>
          <a:xfrm>
            <a:off x="4521994" y="3829050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代码生成、测试生成</a:t>
            </a:r>
          </a:p>
        </p:txBody>
      </p:sp>
      <p:sp>
        <p:nvSpPr>
          <p:cNvPr id="141" name="text_515_完成工程化实现"/>
          <p:cNvSpPr>
            <a:spLocks noGrp="1"/>
          </p:cNvSpPr>
          <p:nvPr/>
        </p:nvSpPr>
        <p:spPr>
          <a:xfrm>
            <a:off x="4521994" y="4014787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完成工程化实现</a:t>
            </a:r>
          </a:p>
        </p:txBody>
      </p:sp>
      <p:sp>
        <p:nvSpPr>
          <p:cNvPr id="142" name="connector_516"/>
          <p:cNvSpPr>
            <a:spLocks noGrp="1"/>
          </p:cNvSpPr>
          <p:nvPr/>
        </p:nvSpPr>
        <p:spPr>
          <a:xfrm>
            <a:off x="5593556" y="4286251"/>
            <a:ext cx="14288" cy="107156"/>
          </a:xfrm>
          <a:custGeom>
            <a:avLst/>
            <a:gdLst/>
            <a:ahLst/>
            <a:cxnLst/>
            <a:rect l="0" t="0" r="0" b="0"/>
            <a:pathLst>
              <a:path w="19050" h="142875">
                <a:moveTo>
                  <a:pt x="9525" y="9525"/>
                </a:moveTo>
                <a:lnTo>
                  <a:pt x="9525" y="1333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3" name="connector_517"/>
          <p:cNvSpPr>
            <a:spLocks noGrp="1"/>
          </p:cNvSpPr>
          <p:nvPr/>
        </p:nvSpPr>
        <p:spPr>
          <a:xfrm>
            <a:off x="5569582" y="433523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4" name="object_518"/>
          <p:cNvSpPr>
            <a:spLocks noGrp="1"/>
          </p:cNvSpPr>
          <p:nvPr/>
        </p:nvSpPr>
        <p:spPr>
          <a:xfrm>
            <a:off x="4429125" y="4407694"/>
            <a:ext cx="2350294" cy="750094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45" name="text_520_Verify Agent  步骤 7"/>
          <p:cNvSpPr>
            <a:spLocks noGrp="1"/>
          </p:cNvSpPr>
          <p:nvPr/>
        </p:nvSpPr>
        <p:spPr>
          <a:xfrm>
            <a:off x="4507707" y="4450556"/>
            <a:ext cx="21931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Verify Agent  步骤 7</a:t>
            </a:r>
          </a:p>
        </p:txBody>
      </p:sp>
      <p:sp>
        <p:nvSpPr>
          <p:cNvPr id="146" name="text_522_自检、结果整理"/>
          <p:cNvSpPr>
            <a:spLocks noGrp="1"/>
          </p:cNvSpPr>
          <p:nvPr/>
        </p:nvSpPr>
        <p:spPr>
          <a:xfrm>
            <a:off x="4521994" y="4714875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自检、结果整理</a:t>
            </a:r>
          </a:p>
        </p:txBody>
      </p:sp>
      <p:sp>
        <p:nvSpPr>
          <p:cNvPr id="147" name="text_524_输出中间文件与最终产物"/>
          <p:cNvSpPr>
            <a:spLocks noGrp="1"/>
          </p:cNvSpPr>
          <p:nvPr/>
        </p:nvSpPr>
        <p:spPr>
          <a:xfrm>
            <a:off x="4521994" y="4900612"/>
            <a:ext cx="216455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输出中间文件与最终产物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8" name="text_526_保留原有七步逻辑与全部产物"/>
          <p:cNvSpPr>
            <a:spLocks noGrp="1"/>
          </p:cNvSpPr>
          <p:nvPr/>
        </p:nvSpPr>
        <p:spPr>
          <a:xfrm>
            <a:off x="4414838" y="5429250"/>
            <a:ext cx="2378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保留原有七步逻辑与全部产物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text_528_共享上下文"/>
          <p:cNvSpPr>
            <a:spLocks noGrp="1"/>
          </p:cNvSpPr>
          <p:nvPr/>
        </p:nvSpPr>
        <p:spPr>
          <a:xfrm>
            <a:off x="7348223" y="1922792"/>
            <a:ext cx="15716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共享上下文</a:t>
            </a:r>
            <a:endParaRPr sz="1238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text_534_降低 Token"/>
          <p:cNvSpPr>
            <a:spLocks noGrp="1"/>
          </p:cNvSpPr>
          <p:nvPr/>
        </p:nvSpPr>
        <p:spPr>
          <a:xfrm>
            <a:off x="7339224" y="2367867"/>
            <a:ext cx="15716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降低</a:t>
            </a:r>
            <a:r>
              <a:rPr sz="1238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Token</a:t>
            </a:r>
          </a:p>
        </p:txBody>
      </p:sp>
      <p:sp>
        <p:nvSpPr>
          <p:cNvPr id="155" name="text_540_缩短开发时间"/>
          <p:cNvSpPr>
            <a:spLocks noGrp="1"/>
          </p:cNvSpPr>
          <p:nvPr/>
        </p:nvSpPr>
        <p:spPr>
          <a:xfrm>
            <a:off x="7348223" y="2800392"/>
            <a:ext cx="15716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缩短开发时间</a:t>
            </a:r>
            <a:endParaRPr sz="1238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8" name="text_546_保持原有流程"/>
          <p:cNvSpPr>
            <a:spLocks noGrp="1"/>
          </p:cNvSpPr>
          <p:nvPr/>
        </p:nvSpPr>
        <p:spPr>
          <a:xfrm>
            <a:off x="7348223" y="3243263"/>
            <a:ext cx="1571625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保持原有流程</a:t>
            </a:r>
          </a:p>
        </p:txBody>
      </p:sp>
      <p:cxnSp>
        <p:nvCxnSpPr>
          <p:cNvPr id="171" name="直接箭头连接符 170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/>
          <p:nvPr/>
        </p:nvCxnSpPr>
        <p:spPr>
          <a:xfrm>
            <a:off x="3832350" y="2964656"/>
            <a:ext cx="585619" cy="0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>
            <a:endCxn id="138" idx="1"/>
          </p:cNvCxnSpPr>
          <p:nvPr/>
        </p:nvCxnSpPr>
        <p:spPr>
          <a:xfrm flipV="1">
            <a:off x="3843507" y="3896916"/>
            <a:ext cx="585619" cy="320064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箭头连接符 173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>
            <a:endCxn id="144" idx="1"/>
          </p:cNvCxnSpPr>
          <p:nvPr/>
        </p:nvCxnSpPr>
        <p:spPr>
          <a:xfrm flipV="1">
            <a:off x="3801747" y="4782741"/>
            <a:ext cx="627379" cy="250312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76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51520" y="5848265"/>
            <a:ext cx="5787722" cy="2077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每个子步骤都需要重新读取资料 和理解上下文，一个子步骤中，读取理解资料的时间比实际工作的时间还长。</a:t>
            </a:r>
          </a:p>
        </p:txBody>
      </p:sp>
      <p:cxnSp>
        <p:nvCxnSpPr>
          <p:cNvPr id="173" name="直接连接符 172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6948264" y="1488282"/>
            <a:ext cx="0" cy="405526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/>
          <p:cNvSpPr/>
          <p:nvPr/>
        </p:nvSpPr>
        <p:spPr>
          <a:xfrm>
            <a:off x="1510903" y="6597079"/>
            <a:ext cx="658948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11" name="灯片编号占位符 10">
            <a:extLst>
              <a:ext uri="{FF2B5EF4-FFF2-40B4-BE49-F238E27FC236}">
                <a16:creationId xmlns:a16="http://schemas.microsoft.com/office/drawing/2014/main" id="{6E993C56-9A11-2826-752A-62408BA4692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25076997"/>
      </p:ext>
    </p:extLst>
  </p:cSld>
  <p:clrMapOvr>
    <a:masterClrMapping/>
  </p:clrMapOvr>
  <p:transition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2918221" y="2957513"/>
            <a:ext cx="2393156" cy="2050256"/>
          </a:xfrm>
          <a:prstGeom prst="roundRect">
            <a:avLst>
              <a:gd name="adj" fmla="val 3452"/>
            </a:avLst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优化③：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Profile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驱动的按需优化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555_原版：遍历策略"/>
          <p:cNvSpPr>
            <a:spLocks noGrp="1"/>
          </p:cNvSpPr>
          <p:nvPr/>
        </p:nvSpPr>
        <p:spPr>
          <a:xfrm>
            <a:off x="542627" y="1493232"/>
            <a:ext cx="181451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原版：遍历策略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nector_556"/>
          <p:cNvSpPr>
            <a:spLocks noGrp="1"/>
          </p:cNvSpPr>
          <p:nvPr/>
        </p:nvSpPr>
        <p:spPr>
          <a:xfrm>
            <a:off x="535781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559_新版：按需选择"/>
          <p:cNvSpPr>
            <a:spLocks noGrp="1"/>
          </p:cNvSpPr>
          <p:nvPr/>
        </p:nvSpPr>
        <p:spPr>
          <a:xfrm>
            <a:off x="2970639" y="1484401"/>
            <a:ext cx="1935956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按需选择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nector_560"/>
          <p:cNvSpPr>
            <a:spLocks noGrp="1"/>
          </p:cNvSpPr>
          <p:nvPr/>
        </p:nvSpPr>
        <p:spPr>
          <a:xfrm>
            <a:off x="2957512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563_类型判断与决策记录"/>
          <p:cNvSpPr>
            <a:spLocks noGrp="1"/>
          </p:cNvSpPr>
          <p:nvPr/>
        </p:nvSpPr>
        <p:spPr>
          <a:xfrm>
            <a:off x="5541473" y="1504826"/>
            <a:ext cx="280035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9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决策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举例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connector_564"/>
          <p:cNvSpPr>
            <a:spLocks noGrp="1"/>
          </p:cNvSpPr>
          <p:nvPr/>
        </p:nvSpPr>
        <p:spPr>
          <a:xfrm>
            <a:off x="5522119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" name="connector_565"/>
          <p:cNvSpPr>
            <a:spLocks noGrp="1"/>
          </p:cNvSpPr>
          <p:nvPr/>
        </p:nvSpPr>
        <p:spPr>
          <a:xfrm>
            <a:off x="2778919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566"/>
          <p:cNvSpPr>
            <a:spLocks noGrp="1"/>
          </p:cNvSpPr>
          <p:nvPr/>
        </p:nvSpPr>
        <p:spPr>
          <a:xfrm>
            <a:off x="2778919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567"/>
          <p:cNvSpPr>
            <a:spLocks noGrp="1"/>
          </p:cNvSpPr>
          <p:nvPr/>
        </p:nvSpPr>
        <p:spPr>
          <a:xfrm>
            <a:off x="2778919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568"/>
          <p:cNvSpPr>
            <a:spLocks noGrp="1"/>
          </p:cNvSpPr>
          <p:nvPr/>
        </p:nvSpPr>
        <p:spPr>
          <a:xfrm>
            <a:off x="2778919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569"/>
          <p:cNvSpPr>
            <a:spLocks noGrp="1"/>
          </p:cNvSpPr>
          <p:nvPr/>
        </p:nvSpPr>
        <p:spPr>
          <a:xfrm>
            <a:off x="2778919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570"/>
          <p:cNvSpPr>
            <a:spLocks noGrp="1"/>
          </p:cNvSpPr>
          <p:nvPr/>
        </p:nvSpPr>
        <p:spPr>
          <a:xfrm>
            <a:off x="2778919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571"/>
          <p:cNvSpPr>
            <a:spLocks noGrp="1"/>
          </p:cNvSpPr>
          <p:nvPr/>
        </p:nvSpPr>
        <p:spPr>
          <a:xfrm>
            <a:off x="2778919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572"/>
          <p:cNvSpPr>
            <a:spLocks noGrp="1"/>
          </p:cNvSpPr>
          <p:nvPr/>
        </p:nvSpPr>
        <p:spPr>
          <a:xfrm>
            <a:off x="2778919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573"/>
          <p:cNvSpPr>
            <a:spLocks noGrp="1"/>
          </p:cNvSpPr>
          <p:nvPr/>
        </p:nvSpPr>
        <p:spPr>
          <a:xfrm>
            <a:off x="2778919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574"/>
          <p:cNvSpPr>
            <a:spLocks noGrp="1"/>
          </p:cNvSpPr>
          <p:nvPr/>
        </p:nvSpPr>
        <p:spPr>
          <a:xfrm>
            <a:off x="2778919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575"/>
          <p:cNvSpPr>
            <a:spLocks noGrp="1"/>
          </p:cNvSpPr>
          <p:nvPr/>
        </p:nvSpPr>
        <p:spPr>
          <a:xfrm>
            <a:off x="2778919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576"/>
          <p:cNvSpPr>
            <a:spLocks noGrp="1"/>
          </p:cNvSpPr>
          <p:nvPr/>
        </p:nvSpPr>
        <p:spPr>
          <a:xfrm>
            <a:off x="2778919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577"/>
          <p:cNvSpPr>
            <a:spLocks noGrp="1"/>
          </p:cNvSpPr>
          <p:nvPr/>
        </p:nvSpPr>
        <p:spPr>
          <a:xfrm>
            <a:off x="2778919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578"/>
          <p:cNvSpPr>
            <a:spLocks noGrp="1"/>
          </p:cNvSpPr>
          <p:nvPr/>
        </p:nvSpPr>
        <p:spPr>
          <a:xfrm>
            <a:off x="2778919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579"/>
          <p:cNvSpPr>
            <a:spLocks noGrp="1"/>
          </p:cNvSpPr>
          <p:nvPr/>
        </p:nvSpPr>
        <p:spPr>
          <a:xfrm>
            <a:off x="2778919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580"/>
          <p:cNvSpPr>
            <a:spLocks noGrp="1"/>
          </p:cNvSpPr>
          <p:nvPr/>
        </p:nvSpPr>
        <p:spPr>
          <a:xfrm>
            <a:off x="2778919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581"/>
          <p:cNvSpPr>
            <a:spLocks noGrp="1"/>
          </p:cNvSpPr>
          <p:nvPr/>
        </p:nvSpPr>
        <p:spPr>
          <a:xfrm>
            <a:off x="2778919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582"/>
          <p:cNvSpPr>
            <a:spLocks noGrp="1"/>
          </p:cNvSpPr>
          <p:nvPr/>
        </p:nvSpPr>
        <p:spPr>
          <a:xfrm>
            <a:off x="2778919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583"/>
          <p:cNvSpPr>
            <a:spLocks noGrp="1"/>
          </p:cNvSpPr>
          <p:nvPr/>
        </p:nvSpPr>
        <p:spPr>
          <a:xfrm>
            <a:off x="2778919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584"/>
          <p:cNvSpPr>
            <a:spLocks noGrp="1"/>
          </p:cNvSpPr>
          <p:nvPr/>
        </p:nvSpPr>
        <p:spPr>
          <a:xfrm>
            <a:off x="2778919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585"/>
          <p:cNvSpPr>
            <a:spLocks noGrp="1"/>
          </p:cNvSpPr>
          <p:nvPr/>
        </p:nvSpPr>
        <p:spPr>
          <a:xfrm>
            <a:off x="2778919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586"/>
          <p:cNvSpPr>
            <a:spLocks noGrp="1"/>
          </p:cNvSpPr>
          <p:nvPr/>
        </p:nvSpPr>
        <p:spPr>
          <a:xfrm>
            <a:off x="2778919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587"/>
          <p:cNvSpPr>
            <a:spLocks noGrp="1"/>
          </p:cNvSpPr>
          <p:nvPr/>
        </p:nvSpPr>
        <p:spPr>
          <a:xfrm>
            <a:off x="2778919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588"/>
          <p:cNvSpPr>
            <a:spLocks noGrp="1"/>
          </p:cNvSpPr>
          <p:nvPr/>
        </p:nvSpPr>
        <p:spPr>
          <a:xfrm>
            <a:off x="2778919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589"/>
          <p:cNvSpPr>
            <a:spLocks noGrp="1"/>
          </p:cNvSpPr>
          <p:nvPr/>
        </p:nvSpPr>
        <p:spPr>
          <a:xfrm>
            <a:off x="2778919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590"/>
          <p:cNvSpPr>
            <a:spLocks noGrp="1"/>
          </p:cNvSpPr>
          <p:nvPr/>
        </p:nvSpPr>
        <p:spPr>
          <a:xfrm>
            <a:off x="2778919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591"/>
          <p:cNvSpPr>
            <a:spLocks noGrp="1"/>
          </p:cNvSpPr>
          <p:nvPr/>
        </p:nvSpPr>
        <p:spPr>
          <a:xfrm>
            <a:off x="2778919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592"/>
          <p:cNvSpPr>
            <a:spLocks noGrp="1"/>
          </p:cNvSpPr>
          <p:nvPr/>
        </p:nvSpPr>
        <p:spPr>
          <a:xfrm>
            <a:off x="2778919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593"/>
          <p:cNvSpPr>
            <a:spLocks noGrp="1"/>
          </p:cNvSpPr>
          <p:nvPr/>
        </p:nvSpPr>
        <p:spPr>
          <a:xfrm>
            <a:off x="2778919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594"/>
          <p:cNvSpPr>
            <a:spLocks noGrp="1"/>
          </p:cNvSpPr>
          <p:nvPr/>
        </p:nvSpPr>
        <p:spPr>
          <a:xfrm>
            <a:off x="2778919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595"/>
          <p:cNvSpPr>
            <a:spLocks noGrp="1"/>
          </p:cNvSpPr>
          <p:nvPr/>
        </p:nvSpPr>
        <p:spPr>
          <a:xfrm>
            <a:off x="2778919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596"/>
          <p:cNvSpPr>
            <a:spLocks noGrp="1"/>
          </p:cNvSpPr>
          <p:nvPr/>
        </p:nvSpPr>
        <p:spPr>
          <a:xfrm>
            <a:off x="2778919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597"/>
          <p:cNvSpPr>
            <a:spLocks noGrp="1"/>
          </p:cNvSpPr>
          <p:nvPr/>
        </p:nvSpPr>
        <p:spPr>
          <a:xfrm>
            <a:off x="2778919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598"/>
          <p:cNvSpPr>
            <a:spLocks noGrp="1"/>
          </p:cNvSpPr>
          <p:nvPr/>
        </p:nvSpPr>
        <p:spPr>
          <a:xfrm>
            <a:off x="2778919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599"/>
          <p:cNvSpPr>
            <a:spLocks noGrp="1"/>
          </p:cNvSpPr>
          <p:nvPr/>
        </p:nvSpPr>
        <p:spPr>
          <a:xfrm>
            <a:off x="2778919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600"/>
          <p:cNvSpPr>
            <a:spLocks noGrp="1"/>
          </p:cNvSpPr>
          <p:nvPr/>
        </p:nvSpPr>
        <p:spPr>
          <a:xfrm>
            <a:off x="2778919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601"/>
          <p:cNvSpPr>
            <a:spLocks noGrp="1"/>
          </p:cNvSpPr>
          <p:nvPr/>
        </p:nvSpPr>
        <p:spPr>
          <a:xfrm>
            <a:off x="2778919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602"/>
          <p:cNvSpPr>
            <a:spLocks noGrp="1"/>
          </p:cNvSpPr>
          <p:nvPr/>
        </p:nvSpPr>
        <p:spPr>
          <a:xfrm>
            <a:off x="2778919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603"/>
          <p:cNvSpPr>
            <a:spLocks noGrp="1"/>
          </p:cNvSpPr>
          <p:nvPr/>
        </p:nvSpPr>
        <p:spPr>
          <a:xfrm>
            <a:off x="2778919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604"/>
          <p:cNvSpPr>
            <a:spLocks noGrp="1"/>
          </p:cNvSpPr>
          <p:nvPr/>
        </p:nvSpPr>
        <p:spPr>
          <a:xfrm>
            <a:off x="2778919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605"/>
          <p:cNvSpPr>
            <a:spLocks noGrp="1"/>
          </p:cNvSpPr>
          <p:nvPr/>
        </p:nvSpPr>
        <p:spPr>
          <a:xfrm>
            <a:off x="2778919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606"/>
          <p:cNvSpPr>
            <a:spLocks noGrp="1"/>
          </p:cNvSpPr>
          <p:nvPr/>
        </p:nvSpPr>
        <p:spPr>
          <a:xfrm>
            <a:off x="2778919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607"/>
          <p:cNvSpPr>
            <a:spLocks noGrp="1"/>
          </p:cNvSpPr>
          <p:nvPr/>
        </p:nvSpPr>
        <p:spPr>
          <a:xfrm>
            <a:off x="2778919" y="5507832"/>
            <a:ext cx="14288" cy="21431"/>
          </a:xfrm>
          <a:custGeom>
            <a:avLst/>
            <a:gdLst/>
            <a:ahLst/>
            <a:cxnLst/>
            <a:rect l="0" t="0" r="0" b="0"/>
            <a:pathLst>
              <a:path w="19050" h="28575">
                <a:moveTo>
                  <a:pt x="9525" y="9525"/>
                </a:moveTo>
                <a:lnTo>
                  <a:pt x="9525" y="190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608"/>
          <p:cNvSpPr>
            <a:spLocks noGrp="1"/>
          </p:cNvSpPr>
          <p:nvPr/>
        </p:nvSpPr>
        <p:spPr>
          <a:xfrm>
            <a:off x="5436096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609"/>
          <p:cNvSpPr>
            <a:spLocks noGrp="1"/>
          </p:cNvSpPr>
          <p:nvPr/>
        </p:nvSpPr>
        <p:spPr>
          <a:xfrm>
            <a:off x="5436096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610"/>
          <p:cNvSpPr>
            <a:spLocks noGrp="1"/>
          </p:cNvSpPr>
          <p:nvPr/>
        </p:nvSpPr>
        <p:spPr>
          <a:xfrm>
            <a:off x="5436096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611"/>
          <p:cNvSpPr>
            <a:spLocks noGrp="1"/>
          </p:cNvSpPr>
          <p:nvPr/>
        </p:nvSpPr>
        <p:spPr>
          <a:xfrm>
            <a:off x="5436096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612"/>
          <p:cNvSpPr>
            <a:spLocks noGrp="1"/>
          </p:cNvSpPr>
          <p:nvPr/>
        </p:nvSpPr>
        <p:spPr>
          <a:xfrm>
            <a:off x="5436096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613"/>
          <p:cNvSpPr>
            <a:spLocks noGrp="1"/>
          </p:cNvSpPr>
          <p:nvPr/>
        </p:nvSpPr>
        <p:spPr>
          <a:xfrm>
            <a:off x="5436096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614"/>
          <p:cNvSpPr>
            <a:spLocks noGrp="1"/>
          </p:cNvSpPr>
          <p:nvPr/>
        </p:nvSpPr>
        <p:spPr>
          <a:xfrm>
            <a:off x="5436096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connector_615"/>
          <p:cNvSpPr>
            <a:spLocks noGrp="1"/>
          </p:cNvSpPr>
          <p:nvPr/>
        </p:nvSpPr>
        <p:spPr>
          <a:xfrm>
            <a:off x="5436096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0" name="connector_616"/>
          <p:cNvSpPr>
            <a:spLocks noGrp="1"/>
          </p:cNvSpPr>
          <p:nvPr/>
        </p:nvSpPr>
        <p:spPr>
          <a:xfrm>
            <a:off x="5436096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1" name="connector_617"/>
          <p:cNvSpPr>
            <a:spLocks noGrp="1"/>
          </p:cNvSpPr>
          <p:nvPr/>
        </p:nvSpPr>
        <p:spPr>
          <a:xfrm>
            <a:off x="5436096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2" name="connector_618"/>
          <p:cNvSpPr>
            <a:spLocks noGrp="1"/>
          </p:cNvSpPr>
          <p:nvPr/>
        </p:nvSpPr>
        <p:spPr>
          <a:xfrm>
            <a:off x="5436096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3" name="connector_619"/>
          <p:cNvSpPr>
            <a:spLocks noGrp="1"/>
          </p:cNvSpPr>
          <p:nvPr/>
        </p:nvSpPr>
        <p:spPr>
          <a:xfrm>
            <a:off x="5436096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4" name="connector_620"/>
          <p:cNvSpPr>
            <a:spLocks noGrp="1"/>
          </p:cNvSpPr>
          <p:nvPr/>
        </p:nvSpPr>
        <p:spPr>
          <a:xfrm>
            <a:off x="5436096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5" name="connector_621"/>
          <p:cNvSpPr>
            <a:spLocks noGrp="1"/>
          </p:cNvSpPr>
          <p:nvPr/>
        </p:nvSpPr>
        <p:spPr>
          <a:xfrm>
            <a:off x="5436096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6" name="connector_622"/>
          <p:cNvSpPr>
            <a:spLocks noGrp="1"/>
          </p:cNvSpPr>
          <p:nvPr/>
        </p:nvSpPr>
        <p:spPr>
          <a:xfrm>
            <a:off x="5436096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7" name="connector_623"/>
          <p:cNvSpPr>
            <a:spLocks noGrp="1"/>
          </p:cNvSpPr>
          <p:nvPr/>
        </p:nvSpPr>
        <p:spPr>
          <a:xfrm>
            <a:off x="5436096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8" name="connector_624"/>
          <p:cNvSpPr>
            <a:spLocks noGrp="1"/>
          </p:cNvSpPr>
          <p:nvPr/>
        </p:nvSpPr>
        <p:spPr>
          <a:xfrm>
            <a:off x="5436096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9" name="connector_625"/>
          <p:cNvSpPr>
            <a:spLocks noGrp="1"/>
          </p:cNvSpPr>
          <p:nvPr/>
        </p:nvSpPr>
        <p:spPr>
          <a:xfrm>
            <a:off x="5436096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0" name="connector_626"/>
          <p:cNvSpPr>
            <a:spLocks noGrp="1"/>
          </p:cNvSpPr>
          <p:nvPr/>
        </p:nvSpPr>
        <p:spPr>
          <a:xfrm>
            <a:off x="5436096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1" name="connector_627"/>
          <p:cNvSpPr>
            <a:spLocks noGrp="1"/>
          </p:cNvSpPr>
          <p:nvPr/>
        </p:nvSpPr>
        <p:spPr>
          <a:xfrm>
            <a:off x="5436096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2" name="connector_628"/>
          <p:cNvSpPr>
            <a:spLocks noGrp="1"/>
          </p:cNvSpPr>
          <p:nvPr/>
        </p:nvSpPr>
        <p:spPr>
          <a:xfrm>
            <a:off x="5436096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3" name="connector_629"/>
          <p:cNvSpPr>
            <a:spLocks noGrp="1"/>
          </p:cNvSpPr>
          <p:nvPr/>
        </p:nvSpPr>
        <p:spPr>
          <a:xfrm>
            <a:off x="5436096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4" name="connector_630"/>
          <p:cNvSpPr>
            <a:spLocks noGrp="1"/>
          </p:cNvSpPr>
          <p:nvPr/>
        </p:nvSpPr>
        <p:spPr>
          <a:xfrm>
            <a:off x="5436096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5" name="connector_631"/>
          <p:cNvSpPr>
            <a:spLocks noGrp="1"/>
          </p:cNvSpPr>
          <p:nvPr/>
        </p:nvSpPr>
        <p:spPr>
          <a:xfrm>
            <a:off x="5436096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6" name="connector_632"/>
          <p:cNvSpPr>
            <a:spLocks noGrp="1"/>
          </p:cNvSpPr>
          <p:nvPr/>
        </p:nvSpPr>
        <p:spPr>
          <a:xfrm>
            <a:off x="5436096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7" name="connector_633"/>
          <p:cNvSpPr>
            <a:spLocks noGrp="1"/>
          </p:cNvSpPr>
          <p:nvPr/>
        </p:nvSpPr>
        <p:spPr>
          <a:xfrm>
            <a:off x="5436096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8" name="connector_634"/>
          <p:cNvSpPr>
            <a:spLocks noGrp="1"/>
          </p:cNvSpPr>
          <p:nvPr/>
        </p:nvSpPr>
        <p:spPr>
          <a:xfrm>
            <a:off x="5436096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9" name="connector_635"/>
          <p:cNvSpPr>
            <a:spLocks noGrp="1"/>
          </p:cNvSpPr>
          <p:nvPr/>
        </p:nvSpPr>
        <p:spPr>
          <a:xfrm>
            <a:off x="5436096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0" name="connector_636"/>
          <p:cNvSpPr>
            <a:spLocks noGrp="1"/>
          </p:cNvSpPr>
          <p:nvPr/>
        </p:nvSpPr>
        <p:spPr>
          <a:xfrm>
            <a:off x="5436096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1" name="connector_637"/>
          <p:cNvSpPr>
            <a:spLocks noGrp="1"/>
          </p:cNvSpPr>
          <p:nvPr/>
        </p:nvSpPr>
        <p:spPr>
          <a:xfrm>
            <a:off x="5436096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2" name="connector_638"/>
          <p:cNvSpPr>
            <a:spLocks noGrp="1"/>
          </p:cNvSpPr>
          <p:nvPr/>
        </p:nvSpPr>
        <p:spPr>
          <a:xfrm>
            <a:off x="5436096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3" name="connector_639"/>
          <p:cNvSpPr>
            <a:spLocks noGrp="1"/>
          </p:cNvSpPr>
          <p:nvPr/>
        </p:nvSpPr>
        <p:spPr>
          <a:xfrm>
            <a:off x="5436096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4" name="connector_640"/>
          <p:cNvSpPr>
            <a:spLocks noGrp="1"/>
          </p:cNvSpPr>
          <p:nvPr/>
        </p:nvSpPr>
        <p:spPr>
          <a:xfrm>
            <a:off x="5436096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5" name="connector_641"/>
          <p:cNvSpPr>
            <a:spLocks noGrp="1"/>
          </p:cNvSpPr>
          <p:nvPr/>
        </p:nvSpPr>
        <p:spPr>
          <a:xfrm>
            <a:off x="5436096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6" name="connector_642"/>
          <p:cNvSpPr>
            <a:spLocks noGrp="1"/>
          </p:cNvSpPr>
          <p:nvPr/>
        </p:nvSpPr>
        <p:spPr>
          <a:xfrm>
            <a:off x="5436096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7" name="connector_643"/>
          <p:cNvSpPr>
            <a:spLocks noGrp="1"/>
          </p:cNvSpPr>
          <p:nvPr/>
        </p:nvSpPr>
        <p:spPr>
          <a:xfrm>
            <a:off x="5436096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8" name="connector_644"/>
          <p:cNvSpPr>
            <a:spLocks noGrp="1"/>
          </p:cNvSpPr>
          <p:nvPr/>
        </p:nvSpPr>
        <p:spPr>
          <a:xfrm>
            <a:off x="5436096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9" name="connector_645"/>
          <p:cNvSpPr>
            <a:spLocks noGrp="1"/>
          </p:cNvSpPr>
          <p:nvPr/>
        </p:nvSpPr>
        <p:spPr>
          <a:xfrm>
            <a:off x="5436096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0" name="connector_646"/>
          <p:cNvSpPr>
            <a:spLocks noGrp="1"/>
          </p:cNvSpPr>
          <p:nvPr/>
        </p:nvSpPr>
        <p:spPr>
          <a:xfrm>
            <a:off x="5436096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1" name="connector_647"/>
          <p:cNvSpPr>
            <a:spLocks noGrp="1"/>
          </p:cNvSpPr>
          <p:nvPr/>
        </p:nvSpPr>
        <p:spPr>
          <a:xfrm>
            <a:off x="5436096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2" name="connector_648"/>
          <p:cNvSpPr>
            <a:spLocks noGrp="1"/>
          </p:cNvSpPr>
          <p:nvPr/>
        </p:nvSpPr>
        <p:spPr>
          <a:xfrm>
            <a:off x="5436096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connector_649"/>
          <p:cNvSpPr>
            <a:spLocks noGrp="1"/>
          </p:cNvSpPr>
          <p:nvPr/>
        </p:nvSpPr>
        <p:spPr>
          <a:xfrm>
            <a:off x="5436096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4" name="connector_650"/>
          <p:cNvSpPr>
            <a:spLocks noGrp="1"/>
          </p:cNvSpPr>
          <p:nvPr/>
        </p:nvSpPr>
        <p:spPr>
          <a:xfrm>
            <a:off x="5436096" y="5507832"/>
            <a:ext cx="14288" cy="21431"/>
          </a:xfrm>
          <a:custGeom>
            <a:avLst/>
            <a:gdLst/>
            <a:ahLst/>
            <a:cxnLst/>
            <a:rect l="0" t="0" r="0" b="0"/>
            <a:pathLst>
              <a:path w="19050" h="28575">
                <a:moveTo>
                  <a:pt x="9525" y="9525"/>
                </a:moveTo>
                <a:lnTo>
                  <a:pt x="9525" y="19050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5" name="object_651"/>
          <p:cNvSpPr>
            <a:spLocks noGrp="1"/>
          </p:cNvSpPr>
          <p:nvPr/>
        </p:nvSpPr>
        <p:spPr>
          <a:xfrm>
            <a:off x="764381" y="1978819"/>
            <a:ext cx="1885950" cy="292894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96" name="text_653_正确的 Kernel"/>
          <p:cNvSpPr>
            <a:spLocks noGrp="1"/>
          </p:cNvSpPr>
          <p:nvPr/>
        </p:nvSpPr>
        <p:spPr>
          <a:xfrm>
            <a:off x="814387" y="2014538"/>
            <a:ext cx="1785938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 Kernel</a:t>
            </a:r>
          </a:p>
        </p:txBody>
      </p:sp>
      <p:sp>
        <p:nvSpPr>
          <p:cNvPr id="97" name="object_654"/>
          <p:cNvSpPr>
            <a:spLocks noGrp="1"/>
          </p:cNvSpPr>
          <p:nvPr/>
        </p:nvSpPr>
        <p:spPr>
          <a:xfrm>
            <a:off x="764381" y="2393156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8" name="text_656_基础优化（基础配置）"/>
          <p:cNvSpPr>
            <a:spLocks noGrp="1"/>
          </p:cNvSpPr>
          <p:nvPr/>
        </p:nvSpPr>
        <p:spPr>
          <a:xfrm>
            <a:off x="814387" y="2428875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基础优化（基础配置）</a:t>
            </a:r>
          </a:p>
        </p:txBody>
      </p:sp>
      <p:sp>
        <p:nvSpPr>
          <p:cNvPr id="99" name="connector_657"/>
          <p:cNvSpPr>
            <a:spLocks noGrp="1"/>
          </p:cNvSpPr>
          <p:nvPr/>
        </p:nvSpPr>
        <p:spPr>
          <a:xfrm>
            <a:off x="1700212" y="2293144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0" name="connector_658"/>
          <p:cNvSpPr>
            <a:spLocks noGrp="1"/>
          </p:cNvSpPr>
          <p:nvPr/>
        </p:nvSpPr>
        <p:spPr>
          <a:xfrm>
            <a:off x="1676238" y="2320697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1" name="object_659"/>
          <p:cNvSpPr>
            <a:spLocks noGrp="1"/>
          </p:cNvSpPr>
          <p:nvPr/>
        </p:nvSpPr>
        <p:spPr>
          <a:xfrm>
            <a:off x="764381" y="2786063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2" name="text_661_Retiling（Tile / Block）"/>
          <p:cNvSpPr>
            <a:spLocks noGrp="1"/>
          </p:cNvSpPr>
          <p:nvPr/>
        </p:nvSpPr>
        <p:spPr>
          <a:xfrm>
            <a:off x="814387" y="2821781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Retiling（Tile / Block）</a:t>
            </a:r>
          </a:p>
        </p:txBody>
      </p:sp>
      <p:sp>
        <p:nvSpPr>
          <p:cNvPr id="103" name="connector_662"/>
          <p:cNvSpPr>
            <a:spLocks noGrp="1"/>
          </p:cNvSpPr>
          <p:nvPr/>
        </p:nvSpPr>
        <p:spPr>
          <a:xfrm>
            <a:off x="1700212" y="2686050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4" name="connector_663"/>
          <p:cNvSpPr>
            <a:spLocks noGrp="1"/>
          </p:cNvSpPr>
          <p:nvPr/>
        </p:nvSpPr>
        <p:spPr>
          <a:xfrm>
            <a:off x="1676238" y="271360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5" name="object_664"/>
          <p:cNvSpPr>
            <a:spLocks noGrp="1"/>
          </p:cNvSpPr>
          <p:nvPr/>
        </p:nvSpPr>
        <p:spPr>
          <a:xfrm>
            <a:off x="764381" y="3178969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6" name="text_666_Reduce（规约相关）"/>
          <p:cNvSpPr>
            <a:spLocks noGrp="1"/>
          </p:cNvSpPr>
          <p:nvPr/>
        </p:nvSpPr>
        <p:spPr>
          <a:xfrm>
            <a:off x="814387" y="3214687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Reduce（规约相关）</a:t>
            </a:r>
          </a:p>
        </p:txBody>
      </p:sp>
      <p:sp>
        <p:nvSpPr>
          <p:cNvPr id="107" name="connector_667"/>
          <p:cNvSpPr>
            <a:spLocks noGrp="1"/>
          </p:cNvSpPr>
          <p:nvPr/>
        </p:nvSpPr>
        <p:spPr>
          <a:xfrm>
            <a:off x="1700212" y="3078956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8" name="connector_668"/>
          <p:cNvSpPr>
            <a:spLocks noGrp="1"/>
          </p:cNvSpPr>
          <p:nvPr/>
        </p:nvSpPr>
        <p:spPr>
          <a:xfrm>
            <a:off x="1676238" y="310651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9" name="object_669"/>
          <p:cNvSpPr>
            <a:spLocks noGrp="1"/>
          </p:cNvSpPr>
          <p:nvPr/>
        </p:nvSpPr>
        <p:spPr>
          <a:xfrm>
            <a:off x="764381" y="3571875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0" name="text_671_Grid（并行策略）"/>
          <p:cNvSpPr>
            <a:spLocks noGrp="1"/>
          </p:cNvSpPr>
          <p:nvPr/>
        </p:nvSpPr>
        <p:spPr>
          <a:xfrm>
            <a:off x="814387" y="3607594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Grid（并行策略）</a:t>
            </a:r>
          </a:p>
        </p:txBody>
      </p:sp>
      <p:sp>
        <p:nvSpPr>
          <p:cNvPr id="111" name="connector_672"/>
          <p:cNvSpPr>
            <a:spLocks noGrp="1"/>
          </p:cNvSpPr>
          <p:nvPr/>
        </p:nvSpPr>
        <p:spPr>
          <a:xfrm>
            <a:off x="1700212" y="3471863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2" name="connector_673"/>
          <p:cNvSpPr>
            <a:spLocks noGrp="1"/>
          </p:cNvSpPr>
          <p:nvPr/>
        </p:nvSpPr>
        <p:spPr>
          <a:xfrm>
            <a:off x="1676238" y="3499416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3" name="object_674"/>
          <p:cNvSpPr>
            <a:spLocks noGrp="1"/>
          </p:cNvSpPr>
          <p:nvPr/>
        </p:nvSpPr>
        <p:spPr>
          <a:xfrm>
            <a:off x="764381" y="3964781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4" name="text_676_Config（num_warps 等）"/>
          <p:cNvSpPr>
            <a:spLocks noGrp="1"/>
          </p:cNvSpPr>
          <p:nvPr/>
        </p:nvSpPr>
        <p:spPr>
          <a:xfrm>
            <a:off x="814387" y="4000500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Config（num_warps 等）</a:t>
            </a:r>
          </a:p>
        </p:txBody>
      </p:sp>
      <p:sp>
        <p:nvSpPr>
          <p:cNvPr id="115" name="connector_677"/>
          <p:cNvSpPr>
            <a:spLocks noGrp="1"/>
          </p:cNvSpPr>
          <p:nvPr/>
        </p:nvSpPr>
        <p:spPr>
          <a:xfrm>
            <a:off x="1700212" y="3864769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6" name="connector_678"/>
          <p:cNvSpPr>
            <a:spLocks noGrp="1"/>
          </p:cNvSpPr>
          <p:nvPr/>
        </p:nvSpPr>
        <p:spPr>
          <a:xfrm>
            <a:off x="1676238" y="389232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7" name="object_679"/>
          <p:cNvSpPr>
            <a:spLocks noGrp="1"/>
          </p:cNvSpPr>
          <p:nvPr/>
        </p:nvSpPr>
        <p:spPr>
          <a:xfrm>
            <a:off x="764381" y="4357688"/>
            <a:ext cx="1885950" cy="28575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18" name="text_681_其他（内存 / 指令 / 流水）"/>
          <p:cNvSpPr>
            <a:spLocks noGrp="1"/>
          </p:cNvSpPr>
          <p:nvPr/>
        </p:nvSpPr>
        <p:spPr>
          <a:xfrm>
            <a:off x="814387" y="4393406"/>
            <a:ext cx="1785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深度优化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</a:t>
            </a:r>
            <a:r>
              <a:rPr sz="1013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3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指令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13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流水</a:t>
            </a:r>
            <a:r>
              <a:rPr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sp>
        <p:nvSpPr>
          <p:cNvPr id="119" name="connector_682"/>
          <p:cNvSpPr>
            <a:spLocks noGrp="1"/>
          </p:cNvSpPr>
          <p:nvPr/>
        </p:nvSpPr>
        <p:spPr>
          <a:xfrm>
            <a:off x="1700212" y="4257675"/>
            <a:ext cx="14288" cy="85725"/>
          </a:xfrm>
          <a:custGeom>
            <a:avLst/>
            <a:gdLst/>
            <a:ahLst/>
            <a:cxnLst/>
            <a:rect l="0" t="0" r="0" b="0"/>
            <a:pathLst>
              <a:path w="19050" h="114300">
                <a:moveTo>
                  <a:pt x="9525" y="9525"/>
                </a:moveTo>
                <a:lnTo>
                  <a:pt x="9525" y="1047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0" name="connector_683"/>
          <p:cNvSpPr>
            <a:spLocks noGrp="1"/>
          </p:cNvSpPr>
          <p:nvPr/>
        </p:nvSpPr>
        <p:spPr>
          <a:xfrm>
            <a:off x="1676238" y="4285228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1" name="object_684"/>
          <p:cNvSpPr>
            <a:spLocks noGrp="1"/>
          </p:cNvSpPr>
          <p:nvPr/>
        </p:nvSpPr>
        <p:spPr>
          <a:xfrm>
            <a:off x="757238" y="4786313"/>
            <a:ext cx="1893094" cy="457200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2" name="text_686_连续 3 轮无性能提升"/>
          <p:cNvSpPr>
            <a:spLocks noGrp="1"/>
          </p:cNvSpPr>
          <p:nvPr/>
        </p:nvSpPr>
        <p:spPr>
          <a:xfrm>
            <a:off x="792957" y="4807744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连续 3 轮无性能提升</a:t>
            </a:r>
          </a:p>
        </p:txBody>
      </p:sp>
      <p:sp>
        <p:nvSpPr>
          <p:cNvPr id="123" name="text_688_且 Profile 无新建议？"/>
          <p:cNvSpPr>
            <a:spLocks noGrp="1"/>
          </p:cNvSpPr>
          <p:nvPr/>
        </p:nvSpPr>
        <p:spPr>
          <a:xfrm>
            <a:off x="792957" y="4986338"/>
            <a:ext cx="182165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且 Profile 无新建议？</a:t>
            </a:r>
          </a:p>
        </p:txBody>
      </p:sp>
      <p:sp>
        <p:nvSpPr>
          <p:cNvPr id="124" name="connector_689"/>
          <p:cNvSpPr>
            <a:spLocks noGrp="1"/>
          </p:cNvSpPr>
          <p:nvPr/>
        </p:nvSpPr>
        <p:spPr>
          <a:xfrm>
            <a:off x="1700212" y="5257800"/>
            <a:ext cx="14288" cy="142875"/>
          </a:xfrm>
          <a:custGeom>
            <a:avLst/>
            <a:gdLst/>
            <a:ahLst/>
            <a:cxnLst/>
            <a:rect l="0" t="0" r="0" b="0"/>
            <a:pathLst>
              <a:path w="19050" h="190500">
                <a:moveTo>
                  <a:pt x="9525" y="9525"/>
                </a:moveTo>
                <a:lnTo>
                  <a:pt x="9525" y="1809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5" name="connector_690"/>
          <p:cNvSpPr>
            <a:spLocks noGrp="1"/>
          </p:cNvSpPr>
          <p:nvPr/>
        </p:nvSpPr>
        <p:spPr>
          <a:xfrm>
            <a:off x="1676238" y="534250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7" name="text_694_结束优化"/>
          <p:cNvSpPr>
            <a:spLocks noGrp="1"/>
          </p:cNvSpPr>
          <p:nvPr/>
        </p:nvSpPr>
        <p:spPr>
          <a:xfrm>
            <a:off x="1174750" y="5450681"/>
            <a:ext cx="109299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结束优化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8" name="connector_695"/>
          <p:cNvSpPr>
            <a:spLocks noGrp="1"/>
          </p:cNvSpPr>
          <p:nvPr/>
        </p:nvSpPr>
        <p:spPr>
          <a:xfrm>
            <a:off x="614363" y="5022056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190500" y="9525"/>
                </a:moveTo>
                <a:lnTo>
                  <a:pt x="9525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129" name="connector_696"/>
          <p:cNvSpPr>
            <a:spLocks noGrp="1"/>
          </p:cNvSpPr>
          <p:nvPr/>
        </p:nvSpPr>
        <p:spPr>
          <a:xfrm>
            <a:off x="614362" y="2528888"/>
            <a:ext cx="14288" cy="2507456"/>
          </a:xfrm>
          <a:custGeom>
            <a:avLst/>
            <a:gdLst/>
            <a:ahLst/>
            <a:cxnLst/>
            <a:rect l="0" t="0" r="0" b="0"/>
            <a:pathLst>
              <a:path w="19050" h="3343275">
                <a:moveTo>
                  <a:pt x="9525" y="3333750"/>
                </a:moveTo>
                <a:lnTo>
                  <a:pt x="9525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130" name="connector_697"/>
          <p:cNvSpPr>
            <a:spLocks noGrp="1"/>
          </p:cNvSpPr>
          <p:nvPr/>
        </p:nvSpPr>
        <p:spPr>
          <a:xfrm>
            <a:off x="614362" y="2528887"/>
            <a:ext cx="128588" cy="14288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1" name="connector_698"/>
          <p:cNvSpPr>
            <a:spLocks noGrp="1"/>
          </p:cNvSpPr>
          <p:nvPr/>
        </p:nvSpPr>
        <p:spPr>
          <a:xfrm>
            <a:off x="684778" y="2504913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graphicFrame>
        <p:nvGraphicFramePr>
          <p:cNvPr id="348" name="表格 347"/>
          <p:cNvGraphicFramePr/>
          <p:nvPr>
            <p:extLst>
              <p:ext uri="{D42A27DB-BD31-4B8C-83A1-F6EECF244321}">
                <p14:modId xmlns:p14="http://schemas.microsoft.com/office/powerpoint/2010/main" val="1400457177"/>
              </p:ext>
            </p:extLst>
          </p:nvPr>
        </p:nvGraphicFramePr>
        <p:xfrm>
          <a:off x="5550694" y="1978819"/>
          <a:ext cx="3086101" cy="1546479"/>
        </p:xfrm>
        <a:graphic>
          <a:graphicData uri="http://schemas.openxmlformats.org/drawingml/2006/table">
            <a:tbl>
              <a:tblPr/>
              <a:tblGrid>
                <a:gridCol w="771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5728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57288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判断项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Elementwise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Reduction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计算特征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无 Reduction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存在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Reduction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主要瓶颈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内存带宽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规约性能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12039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适用策略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Tiling /</a:t>
                      </a:r>
                    </a:p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Vectorize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Reduce / Tiling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8610"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排除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 / </a:t>
                      </a:r>
                      <a:r>
                        <a:rPr sz="900" b="0" dirty="0" err="1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慎用</a:t>
                      </a:r>
                      <a:endParaRPr sz="900" b="0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跳过 Reduce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9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G</a:t>
                      </a:r>
                      <a:r>
                        <a:rPr lang="en-US" altLang="zh-CN" sz="9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rid</a:t>
                      </a:r>
                      <a:r>
                        <a:rPr lang="zh-CN" altLang="en-US" sz="900" b="0" dirty="0">
                          <a:solidFill>
                            <a:srgbClr val="000000"/>
                          </a:solidFill>
                          <a:latin typeface="Arial" panose="020B0604020202020204"/>
                          <a:ea typeface="Arial" panose="020B0604020202020204"/>
                          <a:cs typeface="Arial" panose="020B0604020202020204"/>
                        </a:rPr>
                        <a:t>优化</a:t>
                      </a:r>
                      <a:endParaRPr sz="900" b="0" dirty="0">
                        <a:solidFill>
                          <a:srgbClr val="000000"/>
                        </a:solidFill>
                        <a:latin typeface="Arial" panose="020B0604020202020204"/>
                        <a:ea typeface="Arial" panose="020B0604020202020204"/>
                        <a:cs typeface="Arial" panose="020B0604020202020204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67" name="text_749_策略决策文件（示例）"/>
          <p:cNvSpPr>
            <a:spLocks noGrp="1"/>
          </p:cNvSpPr>
          <p:nvPr/>
        </p:nvSpPr>
        <p:spPr>
          <a:xfrm>
            <a:off x="5557838" y="3621882"/>
            <a:ext cx="3057525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238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</a:t>
            </a:r>
            <a:r>
              <a:rPr sz="1238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</a:t>
            </a:r>
            <a:endParaRPr sz="1238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8" name="object_750"/>
          <p:cNvSpPr>
            <a:spLocks noGrp="1"/>
          </p:cNvSpPr>
          <p:nvPr/>
        </p:nvSpPr>
        <p:spPr>
          <a:xfrm>
            <a:off x="5550694" y="3893344"/>
            <a:ext cx="3086100" cy="1435894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69" name="text_752_{"/>
          <p:cNvSpPr>
            <a:spLocks noGrp="1"/>
          </p:cNvSpPr>
          <p:nvPr/>
        </p:nvSpPr>
        <p:spPr>
          <a:xfrm>
            <a:off x="5622131" y="3921919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{</a:t>
            </a:r>
          </a:p>
        </p:txBody>
      </p:sp>
      <p:sp>
        <p:nvSpPr>
          <p:cNvPr id="170" name="text_754_  &quot;op_type&quot;: &quot;elementwis"/>
          <p:cNvSpPr>
            <a:spLocks noGrp="1"/>
          </p:cNvSpPr>
          <p:nvPr/>
        </p:nvSpPr>
        <p:spPr>
          <a:xfrm>
            <a:off x="5622131" y="4056221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"op_type": "elementwise",</a:t>
            </a:r>
          </a:p>
        </p:txBody>
      </p:sp>
      <p:sp>
        <p:nvSpPr>
          <p:cNvPr id="171" name="text_756_  &quot;applicable_strategies"/>
          <p:cNvSpPr>
            <a:spLocks noGrp="1"/>
          </p:cNvSpPr>
          <p:nvPr/>
        </p:nvSpPr>
        <p:spPr>
          <a:xfrm>
            <a:off x="5622131" y="4190524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"applicable_strategies": [</a:t>
            </a:r>
          </a:p>
        </p:txBody>
      </p:sp>
      <p:sp>
        <p:nvSpPr>
          <p:cNvPr id="172" name="text_758_    &quot;tiling&quot;, &quot;vectorize"/>
          <p:cNvSpPr>
            <a:spLocks noGrp="1"/>
          </p:cNvSpPr>
          <p:nvPr/>
        </p:nvSpPr>
        <p:spPr>
          <a:xfrm>
            <a:off x="5622131" y="4324826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"tiling", "vectorize", "memory"],</a:t>
            </a:r>
          </a:p>
        </p:txBody>
      </p:sp>
      <p:sp>
        <p:nvSpPr>
          <p:cNvPr id="173" name="text_760_  &quot;excluded_strategies&quot;:"/>
          <p:cNvSpPr>
            <a:spLocks noGrp="1"/>
          </p:cNvSpPr>
          <p:nvPr/>
        </p:nvSpPr>
        <p:spPr>
          <a:xfrm>
            <a:off x="5622131" y="4459129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</a:t>
            </a:r>
            <a:r>
              <a:rPr sz="88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excluded_strategies</a:t>
            </a:r>
            <a:r>
              <a:rPr sz="88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": ["reduce"],</a:t>
            </a:r>
          </a:p>
        </p:txBody>
      </p:sp>
      <p:sp>
        <p:nvSpPr>
          <p:cNvPr id="174" name="text_762_  &quot;reason&quot;: &quot;no reductio"/>
          <p:cNvSpPr>
            <a:spLocks noGrp="1"/>
          </p:cNvSpPr>
          <p:nvPr/>
        </p:nvSpPr>
        <p:spPr>
          <a:xfrm>
            <a:off x="5622131" y="4593431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"reason": "no reduction in operator",</a:t>
            </a:r>
          </a:p>
        </p:txBody>
      </p:sp>
      <p:sp>
        <p:nvSpPr>
          <p:cNvPr id="175" name="text_764_  &quot;profiler_signals&quot;: {"/>
          <p:cNvSpPr>
            <a:spLocks noGrp="1"/>
          </p:cNvSpPr>
          <p:nvPr/>
        </p:nvSpPr>
        <p:spPr>
          <a:xfrm>
            <a:off x="5622131" y="4727734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"profiler_signals": {</a:t>
            </a:r>
          </a:p>
        </p:txBody>
      </p:sp>
      <p:sp>
        <p:nvSpPr>
          <p:cNvPr id="176" name="text_766_    &quot;memory_bound&quot;: true"/>
          <p:cNvSpPr>
            <a:spLocks noGrp="1"/>
          </p:cNvSpPr>
          <p:nvPr/>
        </p:nvSpPr>
        <p:spPr>
          <a:xfrm>
            <a:off x="5622131" y="4862036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"memory_bound": true,</a:t>
            </a:r>
          </a:p>
        </p:txBody>
      </p:sp>
      <p:sp>
        <p:nvSpPr>
          <p:cNvPr id="177" name="text_768_    &quot;compute_bound&quot;: fal"/>
          <p:cNvSpPr>
            <a:spLocks noGrp="1"/>
          </p:cNvSpPr>
          <p:nvPr/>
        </p:nvSpPr>
        <p:spPr>
          <a:xfrm>
            <a:off x="5622131" y="4996339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   "compute_bound": false }</a:t>
            </a:r>
          </a:p>
        </p:txBody>
      </p:sp>
      <p:sp>
        <p:nvSpPr>
          <p:cNvPr id="178" name="text_770_}"/>
          <p:cNvSpPr>
            <a:spLocks noGrp="1"/>
          </p:cNvSpPr>
          <p:nvPr/>
        </p:nvSpPr>
        <p:spPr>
          <a:xfrm>
            <a:off x="5622131" y="5130641"/>
            <a:ext cx="2943225" cy="13430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7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8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}</a:t>
            </a:r>
          </a:p>
        </p:txBody>
      </p:sp>
      <p:sp>
        <p:nvSpPr>
          <p:cNvPr id="180" name="text_774_依据算子类型与 Profile 信号筛选策略，减"/>
          <p:cNvSpPr>
            <a:spLocks noGrp="1"/>
          </p:cNvSpPr>
          <p:nvPr/>
        </p:nvSpPr>
        <p:spPr>
          <a:xfrm>
            <a:off x="558710" y="6150808"/>
            <a:ext cx="8122444" cy="2786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依据算子类型与</a:t>
            </a:r>
            <a:r>
              <a:rPr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Profile </a:t>
            </a:r>
            <a:r>
              <a:rPr sz="135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信号筛选策略，减少无效优化和重复搜索</a:t>
            </a:r>
            <a:r>
              <a:rPr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86" name="文本框 185">
            <a:extLst>
              <a:ext uri="{FF2B5EF4-FFF2-40B4-BE49-F238E27FC236}">
                <a16:creationId xmlns:a16="http://schemas.microsoft.com/office/drawing/2014/main" id="{5DD2B837-D4F1-3A6F-1B0A-568521133E70}"/>
              </a:ext>
            </a:extLst>
          </p:cNvPr>
          <p:cNvSpPr txBox="1"/>
          <p:nvPr/>
        </p:nvSpPr>
        <p:spPr>
          <a:xfrm>
            <a:off x="88720" y="5407819"/>
            <a:ext cx="797105" cy="276999"/>
          </a:xfrm>
          <a:prstGeom prst="rect">
            <a:avLst/>
          </a:prstGeom>
          <a:noFill/>
          <a:ln>
            <a:solidFill>
              <a:srgbClr val="D7000F"/>
            </a:solidFill>
          </a:ln>
        </p:spPr>
        <p:txBody>
          <a:bodyPr wrap="square" rtlCol="0">
            <a:spAutoFit/>
          </a:bodyPr>
          <a:lstStyle/>
          <a:p>
            <a:pPr algn="ctr"/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存在浪费</a:t>
            </a:r>
          </a:p>
        </p:txBody>
      </p:sp>
      <p:sp>
        <p:nvSpPr>
          <p:cNvPr id="189" name="矩形 188"/>
          <p:cNvSpPr/>
          <p:nvPr/>
        </p:nvSpPr>
        <p:spPr>
          <a:xfrm>
            <a:off x="2239626" y="6579433"/>
            <a:ext cx="6079281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Anthropic. Equipping agents for the real world with Agent Skills. Anthropic Engineering, 2025.</a:t>
            </a:r>
          </a:p>
        </p:txBody>
      </p:sp>
      <p:sp>
        <p:nvSpPr>
          <p:cNvPr id="190" name="object_701"/>
          <p:cNvSpPr>
            <a:spLocks noGrp="1"/>
          </p:cNvSpPr>
          <p:nvPr/>
        </p:nvSpPr>
        <p:spPr>
          <a:xfrm>
            <a:off x="3007519" y="198596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91" name="text_703_正确的 Kernel"/>
          <p:cNvSpPr>
            <a:spLocks noGrp="1"/>
          </p:cNvSpPr>
          <p:nvPr/>
        </p:nvSpPr>
        <p:spPr>
          <a:xfrm>
            <a:off x="3057526" y="2084953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正确的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</a:t>
            </a:r>
          </a:p>
        </p:txBody>
      </p:sp>
      <p:sp>
        <p:nvSpPr>
          <p:cNvPr id="192" name="connector_706"/>
          <p:cNvSpPr>
            <a:spLocks noGrp="1"/>
          </p:cNvSpPr>
          <p:nvPr/>
        </p:nvSpPr>
        <p:spPr>
          <a:xfrm>
            <a:off x="4107656" y="238601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3" name="connector_707"/>
          <p:cNvSpPr>
            <a:spLocks noGrp="1"/>
          </p:cNvSpPr>
          <p:nvPr/>
        </p:nvSpPr>
        <p:spPr>
          <a:xfrm>
            <a:off x="4083682" y="242785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4" name="object_708"/>
          <p:cNvSpPr>
            <a:spLocks noGrp="1"/>
          </p:cNvSpPr>
          <p:nvPr/>
        </p:nvSpPr>
        <p:spPr>
          <a:xfrm>
            <a:off x="3007519" y="250031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95" name="text_710_基准测试"/>
          <p:cNvSpPr>
            <a:spLocks noGrp="1"/>
          </p:cNvSpPr>
          <p:nvPr/>
        </p:nvSpPr>
        <p:spPr>
          <a:xfrm>
            <a:off x="3043238" y="2650002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基准测试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6" name="connector_713"/>
          <p:cNvSpPr>
            <a:spLocks noGrp="1"/>
          </p:cNvSpPr>
          <p:nvPr/>
        </p:nvSpPr>
        <p:spPr>
          <a:xfrm>
            <a:off x="4107656" y="290036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7" name="connector_714"/>
          <p:cNvSpPr>
            <a:spLocks noGrp="1"/>
          </p:cNvSpPr>
          <p:nvPr/>
        </p:nvSpPr>
        <p:spPr>
          <a:xfrm>
            <a:off x="4083682" y="294220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8" name="object_715"/>
          <p:cNvSpPr>
            <a:spLocks noGrp="1"/>
          </p:cNvSpPr>
          <p:nvPr/>
        </p:nvSpPr>
        <p:spPr>
          <a:xfrm>
            <a:off x="3007519" y="301466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99" name="text_717_性能分析"/>
          <p:cNvSpPr>
            <a:spLocks noGrp="1"/>
          </p:cNvSpPr>
          <p:nvPr/>
        </p:nvSpPr>
        <p:spPr>
          <a:xfrm>
            <a:off x="3057526" y="3115187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0" name="connector_720"/>
          <p:cNvSpPr>
            <a:spLocks noGrp="1"/>
          </p:cNvSpPr>
          <p:nvPr/>
        </p:nvSpPr>
        <p:spPr>
          <a:xfrm>
            <a:off x="4107656" y="341471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1" name="connector_721"/>
          <p:cNvSpPr>
            <a:spLocks noGrp="1"/>
          </p:cNvSpPr>
          <p:nvPr/>
        </p:nvSpPr>
        <p:spPr>
          <a:xfrm>
            <a:off x="4083682" y="345655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2" name="object_722"/>
          <p:cNvSpPr>
            <a:spLocks noGrp="1"/>
          </p:cNvSpPr>
          <p:nvPr/>
        </p:nvSpPr>
        <p:spPr>
          <a:xfrm>
            <a:off x="3007519" y="352901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03" name="text_724_算子类型分类"/>
          <p:cNvSpPr>
            <a:spLocks noGrp="1"/>
          </p:cNvSpPr>
          <p:nvPr/>
        </p:nvSpPr>
        <p:spPr>
          <a:xfrm>
            <a:off x="3057526" y="3550444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算子类型分类</a:t>
            </a:r>
          </a:p>
        </p:txBody>
      </p:sp>
      <p:sp>
        <p:nvSpPr>
          <p:cNvPr id="204" name="text_726_分析瓶颈与特征"/>
          <p:cNvSpPr>
            <a:spLocks noGrp="1"/>
          </p:cNvSpPr>
          <p:nvPr/>
        </p:nvSpPr>
        <p:spPr>
          <a:xfrm>
            <a:off x="3064669" y="3736181"/>
            <a:ext cx="2093119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分析瓶颈与特征</a:t>
            </a:r>
            <a:endParaRPr sz="9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5" name="connector_727"/>
          <p:cNvSpPr>
            <a:spLocks noGrp="1"/>
          </p:cNvSpPr>
          <p:nvPr/>
        </p:nvSpPr>
        <p:spPr>
          <a:xfrm>
            <a:off x="4107656" y="392906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6" name="connector_728"/>
          <p:cNvSpPr>
            <a:spLocks noGrp="1"/>
          </p:cNvSpPr>
          <p:nvPr/>
        </p:nvSpPr>
        <p:spPr>
          <a:xfrm>
            <a:off x="4083682" y="397090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07" name="object_729"/>
          <p:cNvSpPr>
            <a:spLocks noGrp="1"/>
          </p:cNvSpPr>
          <p:nvPr/>
        </p:nvSpPr>
        <p:spPr>
          <a:xfrm>
            <a:off x="3007519" y="4043362"/>
            <a:ext cx="2207419" cy="38576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208" name="text_731_优化策略选择"/>
          <p:cNvSpPr>
            <a:spLocks noGrp="1"/>
          </p:cNvSpPr>
          <p:nvPr/>
        </p:nvSpPr>
        <p:spPr>
          <a:xfrm>
            <a:off x="3050382" y="4157663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优化策略选择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9" name="connector_734"/>
          <p:cNvSpPr>
            <a:spLocks noGrp="1"/>
          </p:cNvSpPr>
          <p:nvPr/>
        </p:nvSpPr>
        <p:spPr>
          <a:xfrm>
            <a:off x="4107656" y="444341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0" name="connector_735"/>
          <p:cNvSpPr>
            <a:spLocks noGrp="1"/>
          </p:cNvSpPr>
          <p:nvPr/>
        </p:nvSpPr>
        <p:spPr>
          <a:xfrm>
            <a:off x="4083682" y="448525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1" name="object_736"/>
          <p:cNvSpPr>
            <a:spLocks noGrp="1"/>
          </p:cNvSpPr>
          <p:nvPr/>
        </p:nvSpPr>
        <p:spPr>
          <a:xfrm>
            <a:off x="3007519" y="455771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2" name="text_738_针对性优化"/>
          <p:cNvSpPr>
            <a:spLocks noGrp="1"/>
          </p:cNvSpPr>
          <p:nvPr/>
        </p:nvSpPr>
        <p:spPr>
          <a:xfrm>
            <a:off x="3057526" y="4579144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针对性优化</a:t>
            </a:r>
          </a:p>
        </p:txBody>
      </p:sp>
      <p:sp>
        <p:nvSpPr>
          <p:cNvPr id="213" name="text_740_执行选定策略"/>
          <p:cNvSpPr>
            <a:spLocks noGrp="1"/>
          </p:cNvSpPr>
          <p:nvPr/>
        </p:nvSpPr>
        <p:spPr>
          <a:xfrm>
            <a:off x="3064669" y="4764881"/>
            <a:ext cx="2093119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执行选定策略</a:t>
            </a:r>
          </a:p>
        </p:txBody>
      </p:sp>
      <p:sp>
        <p:nvSpPr>
          <p:cNvPr id="214" name="connector_741"/>
          <p:cNvSpPr>
            <a:spLocks noGrp="1"/>
          </p:cNvSpPr>
          <p:nvPr/>
        </p:nvSpPr>
        <p:spPr>
          <a:xfrm>
            <a:off x="4107656" y="4957762"/>
            <a:ext cx="14288" cy="100013"/>
          </a:xfrm>
          <a:custGeom>
            <a:avLst/>
            <a:gdLst/>
            <a:ahLst/>
            <a:cxnLst/>
            <a:rect l="0" t="0" r="0" b="0"/>
            <a:pathLst>
              <a:path w="19050" h="133350">
                <a:moveTo>
                  <a:pt x="9525" y="9525"/>
                </a:moveTo>
                <a:lnTo>
                  <a:pt x="9525" y="1238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5" name="connector_742"/>
          <p:cNvSpPr>
            <a:spLocks noGrp="1"/>
          </p:cNvSpPr>
          <p:nvPr/>
        </p:nvSpPr>
        <p:spPr>
          <a:xfrm>
            <a:off x="4083682" y="499960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216" name="object_743"/>
          <p:cNvSpPr>
            <a:spLocks noGrp="1"/>
          </p:cNvSpPr>
          <p:nvPr/>
        </p:nvSpPr>
        <p:spPr>
          <a:xfrm>
            <a:off x="3007519" y="5072062"/>
            <a:ext cx="2207419" cy="38576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7" name="text_745_优化结果"/>
          <p:cNvSpPr>
            <a:spLocks noGrp="1"/>
          </p:cNvSpPr>
          <p:nvPr/>
        </p:nvSpPr>
        <p:spPr>
          <a:xfrm>
            <a:off x="3057526" y="5172075"/>
            <a:ext cx="2107406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优化结果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3" name="文本框 132">
            <a:extLst>
              <a:ext uri="{FF2B5EF4-FFF2-40B4-BE49-F238E27FC236}">
                <a16:creationId xmlns:a16="http://schemas.microsoft.com/office/drawing/2014/main" id="{359F24AB-D4F8-5588-688E-D661FB1A2209}"/>
              </a:ext>
            </a:extLst>
          </p:cNvPr>
          <p:cNvSpPr txBox="1"/>
          <p:nvPr/>
        </p:nvSpPr>
        <p:spPr>
          <a:xfrm>
            <a:off x="1475656" y="5229225"/>
            <a:ext cx="2880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D7000F"/>
                </a:solidFill>
              </a:rPr>
              <a:t>是</a:t>
            </a:r>
          </a:p>
        </p:txBody>
      </p:sp>
      <p:sp>
        <p:nvSpPr>
          <p:cNvPr id="134" name="文本框 133">
            <a:extLst>
              <a:ext uri="{FF2B5EF4-FFF2-40B4-BE49-F238E27FC236}">
                <a16:creationId xmlns:a16="http://schemas.microsoft.com/office/drawing/2014/main" id="{AD1C2112-B3E0-6502-1038-929C0A38737D}"/>
              </a:ext>
            </a:extLst>
          </p:cNvPr>
          <p:cNvSpPr txBox="1"/>
          <p:nvPr/>
        </p:nvSpPr>
        <p:spPr>
          <a:xfrm>
            <a:off x="391765" y="4557713"/>
            <a:ext cx="288032" cy="21544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800" dirty="0">
                <a:solidFill>
                  <a:srgbClr val="D7000F"/>
                </a:solidFill>
              </a:rPr>
              <a:t>否</a:t>
            </a:r>
          </a:p>
        </p:txBody>
      </p:sp>
      <p:sp>
        <p:nvSpPr>
          <p:cNvPr id="135" name="灯片编号占位符 134">
            <a:extLst>
              <a:ext uri="{FF2B5EF4-FFF2-40B4-BE49-F238E27FC236}">
                <a16:creationId xmlns:a16="http://schemas.microsoft.com/office/drawing/2014/main" id="{D39557FF-CFF7-EF3C-536B-3B6D58E11F6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50386326"/>
      </p:ext>
    </p:extLst>
  </p:cSld>
  <p:clrMapOvr>
    <a:masterClrMapping/>
  </p:clrMapOvr>
  <p:transition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优化④：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按修改范围选择验证深度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777_验证层级与检查内容"/>
          <p:cNvSpPr>
            <a:spLocks noGrp="1"/>
          </p:cNvSpPr>
          <p:nvPr/>
        </p:nvSpPr>
        <p:spPr>
          <a:xfrm>
            <a:off x="894534" y="1562984"/>
            <a:ext cx="3450431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57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三层验证体系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nector_778"/>
          <p:cNvSpPr>
            <a:spLocks noGrp="1"/>
          </p:cNvSpPr>
          <p:nvPr/>
        </p:nvSpPr>
        <p:spPr>
          <a:xfrm>
            <a:off x="911049" y="1869026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781_修改类型与验证策略"/>
          <p:cNvSpPr>
            <a:spLocks noGrp="1"/>
          </p:cNvSpPr>
          <p:nvPr/>
        </p:nvSpPr>
        <p:spPr>
          <a:xfrm>
            <a:off x="4314826" y="1651001"/>
            <a:ext cx="35861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57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修改类型与验证策略</a:t>
            </a:r>
            <a:endParaRPr sz="157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nector_782"/>
          <p:cNvSpPr>
            <a:spLocks noGrp="1"/>
          </p:cNvSpPr>
          <p:nvPr/>
        </p:nvSpPr>
        <p:spPr>
          <a:xfrm>
            <a:off x="4293394" y="1996518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49" name="object_825"/>
          <p:cNvSpPr>
            <a:spLocks noGrp="1"/>
          </p:cNvSpPr>
          <p:nvPr/>
        </p:nvSpPr>
        <p:spPr>
          <a:xfrm>
            <a:off x="873103" y="2055901"/>
            <a:ext cx="792956" cy="900113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0" name="text_827_L1"/>
          <p:cNvSpPr>
            <a:spLocks noGrp="1"/>
          </p:cNvSpPr>
          <p:nvPr/>
        </p:nvSpPr>
        <p:spPr>
          <a:xfrm>
            <a:off x="901678" y="2170202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</a:t>
            </a:r>
          </a:p>
        </p:txBody>
      </p:sp>
      <p:sp>
        <p:nvSpPr>
          <p:cNvPr id="51" name="text_829_低成本"/>
          <p:cNvSpPr>
            <a:spLocks noGrp="1"/>
          </p:cNvSpPr>
          <p:nvPr/>
        </p:nvSpPr>
        <p:spPr>
          <a:xfrm>
            <a:off x="894534" y="2598827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低成本</a:t>
            </a:r>
          </a:p>
        </p:txBody>
      </p:sp>
      <p:sp>
        <p:nvSpPr>
          <p:cNvPr id="52" name="text_831_静态结构验证"/>
          <p:cNvSpPr>
            <a:spLocks noGrp="1"/>
          </p:cNvSpPr>
          <p:nvPr/>
        </p:nvSpPr>
        <p:spPr>
          <a:xfrm>
            <a:off x="2048621" y="2249680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静态结构验证</a:t>
            </a:r>
            <a:endParaRPr sz="135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_833_快速、低成本"/>
          <p:cNvSpPr>
            <a:spLocks noGrp="1"/>
          </p:cNvSpPr>
          <p:nvPr/>
        </p:nvSpPr>
        <p:spPr>
          <a:xfrm>
            <a:off x="2048621" y="2492568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快速</a:t>
            </a:r>
            <a:r>
              <a:rPr lang="zh-CN" altLang="en-US"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筛查</a:t>
            </a:r>
            <a:endParaRPr sz="1013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7" name="object_840"/>
          <p:cNvSpPr>
            <a:spLocks noGrp="1"/>
          </p:cNvSpPr>
          <p:nvPr/>
        </p:nvSpPr>
        <p:spPr>
          <a:xfrm>
            <a:off x="873103" y="3198901"/>
            <a:ext cx="792956" cy="900113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58" name="text_842_L2"/>
          <p:cNvSpPr>
            <a:spLocks noGrp="1"/>
          </p:cNvSpPr>
          <p:nvPr/>
        </p:nvSpPr>
        <p:spPr>
          <a:xfrm>
            <a:off x="901678" y="3313202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L2</a:t>
            </a:r>
          </a:p>
        </p:txBody>
      </p:sp>
      <p:sp>
        <p:nvSpPr>
          <p:cNvPr id="59" name="text_844_中等成本"/>
          <p:cNvSpPr>
            <a:spLocks noGrp="1"/>
          </p:cNvSpPr>
          <p:nvPr/>
        </p:nvSpPr>
        <p:spPr>
          <a:xfrm>
            <a:off x="894534" y="3741827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中等成本</a:t>
            </a:r>
          </a:p>
        </p:txBody>
      </p:sp>
      <p:sp>
        <p:nvSpPr>
          <p:cNvPr id="60" name="text_846_Workflow 行为验证"/>
          <p:cNvSpPr>
            <a:spLocks noGrp="1"/>
          </p:cNvSpPr>
          <p:nvPr/>
        </p:nvSpPr>
        <p:spPr>
          <a:xfrm>
            <a:off x="2048620" y="3342761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 </a:t>
            </a:r>
            <a:r>
              <a:rPr sz="1350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行为验证</a:t>
            </a:r>
            <a:endParaRPr sz="1350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1" name="text_848_验证流程是否按预期工作"/>
          <p:cNvSpPr>
            <a:spLocks noGrp="1"/>
          </p:cNvSpPr>
          <p:nvPr/>
        </p:nvSpPr>
        <p:spPr>
          <a:xfrm>
            <a:off x="2048619" y="3635568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验证流程是否按预期工作</a:t>
            </a:r>
            <a:endParaRPr sz="1013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5" name="object_855"/>
          <p:cNvSpPr>
            <a:spLocks noGrp="1"/>
          </p:cNvSpPr>
          <p:nvPr/>
        </p:nvSpPr>
        <p:spPr>
          <a:xfrm>
            <a:off x="873103" y="4341901"/>
            <a:ext cx="792956" cy="900113"/>
          </a:xfrm>
          <a:prstGeom prst="rect">
            <a:avLst/>
          </a:prstGeom>
          <a:solidFill>
            <a:srgbClr val="FCF0F1"/>
          </a:solidFill>
          <a:ln w="9525">
            <a:noFill/>
          </a:ln>
        </p:spPr>
      </p:sp>
      <p:sp>
        <p:nvSpPr>
          <p:cNvPr id="66" name="text_857_L3"/>
          <p:cNvSpPr>
            <a:spLocks noGrp="1"/>
          </p:cNvSpPr>
          <p:nvPr/>
        </p:nvSpPr>
        <p:spPr>
          <a:xfrm>
            <a:off x="901678" y="4456202"/>
            <a:ext cx="735806" cy="3500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20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</a:p>
        </p:txBody>
      </p:sp>
      <p:sp>
        <p:nvSpPr>
          <p:cNvPr id="67" name="text_859_高成本"/>
          <p:cNvSpPr>
            <a:spLocks noGrp="1"/>
          </p:cNvSpPr>
          <p:nvPr/>
        </p:nvSpPr>
        <p:spPr>
          <a:xfrm>
            <a:off x="894534" y="4884827"/>
            <a:ext cx="75009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高成本</a:t>
            </a:r>
          </a:p>
        </p:txBody>
      </p:sp>
      <p:sp>
        <p:nvSpPr>
          <p:cNvPr id="68" name="text_861_真实环境验证"/>
          <p:cNvSpPr>
            <a:spLocks noGrp="1"/>
          </p:cNvSpPr>
          <p:nvPr/>
        </p:nvSpPr>
        <p:spPr>
          <a:xfrm>
            <a:off x="2048578" y="4485974"/>
            <a:ext cx="2893219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</a:t>
            </a:r>
            <a:r>
              <a:rPr lang="zh-CN" altLang="en-US" sz="1350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</a:t>
            </a:r>
            <a:r>
              <a:rPr sz="1350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  <a:endParaRPr sz="135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9" name="text_863_硬件与工具链绑定验证"/>
          <p:cNvSpPr>
            <a:spLocks noGrp="1"/>
          </p:cNvSpPr>
          <p:nvPr/>
        </p:nvSpPr>
        <p:spPr>
          <a:xfrm>
            <a:off x="2048579" y="4789884"/>
            <a:ext cx="28932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13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算子策略相关的修改</a:t>
            </a:r>
            <a:endParaRPr sz="1013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_871_修改范围越大，所需验证深度与成本越高"/>
          <p:cNvSpPr>
            <a:spLocks noGrp="1"/>
          </p:cNvSpPr>
          <p:nvPr/>
        </p:nvSpPr>
        <p:spPr>
          <a:xfrm>
            <a:off x="898488" y="5473980"/>
            <a:ext cx="3750469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修改范围越大，所需验证深度与成本越高</a:t>
            </a:r>
            <a:endParaRPr sz="1069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177" name="表格 176"/>
          <p:cNvGraphicFramePr/>
          <p:nvPr>
            <p:extLst>
              <p:ext uri="{D42A27DB-BD31-4B8C-83A1-F6EECF244321}">
                <p14:modId xmlns:p14="http://schemas.microsoft.com/office/powerpoint/2010/main" val="2266340192"/>
              </p:ext>
            </p:extLst>
          </p:nvPr>
        </p:nvGraphicFramePr>
        <p:xfrm>
          <a:off x="4293395" y="2153681"/>
          <a:ext cx="3943350" cy="1714500"/>
        </p:xfrm>
        <a:graphic>
          <a:graphicData uri="http://schemas.openxmlformats.org/drawingml/2006/table">
            <a:tbl>
              <a:tblPr/>
              <a:tblGrid>
                <a:gridCol w="86753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2243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0555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8478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修改类型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示例</a:t>
                      </a:r>
                      <a:endParaRPr sz="10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建议范围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预期耗时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文档 / 规则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Markdown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规则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平台说明更新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L1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分钟级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子 Agent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Prompt / 工具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单个 Skill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L1 + L2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分钟级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中间流程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路由 / Gate</a:t>
                      </a:r>
                    </a:p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调度逻辑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L1 + L2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10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十</a:t>
                      </a:r>
                      <a:r>
                        <a:rPr sz="1000" b="0" dirty="0" err="1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分钟</a:t>
                      </a:r>
                      <a:r>
                        <a:rPr lang="zh-CN" altLang="en-US" sz="10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级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algn="ctr"/>
                      <a:r>
                        <a:rPr sz="10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版本级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主流程调整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架构变更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L1 + L2 + L3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 panose="020B0604020202020204"/>
                          <a:cs typeface="Times New Roman" panose="02020603050405020304" pitchFamily="18" charset="0"/>
                        </a:rPr>
                        <a:t>小时级</a:t>
                      </a:r>
                      <a:endParaRPr sz="10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 panose="020B0604020202020204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76" name="text_875_验证流程"/>
          <p:cNvSpPr>
            <a:spLocks noGrp="1"/>
          </p:cNvSpPr>
          <p:nvPr/>
        </p:nvSpPr>
        <p:spPr>
          <a:xfrm>
            <a:off x="4314826" y="4203937"/>
            <a:ext cx="3914775" cy="24288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验证流程</a:t>
            </a:r>
          </a:p>
        </p:txBody>
      </p:sp>
      <p:sp>
        <p:nvSpPr>
          <p:cNvPr id="77" name="object_876"/>
          <p:cNvSpPr>
            <a:spLocks noGrp="1"/>
          </p:cNvSpPr>
          <p:nvPr/>
        </p:nvSpPr>
        <p:spPr>
          <a:xfrm>
            <a:off x="4321021" y="4690315"/>
            <a:ext cx="1014413" cy="464344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78" name="text_878_修改内容"/>
          <p:cNvSpPr>
            <a:spLocks noGrp="1"/>
          </p:cNvSpPr>
          <p:nvPr/>
        </p:nvSpPr>
        <p:spPr>
          <a:xfrm>
            <a:off x="4371028" y="4766487"/>
            <a:ext cx="914400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修改内容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9" name="text_880_判断修改范围"/>
          <p:cNvSpPr>
            <a:spLocks noGrp="1"/>
          </p:cNvSpPr>
          <p:nvPr/>
        </p:nvSpPr>
        <p:spPr>
          <a:xfrm>
            <a:off x="4378171" y="4961174"/>
            <a:ext cx="900113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0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判断修改范围</a:t>
            </a:r>
            <a:endParaRPr sz="90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0" name="connector_881"/>
          <p:cNvSpPr>
            <a:spLocks noGrp="1"/>
          </p:cNvSpPr>
          <p:nvPr/>
        </p:nvSpPr>
        <p:spPr>
          <a:xfrm>
            <a:off x="5333292" y="4918914"/>
            <a:ext cx="235744" cy="14288"/>
          </a:xfrm>
          <a:custGeom>
            <a:avLst/>
            <a:gdLst/>
            <a:ahLst/>
            <a:cxnLst/>
            <a:rect l="0" t="0" r="0" b="0"/>
            <a:pathLst>
              <a:path w="314325" h="19050">
                <a:moveTo>
                  <a:pt x="9525" y="9525"/>
                </a:moveTo>
                <a:lnTo>
                  <a:pt x="3048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1" name="connector_882"/>
          <p:cNvSpPr>
            <a:spLocks noGrp="1"/>
          </p:cNvSpPr>
          <p:nvPr/>
        </p:nvSpPr>
        <p:spPr>
          <a:xfrm>
            <a:off x="5541581" y="4894940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2" name="connector_883"/>
          <p:cNvSpPr>
            <a:spLocks noGrp="1"/>
          </p:cNvSpPr>
          <p:nvPr/>
        </p:nvSpPr>
        <p:spPr>
          <a:xfrm flipH="1">
            <a:off x="5572126" y="4512389"/>
            <a:ext cx="59046" cy="834548"/>
          </a:xfrm>
          <a:custGeom>
            <a:avLst/>
            <a:gdLst/>
            <a:ahLst/>
            <a:cxnLst/>
            <a:rect l="0" t="0" r="0" b="0"/>
            <a:pathLst>
              <a:path w="19050" h="1209675">
                <a:moveTo>
                  <a:pt x="9525" y="9525"/>
                </a:moveTo>
                <a:lnTo>
                  <a:pt x="9525" y="1200150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83" name="connector_884"/>
          <p:cNvSpPr>
            <a:spLocks noGrp="1"/>
          </p:cNvSpPr>
          <p:nvPr/>
        </p:nvSpPr>
        <p:spPr>
          <a:xfrm>
            <a:off x="5607844" y="4503974"/>
            <a:ext cx="157163" cy="14288"/>
          </a:xfrm>
          <a:custGeom>
            <a:avLst/>
            <a:gdLst/>
            <a:ahLst/>
            <a:cxnLst/>
            <a:rect l="0" t="0" r="0" b="0"/>
            <a:pathLst>
              <a:path w="209550" h="19050">
                <a:moveTo>
                  <a:pt x="9525" y="9525"/>
                </a:moveTo>
                <a:lnTo>
                  <a:pt x="2000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4" name="connector_885"/>
          <p:cNvSpPr>
            <a:spLocks noGrp="1"/>
          </p:cNvSpPr>
          <p:nvPr/>
        </p:nvSpPr>
        <p:spPr>
          <a:xfrm>
            <a:off x="5706835" y="4480000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5" name="object_886"/>
          <p:cNvSpPr>
            <a:spLocks noGrp="1"/>
          </p:cNvSpPr>
          <p:nvPr/>
        </p:nvSpPr>
        <p:spPr>
          <a:xfrm>
            <a:off x="5800726" y="4353956"/>
            <a:ext cx="1785938" cy="307181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86" name="text_888_L1 静态验证"/>
          <p:cNvSpPr>
            <a:spLocks noGrp="1"/>
          </p:cNvSpPr>
          <p:nvPr/>
        </p:nvSpPr>
        <p:spPr>
          <a:xfrm>
            <a:off x="5850732" y="4389675"/>
            <a:ext cx="16859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8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</a:t>
            </a:r>
            <a:r>
              <a:rPr sz="986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静态验证</a:t>
            </a:r>
            <a:endParaRPr sz="986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7" name="connector_889"/>
          <p:cNvSpPr>
            <a:spLocks noGrp="1"/>
          </p:cNvSpPr>
          <p:nvPr/>
        </p:nvSpPr>
        <p:spPr>
          <a:xfrm>
            <a:off x="7615239" y="4496831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88" name="connector_890"/>
          <p:cNvSpPr>
            <a:spLocks noGrp="1"/>
          </p:cNvSpPr>
          <p:nvPr/>
        </p:nvSpPr>
        <p:spPr>
          <a:xfrm>
            <a:off x="5607844" y="4918312"/>
            <a:ext cx="157163" cy="14288"/>
          </a:xfrm>
          <a:custGeom>
            <a:avLst/>
            <a:gdLst/>
            <a:ahLst/>
            <a:cxnLst/>
            <a:rect l="0" t="0" r="0" b="0"/>
            <a:pathLst>
              <a:path w="209550" h="19050">
                <a:moveTo>
                  <a:pt x="9525" y="9525"/>
                </a:moveTo>
                <a:lnTo>
                  <a:pt x="2000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9" name="connector_891"/>
          <p:cNvSpPr>
            <a:spLocks noGrp="1"/>
          </p:cNvSpPr>
          <p:nvPr/>
        </p:nvSpPr>
        <p:spPr>
          <a:xfrm>
            <a:off x="5706835" y="489433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0" name="object_892"/>
          <p:cNvSpPr>
            <a:spLocks noGrp="1"/>
          </p:cNvSpPr>
          <p:nvPr/>
        </p:nvSpPr>
        <p:spPr>
          <a:xfrm>
            <a:off x="5800726" y="4768294"/>
            <a:ext cx="1785938" cy="307181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1" name="text_894_L1 + L2 流程验证"/>
          <p:cNvSpPr>
            <a:spLocks noGrp="1"/>
          </p:cNvSpPr>
          <p:nvPr/>
        </p:nvSpPr>
        <p:spPr>
          <a:xfrm>
            <a:off x="5850732" y="4804012"/>
            <a:ext cx="16859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8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L2 </a:t>
            </a:r>
            <a:r>
              <a:rPr sz="986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流程验证</a:t>
            </a:r>
            <a:endParaRPr sz="986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connector_895"/>
          <p:cNvSpPr>
            <a:spLocks noGrp="1"/>
          </p:cNvSpPr>
          <p:nvPr/>
        </p:nvSpPr>
        <p:spPr>
          <a:xfrm>
            <a:off x="7615239" y="4911168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93" name="connector_896"/>
          <p:cNvSpPr>
            <a:spLocks noGrp="1"/>
          </p:cNvSpPr>
          <p:nvPr/>
        </p:nvSpPr>
        <p:spPr>
          <a:xfrm>
            <a:off x="5607844" y="5332649"/>
            <a:ext cx="157163" cy="14288"/>
          </a:xfrm>
          <a:custGeom>
            <a:avLst/>
            <a:gdLst/>
            <a:ahLst/>
            <a:cxnLst/>
            <a:rect l="0" t="0" r="0" b="0"/>
            <a:pathLst>
              <a:path w="209550" h="19050">
                <a:moveTo>
                  <a:pt x="9525" y="9525"/>
                </a:moveTo>
                <a:lnTo>
                  <a:pt x="2000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4" name="connector_897"/>
          <p:cNvSpPr>
            <a:spLocks noGrp="1"/>
          </p:cNvSpPr>
          <p:nvPr/>
        </p:nvSpPr>
        <p:spPr>
          <a:xfrm>
            <a:off x="5706835" y="530867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5" name="object_898"/>
          <p:cNvSpPr>
            <a:spLocks noGrp="1"/>
          </p:cNvSpPr>
          <p:nvPr/>
        </p:nvSpPr>
        <p:spPr>
          <a:xfrm>
            <a:off x="5800726" y="5182631"/>
            <a:ext cx="1785938" cy="307181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6" name="text_900_L1 + L2 + L3 全流程"/>
          <p:cNvSpPr>
            <a:spLocks noGrp="1"/>
          </p:cNvSpPr>
          <p:nvPr/>
        </p:nvSpPr>
        <p:spPr>
          <a:xfrm>
            <a:off x="5850732" y="5218350"/>
            <a:ext cx="16859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5" b="1">
                <a:solidFill>
                  <a:srgbClr val="00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986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L1 + L2 + L3 全流程</a:t>
            </a:r>
          </a:p>
        </p:txBody>
      </p:sp>
      <p:sp>
        <p:nvSpPr>
          <p:cNvPr id="97" name="connector_901"/>
          <p:cNvSpPr>
            <a:spLocks noGrp="1"/>
          </p:cNvSpPr>
          <p:nvPr/>
        </p:nvSpPr>
        <p:spPr>
          <a:xfrm>
            <a:off x="7615239" y="5325506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98" name="connector_902"/>
          <p:cNvSpPr>
            <a:spLocks noGrp="1"/>
          </p:cNvSpPr>
          <p:nvPr/>
        </p:nvSpPr>
        <p:spPr>
          <a:xfrm>
            <a:off x="7736682" y="4496831"/>
            <a:ext cx="14288" cy="842963"/>
          </a:xfrm>
          <a:custGeom>
            <a:avLst/>
            <a:gdLst/>
            <a:ahLst/>
            <a:cxnLst/>
            <a:rect l="0" t="0" r="0" b="0"/>
            <a:pathLst>
              <a:path w="19050" h="1123950">
                <a:moveTo>
                  <a:pt x="9525" y="9525"/>
                </a:moveTo>
                <a:lnTo>
                  <a:pt x="9525" y="1114425"/>
                </a:lnTo>
              </a:path>
            </a:pathLst>
          </a:custGeom>
          <a:noFill/>
          <a:ln w="14288">
            <a:solidFill>
              <a:srgbClr val="D7000F"/>
            </a:solidFill>
          </a:ln>
        </p:spPr>
      </p:sp>
      <p:sp>
        <p:nvSpPr>
          <p:cNvPr id="99" name="connector_903"/>
          <p:cNvSpPr>
            <a:spLocks noGrp="1"/>
          </p:cNvSpPr>
          <p:nvPr/>
        </p:nvSpPr>
        <p:spPr>
          <a:xfrm>
            <a:off x="7736682" y="4911168"/>
            <a:ext cx="142875" cy="14288"/>
          </a:xfrm>
          <a:custGeom>
            <a:avLst/>
            <a:gdLst/>
            <a:ahLst/>
            <a:cxnLst/>
            <a:rect l="0" t="0" r="0" b="0"/>
            <a:pathLst>
              <a:path w="190500" h="19050">
                <a:moveTo>
                  <a:pt x="9525" y="9525"/>
                </a:moveTo>
                <a:lnTo>
                  <a:pt x="18097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0" name="connector_904"/>
          <p:cNvSpPr>
            <a:spLocks noGrp="1"/>
          </p:cNvSpPr>
          <p:nvPr/>
        </p:nvSpPr>
        <p:spPr>
          <a:xfrm>
            <a:off x="7821385" y="4887194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1" name="text_906_验证&#10;通过"/>
          <p:cNvSpPr>
            <a:spLocks noGrp="1"/>
          </p:cNvSpPr>
          <p:nvPr/>
        </p:nvSpPr>
        <p:spPr>
          <a:xfrm>
            <a:off x="7915276" y="4653994"/>
            <a:ext cx="307181" cy="5500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</a:t>
            </a:r>
          </a:p>
          <a:p>
            <a:pPr algn="ctr">
              <a:defRPr sz="1500" b="1">
                <a:solidFill>
                  <a:srgbClr val="D7000F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通过</a:t>
            </a:r>
          </a:p>
        </p:txBody>
      </p:sp>
      <p:sp>
        <p:nvSpPr>
          <p:cNvPr id="102" name="text_908_根据修改范围匹配验证层级，避免不必要的全量验证，"/>
          <p:cNvSpPr>
            <a:spLocks noGrp="1"/>
          </p:cNvSpPr>
          <p:nvPr/>
        </p:nvSpPr>
        <p:spPr>
          <a:xfrm>
            <a:off x="564357" y="6097191"/>
            <a:ext cx="8122444" cy="27860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00" b="1">
                <a:solidFill>
                  <a:srgbClr val="FF0000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sz="1350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根据修改范围匹配验证层级，避免不必要的全量验证，同时保留质量检查</a:t>
            </a:r>
            <a:r>
              <a:rPr sz="135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05" name="矩形 104"/>
          <p:cNvSpPr/>
          <p:nvPr/>
        </p:nvSpPr>
        <p:spPr>
          <a:xfrm>
            <a:off x="2148096" y="6609051"/>
            <a:ext cx="6156573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Xia, C. S., Deng, Y., Dunn, S., Zhang, L. Agentless: Demystifying LLM-based Software Engineering Agents.</a:t>
            </a:r>
          </a:p>
        </p:txBody>
      </p:sp>
      <p:sp>
        <p:nvSpPr>
          <p:cNvPr id="103" name="灯片编号占位符 102">
            <a:extLst>
              <a:ext uri="{FF2B5EF4-FFF2-40B4-BE49-F238E27FC236}">
                <a16:creationId xmlns:a16="http://schemas.microsoft.com/office/drawing/2014/main" id="{8DFF9B4D-D563-A153-C711-84F80A7F2C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8</a:t>
            </a:fld>
            <a:endParaRPr lang="zh-CN" altLang="en-US"/>
          </a:p>
        </p:txBody>
      </p:sp>
      <p:cxnSp>
        <p:nvCxnSpPr>
          <p:cNvPr id="106" name="直接连接符 105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 flipH="1">
            <a:off x="3756454" y="1544189"/>
            <a:ext cx="23458" cy="410405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621304950"/>
      </p:ext>
    </p:extLst>
  </p:cSld>
  <p:clrMapOvr>
    <a:masterClrMapping/>
  </p:clrMapOvr>
  <p:transition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object_96">
            <a:extLst>
              <a:ext uri="{FF2B5EF4-FFF2-40B4-BE49-F238E27FC236}">
                <a16:creationId xmlns:a16="http://schemas.microsoft.com/office/drawing/2014/main" id="{30F4AC42-8187-4FA3-987E-AFE490B02F23}"/>
              </a:ext>
            </a:extLst>
          </p:cNvPr>
          <p:cNvSpPr>
            <a:spLocks noGrp="1"/>
          </p:cNvSpPr>
          <p:nvPr/>
        </p:nvSpPr>
        <p:spPr>
          <a:xfrm>
            <a:off x="2031682" y="1947386"/>
            <a:ext cx="1683068" cy="2588895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28575">
            <a:solidFill>
              <a:srgbClr val="1C334E"/>
            </a:solidFill>
            <a:prstDash val="sysDash"/>
          </a:ln>
        </p:spPr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DE2CEF0F-6364-4B12-8A94-117F90A3B84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优化⑤：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中间产物复用与断点续跑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3877_Artifact 驱动的开发流程">
            <a:extLst>
              <a:ext uri="{FF2B5EF4-FFF2-40B4-BE49-F238E27FC236}">
                <a16:creationId xmlns:a16="http://schemas.microsoft.com/office/drawing/2014/main" id="{38A3B9AF-298A-46E2-BDEF-CCD26FA634B7}"/>
              </a:ext>
            </a:extLst>
          </p:cNvPr>
          <p:cNvSpPr>
            <a:spLocks noGrp="1"/>
          </p:cNvSpPr>
          <p:nvPr/>
        </p:nvSpPr>
        <p:spPr>
          <a:xfrm>
            <a:off x="533562" y="1503897"/>
            <a:ext cx="2821781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开发流程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中的</a:t>
            </a:r>
            <a:r>
              <a:rPr lang="en-US" altLang="zh-CN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connector_3878">
            <a:extLst>
              <a:ext uri="{FF2B5EF4-FFF2-40B4-BE49-F238E27FC236}">
                <a16:creationId xmlns:a16="http://schemas.microsoft.com/office/drawing/2014/main" id="{4B230B64-9A2B-407E-B9BB-B6E83695C25E}"/>
              </a:ext>
            </a:extLst>
          </p:cNvPr>
          <p:cNvSpPr>
            <a:spLocks noGrp="1"/>
          </p:cNvSpPr>
          <p:nvPr/>
        </p:nvSpPr>
        <p:spPr>
          <a:xfrm>
            <a:off x="535781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3881_Artifact Card 与复用机制">
            <a:extLst>
              <a:ext uri="{FF2B5EF4-FFF2-40B4-BE49-F238E27FC236}">
                <a16:creationId xmlns:a16="http://schemas.microsoft.com/office/drawing/2014/main" id="{85EDEF05-0A1B-42F7-90F5-CA1F1CB6D0EF}"/>
              </a:ext>
            </a:extLst>
          </p:cNvPr>
          <p:cNvSpPr>
            <a:spLocks noGrp="1"/>
          </p:cNvSpPr>
          <p:nvPr/>
        </p:nvSpPr>
        <p:spPr>
          <a:xfrm>
            <a:off x="3957637" y="1494024"/>
            <a:ext cx="437197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r>
              <a:rPr lang="en-US" sz="1580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内容是什么？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connector_3882">
            <a:extLst>
              <a:ext uri="{FF2B5EF4-FFF2-40B4-BE49-F238E27FC236}">
                <a16:creationId xmlns:a16="http://schemas.microsoft.com/office/drawing/2014/main" id="{A116E722-D608-49E6-8E8A-0633346B2D77}"/>
              </a:ext>
            </a:extLst>
          </p:cNvPr>
          <p:cNvSpPr>
            <a:spLocks noGrp="1"/>
          </p:cNvSpPr>
          <p:nvPr/>
        </p:nvSpPr>
        <p:spPr>
          <a:xfrm>
            <a:off x="3957637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connector_3883">
            <a:extLst>
              <a:ext uri="{FF2B5EF4-FFF2-40B4-BE49-F238E27FC236}">
                <a16:creationId xmlns:a16="http://schemas.microsoft.com/office/drawing/2014/main" id="{E426E4B9-B419-4996-8253-44F2812110D6}"/>
              </a:ext>
            </a:extLst>
          </p:cNvPr>
          <p:cNvSpPr>
            <a:spLocks noGrp="1"/>
          </p:cNvSpPr>
          <p:nvPr/>
        </p:nvSpPr>
        <p:spPr>
          <a:xfrm>
            <a:off x="3786187" y="1614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" name="connector_3884">
            <a:extLst>
              <a:ext uri="{FF2B5EF4-FFF2-40B4-BE49-F238E27FC236}">
                <a16:creationId xmlns:a16="http://schemas.microsoft.com/office/drawing/2014/main" id="{D25A3B57-33C0-40BC-80EF-2ADFB1130F63}"/>
              </a:ext>
            </a:extLst>
          </p:cNvPr>
          <p:cNvSpPr>
            <a:spLocks noGrp="1"/>
          </p:cNvSpPr>
          <p:nvPr/>
        </p:nvSpPr>
        <p:spPr>
          <a:xfrm>
            <a:off x="3786187" y="1707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" name="connector_3885">
            <a:extLst>
              <a:ext uri="{FF2B5EF4-FFF2-40B4-BE49-F238E27FC236}">
                <a16:creationId xmlns:a16="http://schemas.microsoft.com/office/drawing/2014/main" id="{0FCB5204-1A35-48FC-8622-A4B348DCAE07}"/>
              </a:ext>
            </a:extLst>
          </p:cNvPr>
          <p:cNvSpPr>
            <a:spLocks noGrp="1"/>
          </p:cNvSpPr>
          <p:nvPr/>
        </p:nvSpPr>
        <p:spPr>
          <a:xfrm>
            <a:off x="3786187" y="1800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3886">
            <a:extLst>
              <a:ext uri="{FF2B5EF4-FFF2-40B4-BE49-F238E27FC236}">
                <a16:creationId xmlns:a16="http://schemas.microsoft.com/office/drawing/2014/main" id="{772FE127-11AC-4457-AAA4-1C2E410DCA99}"/>
              </a:ext>
            </a:extLst>
          </p:cNvPr>
          <p:cNvSpPr>
            <a:spLocks noGrp="1"/>
          </p:cNvSpPr>
          <p:nvPr/>
        </p:nvSpPr>
        <p:spPr>
          <a:xfrm>
            <a:off x="3786187" y="1893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3887">
            <a:extLst>
              <a:ext uri="{FF2B5EF4-FFF2-40B4-BE49-F238E27FC236}">
                <a16:creationId xmlns:a16="http://schemas.microsoft.com/office/drawing/2014/main" id="{4A5F4525-076C-47E3-8962-F044B28CE3D5}"/>
              </a:ext>
            </a:extLst>
          </p:cNvPr>
          <p:cNvSpPr>
            <a:spLocks noGrp="1"/>
          </p:cNvSpPr>
          <p:nvPr/>
        </p:nvSpPr>
        <p:spPr>
          <a:xfrm>
            <a:off x="3786187" y="1985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3888">
            <a:extLst>
              <a:ext uri="{FF2B5EF4-FFF2-40B4-BE49-F238E27FC236}">
                <a16:creationId xmlns:a16="http://schemas.microsoft.com/office/drawing/2014/main" id="{1A779DF0-4A6B-4E21-8AC0-14E33E57EB81}"/>
              </a:ext>
            </a:extLst>
          </p:cNvPr>
          <p:cNvSpPr>
            <a:spLocks noGrp="1"/>
          </p:cNvSpPr>
          <p:nvPr/>
        </p:nvSpPr>
        <p:spPr>
          <a:xfrm>
            <a:off x="3786187" y="20788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3889">
            <a:extLst>
              <a:ext uri="{FF2B5EF4-FFF2-40B4-BE49-F238E27FC236}">
                <a16:creationId xmlns:a16="http://schemas.microsoft.com/office/drawing/2014/main" id="{A7F33B19-6D16-4751-9191-F3B9D7C9F2A1}"/>
              </a:ext>
            </a:extLst>
          </p:cNvPr>
          <p:cNvSpPr>
            <a:spLocks noGrp="1"/>
          </p:cNvSpPr>
          <p:nvPr/>
        </p:nvSpPr>
        <p:spPr>
          <a:xfrm>
            <a:off x="3786187" y="21717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3890">
            <a:extLst>
              <a:ext uri="{FF2B5EF4-FFF2-40B4-BE49-F238E27FC236}">
                <a16:creationId xmlns:a16="http://schemas.microsoft.com/office/drawing/2014/main" id="{7DD0DFB7-96F2-473B-BB50-9E43E485D2CC}"/>
              </a:ext>
            </a:extLst>
          </p:cNvPr>
          <p:cNvSpPr>
            <a:spLocks noGrp="1"/>
          </p:cNvSpPr>
          <p:nvPr/>
        </p:nvSpPr>
        <p:spPr>
          <a:xfrm>
            <a:off x="3786187" y="22645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3891">
            <a:extLst>
              <a:ext uri="{FF2B5EF4-FFF2-40B4-BE49-F238E27FC236}">
                <a16:creationId xmlns:a16="http://schemas.microsoft.com/office/drawing/2014/main" id="{E2BACA0A-BAEE-4EAC-BD14-E1BD0B0B8F30}"/>
              </a:ext>
            </a:extLst>
          </p:cNvPr>
          <p:cNvSpPr>
            <a:spLocks noGrp="1"/>
          </p:cNvSpPr>
          <p:nvPr/>
        </p:nvSpPr>
        <p:spPr>
          <a:xfrm>
            <a:off x="3786187" y="23574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3892">
            <a:extLst>
              <a:ext uri="{FF2B5EF4-FFF2-40B4-BE49-F238E27FC236}">
                <a16:creationId xmlns:a16="http://schemas.microsoft.com/office/drawing/2014/main" id="{E140DB3F-C216-40CD-A36D-DEAF0332EB40}"/>
              </a:ext>
            </a:extLst>
          </p:cNvPr>
          <p:cNvSpPr>
            <a:spLocks noGrp="1"/>
          </p:cNvSpPr>
          <p:nvPr/>
        </p:nvSpPr>
        <p:spPr>
          <a:xfrm>
            <a:off x="3786187" y="24503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3893">
            <a:extLst>
              <a:ext uri="{FF2B5EF4-FFF2-40B4-BE49-F238E27FC236}">
                <a16:creationId xmlns:a16="http://schemas.microsoft.com/office/drawing/2014/main" id="{0C2D16BA-A6EF-4A68-8E9A-772A4B812C22}"/>
              </a:ext>
            </a:extLst>
          </p:cNvPr>
          <p:cNvSpPr>
            <a:spLocks noGrp="1"/>
          </p:cNvSpPr>
          <p:nvPr/>
        </p:nvSpPr>
        <p:spPr>
          <a:xfrm>
            <a:off x="3786187" y="25431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3894">
            <a:extLst>
              <a:ext uri="{FF2B5EF4-FFF2-40B4-BE49-F238E27FC236}">
                <a16:creationId xmlns:a16="http://schemas.microsoft.com/office/drawing/2014/main" id="{B075226C-3CF7-4205-A522-DEC325A945D8}"/>
              </a:ext>
            </a:extLst>
          </p:cNvPr>
          <p:cNvSpPr>
            <a:spLocks noGrp="1"/>
          </p:cNvSpPr>
          <p:nvPr/>
        </p:nvSpPr>
        <p:spPr>
          <a:xfrm>
            <a:off x="3786187" y="26360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3895">
            <a:extLst>
              <a:ext uri="{FF2B5EF4-FFF2-40B4-BE49-F238E27FC236}">
                <a16:creationId xmlns:a16="http://schemas.microsoft.com/office/drawing/2014/main" id="{C63DE32F-12A1-4CA2-8C0A-2A8CA445215E}"/>
              </a:ext>
            </a:extLst>
          </p:cNvPr>
          <p:cNvSpPr>
            <a:spLocks noGrp="1"/>
          </p:cNvSpPr>
          <p:nvPr/>
        </p:nvSpPr>
        <p:spPr>
          <a:xfrm>
            <a:off x="3786187" y="27289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3896">
            <a:extLst>
              <a:ext uri="{FF2B5EF4-FFF2-40B4-BE49-F238E27FC236}">
                <a16:creationId xmlns:a16="http://schemas.microsoft.com/office/drawing/2014/main" id="{542D4739-A2E4-409A-B6AB-DD2FC99E8760}"/>
              </a:ext>
            </a:extLst>
          </p:cNvPr>
          <p:cNvSpPr>
            <a:spLocks noGrp="1"/>
          </p:cNvSpPr>
          <p:nvPr/>
        </p:nvSpPr>
        <p:spPr>
          <a:xfrm>
            <a:off x="3786187" y="28217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3897">
            <a:extLst>
              <a:ext uri="{FF2B5EF4-FFF2-40B4-BE49-F238E27FC236}">
                <a16:creationId xmlns:a16="http://schemas.microsoft.com/office/drawing/2014/main" id="{1E93EB7C-427A-4FBE-A343-CD3298E01FB9}"/>
              </a:ext>
            </a:extLst>
          </p:cNvPr>
          <p:cNvSpPr>
            <a:spLocks noGrp="1"/>
          </p:cNvSpPr>
          <p:nvPr/>
        </p:nvSpPr>
        <p:spPr>
          <a:xfrm>
            <a:off x="3786187" y="29146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3898">
            <a:extLst>
              <a:ext uri="{FF2B5EF4-FFF2-40B4-BE49-F238E27FC236}">
                <a16:creationId xmlns:a16="http://schemas.microsoft.com/office/drawing/2014/main" id="{195FD5B0-93F1-4CD6-8C38-634B1F7BE0A4}"/>
              </a:ext>
            </a:extLst>
          </p:cNvPr>
          <p:cNvSpPr>
            <a:spLocks noGrp="1"/>
          </p:cNvSpPr>
          <p:nvPr/>
        </p:nvSpPr>
        <p:spPr>
          <a:xfrm>
            <a:off x="3786187" y="30075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3899">
            <a:extLst>
              <a:ext uri="{FF2B5EF4-FFF2-40B4-BE49-F238E27FC236}">
                <a16:creationId xmlns:a16="http://schemas.microsoft.com/office/drawing/2014/main" id="{35845051-C30C-4E12-AC9C-DBF16B02CA71}"/>
              </a:ext>
            </a:extLst>
          </p:cNvPr>
          <p:cNvSpPr>
            <a:spLocks noGrp="1"/>
          </p:cNvSpPr>
          <p:nvPr/>
        </p:nvSpPr>
        <p:spPr>
          <a:xfrm>
            <a:off x="3786187" y="31003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3900">
            <a:extLst>
              <a:ext uri="{FF2B5EF4-FFF2-40B4-BE49-F238E27FC236}">
                <a16:creationId xmlns:a16="http://schemas.microsoft.com/office/drawing/2014/main" id="{D22C2B3D-CB29-4F64-B686-0824E69A9636}"/>
              </a:ext>
            </a:extLst>
          </p:cNvPr>
          <p:cNvSpPr>
            <a:spLocks noGrp="1"/>
          </p:cNvSpPr>
          <p:nvPr/>
        </p:nvSpPr>
        <p:spPr>
          <a:xfrm>
            <a:off x="3786187" y="31932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3901">
            <a:extLst>
              <a:ext uri="{FF2B5EF4-FFF2-40B4-BE49-F238E27FC236}">
                <a16:creationId xmlns:a16="http://schemas.microsoft.com/office/drawing/2014/main" id="{498E886B-91D1-4882-9716-F0DA219ACF2A}"/>
              </a:ext>
            </a:extLst>
          </p:cNvPr>
          <p:cNvSpPr>
            <a:spLocks noGrp="1"/>
          </p:cNvSpPr>
          <p:nvPr/>
        </p:nvSpPr>
        <p:spPr>
          <a:xfrm>
            <a:off x="3786187" y="32861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3902">
            <a:extLst>
              <a:ext uri="{FF2B5EF4-FFF2-40B4-BE49-F238E27FC236}">
                <a16:creationId xmlns:a16="http://schemas.microsoft.com/office/drawing/2014/main" id="{31BFD4C2-931A-4B9B-A5D9-0DB32C6F4600}"/>
              </a:ext>
            </a:extLst>
          </p:cNvPr>
          <p:cNvSpPr>
            <a:spLocks noGrp="1"/>
          </p:cNvSpPr>
          <p:nvPr/>
        </p:nvSpPr>
        <p:spPr>
          <a:xfrm>
            <a:off x="3786187" y="33789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3903">
            <a:extLst>
              <a:ext uri="{FF2B5EF4-FFF2-40B4-BE49-F238E27FC236}">
                <a16:creationId xmlns:a16="http://schemas.microsoft.com/office/drawing/2014/main" id="{DD406842-36FC-47AF-8890-3C2DCCBAD353}"/>
              </a:ext>
            </a:extLst>
          </p:cNvPr>
          <p:cNvSpPr>
            <a:spLocks noGrp="1"/>
          </p:cNvSpPr>
          <p:nvPr/>
        </p:nvSpPr>
        <p:spPr>
          <a:xfrm>
            <a:off x="3786187" y="34718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3904">
            <a:extLst>
              <a:ext uri="{FF2B5EF4-FFF2-40B4-BE49-F238E27FC236}">
                <a16:creationId xmlns:a16="http://schemas.microsoft.com/office/drawing/2014/main" id="{345E272E-2E06-4E2E-A2E6-24E6100377B6}"/>
              </a:ext>
            </a:extLst>
          </p:cNvPr>
          <p:cNvSpPr>
            <a:spLocks noGrp="1"/>
          </p:cNvSpPr>
          <p:nvPr/>
        </p:nvSpPr>
        <p:spPr>
          <a:xfrm>
            <a:off x="3786187" y="35647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3905">
            <a:extLst>
              <a:ext uri="{FF2B5EF4-FFF2-40B4-BE49-F238E27FC236}">
                <a16:creationId xmlns:a16="http://schemas.microsoft.com/office/drawing/2014/main" id="{99648F2D-6A6E-4722-B8AF-4AA6786754A9}"/>
              </a:ext>
            </a:extLst>
          </p:cNvPr>
          <p:cNvSpPr>
            <a:spLocks noGrp="1"/>
          </p:cNvSpPr>
          <p:nvPr/>
        </p:nvSpPr>
        <p:spPr>
          <a:xfrm>
            <a:off x="3786187" y="36576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3906">
            <a:extLst>
              <a:ext uri="{FF2B5EF4-FFF2-40B4-BE49-F238E27FC236}">
                <a16:creationId xmlns:a16="http://schemas.microsoft.com/office/drawing/2014/main" id="{E6BAD4F3-A0C1-4204-BA3B-80E0B1A4D693}"/>
              </a:ext>
            </a:extLst>
          </p:cNvPr>
          <p:cNvSpPr>
            <a:spLocks noGrp="1"/>
          </p:cNvSpPr>
          <p:nvPr/>
        </p:nvSpPr>
        <p:spPr>
          <a:xfrm>
            <a:off x="3786187" y="37504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3907">
            <a:extLst>
              <a:ext uri="{FF2B5EF4-FFF2-40B4-BE49-F238E27FC236}">
                <a16:creationId xmlns:a16="http://schemas.microsoft.com/office/drawing/2014/main" id="{8D0FD7E8-C310-4231-9AE0-F94737AD9A8B}"/>
              </a:ext>
            </a:extLst>
          </p:cNvPr>
          <p:cNvSpPr>
            <a:spLocks noGrp="1"/>
          </p:cNvSpPr>
          <p:nvPr/>
        </p:nvSpPr>
        <p:spPr>
          <a:xfrm>
            <a:off x="3786187" y="38433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3908">
            <a:extLst>
              <a:ext uri="{FF2B5EF4-FFF2-40B4-BE49-F238E27FC236}">
                <a16:creationId xmlns:a16="http://schemas.microsoft.com/office/drawing/2014/main" id="{59503A86-F303-4223-BD2E-BD7CA3A6835C}"/>
              </a:ext>
            </a:extLst>
          </p:cNvPr>
          <p:cNvSpPr>
            <a:spLocks noGrp="1"/>
          </p:cNvSpPr>
          <p:nvPr/>
        </p:nvSpPr>
        <p:spPr>
          <a:xfrm>
            <a:off x="3786187" y="39362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3909">
            <a:extLst>
              <a:ext uri="{FF2B5EF4-FFF2-40B4-BE49-F238E27FC236}">
                <a16:creationId xmlns:a16="http://schemas.microsoft.com/office/drawing/2014/main" id="{FE035303-F7D4-44B9-B55A-51C292544945}"/>
              </a:ext>
            </a:extLst>
          </p:cNvPr>
          <p:cNvSpPr>
            <a:spLocks noGrp="1"/>
          </p:cNvSpPr>
          <p:nvPr/>
        </p:nvSpPr>
        <p:spPr>
          <a:xfrm>
            <a:off x="3786187" y="40290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3910">
            <a:extLst>
              <a:ext uri="{FF2B5EF4-FFF2-40B4-BE49-F238E27FC236}">
                <a16:creationId xmlns:a16="http://schemas.microsoft.com/office/drawing/2014/main" id="{15F9C5E7-2997-4A7A-9DB0-A693E6A5C46B}"/>
              </a:ext>
            </a:extLst>
          </p:cNvPr>
          <p:cNvSpPr>
            <a:spLocks noGrp="1"/>
          </p:cNvSpPr>
          <p:nvPr/>
        </p:nvSpPr>
        <p:spPr>
          <a:xfrm>
            <a:off x="3786187" y="41219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3911">
            <a:extLst>
              <a:ext uri="{FF2B5EF4-FFF2-40B4-BE49-F238E27FC236}">
                <a16:creationId xmlns:a16="http://schemas.microsoft.com/office/drawing/2014/main" id="{8D119EEC-54BB-4A55-ADCC-7B22172CAF53}"/>
              </a:ext>
            </a:extLst>
          </p:cNvPr>
          <p:cNvSpPr>
            <a:spLocks noGrp="1"/>
          </p:cNvSpPr>
          <p:nvPr/>
        </p:nvSpPr>
        <p:spPr>
          <a:xfrm>
            <a:off x="3786187" y="42148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3912">
            <a:extLst>
              <a:ext uri="{FF2B5EF4-FFF2-40B4-BE49-F238E27FC236}">
                <a16:creationId xmlns:a16="http://schemas.microsoft.com/office/drawing/2014/main" id="{8CD19C7C-BE6D-4A97-9F4C-34347AE6677E}"/>
              </a:ext>
            </a:extLst>
          </p:cNvPr>
          <p:cNvSpPr>
            <a:spLocks noGrp="1"/>
          </p:cNvSpPr>
          <p:nvPr/>
        </p:nvSpPr>
        <p:spPr>
          <a:xfrm>
            <a:off x="3786187" y="43076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3913">
            <a:extLst>
              <a:ext uri="{FF2B5EF4-FFF2-40B4-BE49-F238E27FC236}">
                <a16:creationId xmlns:a16="http://schemas.microsoft.com/office/drawing/2014/main" id="{4C2CC702-D924-48C2-B5AF-8127397592B5}"/>
              </a:ext>
            </a:extLst>
          </p:cNvPr>
          <p:cNvSpPr>
            <a:spLocks noGrp="1"/>
          </p:cNvSpPr>
          <p:nvPr/>
        </p:nvSpPr>
        <p:spPr>
          <a:xfrm>
            <a:off x="3786187" y="44005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3914">
            <a:extLst>
              <a:ext uri="{FF2B5EF4-FFF2-40B4-BE49-F238E27FC236}">
                <a16:creationId xmlns:a16="http://schemas.microsoft.com/office/drawing/2014/main" id="{293D653A-EE24-4D4C-BB43-D7A6A20CD29F}"/>
              </a:ext>
            </a:extLst>
          </p:cNvPr>
          <p:cNvSpPr>
            <a:spLocks noGrp="1"/>
          </p:cNvSpPr>
          <p:nvPr/>
        </p:nvSpPr>
        <p:spPr>
          <a:xfrm>
            <a:off x="3786187" y="44934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3915">
            <a:extLst>
              <a:ext uri="{FF2B5EF4-FFF2-40B4-BE49-F238E27FC236}">
                <a16:creationId xmlns:a16="http://schemas.microsoft.com/office/drawing/2014/main" id="{A05BF720-0584-4F49-BF2F-72836A6A689E}"/>
              </a:ext>
            </a:extLst>
          </p:cNvPr>
          <p:cNvSpPr>
            <a:spLocks noGrp="1"/>
          </p:cNvSpPr>
          <p:nvPr/>
        </p:nvSpPr>
        <p:spPr>
          <a:xfrm>
            <a:off x="3786187" y="45862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3916">
            <a:extLst>
              <a:ext uri="{FF2B5EF4-FFF2-40B4-BE49-F238E27FC236}">
                <a16:creationId xmlns:a16="http://schemas.microsoft.com/office/drawing/2014/main" id="{1BD7F19E-AAE2-48D2-B8DC-C55366DF2C90}"/>
              </a:ext>
            </a:extLst>
          </p:cNvPr>
          <p:cNvSpPr>
            <a:spLocks noGrp="1"/>
          </p:cNvSpPr>
          <p:nvPr/>
        </p:nvSpPr>
        <p:spPr>
          <a:xfrm>
            <a:off x="3786187" y="46791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3917">
            <a:extLst>
              <a:ext uri="{FF2B5EF4-FFF2-40B4-BE49-F238E27FC236}">
                <a16:creationId xmlns:a16="http://schemas.microsoft.com/office/drawing/2014/main" id="{C8C99371-39E1-4C8D-AB17-DCB6256E077B}"/>
              </a:ext>
            </a:extLst>
          </p:cNvPr>
          <p:cNvSpPr>
            <a:spLocks noGrp="1"/>
          </p:cNvSpPr>
          <p:nvPr/>
        </p:nvSpPr>
        <p:spPr>
          <a:xfrm>
            <a:off x="3786187" y="47720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3918">
            <a:extLst>
              <a:ext uri="{FF2B5EF4-FFF2-40B4-BE49-F238E27FC236}">
                <a16:creationId xmlns:a16="http://schemas.microsoft.com/office/drawing/2014/main" id="{66B43845-1911-44DF-9E34-F83DE9A06008}"/>
              </a:ext>
            </a:extLst>
          </p:cNvPr>
          <p:cNvSpPr>
            <a:spLocks noGrp="1"/>
          </p:cNvSpPr>
          <p:nvPr/>
        </p:nvSpPr>
        <p:spPr>
          <a:xfrm>
            <a:off x="3786187" y="48648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3919">
            <a:extLst>
              <a:ext uri="{FF2B5EF4-FFF2-40B4-BE49-F238E27FC236}">
                <a16:creationId xmlns:a16="http://schemas.microsoft.com/office/drawing/2014/main" id="{26906A6C-28CC-40DC-955F-45278E4452E9}"/>
              </a:ext>
            </a:extLst>
          </p:cNvPr>
          <p:cNvSpPr>
            <a:spLocks noGrp="1"/>
          </p:cNvSpPr>
          <p:nvPr/>
        </p:nvSpPr>
        <p:spPr>
          <a:xfrm>
            <a:off x="3786187" y="49577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3920">
            <a:extLst>
              <a:ext uri="{FF2B5EF4-FFF2-40B4-BE49-F238E27FC236}">
                <a16:creationId xmlns:a16="http://schemas.microsoft.com/office/drawing/2014/main" id="{D172C929-35EF-4C11-A162-36692BEE698D}"/>
              </a:ext>
            </a:extLst>
          </p:cNvPr>
          <p:cNvSpPr>
            <a:spLocks noGrp="1"/>
          </p:cNvSpPr>
          <p:nvPr/>
        </p:nvSpPr>
        <p:spPr>
          <a:xfrm>
            <a:off x="3786187" y="50506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3921">
            <a:extLst>
              <a:ext uri="{FF2B5EF4-FFF2-40B4-BE49-F238E27FC236}">
                <a16:creationId xmlns:a16="http://schemas.microsoft.com/office/drawing/2014/main" id="{6BC77DC1-E9A0-431A-B215-BF0512CE0E23}"/>
              </a:ext>
            </a:extLst>
          </p:cNvPr>
          <p:cNvSpPr>
            <a:spLocks noGrp="1"/>
          </p:cNvSpPr>
          <p:nvPr/>
        </p:nvSpPr>
        <p:spPr>
          <a:xfrm>
            <a:off x="3786187" y="51435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3922">
            <a:extLst>
              <a:ext uri="{FF2B5EF4-FFF2-40B4-BE49-F238E27FC236}">
                <a16:creationId xmlns:a16="http://schemas.microsoft.com/office/drawing/2014/main" id="{19440FAF-B65A-44FB-BA8C-30EB1AF2A254}"/>
              </a:ext>
            </a:extLst>
          </p:cNvPr>
          <p:cNvSpPr>
            <a:spLocks noGrp="1"/>
          </p:cNvSpPr>
          <p:nvPr/>
        </p:nvSpPr>
        <p:spPr>
          <a:xfrm>
            <a:off x="3786187" y="52363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3923">
            <a:extLst>
              <a:ext uri="{FF2B5EF4-FFF2-40B4-BE49-F238E27FC236}">
                <a16:creationId xmlns:a16="http://schemas.microsoft.com/office/drawing/2014/main" id="{BA2650A6-95BA-4466-A5ED-E82D3D5359AE}"/>
              </a:ext>
            </a:extLst>
          </p:cNvPr>
          <p:cNvSpPr>
            <a:spLocks noGrp="1"/>
          </p:cNvSpPr>
          <p:nvPr/>
        </p:nvSpPr>
        <p:spPr>
          <a:xfrm>
            <a:off x="3786187" y="53292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3924">
            <a:extLst>
              <a:ext uri="{FF2B5EF4-FFF2-40B4-BE49-F238E27FC236}">
                <a16:creationId xmlns:a16="http://schemas.microsoft.com/office/drawing/2014/main" id="{DD6EE26B-0570-4597-B7AC-14C80FEE7EC5}"/>
              </a:ext>
            </a:extLst>
          </p:cNvPr>
          <p:cNvSpPr>
            <a:spLocks noGrp="1"/>
          </p:cNvSpPr>
          <p:nvPr/>
        </p:nvSpPr>
        <p:spPr>
          <a:xfrm>
            <a:off x="3786187" y="54221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object_3925">
            <a:extLst>
              <a:ext uri="{FF2B5EF4-FFF2-40B4-BE49-F238E27FC236}">
                <a16:creationId xmlns:a16="http://schemas.microsoft.com/office/drawing/2014/main" id="{D4677282-FC0E-43D0-871C-15D7448AEB4E}"/>
              </a:ext>
            </a:extLst>
          </p:cNvPr>
          <p:cNvSpPr>
            <a:spLocks noGrp="1"/>
          </p:cNvSpPr>
          <p:nvPr/>
        </p:nvSpPr>
        <p:spPr>
          <a:xfrm>
            <a:off x="542925" y="2007394"/>
            <a:ext cx="1293019" cy="300038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50" name="text_3927_Requirement">
            <a:extLst>
              <a:ext uri="{FF2B5EF4-FFF2-40B4-BE49-F238E27FC236}">
                <a16:creationId xmlns:a16="http://schemas.microsoft.com/office/drawing/2014/main" id="{18F353EE-FED3-445E-A0ED-A736EA5D8121}"/>
              </a:ext>
            </a:extLst>
          </p:cNvPr>
          <p:cNvSpPr>
            <a:spLocks noGrp="1"/>
          </p:cNvSpPr>
          <p:nvPr/>
        </p:nvSpPr>
        <p:spPr>
          <a:xfrm>
            <a:off x="592932" y="2035969"/>
            <a:ext cx="1235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Requirement</a:t>
            </a:r>
          </a:p>
        </p:txBody>
      </p:sp>
      <p:sp>
        <p:nvSpPr>
          <p:cNvPr id="52" name="connector_3930">
            <a:extLst>
              <a:ext uri="{FF2B5EF4-FFF2-40B4-BE49-F238E27FC236}">
                <a16:creationId xmlns:a16="http://schemas.microsoft.com/office/drawing/2014/main" id="{A99A77D4-B127-4C1C-AA81-DA401AA9AB7F}"/>
              </a:ext>
            </a:extLst>
          </p:cNvPr>
          <p:cNvSpPr>
            <a:spLocks noGrp="1"/>
          </p:cNvSpPr>
          <p:nvPr/>
        </p:nvSpPr>
        <p:spPr>
          <a:xfrm>
            <a:off x="1893094" y="2214562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3" name="connector_3931">
            <a:extLst>
              <a:ext uri="{FF2B5EF4-FFF2-40B4-BE49-F238E27FC236}">
                <a16:creationId xmlns:a16="http://schemas.microsoft.com/office/drawing/2014/main" id="{6CEFF338-B2C1-4B15-A225-A20A2A73F4F9}"/>
              </a:ext>
            </a:extLst>
          </p:cNvPr>
          <p:cNvSpPr>
            <a:spLocks noGrp="1"/>
          </p:cNvSpPr>
          <p:nvPr/>
        </p:nvSpPr>
        <p:spPr>
          <a:xfrm>
            <a:off x="1970653" y="219058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5" name="text_3935_需求文档 / 约束（可选）">
            <a:extLst>
              <a:ext uri="{FF2B5EF4-FFF2-40B4-BE49-F238E27FC236}">
                <a16:creationId xmlns:a16="http://schemas.microsoft.com/office/drawing/2014/main" id="{91788FBD-669F-41BE-8CBE-22D335DA27B1}"/>
              </a:ext>
            </a:extLst>
          </p:cNvPr>
          <p:cNvSpPr>
            <a:spLocks noGrp="1"/>
          </p:cNvSpPr>
          <p:nvPr/>
        </p:nvSpPr>
        <p:spPr>
          <a:xfrm>
            <a:off x="2128838" y="1978819"/>
            <a:ext cx="1607344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需求文档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约束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6" name="connector_3936">
            <a:extLst>
              <a:ext uri="{FF2B5EF4-FFF2-40B4-BE49-F238E27FC236}">
                <a16:creationId xmlns:a16="http://schemas.microsoft.com/office/drawing/2014/main" id="{0D490940-91E9-4CE3-9E60-E55B4B5D2B65}"/>
              </a:ext>
            </a:extLst>
          </p:cNvPr>
          <p:cNvSpPr>
            <a:spLocks noGrp="1"/>
          </p:cNvSpPr>
          <p:nvPr/>
        </p:nvSpPr>
        <p:spPr>
          <a:xfrm>
            <a:off x="1175147" y="2314575"/>
            <a:ext cx="14288" cy="207169"/>
          </a:xfrm>
          <a:custGeom>
            <a:avLst/>
            <a:gdLst/>
            <a:ahLst/>
            <a:cxnLst/>
            <a:rect l="0" t="0" r="0" b="0"/>
            <a:pathLst>
              <a:path w="19050" h="276225">
                <a:moveTo>
                  <a:pt x="9525" y="9525"/>
                </a:moveTo>
                <a:lnTo>
                  <a:pt x="9525" y="2667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7" name="connector_3937">
            <a:extLst>
              <a:ext uri="{FF2B5EF4-FFF2-40B4-BE49-F238E27FC236}">
                <a16:creationId xmlns:a16="http://schemas.microsoft.com/office/drawing/2014/main" id="{BA995ADD-CCAA-4E91-88B2-51E75B8BA3F1}"/>
              </a:ext>
            </a:extLst>
          </p:cNvPr>
          <p:cNvSpPr>
            <a:spLocks noGrp="1"/>
          </p:cNvSpPr>
          <p:nvPr/>
        </p:nvSpPr>
        <p:spPr>
          <a:xfrm>
            <a:off x="1151173" y="246357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58" name="object_3938">
            <a:extLst>
              <a:ext uri="{FF2B5EF4-FFF2-40B4-BE49-F238E27FC236}">
                <a16:creationId xmlns:a16="http://schemas.microsoft.com/office/drawing/2014/main" id="{EBAAD31F-1932-4C62-BDB9-EDFE1C12B1E8}"/>
              </a:ext>
            </a:extLst>
          </p:cNvPr>
          <p:cNvSpPr>
            <a:spLocks noGrp="1"/>
          </p:cNvSpPr>
          <p:nvPr/>
        </p:nvSpPr>
        <p:spPr>
          <a:xfrm>
            <a:off x="539354" y="2550320"/>
            <a:ext cx="1293019" cy="264318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59" name="text_3940_Design">
            <a:extLst>
              <a:ext uri="{FF2B5EF4-FFF2-40B4-BE49-F238E27FC236}">
                <a16:creationId xmlns:a16="http://schemas.microsoft.com/office/drawing/2014/main" id="{0FB527C1-C480-440A-BEE7-4549C43D8047}"/>
              </a:ext>
            </a:extLst>
          </p:cNvPr>
          <p:cNvSpPr>
            <a:spLocks noGrp="1"/>
          </p:cNvSpPr>
          <p:nvPr/>
        </p:nvSpPr>
        <p:spPr>
          <a:xfrm>
            <a:off x="567929" y="2578894"/>
            <a:ext cx="1235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</a:p>
        </p:txBody>
      </p:sp>
      <p:sp>
        <p:nvSpPr>
          <p:cNvPr id="61" name="connector_3943">
            <a:extLst>
              <a:ext uri="{FF2B5EF4-FFF2-40B4-BE49-F238E27FC236}">
                <a16:creationId xmlns:a16="http://schemas.microsoft.com/office/drawing/2014/main" id="{CFCCE9A1-6529-4915-8B0C-AF65103B558E}"/>
              </a:ext>
            </a:extLst>
          </p:cNvPr>
          <p:cNvSpPr>
            <a:spLocks noGrp="1"/>
          </p:cNvSpPr>
          <p:nvPr/>
        </p:nvSpPr>
        <p:spPr>
          <a:xfrm>
            <a:off x="1888493" y="2671762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2" name="connector_3944">
            <a:extLst>
              <a:ext uri="{FF2B5EF4-FFF2-40B4-BE49-F238E27FC236}">
                <a16:creationId xmlns:a16="http://schemas.microsoft.com/office/drawing/2014/main" id="{01203E44-0960-4E7A-89F6-BAB0EEAC9AD8}"/>
              </a:ext>
            </a:extLst>
          </p:cNvPr>
          <p:cNvSpPr>
            <a:spLocks noGrp="1"/>
          </p:cNvSpPr>
          <p:nvPr/>
        </p:nvSpPr>
        <p:spPr>
          <a:xfrm>
            <a:off x="1966052" y="264778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4" name="text_3948_语义 / Shape&#10;Axis / Mappin">
            <a:extLst>
              <a:ext uri="{FF2B5EF4-FFF2-40B4-BE49-F238E27FC236}">
                <a16:creationId xmlns:a16="http://schemas.microsoft.com/office/drawing/2014/main" id="{FC388197-B5B7-4851-9549-A6E2B1276D98}"/>
              </a:ext>
            </a:extLst>
          </p:cNvPr>
          <p:cNvSpPr>
            <a:spLocks noGrp="1"/>
          </p:cNvSpPr>
          <p:nvPr/>
        </p:nvSpPr>
        <p:spPr>
          <a:xfrm>
            <a:off x="2128838" y="2521744"/>
            <a:ext cx="1064419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语义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Axis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Mapping</a:t>
            </a:r>
          </a:p>
        </p:txBody>
      </p:sp>
      <p:sp>
        <p:nvSpPr>
          <p:cNvPr id="65" name="connector_3949">
            <a:extLst>
              <a:ext uri="{FF2B5EF4-FFF2-40B4-BE49-F238E27FC236}">
                <a16:creationId xmlns:a16="http://schemas.microsoft.com/office/drawing/2014/main" id="{B5B98B62-6290-4E03-A93B-71551BC3FF49}"/>
              </a:ext>
            </a:extLst>
          </p:cNvPr>
          <p:cNvSpPr>
            <a:spLocks noGrp="1"/>
          </p:cNvSpPr>
          <p:nvPr/>
        </p:nvSpPr>
        <p:spPr>
          <a:xfrm>
            <a:off x="1178719" y="2827903"/>
            <a:ext cx="14288" cy="207169"/>
          </a:xfrm>
          <a:custGeom>
            <a:avLst/>
            <a:gdLst/>
            <a:ahLst/>
            <a:cxnLst/>
            <a:rect l="0" t="0" r="0" b="0"/>
            <a:pathLst>
              <a:path w="19050" h="276225">
                <a:moveTo>
                  <a:pt x="9525" y="9525"/>
                </a:moveTo>
                <a:lnTo>
                  <a:pt x="9525" y="2667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6" name="connector_3950">
            <a:extLst>
              <a:ext uri="{FF2B5EF4-FFF2-40B4-BE49-F238E27FC236}">
                <a16:creationId xmlns:a16="http://schemas.microsoft.com/office/drawing/2014/main" id="{F589CD29-210B-41BA-922B-D6E2A6515C4E}"/>
              </a:ext>
            </a:extLst>
          </p:cNvPr>
          <p:cNvSpPr>
            <a:spLocks noGrp="1"/>
          </p:cNvSpPr>
          <p:nvPr/>
        </p:nvSpPr>
        <p:spPr>
          <a:xfrm>
            <a:off x="1154745" y="2976900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7" name="object_3951">
            <a:extLst>
              <a:ext uri="{FF2B5EF4-FFF2-40B4-BE49-F238E27FC236}">
                <a16:creationId xmlns:a16="http://schemas.microsoft.com/office/drawing/2014/main" id="{9FEF3BBB-1193-4587-9DC3-FFE317128F39}"/>
              </a:ext>
            </a:extLst>
          </p:cNvPr>
          <p:cNvSpPr>
            <a:spLocks noGrp="1"/>
          </p:cNvSpPr>
          <p:nvPr/>
        </p:nvSpPr>
        <p:spPr>
          <a:xfrm>
            <a:off x="542925" y="3063647"/>
            <a:ext cx="1293019" cy="242888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68" name="text_3953_Build">
            <a:extLst>
              <a:ext uri="{FF2B5EF4-FFF2-40B4-BE49-F238E27FC236}">
                <a16:creationId xmlns:a16="http://schemas.microsoft.com/office/drawing/2014/main" id="{081AE65A-D564-426D-87FB-2BBB65B42EF1}"/>
              </a:ext>
            </a:extLst>
          </p:cNvPr>
          <p:cNvSpPr>
            <a:spLocks noGrp="1"/>
          </p:cNvSpPr>
          <p:nvPr/>
        </p:nvSpPr>
        <p:spPr>
          <a:xfrm>
            <a:off x="571500" y="3092222"/>
            <a:ext cx="1235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</a:p>
        </p:txBody>
      </p:sp>
      <p:sp>
        <p:nvSpPr>
          <p:cNvPr id="70" name="connector_3956">
            <a:extLst>
              <a:ext uri="{FF2B5EF4-FFF2-40B4-BE49-F238E27FC236}">
                <a16:creationId xmlns:a16="http://schemas.microsoft.com/office/drawing/2014/main" id="{FCD3FE84-1060-4AA3-87BA-775B74C11E50}"/>
              </a:ext>
            </a:extLst>
          </p:cNvPr>
          <p:cNvSpPr>
            <a:spLocks noGrp="1"/>
          </p:cNvSpPr>
          <p:nvPr/>
        </p:nvSpPr>
        <p:spPr>
          <a:xfrm>
            <a:off x="1893094" y="3178969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1" name="connector_3957">
            <a:extLst>
              <a:ext uri="{FF2B5EF4-FFF2-40B4-BE49-F238E27FC236}">
                <a16:creationId xmlns:a16="http://schemas.microsoft.com/office/drawing/2014/main" id="{3C0D110C-58CC-4E4E-ADFB-EBBCFC6B83B0}"/>
              </a:ext>
            </a:extLst>
          </p:cNvPr>
          <p:cNvSpPr>
            <a:spLocks noGrp="1"/>
          </p:cNvSpPr>
          <p:nvPr/>
        </p:nvSpPr>
        <p:spPr>
          <a:xfrm>
            <a:off x="1970653" y="315499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3" name="text_3961_Kernel / Wrapper / Test">
            <a:extLst>
              <a:ext uri="{FF2B5EF4-FFF2-40B4-BE49-F238E27FC236}">
                <a16:creationId xmlns:a16="http://schemas.microsoft.com/office/drawing/2014/main" id="{91E7AA82-DFA3-4434-AF26-330C182D2252}"/>
              </a:ext>
            </a:extLst>
          </p:cNvPr>
          <p:cNvSpPr>
            <a:spLocks noGrp="1"/>
          </p:cNvSpPr>
          <p:nvPr/>
        </p:nvSpPr>
        <p:spPr>
          <a:xfrm>
            <a:off x="2106385" y="3000375"/>
            <a:ext cx="1229747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Wrapper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Test</a:t>
            </a:r>
          </a:p>
        </p:txBody>
      </p:sp>
      <p:sp>
        <p:nvSpPr>
          <p:cNvPr id="74" name="connector_3962">
            <a:extLst>
              <a:ext uri="{FF2B5EF4-FFF2-40B4-BE49-F238E27FC236}">
                <a16:creationId xmlns:a16="http://schemas.microsoft.com/office/drawing/2014/main" id="{C0A4CB7B-EBFD-41CF-8DF6-49640F171EFA}"/>
              </a:ext>
            </a:extLst>
          </p:cNvPr>
          <p:cNvSpPr>
            <a:spLocks noGrp="1"/>
          </p:cNvSpPr>
          <p:nvPr/>
        </p:nvSpPr>
        <p:spPr>
          <a:xfrm>
            <a:off x="1171575" y="3314700"/>
            <a:ext cx="14288" cy="207169"/>
          </a:xfrm>
          <a:custGeom>
            <a:avLst/>
            <a:gdLst/>
            <a:ahLst/>
            <a:cxnLst/>
            <a:rect l="0" t="0" r="0" b="0"/>
            <a:pathLst>
              <a:path w="19050" h="276225">
                <a:moveTo>
                  <a:pt x="9525" y="9525"/>
                </a:moveTo>
                <a:lnTo>
                  <a:pt x="9525" y="2667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5" name="connector_3963">
            <a:extLst>
              <a:ext uri="{FF2B5EF4-FFF2-40B4-BE49-F238E27FC236}">
                <a16:creationId xmlns:a16="http://schemas.microsoft.com/office/drawing/2014/main" id="{F467D97C-A5BF-4851-8993-A9D30381A1BB}"/>
              </a:ext>
            </a:extLst>
          </p:cNvPr>
          <p:cNvSpPr>
            <a:spLocks noGrp="1"/>
          </p:cNvSpPr>
          <p:nvPr/>
        </p:nvSpPr>
        <p:spPr>
          <a:xfrm>
            <a:off x="1147601" y="3463697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6" name="object_3964">
            <a:extLst>
              <a:ext uri="{FF2B5EF4-FFF2-40B4-BE49-F238E27FC236}">
                <a16:creationId xmlns:a16="http://schemas.microsoft.com/office/drawing/2014/main" id="{A87AB25B-66BD-49FD-B0B7-6BDD2F53AF0D}"/>
              </a:ext>
            </a:extLst>
          </p:cNvPr>
          <p:cNvSpPr>
            <a:spLocks noGrp="1"/>
          </p:cNvSpPr>
          <p:nvPr/>
        </p:nvSpPr>
        <p:spPr>
          <a:xfrm>
            <a:off x="535782" y="3550444"/>
            <a:ext cx="1293019" cy="278606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77" name="text_3966_Review">
            <a:extLst>
              <a:ext uri="{FF2B5EF4-FFF2-40B4-BE49-F238E27FC236}">
                <a16:creationId xmlns:a16="http://schemas.microsoft.com/office/drawing/2014/main" id="{8DBFBBD9-2578-4053-8310-033FDF472EC8}"/>
              </a:ext>
            </a:extLst>
          </p:cNvPr>
          <p:cNvSpPr>
            <a:spLocks noGrp="1"/>
          </p:cNvSpPr>
          <p:nvPr/>
        </p:nvSpPr>
        <p:spPr>
          <a:xfrm>
            <a:off x="564357" y="3579019"/>
            <a:ext cx="1235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</a:p>
        </p:txBody>
      </p:sp>
      <p:sp>
        <p:nvSpPr>
          <p:cNvPr id="79" name="connector_3969">
            <a:extLst>
              <a:ext uri="{FF2B5EF4-FFF2-40B4-BE49-F238E27FC236}">
                <a16:creationId xmlns:a16="http://schemas.microsoft.com/office/drawing/2014/main" id="{F9D31DE1-7A19-413A-AF87-3A8F6068663B}"/>
              </a:ext>
            </a:extLst>
          </p:cNvPr>
          <p:cNvSpPr>
            <a:spLocks noGrp="1"/>
          </p:cNvSpPr>
          <p:nvPr/>
        </p:nvSpPr>
        <p:spPr>
          <a:xfrm>
            <a:off x="1885949" y="3664744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0" name="connector_3970">
            <a:extLst>
              <a:ext uri="{FF2B5EF4-FFF2-40B4-BE49-F238E27FC236}">
                <a16:creationId xmlns:a16="http://schemas.microsoft.com/office/drawing/2014/main" id="{40A67CF0-DA6A-456A-9659-7B1EE47A53C8}"/>
              </a:ext>
            </a:extLst>
          </p:cNvPr>
          <p:cNvSpPr>
            <a:spLocks noGrp="1"/>
          </p:cNvSpPr>
          <p:nvPr/>
        </p:nvSpPr>
        <p:spPr>
          <a:xfrm>
            <a:off x="1963508" y="3640770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2" name="text_3974_Correctness / Fix Record">
            <a:extLst>
              <a:ext uri="{FF2B5EF4-FFF2-40B4-BE49-F238E27FC236}">
                <a16:creationId xmlns:a16="http://schemas.microsoft.com/office/drawing/2014/main" id="{F8FC38A7-E6EA-42B8-AED2-C85BE52ED863}"/>
              </a:ext>
            </a:extLst>
          </p:cNvPr>
          <p:cNvSpPr>
            <a:spLocks noGrp="1"/>
          </p:cNvSpPr>
          <p:nvPr/>
        </p:nvSpPr>
        <p:spPr>
          <a:xfrm>
            <a:off x="2085974" y="3514725"/>
            <a:ext cx="1243013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Correctness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Fix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Record</a:t>
            </a:r>
          </a:p>
        </p:txBody>
      </p:sp>
      <p:sp>
        <p:nvSpPr>
          <p:cNvPr id="83" name="connector_3975">
            <a:extLst>
              <a:ext uri="{FF2B5EF4-FFF2-40B4-BE49-F238E27FC236}">
                <a16:creationId xmlns:a16="http://schemas.microsoft.com/office/drawing/2014/main" id="{8865BF1B-0583-4EEC-807C-6C90602E2E24}"/>
              </a:ext>
            </a:extLst>
          </p:cNvPr>
          <p:cNvSpPr>
            <a:spLocks noGrp="1"/>
          </p:cNvSpPr>
          <p:nvPr/>
        </p:nvSpPr>
        <p:spPr>
          <a:xfrm>
            <a:off x="1171575" y="3843338"/>
            <a:ext cx="14288" cy="207169"/>
          </a:xfrm>
          <a:custGeom>
            <a:avLst/>
            <a:gdLst/>
            <a:ahLst/>
            <a:cxnLst/>
            <a:rect l="0" t="0" r="0" b="0"/>
            <a:pathLst>
              <a:path w="19050" h="276225">
                <a:moveTo>
                  <a:pt x="9525" y="9525"/>
                </a:moveTo>
                <a:lnTo>
                  <a:pt x="9525" y="2667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4" name="connector_3976">
            <a:extLst>
              <a:ext uri="{FF2B5EF4-FFF2-40B4-BE49-F238E27FC236}">
                <a16:creationId xmlns:a16="http://schemas.microsoft.com/office/drawing/2014/main" id="{1A0BF674-3FB6-4BEF-B1B5-BB487E78F202}"/>
              </a:ext>
            </a:extLst>
          </p:cNvPr>
          <p:cNvSpPr>
            <a:spLocks noGrp="1"/>
          </p:cNvSpPr>
          <p:nvPr/>
        </p:nvSpPr>
        <p:spPr>
          <a:xfrm>
            <a:off x="1147601" y="399233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5" name="object_3977">
            <a:extLst>
              <a:ext uri="{FF2B5EF4-FFF2-40B4-BE49-F238E27FC236}">
                <a16:creationId xmlns:a16="http://schemas.microsoft.com/office/drawing/2014/main" id="{A6E10664-3784-4245-98B8-7BF3E7313D65}"/>
              </a:ext>
            </a:extLst>
          </p:cNvPr>
          <p:cNvSpPr>
            <a:spLocks noGrp="1"/>
          </p:cNvSpPr>
          <p:nvPr/>
        </p:nvSpPr>
        <p:spPr>
          <a:xfrm>
            <a:off x="535782" y="4079082"/>
            <a:ext cx="1293019" cy="257175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86" name="text_3979_Optimize">
            <a:extLst>
              <a:ext uri="{FF2B5EF4-FFF2-40B4-BE49-F238E27FC236}">
                <a16:creationId xmlns:a16="http://schemas.microsoft.com/office/drawing/2014/main" id="{89D596F9-8E52-422C-A51F-4142373D8483}"/>
              </a:ext>
            </a:extLst>
          </p:cNvPr>
          <p:cNvSpPr>
            <a:spLocks noGrp="1"/>
          </p:cNvSpPr>
          <p:nvPr/>
        </p:nvSpPr>
        <p:spPr>
          <a:xfrm>
            <a:off x="564357" y="4107657"/>
            <a:ext cx="12358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Optimize</a:t>
            </a:r>
          </a:p>
        </p:txBody>
      </p:sp>
      <p:sp>
        <p:nvSpPr>
          <p:cNvPr id="88" name="connector_3982">
            <a:extLst>
              <a:ext uri="{FF2B5EF4-FFF2-40B4-BE49-F238E27FC236}">
                <a16:creationId xmlns:a16="http://schemas.microsoft.com/office/drawing/2014/main" id="{18B720DB-279C-46C4-AA77-6A6656A07AED}"/>
              </a:ext>
            </a:extLst>
          </p:cNvPr>
          <p:cNvSpPr>
            <a:spLocks noGrp="1"/>
          </p:cNvSpPr>
          <p:nvPr/>
        </p:nvSpPr>
        <p:spPr>
          <a:xfrm>
            <a:off x="1885949" y="4186237"/>
            <a:ext cx="135731" cy="14288"/>
          </a:xfrm>
          <a:custGeom>
            <a:avLst/>
            <a:gdLst/>
            <a:ahLst/>
            <a:cxnLst/>
            <a:rect l="0" t="0" r="0" b="0"/>
            <a:pathLst>
              <a:path w="180975" h="19050">
                <a:moveTo>
                  <a:pt x="9525" y="9525"/>
                </a:moveTo>
                <a:lnTo>
                  <a:pt x="1714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89" name="connector_3983">
            <a:extLst>
              <a:ext uri="{FF2B5EF4-FFF2-40B4-BE49-F238E27FC236}">
                <a16:creationId xmlns:a16="http://schemas.microsoft.com/office/drawing/2014/main" id="{B596CCF4-1635-4BC5-B28E-E3B8E2D8EB25}"/>
              </a:ext>
            </a:extLst>
          </p:cNvPr>
          <p:cNvSpPr>
            <a:spLocks noGrp="1"/>
          </p:cNvSpPr>
          <p:nvPr/>
        </p:nvSpPr>
        <p:spPr>
          <a:xfrm>
            <a:off x="1963508" y="4162263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1" name="text_3987_Benchmark / Profile&#10;Best">
            <a:extLst>
              <a:ext uri="{FF2B5EF4-FFF2-40B4-BE49-F238E27FC236}">
                <a16:creationId xmlns:a16="http://schemas.microsoft.com/office/drawing/2014/main" id="{775A11A3-F93B-489C-B5E7-7BBEBF85E9C2}"/>
              </a:ext>
            </a:extLst>
          </p:cNvPr>
          <p:cNvSpPr>
            <a:spLocks noGrp="1"/>
          </p:cNvSpPr>
          <p:nvPr/>
        </p:nvSpPr>
        <p:spPr>
          <a:xfrm>
            <a:off x="2121692" y="4036219"/>
            <a:ext cx="1607344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Benchmark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</a:p>
          <a:p>
            <a:pPr algn="l"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Best</a:t>
            </a:r>
            <a:r>
              <a:rPr sz="90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69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endParaRPr sz="1069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16" name="表格 215"/>
          <p:cNvGraphicFramePr/>
          <p:nvPr>
            <p:extLst>
              <p:ext uri="{D42A27DB-BD31-4B8C-83A1-F6EECF244321}">
                <p14:modId xmlns:p14="http://schemas.microsoft.com/office/powerpoint/2010/main" val="2238223022"/>
              </p:ext>
            </p:extLst>
          </p:nvPr>
        </p:nvGraphicFramePr>
        <p:xfrm>
          <a:off x="3971926" y="1985963"/>
          <a:ext cx="4679157" cy="1435896"/>
        </p:xfrm>
        <a:graphic>
          <a:graphicData uri="http://schemas.openxmlformats.org/drawingml/2006/table">
            <a:tbl>
              <a:tblPr/>
              <a:tblGrid>
                <a:gridCol w="1356956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322201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字段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保存内容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Input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算子需求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/ 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Shape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/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参数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Fingerprint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输入、源码、规则版本摘要</a:t>
                      </a:r>
                      <a:endParaRPr sz="1000" b="0" dirty="0">
                        <a:solidFill>
                          <a:srgbClr val="000000"/>
                        </a:solidFill>
                        <a:latin typeface="Arial"/>
                        <a:ea typeface="Arial"/>
                        <a:cs typeface="Arial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Output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Kernel / </a:t>
                      </a:r>
                      <a:r>
                        <a:rPr sz="1000" b="0" dirty="0" err="1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Config</a:t>
                      </a:r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 / Test / Report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Status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Success / Failed / Verified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39316"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Validation &amp; Reuse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000" b="0" dirty="0">
                          <a:solidFill>
                            <a:srgbClr val="000000"/>
                          </a:solidFill>
                          <a:latin typeface="Arial"/>
                          <a:ea typeface="Arial"/>
                          <a:cs typeface="Arial"/>
                        </a:rPr>
                        <a:t>L1 / L2 / L3；Can Reuse / Need Rebuild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3" name="text_3989_失败后：从最近有效阶段恢复">
            <a:extLst>
              <a:ext uri="{FF2B5EF4-FFF2-40B4-BE49-F238E27FC236}">
                <a16:creationId xmlns:a16="http://schemas.microsoft.com/office/drawing/2014/main" id="{E23A5853-0FCB-48F2-9051-85C26B6E5758}"/>
              </a:ext>
            </a:extLst>
          </p:cNvPr>
          <p:cNvSpPr>
            <a:spLocks noGrp="1"/>
          </p:cNvSpPr>
          <p:nvPr/>
        </p:nvSpPr>
        <p:spPr>
          <a:xfrm>
            <a:off x="3971925" y="3681930"/>
            <a:ext cx="4672013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①当</a:t>
            </a:r>
            <a:r>
              <a:rPr lang="zh-CN" altLang="en-US" sz="1294" b="1" dirty="0">
                <a:solidFill>
                  <a:srgbClr val="D7000F"/>
                </a:solidFill>
                <a:latin typeface="+mn-ea"/>
                <a:cs typeface="Times New Roman" panose="02020603050405020304" pitchFamily="18" charset="0"/>
              </a:rPr>
              <a:t>某阶段</a:t>
            </a:r>
            <a:r>
              <a:rPr sz="1294" b="1" dirty="0" err="1">
                <a:solidFill>
                  <a:srgbClr val="D7000F"/>
                </a:solidFill>
                <a:latin typeface="+mn-ea"/>
                <a:cs typeface="Times New Roman" panose="02020603050405020304" pitchFamily="18" charset="0"/>
              </a:rPr>
              <a:t>失败后</a:t>
            </a: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：从最近有效阶段恢复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4" name="text_3991_原流程">
            <a:extLst>
              <a:ext uri="{FF2B5EF4-FFF2-40B4-BE49-F238E27FC236}">
                <a16:creationId xmlns:a16="http://schemas.microsoft.com/office/drawing/2014/main" id="{E2B6EAAC-BFC4-4706-B17B-CEDD781AC09A}"/>
              </a:ext>
            </a:extLst>
          </p:cNvPr>
          <p:cNvSpPr>
            <a:spLocks noGrp="1"/>
          </p:cNvSpPr>
          <p:nvPr/>
        </p:nvSpPr>
        <p:spPr>
          <a:xfrm>
            <a:off x="3979069" y="4010541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原流程</a:t>
            </a:r>
          </a:p>
        </p:txBody>
      </p:sp>
      <p:sp>
        <p:nvSpPr>
          <p:cNvPr id="95" name="text_3993_复用后">
            <a:extLst>
              <a:ext uri="{FF2B5EF4-FFF2-40B4-BE49-F238E27FC236}">
                <a16:creationId xmlns:a16="http://schemas.microsoft.com/office/drawing/2014/main" id="{DA95F36B-6413-4FEF-9A24-ABF36EC59F6B}"/>
              </a:ext>
            </a:extLst>
          </p:cNvPr>
          <p:cNvSpPr>
            <a:spLocks noGrp="1"/>
          </p:cNvSpPr>
          <p:nvPr/>
        </p:nvSpPr>
        <p:spPr>
          <a:xfrm>
            <a:off x="3979069" y="4389160"/>
            <a:ext cx="592931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后</a:t>
            </a:r>
          </a:p>
        </p:txBody>
      </p:sp>
      <p:sp>
        <p:nvSpPr>
          <p:cNvPr id="96" name="object_3994">
            <a:extLst>
              <a:ext uri="{FF2B5EF4-FFF2-40B4-BE49-F238E27FC236}">
                <a16:creationId xmlns:a16="http://schemas.microsoft.com/office/drawing/2014/main" id="{C65A3224-B085-4CC5-B657-B65AA2246B7F}"/>
              </a:ext>
            </a:extLst>
          </p:cNvPr>
          <p:cNvSpPr>
            <a:spLocks noGrp="1"/>
          </p:cNvSpPr>
          <p:nvPr/>
        </p:nvSpPr>
        <p:spPr>
          <a:xfrm>
            <a:off x="4643437" y="3967680"/>
            <a:ext cx="885825" cy="278606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97" name="text_3996_Design ✓">
            <a:extLst>
              <a:ext uri="{FF2B5EF4-FFF2-40B4-BE49-F238E27FC236}">
                <a16:creationId xmlns:a16="http://schemas.microsoft.com/office/drawing/2014/main" id="{246081AA-219E-479D-AE3F-471E019011D0}"/>
              </a:ext>
            </a:extLst>
          </p:cNvPr>
          <p:cNvSpPr>
            <a:spLocks noGrp="1"/>
          </p:cNvSpPr>
          <p:nvPr/>
        </p:nvSpPr>
        <p:spPr>
          <a:xfrm>
            <a:off x="4693443" y="4003398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 ✓</a:t>
            </a:r>
          </a:p>
        </p:txBody>
      </p:sp>
      <p:sp>
        <p:nvSpPr>
          <p:cNvPr id="98" name="connector_3997">
            <a:extLst>
              <a:ext uri="{FF2B5EF4-FFF2-40B4-BE49-F238E27FC236}">
                <a16:creationId xmlns:a16="http://schemas.microsoft.com/office/drawing/2014/main" id="{3B8E23E4-2F3F-4F19-AF81-6A1DB1254487}"/>
              </a:ext>
            </a:extLst>
          </p:cNvPr>
          <p:cNvSpPr>
            <a:spLocks noGrp="1"/>
          </p:cNvSpPr>
          <p:nvPr/>
        </p:nvSpPr>
        <p:spPr>
          <a:xfrm>
            <a:off x="5543550" y="4096266"/>
            <a:ext cx="92869" cy="14288"/>
          </a:xfrm>
          <a:custGeom>
            <a:avLst/>
            <a:gdLst/>
            <a:ahLst/>
            <a:cxnLst/>
            <a:rect l="0" t="0" r="0" b="0"/>
            <a:pathLst>
              <a:path w="123825" h="19050">
                <a:moveTo>
                  <a:pt x="9525" y="9525"/>
                </a:moveTo>
                <a:lnTo>
                  <a:pt x="1143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9" name="connector_3998">
            <a:extLst>
              <a:ext uri="{FF2B5EF4-FFF2-40B4-BE49-F238E27FC236}">
                <a16:creationId xmlns:a16="http://schemas.microsoft.com/office/drawing/2014/main" id="{E8E5DE76-745F-49ED-974C-31EF603BDDDC}"/>
              </a:ext>
            </a:extLst>
          </p:cNvPr>
          <p:cNvSpPr>
            <a:spLocks noGrp="1"/>
          </p:cNvSpPr>
          <p:nvPr/>
        </p:nvSpPr>
        <p:spPr>
          <a:xfrm>
            <a:off x="5578247" y="4072292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0" name="object_3999">
            <a:extLst>
              <a:ext uri="{FF2B5EF4-FFF2-40B4-BE49-F238E27FC236}">
                <a16:creationId xmlns:a16="http://schemas.microsoft.com/office/drawing/2014/main" id="{9F87C0B0-16D6-4122-B8E1-82ACBC916F22}"/>
              </a:ext>
            </a:extLst>
          </p:cNvPr>
          <p:cNvSpPr>
            <a:spLocks noGrp="1"/>
          </p:cNvSpPr>
          <p:nvPr/>
        </p:nvSpPr>
        <p:spPr>
          <a:xfrm>
            <a:off x="5650706" y="3967680"/>
            <a:ext cx="885825" cy="278606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1" name="text_4001_Build ✓">
            <a:extLst>
              <a:ext uri="{FF2B5EF4-FFF2-40B4-BE49-F238E27FC236}">
                <a16:creationId xmlns:a16="http://schemas.microsoft.com/office/drawing/2014/main" id="{65BC7D40-7CE0-4F64-A504-DF1EEC678A73}"/>
              </a:ext>
            </a:extLst>
          </p:cNvPr>
          <p:cNvSpPr>
            <a:spLocks noGrp="1"/>
          </p:cNvSpPr>
          <p:nvPr/>
        </p:nvSpPr>
        <p:spPr>
          <a:xfrm>
            <a:off x="5700712" y="4003398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</a:t>
            </a:r>
            <a:r>
              <a:rPr sz="98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✓</a:t>
            </a:r>
          </a:p>
        </p:txBody>
      </p:sp>
      <p:sp>
        <p:nvSpPr>
          <p:cNvPr id="102" name="connector_4002">
            <a:extLst>
              <a:ext uri="{FF2B5EF4-FFF2-40B4-BE49-F238E27FC236}">
                <a16:creationId xmlns:a16="http://schemas.microsoft.com/office/drawing/2014/main" id="{F2391DEB-32B4-4598-9143-C2673B0BF28F}"/>
              </a:ext>
            </a:extLst>
          </p:cNvPr>
          <p:cNvSpPr>
            <a:spLocks noGrp="1"/>
          </p:cNvSpPr>
          <p:nvPr/>
        </p:nvSpPr>
        <p:spPr>
          <a:xfrm>
            <a:off x="6550819" y="4096266"/>
            <a:ext cx="92869" cy="14288"/>
          </a:xfrm>
          <a:custGeom>
            <a:avLst/>
            <a:gdLst/>
            <a:ahLst/>
            <a:cxnLst/>
            <a:rect l="0" t="0" r="0" b="0"/>
            <a:pathLst>
              <a:path w="123825" h="19050">
                <a:moveTo>
                  <a:pt x="9525" y="9525"/>
                </a:moveTo>
                <a:lnTo>
                  <a:pt x="1143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3" name="connector_4003">
            <a:extLst>
              <a:ext uri="{FF2B5EF4-FFF2-40B4-BE49-F238E27FC236}">
                <a16:creationId xmlns:a16="http://schemas.microsoft.com/office/drawing/2014/main" id="{3620EEC9-34E8-4E4D-B188-E9329CA6B950}"/>
              </a:ext>
            </a:extLst>
          </p:cNvPr>
          <p:cNvSpPr>
            <a:spLocks noGrp="1"/>
          </p:cNvSpPr>
          <p:nvPr/>
        </p:nvSpPr>
        <p:spPr>
          <a:xfrm>
            <a:off x="6585516" y="4072292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4" name="object_4004">
            <a:extLst>
              <a:ext uri="{FF2B5EF4-FFF2-40B4-BE49-F238E27FC236}">
                <a16:creationId xmlns:a16="http://schemas.microsoft.com/office/drawing/2014/main" id="{739E9A24-4F4E-44D9-86F6-2359128D28BB}"/>
              </a:ext>
            </a:extLst>
          </p:cNvPr>
          <p:cNvSpPr>
            <a:spLocks noGrp="1"/>
          </p:cNvSpPr>
          <p:nvPr/>
        </p:nvSpPr>
        <p:spPr>
          <a:xfrm>
            <a:off x="6657975" y="3967680"/>
            <a:ext cx="885825" cy="278606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05" name="text_4006_Review ×">
            <a:extLst>
              <a:ext uri="{FF2B5EF4-FFF2-40B4-BE49-F238E27FC236}">
                <a16:creationId xmlns:a16="http://schemas.microsoft.com/office/drawing/2014/main" id="{EC9B6FBA-47D3-4E4E-AF75-FF23BDDBBE93}"/>
              </a:ext>
            </a:extLst>
          </p:cNvPr>
          <p:cNvSpPr>
            <a:spLocks noGrp="1"/>
          </p:cNvSpPr>
          <p:nvPr/>
        </p:nvSpPr>
        <p:spPr>
          <a:xfrm>
            <a:off x="6707981" y="4003398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×</a:t>
            </a:r>
          </a:p>
        </p:txBody>
      </p:sp>
      <p:sp>
        <p:nvSpPr>
          <p:cNvPr id="106" name="object_4007">
            <a:extLst>
              <a:ext uri="{FF2B5EF4-FFF2-40B4-BE49-F238E27FC236}">
                <a16:creationId xmlns:a16="http://schemas.microsoft.com/office/drawing/2014/main" id="{6287871F-BC5F-42E3-BF0D-89858BB575F5}"/>
              </a:ext>
            </a:extLst>
          </p:cNvPr>
          <p:cNvSpPr>
            <a:spLocks noGrp="1"/>
          </p:cNvSpPr>
          <p:nvPr/>
        </p:nvSpPr>
        <p:spPr>
          <a:xfrm>
            <a:off x="4643437" y="4346298"/>
            <a:ext cx="885825" cy="278606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07" name="text_4009_Design 缓存">
            <a:extLst>
              <a:ext uri="{FF2B5EF4-FFF2-40B4-BE49-F238E27FC236}">
                <a16:creationId xmlns:a16="http://schemas.microsoft.com/office/drawing/2014/main" id="{601B627B-E8AC-4E16-8FEB-6BADA10DBB44}"/>
              </a:ext>
            </a:extLst>
          </p:cNvPr>
          <p:cNvSpPr>
            <a:spLocks noGrp="1"/>
          </p:cNvSpPr>
          <p:nvPr/>
        </p:nvSpPr>
        <p:spPr>
          <a:xfrm>
            <a:off x="4693443" y="4382017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Design</a:t>
            </a:r>
            <a:r>
              <a:rPr sz="98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98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缓存</a:t>
            </a:r>
            <a:endParaRPr sz="98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connector_4010">
            <a:extLst>
              <a:ext uri="{FF2B5EF4-FFF2-40B4-BE49-F238E27FC236}">
                <a16:creationId xmlns:a16="http://schemas.microsoft.com/office/drawing/2014/main" id="{2743DF64-00F6-416F-8F6C-6EEEE38A2C55}"/>
              </a:ext>
            </a:extLst>
          </p:cNvPr>
          <p:cNvSpPr>
            <a:spLocks noGrp="1"/>
          </p:cNvSpPr>
          <p:nvPr/>
        </p:nvSpPr>
        <p:spPr>
          <a:xfrm>
            <a:off x="5543550" y="4474885"/>
            <a:ext cx="92869" cy="14288"/>
          </a:xfrm>
          <a:custGeom>
            <a:avLst/>
            <a:gdLst/>
            <a:ahLst/>
            <a:cxnLst/>
            <a:rect l="0" t="0" r="0" b="0"/>
            <a:pathLst>
              <a:path w="123825" h="19050">
                <a:moveTo>
                  <a:pt x="9525" y="9525"/>
                </a:moveTo>
                <a:lnTo>
                  <a:pt x="1143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9" name="connector_4011">
            <a:extLst>
              <a:ext uri="{FF2B5EF4-FFF2-40B4-BE49-F238E27FC236}">
                <a16:creationId xmlns:a16="http://schemas.microsoft.com/office/drawing/2014/main" id="{F11B1476-2440-405C-BEAA-E2A7DE82BE2C}"/>
              </a:ext>
            </a:extLst>
          </p:cNvPr>
          <p:cNvSpPr>
            <a:spLocks noGrp="1"/>
          </p:cNvSpPr>
          <p:nvPr/>
        </p:nvSpPr>
        <p:spPr>
          <a:xfrm>
            <a:off x="5578247" y="4450911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0" name="object_4012">
            <a:extLst>
              <a:ext uri="{FF2B5EF4-FFF2-40B4-BE49-F238E27FC236}">
                <a16:creationId xmlns:a16="http://schemas.microsoft.com/office/drawing/2014/main" id="{C42CB3FC-039A-4B06-98CF-910918F4C91E}"/>
              </a:ext>
            </a:extLst>
          </p:cNvPr>
          <p:cNvSpPr>
            <a:spLocks noGrp="1"/>
          </p:cNvSpPr>
          <p:nvPr/>
        </p:nvSpPr>
        <p:spPr>
          <a:xfrm>
            <a:off x="5650706" y="4346298"/>
            <a:ext cx="885825" cy="278606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11" name="text_4014_Build 缓存">
            <a:extLst>
              <a:ext uri="{FF2B5EF4-FFF2-40B4-BE49-F238E27FC236}">
                <a16:creationId xmlns:a16="http://schemas.microsoft.com/office/drawing/2014/main" id="{DE84C2E0-70CD-471D-AA5D-D23D9C980746}"/>
              </a:ext>
            </a:extLst>
          </p:cNvPr>
          <p:cNvSpPr>
            <a:spLocks noGrp="1"/>
          </p:cNvSpPr>
          <p:nvPr/>
        </p:nvSpPr>
        <p:spPr>
          <a:xfrm>
            <a:off x="5700712" y="4382017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Build 缓存</a:t>
            </a:r>
          </a:p>
        </p:txBody>
      </p:sp>
      <p:sp>
        <p:nvSpPr>
          <p:cNvPr id="112" name="connector_4015">
            <a:extLst>
              <a:ext uri="{FF2B5EF4-FFF2-40B4-BE49-F238E27FC236}">
                <a16:creationId xmlns:a16="http://schemas.microsoft.com/office/drawing/2014/main" id="{2CB64040-0077-4070-8283-243ECB34FA9D}"/>
              </a:ext>
            </a:extLst>
          </p:cNvPr>
          <p:cNvSpPr>
            <a:spLocks noGrp="1"/>
          </p:cNvSpPr>
          <p:nvPr/>
        </p:nvSpPr>
        <p:spPr>
          <a:xfrm>
            <a:off x="6550819" y="4474885"/>
            <a:ext cx="92869" cy="14288"/>
          </a:xfrm>
          <a:custGeom>
            <a:avLst/>
            <a:gdLst/>
            <a:ahLst/>
            <a:cxnLst/>
            <a:rect l="0" t="0" r="0" b="0"/>
            <a:pathLst>
              <a:path w="123825" h="19050">
                <a:moveTo>
                  <a:pt x="9525" y="9525"/>
                </a:moveTo>
                <a:lnTo>
                  <a:pt x="1143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3" name="connector_4016">
            <a:extLst>
              <a:ext uri="{FF2B5EF4-FFF2-40B4-BE49-F238E27FC236}">
                <a16:creationId xmlns:a16="http://schemas.microsoft.com/office/drawing/2014/main" id="{E01CD8CE-FEB2-4568-8AA6-F8A85234A872}"/>
              </a:ext>
            </a:extLst>
          </p:cNvPr>
          <p:cNvSpPr>
            <a:spLocks noGrp="1"/>
          </p:cNvSpPr>
          <p:nvPr/>
        </p:nvSpPr>
        <p:spPr>
          <a:xfrm>
            <a:off x="6585516" y="4450911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4" name="object_4017">
            <a:extLst>
              <a:ext uri="{FF2B5EF4-FFF2-40B4-BE49-F238E27FC236}">
                <a16:creationId xmlns:a16="http://schemas.microsoft.com/office/drawing/2014/main" id="{40FB0EC9-6998-46A9-BAF8-A39B03F877E7}"/>
              </a:ext>
            </a:extLst>
          </p:cNvPr>
          <p:cNvSpPr>
            <a:spLocks noGrp="1"/>
          </p:cNvSpPr>
          <p:nvPr/>
        </p:nvSpPr>
        <p:spPr>
          <a:xfrm>
            <a:off x="6657975" y="4346298"/>
            <a:ext cx="885825" cy="278606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15" name="text_4019_Review 重试">
            <a:extLst>
              <a:ext uri="{FF2B5EF4-FFF2-40B4-BE49-F238E27FC236}">
                <a16:creationId xmlns:a16="http://schemas.microsoft.com/office/drawing/2014/main" id="{E81BE23F-D20C-49FC-B32C-4A1B6A3C6C8A}"/>
              </a:ext>
            </a:extLst>
          </p:cNvPr>
          <p:cNvSpPr>
            <a:spLocks noGrp="1"/>
          </p:cNvSpPr>
          <p:nvPr/>
        </p:nvSpPr>
        <p:spPr>
          <a:xfrm>
            <a:off x="6707981" y="4382017"/>
            <a:ext cx="785813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 </a:t>
            </a:r>
            <a:r>
              <a:rPr sz="98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重试</a:t>
            </a:r>
            <a:endParaRPr sz="98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4021_从头执行">
            <a:extLst>
              <a:ext uri="{FF2B5EF4-FFF2-40B4-BE49-F238E27FC236}">
                <a16:creationId xmlns:a16="http://schemas.microsoft.com/office/drawing/2014/main" id="{46A23906-6C02-4364-A753-0A920C8380A5}"/>
              </a:ext>
            </a:extLst>
          </p:cNvPr>
          <p:cNvSpPr>
            <a:spLocks noGrp="1"/>
          </p:cNvSpPr>
          <p:nvPr/>
        </p:nvSpPr>
        <p:spPr>
          <a:xfrm>
            <a:off x="7708106" y="3953392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5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从头执行</a:t>
            </a:r>
          </a:p>
        </p:txBody>
      </p:sp>
      <p:sp>
        <p:nvSpPr>
          <p:cNvPr id="117" name="text_4023_前序重复">
            <a:extLst>
              <a:ext uri="{FF2B5EF4-FFF2-40B4-BE49-F238E27FC236}">
                <a16:creationId xmlns:a16="http://schemas.microsoft.com/office/drawing/2014/main" id="{E43CE6BE-608F-4F6C-9BF6-8F47923A3346}"/>
              </a:ext>
            </a:extLst>
          </p:cNvPr>
          <p:cNvSpPr>
            <a:spLocks noGrp="1"/>
          </p:cNvSpPr>
          <p:nvPr/>
        </p:nvSpPr>
        <p:spPr>
          <a:xfrm>
            <a:off x="7708106" y="4124842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956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或理解不全面</a:t>
            </a:r>
            <a:endParaRPr sz="956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8" name="text_4025_恢复 Artifact">
            <a:extLst>
              <a:ext uri="{FF2B5EF4-FFF2-40B4-BE49-F238E27FC236}">
                <a16:creationId xmlns:a16="http://schemas.microsoft.com/office/drawing/2014/main" id="{62DC45B2-C78E-4440-A063-6F6D039DD935}"/>
              </a:ext>
            </a:extLst>
          </p:cNvPr>
          <p:cNvSpPr>
            <a:spLocks noGrp="1"/>
          </p:cNvSpPr>
          <p:nvPr/>
        </p:nvSpPr>
        <p:spPr>
          <a:xfrm>
            <a:off x="7708106" y="4332010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956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恢复 Artifact</a:t>
            </a:r>
          </a:p>
        </p:txBody>
      </p:sp>
      <p:sp>
        <p:nvSpPr>
          <p:cNvPr id="119" name="text_4027_继续执行">
            <a:extLst>
              <a:ext uri="{FF2B5EF4-FFF2-40B4-BE49-F238E27FC236}">
                <a16:creationId xmlns:a16="http://schemas.microsoft.com/office/drawing/2014/main" id="{DEBFAC7E-25F2-4312-9136-4CE8C8D98519}"/>
              </a:ext>
            </a:extLst>
          </p:cNvPr>
          <p:cNvSpPr>
            <a:spLocks noGrp="1"/>
          </p:cNvSpPr>
          <p:nvPr/>
        </p:nvSpPr>
        <p:spPr>
          <a:xfrm>
            <a:off x="7708106" y="4503460"/>
            <a:ext cx="942975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956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继续执行</a:t>
            </a:r>
          </a:p>
        </p:txBody>
      </p:sp>
      <p:sp>
        <p:nvSpPr>
          <p:cNvPr id="120" name="text_4029_仅修改 Review Rule：保留前序，失效后">
            <a:extLst>
              <a:ext uri="{FF2B5EF4-FFF2-40B4-BE49-F238E27FC236}">
                <a16:creationId xmlns:a16="http://schemas.microsoft.com/office/drawing/2014/main" id="{91E25775-419C-4E1B-8C13-366DF624F5C6}"/>
              </a:ext>
            </a:extLst>
          </p:cNvPr>
          <p:cNvSpPr>
            <a:spLocks noGrp="1"/>
          </p:cNvSpPr>
          <p:nvPr/>
        </p:nvSpPr>
        <p:spPr>
          <a:xfrm>
            <a:off x="3979069" y="4799252"/>
            <a:ext cx="465772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②当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进行</a:t>
            </a:r>
            <a:r>
              <a:rPr lang="en-US" altLang="zh-CN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L3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修改验证时：</a:t>
            </a: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仅修改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Review Rule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，就从</a:t>
            </a:r>
            <a:r>
              <a:rPr lang="en-US" altLang="zh-CN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继续。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5" name="表格 244"/>
          <p:cNvGraphicFramePr/>
          <p:nvPr>
            <p:extLst>
              <p:ext uri="{D42A27DB-BD31-4B8C-83A1-F6EECF244321}">
                <p14:modId xmlns:p14="http://schemas.microsoft.com/office/powerpoint/2010/main" val="1071068552"/>
              </p:ext>
            </p:extLst>
          </p:nvPr>
        </p:nvGraphicFramePr>
        <p:xfrm>
          <a:off x="3971925" y="5092146"/>
          <a:ext cx="4672016" cy="557212"/>
        </p:xfrm>
        <a:graphic>
          <a:graphicData uri="http://schemas.openxmlformats.org/drawingml/2006/table">
            <a:tbl>
              <a:tblPr/>
              <a:tblGrid>
                <a:gridCol w="116800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16800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6800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6800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78606"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Design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Build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Review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Optimize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8606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Reuse ✓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Reuse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 ✓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Invalidate 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Invalidate 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22" name="text_4031_直接从 Review 开始，无需重做前序阶段。">
            <a:extLst>
              <a:ext uri="{FF2B5EF4-FFF2-40B4-BE49-F238E27FC236}">
                <a16:creationId xmlns:a16="http://schemas.microsoft.com/office/drawing/2014/main" id="{385B2830-6925-4DDE-A5A8-4001EC14596E}"/>
              </a:ext>
            </a:extLst>
          </p:cNvPr>
          <p:cNvSpPr>
            <a:spLocks noGrp="1"/>
          </p:cNvSpPr>
          <p:nvPr/>
        </p:nvSpPr>
        <p:spPr>
          <a:xfrm>
            <a:off x="3979069" y="5677934"/>
            <a:ext cx="465772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直接从 Review 开始，无需重做前序阶段。</a:t>
            </a:r>
          </a:p>
        </p:txBody>
      </p:sp>
      <p:sp>
        <p:nvSpPr>
          <p:cNvPr id="123" name="text_4033_结合 Stage Artifact、Finger">
            <a:extLst>
              <a:ext uri="{FF2B5EF4-FFF2-40B4-BE49-F238E27FC236}">
                <a16:creationId xmlns:a16="http://schemas.microsoft.com/office/drawing/2014/main" id="{DEA0CB02-2DC0-470D-8388-F2D5B720DFAB}"/>
              </a:ext>
            </a:extLst>
          </p:cNvPr>
          <p:cNvSpPr>
            <a:spLocks noGrp="1"/>
          </p:cNvSpPr>
          <p:nvPr/>
        </p:nvSpPr>
        <p:spPr>
          <a:xfrm>
            <a:off x="542925" y="6170853"/>
            <a:ext cx="812244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结合Artifact，使执行过程可恢复、产物可复用</a:t>
            </a:r>
            <a:r>
              <a:rPr sz="1294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26" name="矩形 125"/>
          <p:cNvSpPr/>
          <p:nvPr/>
        </p:nvSpPr>
        <p:spPr>
          <a:xfrm>
            <a:off x="1646634" y="6606621"/>
            <a:ext cx="6525766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Hong, D. B.; Imani, A.; Ahmed, I. “From Anatomy to Smells: An Empirical Study of SKILL.md in Agent Skills.” arXiv:2607.01456, 2026.</a:t>
            </a:r>
          </a:p>
        </p:txBody>
      </p:sp>
      <p:sp>
        <p:nvSpPr>
          <p:cNvPr id="128" name="text_850_Routing / Mode Switch / "/>
          <p:cNvSpPr>
            <a:spLocks noGrp="1"/>
          </p:cNvSpPr>
          <p:nvPr/>
        </p:nvSpPr>
        <p:spPr>
          <a:xfrm>
            <a:off x="60722" y="5199303"/>
            <a:ext cx="2871788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 panose="020B0604020202020204"/>
                <a:ea typeface="Arial" panose="020B0604020202020204"/>
                <a:cs typeface="Arial" panose="020B0604020202020204"/>
              </a:defRPr>
            </a:pPr>
            <a:r>
              <a:rPr lang="zh-CN" altLang="en-US" sz="1069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每一个阶段，每一个子代理，都产出并保留可以复用的</a:t>
            </a:r>
            <a:r>
              <a:rPr lang="en-US" altLang="zh-CN" sz="1069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Artifact</a:t>
            </a:r>
            <a:endParaRPr sz="1069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29" name="直接箭头连接符 128">
            <a:extLst>
              <a:ext uri="{FF2B5EF4-FFF2-40B4-BE49-F238E27FC236}">
                <a16:creationId xmlns:a16="http://schemas.microsoft.com/office/drawing/2014/main" id="{DE67E09F-0FF9-5896-2EA8-88162E29AAF0}"/>
              </a:ext>
            </a:extLst>
          </p:cNvPr>
          <p:cNvCxnSpPr/>
          <p:nvPr/>
        </p:nvCxnSpPr>
        <p:spPr>
          <a:xfrm flipV="1">
            <a:off x="1885948" y="4582397"/>
            <a:ext cx="367820" cy="620796"/>
          </a:xfrm>
          <a:prstGeom prst="straightConnector1">
            <a:avLst/>
          </a:prstGeom>
          <a:ln w="38100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54" name="灯片编号占位符 53">
            <a:extLst>
              <a:ext uri="{FF2B5EF4-FFF2-40B4-BE49-F238E27FC236}">
                <a16:creationId xmlns:a16="http://schemas.microsoft.com/office/drawing/2014/main" id="{803D5058-4831-04AF-966A-A10D28621F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684506609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object_96">
            <a:extLst>
              <a:ext uri="{FF2B5EF4-FFF2-40B4-BE49-F238E27FC236}">
                <a16:creationId xmlns:a16="http://schemas.microsoft.com/office/drawing/2014/main" id="{30F4AC42-8187-4FA3-987E-AFE490B02F23}"/>
              </a:ext>
            </a:extLst>
          </p:cNvPr>
          <p:cNvSpPr>
            <a:spLocks noGrp="1"/>
          </p:cNvSpPr>
          <p:nvPr/>
        </p:nvSpPr>
        <p:spPr>
          <a:xfrm>
            <a:off x="4012111" y="4707656"/>
            <a:ext cx="4079091" cy="9000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28575">
            <a:solidFill>
              <a:srgbClr val="FF0000"/>
            </a:solidFill>
            <a:prstDash val="sys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11" name="object_96">
            <a:extLst>
              <a:ext uri="{FF2B5EF4-FFF2-40B4-BE49-F238E27FC236}">
                <a16:creationId xmlns:a16="http://schemas.microsoft.com/office/drawing/2014/main" id="{30F4AC42-8187-4FA3-987E-AFE490B02F23}"/>
              </a:ext>
            </a:extLst>
          </p:cNvPr>
          <p:cNvSpPr>
            <a:spLocks noGrp="1"/>
          </p:cNvSpPr>
          <p:nvPr/>
        </p:nvSpPr>
        <p:spPr>
          <a:xfrm>
            <a:off x="3995935" y="2530941"/>
            <a:ext cx="4146516" cy="9000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28575">
            <a:solidFill>
              <a:srgbClr val="FF0000"/>
            </a:solidFill>
            <a:prstDash val="sysDash"/>
          </a:ln>
        </p:spPr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336185" y="330632"/>
            <a:ext cx="6840537" cy="503238"/>
          </a:xfrm>
        </p:spPr>
        <p:txBody>
          <a:bodyPr/>
          <a:lstStyle/>
          <a:p>
            <a:pPr>
              <a:defRPr sz="264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dirty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实习任务二：从静态到动态</a:t>
            </a:r>
          </a:p>
        </p:txBody>
      </p:sp>
      <p:sp>
        <p:nvSpPr>
          <p:cNvPr id="68" name="文本框 67">
            <a:extLst>
              <a:ext uri="{FF2B5EF4-FFF2-40B4-BE49-F238E27FC236}">
                <a16:creationId xmlns:a16="http://schemas.microsoft.com/office/drawing/2014/main" id="{2B6C76BA-EE8C-4A8C-B947-495DC83D5E6B}"/>
              </a:ext>
            </a:extLst>
          </p:cNvPr>
          <p:cNvSpPr txBox="1"/>
          <p:nvPr/>
        </p:nvSpPr>
        <p:spPr>
          <a:xfrm>
            <a:off x="380062" y="1210369"/>
            <a:ext cx="8763938" cy="30008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随着模型和业务场景的多样化，输入 </a:t>
            </a:r>
            <a:r>
              <a:rPr lang="en-US" altLang="zh-CN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35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不再固定，静态算子已难以满足实际需求，动态算子成为必然选择。</a:t>
            </a:r>
          </a:p>
        </p:txBody>
      </p:sp>
      <p:grpSp>
        <p:nvGrpSpPr>
          <p:cNvPr id="69" name="组合 68">
            <a:extLst>
              <a:ext uri="{FF2B5EF4-FFF2-40B4-BE49-F238E27FC236}">
                <a16:creationId xmlns:a16="http://schemas.microsoft.com/office/drawing/2014/main" id="{F58B1ACF-3946-A48A-3384-74FA40269923}"/>
              </a:ext>
            </a:extLst>
          </p:cNvPr>
          <p:cNvGrpSpPr/>
          <p:nvPr/>
        </p:nvGrpSpPr>
        <p:grpSpPr>
          <a:xfrm>
            <a:off x="1689832" y="1844824"/>
            <a:ext cx="1404000" cy="418626"/>
            <a:chOff x="836294" y="996913"/>
            <a:chExt cx="1872000" cy="558168"/>
          </a:xfrm>
        </p:grpSpPr>
        <p:sp>
          <p:nvSpPr>
            <p:cNvPr id="71" name="文本框 70">
              <a:extLst>
                <a:ext uri="{FF2B5EF4-FFF2-40B4-BE49-F238E27FC236}">
                  <a16:creationId xmlns:a16="http://schemas.microsoft.com/office/drawing/2014/main" id="{46880B7A-4EF3-76BC-86C1-4BAF3D9380BF}"/>
                </a:ext>
              </a:extLst>
            </p:cNvPr>
            <p:cNvSpPr txBox="1"/>
            <p:nvPr/>
          </p:nvSpPr>
          <p:spPr>
            <a:xfrm>
              <a:off x="1236345" y="996913"/>
              <a:ext cx="1323439" cy="44730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1580" b="1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静态算子</a:t>
              </a:r>
            </a:p>
          </p:txBody>
        </p:sp>
        <p:cxnSp>
          <p:nvCxnSpPr>
            <p:cNvPr id="72" name="直接连接符 71">
              <a:extLst>
                <a:ext uri="{FF2B5EF4-FFF2-40B4-BE49-F238E27FC236}">
                  <a16:creationId xmlns:a16="http://schemas.microsoft.com/office/drawing/2014/main" id="{B4764E67-2A95-9A8C-F3B8-2BB3AEDE2524}"/>
                </a:ext>
              </a:extLst>
            </p:cNvPr>
            <p:cNvCxnSpPr/>
            <p:nvPr/>
          </p:nvCxnSpPr>
          <p:spPr>
            <a:xfrm>
              <a:off x="836294" y="1555081"/>
              <a:ext cx="1872000" cy="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149" name="矩形 148">
            <a:extLst>
              <a:ext uri="{FF2B5EF4-FFF2-40B4-BE49-F238E27FC236}">
                <a16:creationId xmlns:a16="http://schemas.microsoft.com/office/drawing/2014/main" id="{BB159A46-6192-0311-FA0E-B5D3AFF778E9}"/>
              </a:ext>
            </a:extLst>
          </p:cNvPr>
          <p:cNvSpPr/>
          <p:nvPr/>
        </p:nvSpPr>
        <p:spPr>
          <a:xfrm>
            <a:off x="1407518" y="2379666"/>
            <a:ext cx="1968627" cy="405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300"/>
              </a:spcAft>
            </a:pPr>
            <a:r>
              <a:rPr lang="zh-CN" altLang="en-US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固定输入</a:t>
            </a:r>
            <a:r>
              <a:rPr lang="en-US" altLang="zh-CN" sz="1200" b="1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  <a:p>
            <a:pPr algn="ctr"/>
            <a:r>
              <a:rPr lang="zh-CN" altLang="en-US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比如</a:t>
            </a:r>
            <a:r>
              <a:rPr lang="en-US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pt-BR" altLang="zh-CN" sz="8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[N, C, H, W] = [1, 3, 224, 224]</a:t>
            </a:r>
          </a:p>
        </p:txBody>
      </p:sp>
      <p:sp>
        <p:nvSpPr>
          <p:cNvPr id="150" name="矩形 149">
            <a:extLst>
              <a:ext uri="{FF2B5EF4-FFF2-40B4-BE49-F238E27FC236}">
                <a16:creationId xmlns:a16="http://schemas.microsoft.com/office/drawing/2014/main" id="{A9D21BFD-6B93-7260-73F2-0E7F5D8C7C08}"/>
              </a:ext>
            </a:extLst>
          </p:cNvPr>
          <p:cNvSpPr/>
          <p:nvPr/>
        </p:nvSpPr>
        <p:spPr>
          <a:xfrm>
            <a:off x="1407517" y="3092237"/>
            <a:ext cx="1968628" cy="405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开发与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review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矩形 150">
            <a:extLst>
              <a:ext uri="{FF2B5EF4-FFF2-40B4-BE49-F238E27FC236}">
                <a16:creationId xmlns:a16="http://schemas.microsoft.com/office/drawing/2014/main" id="{D005012F-9160-13C1-6170-3B28E1DD8ABD}"/>
              </a:ext>
            </a:extLst>
          </p:cNvPr>
          <p:cNvSpPr/>
          <p:nvPr/>
        </p:nvSpPr>
        <p:spPr>
          <a:xfrm>
            <a:off x="1407517" y="3785242"/>
            <a:ext cx="1968628" cy="405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优化与</a:t>
            </a:r>
            <a:r>
              <a:rPr lang="en-US" altLang="zh-CN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profiler</a:t>
            </a:r>
            <a:endParaRPr lang="zh-CN" altLang="en-US" sz="1200" dirty="0">
              <a:solidFill>
                <a:schemeClr val="tx1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2" name="矩形 151">
            <a:extLst>
              <a:ext uri="{FF2B5EF4-FFF2-40B4-BE49-F238E27FC236}">
                <a16:creationId xmlns:a16="http://schemas.microsoft.com/office/drawing/2014/main" id="{4A7CA2CA-71CB-5F89-D685-05D7C430EAD3}"/>
              </a:ext>
            </a:extLst>
          </p:cNvPr>
          <p:cNvSpPr/>
          <p:nvPr/>
        </p:nvSpPr>
        <p:spPr>
          <a:xfrm>
            <a:off x="1407517" y="4511455"/>
            <a:ext cx="1968628" cy="405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验证与测试</a:t>
            </a:r>
          </a:p>
        </p:txBody>
      </p:sp>
      <p:sp>
        <p:nvSpPr>
          <p:cNvPr id="153" name="矩形 152">
            <a:extLst>
              <a:ext uri="{FF2B5EF4-FFF2-40B4-BE49-F238E27FC236}">
                <a16:creationId xmlns:a16="http://schemas.microsoft.com/office/drawing/2014/main" id="{A54B7F6E-5975-8E77-EB84-CE56330FA8AA}"/>
              </a:ext>
            </a:extLst>
          </p:cNvPr>
          <p:cNvSpPr/>
          <p:nvPr/>
        </p:nvSpPr>
        <p:spPr>
          <a:xfrm>
            <a:off x="1407517" y="5195203"/>
            <a:ext cx="1968628" cy="405000"/>
          </a:xfrm>
          <a:prstGeom prst="rect">
            <a:avLst/>
          </a:prstGeom>
          <a:noFill/>
          <a:ln w="19050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>
                <a:solidFill>
                  <a:schemeClr val="tx1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生成高性能算子</a:t>
            </a:r>
          </a:p>
        </p:txBody>
      </p: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1C56BD85-21BD-550F-248A-0F3B1FD5C2EC}"/>
              </a:ext>
            </a:extLst>
          </p:cNvPr>
          <p:cNvCxnSpPr>
            <a:cxnSpLocks/>
          </p:cNvCxnSpPr>
          <p:nvPr/>
        </p:nvCxnSpPr>
        <p:spPr>
          <a:xfrm flipH="1">
            <a:off x="2391831" y="2784666"/>
            <a:ext cx="1" cy="307571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AC337315-3290-79BE-4527-EFFB8EDABF89}"/>
              </a:ext>
            </a:extLst>
          </p:cNvPr>
          <p:cNvCxnSpPr>
            <a:cxnSpLocks/>
          </p:cNvCxnSpPr>
          <p:nvPr/>
        </p:nvCxnSpPr>
        <p:spPr>
          <a:xfrm>
            <a:off x="2391831" y="3497237"/>
            <a:ext cx="0" cy="288005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>
            <a:extLst>
              <a:ext uri="{FF2B5EF4-FFF2-40B4-BE49-F238E27FC236}">
                <a16:creationId xmlns:a16="http://schemas.microsoft.com/office/drawing/2014/main" id="{5B15F255-928D-8F92-F191-7DA5200D89CA}"/>
              </a:ext>
            </a:extLst>
          </p:cNvPr>
          <p:cNvCxnSpPr>
            <a:cxnSpLocks/>
          </p:cNvCxnSpPr>
          <p:nvPr/>
        </p:nvCxnSpPr>
        <p:spPr>
          <a:xfrm>
            <a:off x="2391831" y="4190242"/>
            <a:ext cx="0" cy="321213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4F7D3C20-956B-1F00-AD0A-EE1CBCB282C1}"/>
              </a:ext>
            </a:extLst>
          </p:cNvPr>
          <p:cNvCxnSpPr>
            <a:cxnSpLocks/>
          </p:cNvCxnSpPr>
          <p:nvPr/>
        </p:nvCxnSpPr>
        <p:spPr>
          <a:xfrm>
            <a:off x="2391831" y="4918969"/>
            <a:ext cx="1" cy="281050"/>
          </a:xfrm>
          <a:prstGeom prst="straightConnector1">
            <a:avLst/>
          </a:prstGeom>
          <a:ln w="28575"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3756454" y="2019214"/>
            <a:ext cx="0" cy="362902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3" name="object_79">
            <a:extLst>
              <a:ext uri="{FF2B5EF4-FFF2-40B4-BE49-F238E27FC236}">
                <a16:creationId xmlns:a16="http://schemas.microsoft.com/office/drawing/2014/main" id="{282CC6CF-8732-4230-8A1F-34A04E678A9C}"/>
              </a:ext>
            </a:extLst>
          </p:cNvPr>
          <p:cNvSpPr>
            <a:spLocks noGrp="1"/>
          </p:cNvSpPr>
          <p:nvPr/>
        </p:nvSpPr>
        <p:spPr>
          <a:xfrm>
            <a:off x="4205575" y="2627581"/>
            <a:ext cx="245745" cy="245745"/>
          </a:xfrm>
          <a:prstGeom prst="ellipse">
            <a:avLst/>
          </a:prstGeom>
          <a:solidFill>
            <a:srgbClr val="C9000C"/>
          </a:solidFill>
          <a:ln w="15240">
            <a:noFill/>
          </a:ln>
        </p:spPr>
      </p:sp>
      <p:sp>
        <p:nvSpPr>
          <p:cNvPr id="164" name="text_81_1">
            <a:extLst>
              <a:ext uri="{FF2B5EF4-FFF2-40B4-BE49-F238E27FC236}">
                <a16:creationId xmlns:a16="http://schemas.microsoft.com/office/drawing/2014/main" id="{94ED09D4-DEEA-4F14-99DE-449B5619E500}"/>
              </a:ext>
            </a:extLst>
          </p:cNvPr>
          <p:cNvSpPr>
            <a:spLocks noGrp="1"/>
          </p:cNvSpPr>
          <p:nvPr/>
        </p:nvSpPr>
        <p:spPr>
          <a:xfrm>
            <a:off x="4205575" y="2627581"/>
            <a:ext cx="245745" cy="24574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9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</a:t>
            </a:r>
          </a:p>
        </p:txBody>
      </p:sp>
      <p:sp>
        <p:nvSpPr>
          <p:cNvPr id="165" name="text_83_正确性问题">
            <a:extLst>
              <a:ext uri="{FF2B5EF4-FFF2-40B4-BE49-F238E27FC236}">
                <a16:creationId xmlns:a16="http://schemas.microsoft.com/office/drawing/2014/main" id="{667FCCB4-7162-44AC-B55E-44C67626989A}"/>
              </a:ext>
            </a:extLst>
          </p:cNvPr>
          <p:cNvSpPr>
            <a:spLocks noGrp="1"/>
          </p:cNvSpPr>
          <p:nvPr/>
        </p:nvSpPr>
        <p:spPr>
          <a:xfrm>
            <a:off x="4579072" y="2625076"/>
            <a:ext cx="1240155" cy="25146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正确性问题</a:t>
            </a:r>
            <a:endParaRPr sz="1125" b="1" dirty="0">
              <a:solidFill>
                <a:srgbClr val="C900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2" name="text_93_循环范围或输出大小。">
            <a:extLst>
              <a:ext uri="{FF2B5EF4-FFF2-40B4-BE49-F238E27FC236}">
                <a16:creationId xmlns:a16="http://schemas.microsoft.com/office/drawing/2014/main" id="{E12E2636-EDCC-49D9-89B8-8AF617D804FC}"/>
              </a:ext>
            </a:extLst>
          </p:cNvPr>
          <p:cNvSpPr>
            <a:spLocks noGrp="1"/>
          </p:cNvSpPr>
          <p:nvPr/>
        </p:nvSpPr>
        <p:spPr>
          <a:xfrm>
            <a:off x="4334272" y="3537890"/>
            <a:ext cx="1508760" cy="16573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endParaRPr sz="765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object_96">
            <a:extLst>
              <a:ext uri="{FF2B5EF4-FFF2-40B4-BE49-F238E27FC236}">
                <a16:creationId xmlns:a16="http://schemas.microsoft.com/office/drawing/2014/main" id="{30F4AC42-8187-4FA3-987E-AFE490B02F23}"/>
              </a:ext>
            </a:extLst>
          </p:cNvPr>
          <p:cNvSpPr>
            <a:spLocks noGrp="1"/>
          </p:cNvSpPr>
          <p:nvPr/>
        </p:nvSpPr>
        <p:spPr>
          <a:xfrm>
            <a:off x="4012112" y="3637367"/>
            <a:ext cx="4115747" cy="900000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28575">
            <a:solidFill>
              <a:srgbClr val="FF0000"/>
            </a:solidFill>
            <a:prstDash val="sysDash"/>
          </a:ln>
        </p:spPr>
      </p:sp>
      <p:sp>
        <p:nvSpPr>
          <p:cNvPr id="175" name="object_97">
            <a:extLst>
              <a:ext uri="{FF2B5EF4-FFF2-40B4-BE49-F238E27FC236}">
                <a16:creationId xmlns:a16="http://schemas.microsoft.com/office/drawing/2014/main" id="{14053E37-3585-4388-A52B-C85C91612E62}"/>
              </a:ext>
            </a:extLst>
          </p:cNvPr>
          <p:cNvSpPr>
            <a:spLocks noGrp="1"/>
          </p:cNvSpPr>
          <p:nvPr/>
        </p:nvSpPr>
        <p:spPr>
          <a:xfrm>
            <a:off x="4202826" y="3734532"/>
            <a:ext cx="245745" cy="245745"/>
          </a:xfrm>
          <a:prstGeom prst="ellipse">
            <a:avLst/>
          </a:prstGeom>
          <a:solidFill>
            <a:srgbClr val="C9000C"/>
          </a:solidFill>
          <a:ln w="15240">
            <a:noFill/>
          </a:ln>
        </p:spPr>
      </p:sp>
      <p:sp>
        <p:nvSpPr>
          <p:cNvPr id="176" name="text_99_2">
            <a:extLst>
              <a:ext uri="{FF2B5EF4-FFF2-40B4-BE49-F238E27FC236}">
                <a16:creationId xmlns:a16="http://schemas.microsoft.com/office/drawing/2014/main" id="{7AAA2E47-BA6B-486D-B150-59D303665F25}"/>
              </a:ext>
            </a:extLst>
          </p:cNvPr>
          <p:cNvSpPr>
            <a:spLocks noGrp="1"/>
          </p:cNvSpPr>
          <p:nvPr/>
        </p:nvSpPr>
        <p:spPr>
          <a:xfrm>
            <a:off x="4202826" y="3734532"/>
            <a:ext cx="245745" cy="24574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</a:p>
        </p:txBody>
      </p:sp>
      <p:sp>
        <p:nvSpPr>
          <p:cNvPr id="177" name="text_101_性能问题">
            <a:extLst>
              <a:ext uri="{FF2B5EF4-FFF2-40B4-BE49-F238E27FC236}">
                <a16:creationId xmlns:a16="http://schemas.microsoft.com/office/drawing/2014/main" id="{A23A639C-977D-499D-AEE6-7E88FB078BAF}"/>
              </a:ext>
            </a:extLst>
          </p:cNvPr>
          <p:cNvSpPr>
            <a:spLocks noGrp="1"/>
          </p:cNvSpPr>
          <p:nvPr/>
        </p:nvSpPr>
        <p:spPr>
          <a:xfrm>
            <a:off x="4579072" y="3728817"/>
            <a:ext cx="1240155" cy="25146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性能问题</a:t>
            </a:r>
            <a:endParaRPr sz="1125" b="1" dirty="0">
              <a:solidFill>
                <a:srgbClr val="C900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2" name="object_120">
            <a:extLst>
              <a:ext uri="{FF2B5EF4-FFF2-40B4-BE49-F238E27FC236}">
                <a16:creationId xmlns:a16="http://schemas.microsoft.com/office/drawing/2014/main" id="{0EB08178-617C-4ADB-99C4-31CCC81C2E1B}"/>
              </a:ext>
            </a:extLst>
          </p:cNvPr>
          <p:cNvSpPr>
            <a:spLocks noGrp="1"/>
          </p:cNvSpPr>
          <p:nvPr/>
        </p:nvSpPr>
        <p:spPr>
          <a:xfrm>
            <a:off x="4202826" y="4800045"/>
            <a:ext cx="245745" cy="245745"/>
          </a:xfrm>
          <a:prstGeom prst="ellipse">
            <a:avLst/>
          </a:prstGeom>
          <a:solidFill>
            <a:srgbClr val="C9000C"/>
          </a:solidFill>
          <a:ln w="15240">
            <a:noFill/>
          </a:ln>
        </p:spPr>
      </p:sp>
      <p:sp>
        <p:nvSpPr>
          <p:cNvPr id="193" name="text_122_3">
            <a:extLst>
              <a:ext uri="{FF2B5EF4-FFF2-40B4-BE49-F238E27FC236}">
                <a16:creationId xmlns:a16="http://schemas.microsoft.com/office/drawing/2014/main" id="{A4C0544E-B5CC-47EA-8424-F0F9E0FDCD18}"/>
              </a:ext>
            </a:extLst>
          </p:cNvPr>
          <p:cNvSpPr>
            <a:spLocks noGrp="1"/>
          </p:cNvSpPr>
          <p:nvPr/>
        </p:nvSpPr>
        <p:spPr>
          <a:xfrm>
            <a:off x="4202825" y="4800044"/>
            <a:ext cx="245745" cy="24574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9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</a:p>
        </p:txBody>
      </p:sp>
      <p:sp>
        <p:nvSpPr>
          <p:cNvPr id="194" name="text_124_结构问题">
            <a:extLst>
              <a:ext uri="{FF2B5EF4-FFF2-40B4-BE49-F238E27FC236}">
                <a16:creationId xmlns:a16="http://schemas.microsoft.com/office/drawing/2014/main" id="{5724F546-D930-4803-82DD-14E4F92FB581}"/>
              </a:ext>
            </a:extLst>
          </p:cNvPr>
          <p:cNvSpPr>
            <a:spLocks noGrp="1"/>
          </p:cNvSpPr>
          <p:nvPr/>
        </p:nvSpPr>
        <p:spPr>
          <a:xfrm>
            <a:off x="4579072" y="4804409"/>
            <a:ext cx="1240155" cy="25146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 dirty="0" err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结构问题</a:t>
            </a:r>
            <a:endParaRPr sz="1125" b="1" dirty="0">
              <a:solidFill>
                <a:srgbClr val="C900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4930104" y="2854019"/>
            <a:ext cx="3182410" cy="483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 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结构已经限制尺寸循环范围或输出大小。</a:t>
            </a:r>
            <a:endParaRPr lang="en-US" altLang="zh-CN" sz="9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当输入 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变化时，可能导致越界、结果错误或无法运行。</a:t>
            </a:r>
          </a:p>
        </p:txBody>
      </p:sp>
      <p:sp>
        <p:nvSpPr>
          <p:cNvPr id="214" name="矩形 213"/>
          <p:cNvSpPr/>
          <p:nvPr/>
        </p:nvSpPr>
        <p:spPr>
          <a:xfrm>
            <a:off x="4930104" y="3961061"/>
            <a:ext cx="2776356" cy="483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 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下，最优的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Tile/Block/warp 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参数不同。</a:t>
            </a:r>
          </a:p>
          <a:p>
            <a:pPr>
              <a:lnSpc>
                <a:spcPct val="150000"/>
              </a:lnSpc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静态算子在其他 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上可能出现性能明显下降。</a:t>
            </a:r>
          </a:p>
        </p:txBody>
      </p:sp>
      <p:sp>
        <p:nvSpPr>
          <p:cNvPr id="215" name="矩形 214"/>
          <p:cNvSpPr/>
          <p:nvPr/>
        </p:nvSpPr>
        <p:spPr>
          <a:xfrm>
            <a:off x="4930104" y="5041476"/>
            <a:ext cx="3106374" cy="48327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当 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差异较大时，仅调整参数已不足以获得最佳性能。</a:t>
            </a:r>
          </a:p>
          <a:p>
            <a:pPr>
              <a:lnSpc>
                <a:spcPct val="150000"/>
              </a:lnSpc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不同 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可能需要不同的</a:t>
            </a:r>
            <a:r>
              <a:rPr lang="en-US" altLang="zh-CN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</a:t>
            </a: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结构和算法实现。</a:t>
            </a:r>
          </a:p>
        </p:txBody>
      </p:sp>
      <p:grpSp>
        <p:nvGrpSpPr>
          <p:cNvPr id="242" name="组合 241">
            <a:extLst>
              <a:ext uri="{FF2B5EF4-FFF2-40B4-BE49-F238E27FC236}">
                <a16:creationId xmlns:a16="http://schemas.microsoft.com/office/drawing/2014/main" id="{4F72B5B5-718F-9C8C-F0F3-1360CE5918E1}"/>
              </a:ext>
            </a:extLst>
          </p:cNvPr>
          <p:cNvGrpSpPr/>
          <p:nvPr/>
        </p:nvGrpSpPr>
        <p:grpSpPr>
          <a:xfrm>
            <a:off x="3995936" y="1844824"/>
            <a:ext cx="2650411" cy="612475"/>
            <a:chOff x="4713985" y="884014"/>
            <a:chExt cx="3533881" cy="816634"/>
          </a:xfrm>
        </p:grpSpPr>
        <p:sp>
          <p:nvSpPr>
            <p:cNvPr id="243" name="文本框 242">
              <a:extLst>
                <a:ext uri="{FF2B5EF4-FFF2-40B4-BE49-F238E27FC236}">
                  <a16:creationId xmlns:a16="http://schemas.microsoft.com/office/drawing/2014/main" id="{EDEE2FE4-DAF0-9313-375E-90603C6DA9C6}"/>
                </a:ext>
              </a:extLst>
            </p:cNvPr>
            <p:cNvSpPr txBox="1"/>
            <p:nvPr/>
          </p:nvSpPr>
          <p:spPr>
            <a:xfrm>
              <a:off x="4713985" y="884014"/>
              <a:ext cx="3208570" cy="816634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1580" b="1" dirty="0">
                  <a:solidFill>
                    <a:srgbClr val="000000"/>
                  </a:solidFill>
                  <a:latin typeface="+mn-ea"/>
                  <a:cs typeface="Times New Roman" panose="02020603050405020304" pitchFamily="18" charset="0"/>
                </a:rPr>
                <a:t>面对动态输入的主要问题</a:t>
              </a:r>
            </a:p>
            <a:p>
              <a:endParaRPr lang="zh-CN" altLang="en-US" b="1" dirty="0">
                <a:latin typeface="+mn-ea"/>
                <a:cs typeface="Times New Roman" panose="02020603050405020304" pitchFamily="18" charset="0"/>
              </a:endParaRPr>
            </a:p>
          </p:txBody>
        </p:sp>
        <p:cxnSp>
          <p:nvCxnSpPr>
            <p:cNvPr id="244" name="直接连接符 243">
              <a:extLst>
                <a:ext uri="{FF2B5EF4-FFF2-40B4-BE49-F238E27FC236}">
                  <a16:creationId xmlns:a16="http://schemas.microsoft.com/office/drawing/2014/main" id="{B8750A51-FB4A-C5EB-AB49-413A4DFB5032}"/>
                </a:ext>
              </a:extLst>
            </p:cNvPr>
            <p:cNvCxnSpPr/>
            <p:nvPr/>
          </p:nvCxnSpPr>
          <p:spPr>
            <a:xfrm>
              <a:off x="4798694" y="1459831"/>
              <a:ext cx="3449172" cy="697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73" name="矩形 72"/>
          <p:cNvSpPr/>
          <p:nvPr/>
        </p:nvSpPr>
        <p:spPr>
          <a:xfrm>
            <a:off x="2069227" y="6632318"/>
            <a:ext cx="514932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Helion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and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Dynamic Shapes and Ahead-of-Time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2026.</a:t>
            </a:r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63CBF0EC-BB5D-9362-7BAE-DA71E27FC7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32260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 180">
            <a:extLst>
              <a:ext uri="{FF2B5EF4-FFF2-40B4-BE49-F238E27FC236}">
                <a16:creationId xmlns:a16="http://schemas.microsoft.com/office/drawing/2014/main" id="{8AD90DE5-C595-4A05-CFDB-1A6FE8D82D94}"/>
              </a:ext>
            </a:extLst>
          </p:cNvPr>
          <p:cNvSpPr/>
          <p:nvPr/>
        </p:nvSpPr>
        <p:spPr>
          <a:xfrm>
            <a:off x="618273" y="5413949"/>
            <a:ext cx="8015476" cy="1116931"/>
          </a:xfrm>
          <a:prstGeom prst="rect">
            <a:avLst/>
          </a:prstGeom>
          <a:solidFill>
            <a:schemeClr val="bg1">
              <a:lumMod val="9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13" name="object_96">
            <a:extLst>
              <a:ext uri="{FF2B5EF4-FFF2-40B4-BE49-F238E27FC236}">
                <a16:creationId xmlns:a16="http://schemas.microsoft.com/office/drawing/2014/main" id="{30F4AC42-8187-4FA3-987E-AFE490B02F23}"/>
              </a:ext>
            </a:extLst>
          </p:cNvPr>
          <p:cNvSpPr>
            <a:spLocks noGrp="1"/>
          </p:cNvSpPr>
          <p:nvPr/>
        </p:nvSpPr>
        <p:spPr>
          <a:xfrm>
            <a:off x="4185806" y="2382596"/>
            <a:ext cx="3599574" cy="1161836"/>
          </a:xfrm>
          <a:prstGeom prst="roundRect">
            <a:avLst>
              <a:gd name="adj" fmla="val 2448"/>
            </a:avLst>
          </a:prstGeom>
          <a:solidFill>
            <a:srgbClr val="FFFFFF"/>
          </a:solidFill>
          <a:ln w="28575">
            <a:solidFill>
              <a:srgbClr val="FF0000"/>
            </a:solidFill>
            <a:prstDash val="sysDash"/>
          </a:ln>
        </p:spPr>
        <p:txBody>
          <a:bodyPr/>
          <a:lstStyle/>
          <a:p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299207" y="361428"/>
            <a:ext cx="6840537" cy="503238"/>
          </a:xfrm>
        </p:spPr>
        <p:txBody>
          <a:bodyPr/>
          <a:lstStyle/>
          <a:p>
            <a:pPr>
              <a:defRPr sz="264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实习任务二：</a:t>
            </a:r>
            <a:r>
              <a:rPr lang="zh-CN" altLang="en-US" dirty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现有方法与解决思路</a:t>
            </a: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3915559" y="1476334"/>
            <a:ext cx="0" cy="3629025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39" name="组合 138">
            <a:extLst>
              <a:ext uri="{FF2B5EF4-FFF2-40B4-BE49-F238E27FC236}">
                <a16:creationId xmlns:a16="http://schemas.microsoft.com/office/drawing/2014/main" id="{F58B1ACF-3946-A48A-3384-74FA40269923}"/>
              </a:ext>
            </a:extLst>
          </p:cNvPr>
          <p:cNvGrpSpPr/>
          <p:nvPr/>
        </p:nvGrpSpPr>
        <p:grpSpPr>
          <a:xfrm>
            <a:off x="1355434" y="1079428"/>
            <a:ext cx="1404000" cy="418626"/>
            <a:chOff x="836294" y="996913"/>
            <a:chExt cx="1872000" cy="558168"/>
          </a:xfrm>
        </p:grpSpPr>
        <p:sp>
          <p:nvSpPr>
            <p:cNvPr id="140" name="文本框 139">
              <a:extLst>
                <a:ext uri="{FF2B5EF4-FFF2-40B4-BE49-F238E27FC236}">
                  <a16:creationId xmlns:a16="http://schemas.microsoft.com/office/drawing/2014/main" id="{46880B7A-4EF3-76BC-86C1-4BAF3D9380BF}"/>
                </a:ext>
              </a:extLst>
            </p:cNvPr>
            <p:cNvSpPr txBox="1"/>
            <p:nvPr/>
          </p:nvSpPr>
          <p:spPr>
            <a:xfrm>
              <a:off x="1236345" y="996913"/>
              <a:ext cx="1323439" cy="44730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158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</a:rPr>
                <a:t>现有方法</a:t>
              </a:r>
            </a:p>
          </p:txBody>
        </p:sp>
        <p:cxnSp>
          <p:nvCxnSpPr>
            <p:cNvPr id="141" name="直接连接符 140">
              <a:extLst>
                <a:ext uri="{FF2B5EF4-FFF2-40B4-BE49-F238E27FC236}">
                  <a16:creationId xmlns:a16="http://schemas.microsoft.com/office/drawing/2014/main" id="{B4764E67-2A95-9A8C-F3B8-2BB3AEDE2524}"/>
                </a:ext>
              </a:extLst>
            </p:cNvPr>
            <p:cNvCxnSpPr/>
            <p:nvPr/>
          </p:nvCxnSpPr>
          <p:spPr>
            <a:xfrm>
              <a:off x="836294" y="1555081"/>
              <a:ext cx="1872000" cy="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142" name="图片 141">
              <a:extLst>
                <a:ext uri="{FF2B5EF4-FFF2-40B4-BE49-F238E27FC236}">
                  <a16:creationId xmlns:a16="http://schemas.microsoft.com/office/drawing/2014/main" id="{B01FAD12-340F-7C96-188B-CD8F63EA201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294" y="1027720"/>
              <a:ext cx="400050" cy="4000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grpSp>
        <p:nvGrpSpPr>
          <p:cNvPr id="144" name="组合 143">
            <a:extLst>
              <a:ext uri="{FF2B5EF4-FFF2-40B4-BE49-F238E27FC236}">
                <a16:creationId xmlns:a16="http://schemas.microsoft.com/office/drawing/2014/main" id="{5D0EE0B3-DE6E-4C6C-907F-1A2BC5DD670E}"/>
              </a:ext>
            </a:extLst>
          </p:cNvPr>
          <p:cNvGrpSpPr/>
          <p:nvPr/>
        </p:nvGrpSpPr>
        <p:grpSpPr>
          <a:xfrm>
            <a:off x="837099" y="1727595"/>
            <a:ext cx="1943545" cy="276999"/>
            <a:chOff x="522750" y="1923394"/>
            <a:chExt cx="3281071" cy="369332"/>
          </a:xfrm>
        </p:grpSpPr>
        <p:sp>
          <p:nvSpPr>
            <p:cNvPr id="145" name="文本框 144">
              <a:extLst>
                <a:ext uri="{FF2B5EF4-FFF2-40B4-BE49-F238E27FC236}">
                  <a16:creationId xmlns:a16="http://schemas.microsoft.com/office/drawing/2014/main" id="{10D0D4AC-3CB6-4438-A103-C7827A3D7BD8}"/>
                </a:ext>
              </a:extLst>
            </p:cNvPr>
            <p:cNvSpPr txBox="1"/>
            <p:nvPr/>
          </p:nvSpPr>
          <p:spPr>
            <a:xfrm>
              <a:off x="666751" y="1923394"/>
              <a:ext cx="3137070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25" b="1" dirty="0" err="1">
                  <a:solidFill>
                    <a:srgbClr val="D700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Pytorch</a:t>
              </a:r>
              <a:r>
                <a:rPr lang="en-US" altLang="zh-CN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25" b="1" dirty="0">
                  <a:solidFill>
                    <a:srgbClr val="D700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Compiler/Triton</a:t>
              </a:r>
              <a:endPara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46" name="椭圆 145">
              <a:extLst>
                <a:ext uri="{FF2B5EF4-FFF2-40B4-BE49-F238E27FC236}">
                  <a16:creationId xmlns:a16="http://schemas.microsoft.com/office/drawing/2014/main" id="{43B7AE37-EB6B-4450-8E2A-AFA2A67C097E}"/>
                </a:ext>
              </a:extLst>
            </p:cNvPr>
            <p:cNvSpPr/>
            <p:nvPr/>
          </p:nvSpPr>
          <p:spPr>
            <a:xfrm>
              <a:off x="522750" y="205520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48" name="文本框 147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1331640" y="2061749"/>
            <a:ext cx="1590031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支持任意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动态计算图编译生成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生成速度快</a:t>
            </a:r>
          </a:p>
        </p:txBody>
      </p:sp>
      <p:sp>
        <p:nvSpPr>
          <p:cNvPr id="162" name="文本框 161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1331640" y="2724990"/>
            <a:ext cx="260238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新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首次调用需编译，运行时开销大，高度依赖环境，缺少针对于硬件的深度优化。</a:t>
            </a:r>
          </a:p>
        </p:txBody>
      </p: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5D0EE0B3-DE6E-4C6C-907F-1A2BC5DD670E}"/>
              </a:ext>
            </a:extLst>
          </p:cNvPr>
          <p:cNvGrpSpPr/>
          <p:nvPr/>
        </p:nvGrpSpPr>
        <p:grpSpPr>
          <a:xfrm>
            <a:off x="837099" y="3401192"/>
            <a:ext cx="2248136" cy="276999"/>
            <a:chOff x="522750" y="1923394"/>
            <a:chExt cx="3795279" cy="369332"/>
          </a:xfrm>
        </p:grpSpPr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10D0D4AC-3CB6-4438-A103-C7827A3D7BD8}"/>
                </a:ext>
              </a:extLst>
            </p:cNvPr>
            <p:cNvSpPr txBox="1"/>
            <p:nvPr/>
          </p:nvSpPr>
          <p:spPr>
            <a:xfrm>
              <a:off x="666747" y="1923394"/>
              <a:ext cx="3651282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125" b="1" dirty="0">
                  <a:solidFill>
                    <a:srgbClr val="D700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CUDA/CUTLASS/Ascend</a:t>
              </a:r>
              <a:r>
                <a:rPr lang="en-US" altLang="zh-CN" sz="1200" dirty="0">
                  <a:solidFill>
                    <a:srgbClr val="FF0000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 </a:t>
              </a:r>
              <a:r>
                <a:rPr lang="en-US" altLang="zh-CN" sz="1125" b="1" dirty="0">
                  <a:solidFill>
                    <a:srgbClr val="D7000F"/>
                  </a:solidFill>
                  <a:latin typeface="Times New Roman" panose="02020603050405020304" pitchFamily="18" charset="0"/>
                  <a:cs typeface="Times New Roman" panose="02020603050405020304" pitchFamily="18" charset="0"/>
                </a:rPr>
                <a:t>C</a:t>
              </a:r>
              <a:endPara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43B7AE37-EB6B-4450-8E2A-AFA2A67C097E}"/>
                </a:ext>
              </a:extLst>
            </p:cNvPr>
            <p:cNvSpPr/>
            <p:nvPr/>
          </p:nvSpPr>
          <p:spPr>
            <a:xfrm>
              <a:off x="522750" y="205520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86" name="文本框 185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1335556" y="3720920"/>
            <a:ext cx="265432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针对不同的问题规模设计不同</a:t>
            </a:r>
            <a:r>
              <a:rPr lang="en-US" altLang="zh-CN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性能极高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模板参数编译器实例化</a:t>
            </a:r>
            <a:endParaRPr lang="en-US" altLang="zh-CN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8" name="文本框 187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1331640" y="4380513"/>
            <a:ext cx="2602389" cy="26622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3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代码手写，开发成本高昂。</a:t>
            </a:r>
          </a:p>
        </p:txBody>
      </p:sp>
      <p:sp>
        <p:nvSpPr>
          <p:cNvPr id="207" name="text_111_完整技术路线。">
            <a:extLst>
              <a:ext uri="{FF2B5EF4-FFF2-40B4-BE49-F238E27FC236}">
                <a16:creationId xmlns:a16="http://schemas.microsoft.com/office/drawing/2014/main" id="{E5FFA309-A172-4549-91AE-7B45A290EC09}"/>
              </a:ext>
            </a:extLst>
          </p:cNvPr>
          <p:cNvSpPr>
            <a:spLocks noGrp="1"/>
          </p:cNvSpPr>
          <p:nvPr/>
        </p:nvSpPr>
        <p:spPr>
          <a:xfrm>
            <a:off x="4350765" y="2223449"/>
            <a:ext cx="324612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endParaRPr sz="765" dirty="0">
              <a:solidFill>
                <a:srgbClr val="454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bject_112">
            <a:extLst>
              <a:ext uri="{FF2B5EF4-FFF2-40B4-BE49-F238E27FC236}">
                <a16:creationId xmlns:a16="http://schemas.microsoft.com/office/drawing/2014/main" id="{66FBE3A3-EEFD-42AC-8400-9B9FCC142DFF}"/>
              </a:ext>
            </a:extLst>
          </p:cNvPr>
          <p:cNvSpPr>
            <a:spLocks noGrp="1"/>
          </p:cNvSpPr>
          <p:nvPr/>
        </p:nvSpPr>
        <p:spPr>
          <a:xfrm>
            <a:off x="4310760" y="2492054"/>
            <a:ext cx="1091565" cy="1000125"/>
          </a:xfrm>
          <a:prstGeom prst="roundRect">
            <a:avLst>
              <a:gd name="adj" fmla="val 4000"/>
            </a:avLst>
          </a:prstGeom>
          <a:solidFill>
            <a:srgbClr val="FCF0F2"/>
          </a:solidFill>
          <a:ln w="7620">
            <a:noFill/>
          </a:ln>
        </p:spPr>
      </p:sp>
      <p:sp>
        <p:nvSpPr>
          <p:cNvPr id="209" name="text_114_动态 Shape 思想">
            <a:extLst>
              <a:ext uri="{FF2B5EF4-FFF2-40B4-BE49-F238E27FC236}">
                <a16:creationId xmlns:a16="http://schemas.microsoft.com/office/drawing/2014/main" id="{22D1E563-EBED-4686-BC91-9B2540899338}"/>
              </a:ext>
            </a:extLst>
          </p:cNvPr>
          <p:cNvSpPr>
            <a:spLocks noGrp="1"/>
          </p:cNvSpPr>
          <p:nvPr/>
        </p:nvSpPr>
        <p:spPr>
          <a:xfrm>
            <a:off x="4356480" y="2589209"/>
            <a:ext cx="1000125" cy="18288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2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 dirty="0" err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</a:t>
            </a:r>
            <a:r>
              <a:rPr sz="990" b="1" dirty="0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lang="zh-CN" altLang="en-US" sz="990" b="1" dirty="0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</a:t>
            </a:r>
            <a:endParaRPr sz="990" b="1" dirty="0">
              <a:solidFill>
                <a:srgbClr val="C900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text_116_(PyTorch Compiler)">
            <a:extLst>
              <a:ext uri="{FF2B5EF4-FFF2-40B4-BE49-F238E27FC236}">
                <a16:creationId xmlns:a16="http://schemas.microsoft.com/office/drawing/2014/main" id="{611D01B0-A508-46F9-A9BA-2C2C6204CD03}"/>
              </a:ext>
            </a:extLst>
          </p:cNvPr>
          <p:cNvSpPr>
            <a:spLocks noGrp="1"/>
          </p:cNvSpPr>
          <p:nvPr/>
        </p:nvSpPr>
        <p:spPr>
          <a:xfrm>
            <a:off x="4356480" y="2789234"/>
            <a:ext cx="1000125" cy="14859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</a:t>
            </a:r>
            <a:r>
              <a:rPr sz="765" dirty="0" err="1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Compiler)</a:t>
            </a:r>
          </a:p>
        </p:txBody>
      </p:sp>
      <p:sp>
        <p:nvSpPr>
          <p:cNvPr id="213" name="object_117">
            <a:extLst>
              <a:ext uri="{FF2B5EF4-FFF2-40B4-BE49-F238E27FC236}">
                <a16:creationId xmlns:a16="http://schemas.microsoft.com/office/drawing/2014/main" id="{B6AA5575-986C-4145-84C3-98A332B83370}"/>
              </a:ext>
            </a:extLst>
          </p:cNvPr>
          <p:cNvSpPr>
            <a:spLocks noGrp="1"/>
          </p:cNvSpPr>
          <p:nvPr/>
        </p:nvSpPr>
        <p:spPr>
          <a:xfrm>
            <a:off x="4390770" y="2994974"/>
            <a:ext cx="931545" cy="41148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</p:spPr>
      </p:sp>
      <p:sp>
        <p:nvSpPr>
          <p:cNvPr id="216" name="text_119_Shape 表达与守护">
            <a:extLst>
              <a:ext uri="{FF2B5EF4-FFF2-40B4-BE49-F238E27FC236}">
                <a16:creationId xmlns:a16="http://schemas.microsoft.com/office/drawing/2014/main" id="{624F2201-D7B9-414B-9DBC-C311D72510EC}"/>
              </a:ext>
            </a:extLst>
          </p:cNvPr>
          <p:cNvSpPr>
            <a:spLocks noGrp="1"/>
          </p:cNvSpPr>
          <p:nvPr/>
        </p:nvSpPr>
        <p:spPr>
          <a:xfrm>
            <a:off x="4413630" y="3017834"/>
            <a:ext cx="885825" cy="35433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构造和优化</a:t>
            </a:r>
            <a:r>
              <a:rPr lang="en-US" altLang="zh-CN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时</a:t>
            </a:r>
            <a:endParaRPr lang="en-US" altLang="zh-CN" sz="765" dirty="0">
              <a:solidFill>
                <a:srgbClr val="454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按照</a:t>
            </a:r>
            <a:r>
              <a:rPr lang="en-US" altLang="zh-CN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765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区分</a:t>
            </a:r>
            <a:endParaRPr sz="765" dirty="0">
              <a:solidFill>
                <a:srgbClr val="454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text_121_多 Shape 覆盖能力">
            <a:extLst>
              <a:ext uri="{FF2B5EF4-FFF2-40B4-BE49-F238E27FC236}">
                <a16:creationId xmlns:a16="http://schemas.microsoft.com/office/drawing/2014/main" id="{50AD71B7-40B3-44AA-8256-B24D61514DB1}"/>
              </a:ext>
            </a:extLst>
          </p:cNvPr>
          <p:cNvSpPr>
            <a:spLocks noGrp="1"/>
          </p:cNvSpPr>
          <p:nvPr/>
        </p:nvSpPr>
        <p:spPr>
          <a:xfrm>
            <a:off x="4413630" y="3177854"/>
            <a:ext cx="885825" cy="16002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endParaRPr sz="765" dirty="0">
              <a:solidFill>
                <a:srgbClr val="454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object_122">
            <a:extLst>
              <a:ext uri="{FF2B5EF4-FFF2-40B4-BE49-F238E27FC236}">
                <a16:creationId xmlns:a16="http://schemas.microsoft.com/office/drawing/2014/main" id="{DC946395-96D9-4FC3-91EF-5CD5214DF773}"/>
              </a:ext>
            </a:extLst>
          </p:cNvPr>
          <p:cNvSpPr>
            <a:spLocks noGrp="1"/>
          </p:cNvSpPr>
          <p:nvPr/>
        </p:nvSpPr>
        <p:spPr>
          <a:xfrm>
            <a:off x="5465190" y="2492054"/>
            <a:ext cx="1091565" cy="1000125"/>
          </a:xfrm>
          <a:prstGeom prst="roundRect">
            <a:avLst>
              <a:gd name="adj" fmla="val 4000"/>
            </a:avLst>
          </a:prstGeom>
          <a:solidFill>
            <a:srgbClr val="FCF0F2"/>
          </a:solidFill>
          <a:ln w="7620">
            <a:noFill/>
          </a:ln>
        </p:spPr>
      </p:sp>
      <p:sp>
        <p:nvSpPr>
          <p:cNvPr id="219" name="text_124_自动调参机制">
            <a:extLst>
              <a:ext uri="{FF2B5EF4-FFF2-40B4-BE49-F238E27FC236}">
                <a16:creationId xmlns:a16="http://schemas.microsoft.com/office/drawing/2014/main" id="{D6998E01-6166-4D48-8A00-FA0A931AC24B}"/>
              </a:ext>
            </a:extLst>
          </p:cNvPr>
          <p:cNvSpPr>
            <a:spLocks noGrp="1"/>
          </p:cNvSpPr>
          <p:nvPr/>
        </p:nvSpPr>
        <p:spPr>
          <a:xfrm>
            <a:off x="5510910" y="2589209"/>
            <a:ext cx="1000125" cy="18288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2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自动调参机制</a:t>
            </a:r>
          </a:p>
        </p:txBody>
      </p:sp>
      <p:sp>
        <p:nvSpPr>
          <p:cNvPr id="220" name="text_126_(Triton)">
            <a:extLst>
              <a:ext uri="{FF2B5EF4-FFF2-40B4-BE49-F238E27FC236}">
                <a16:creationId xmlns:a16="http://schemas.microsoft.com/office/drawing/2014/main" id="{295F2501-C6E5-48A5-A10A-05D5E0DC9D01}"/>
              </a:ext>
            </a:extLst>
          </p:cNvPr>
          <p:cNvSpPr>
            <a:spLocks noGrp="1"/>
          </p:cNvSpPr>
          <p:nvPr/>
        </p:nvSpPr>
        <p:spPr>
          <a:xfrm>
            <a:off x="5510910" y="2789234"/>
            <a:ext cx="1000125" cy="14859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(Triton)</a:t>
            </a:r>
          </a:p>
        </p:txBody>
      </p:sp>
      <p:sp>
        <p:nvSpPr>
          <p:cNvPr id="221" name="object_127">
            <a:extLst>
              <a:ext uri="{FF2B5EF4-FFF2-40B4-BE49-F238E27FC236}">
                <a16:creationId xmlns:a16="http://schemas.microsoft.com/office/drawing/2014/main" id="{553955B0-F127-4A98-B019-C8BD803FF45D}"/>
              </a:ext>
            </a:extLst>
          </p:cNvPr>
          <p:cNvSpPr>
            <a:spLocks noGrp="1"/>
          </p:cNvSpPr>
          <p:nvPr/>
        </p:nvSpPr>
        <p:spPr>
          <a:xfrm>
            <a:off x="5545200" y="2994974"/>
            <a:ext cx="931545" cy="41148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</p:spPr>
      </p:sp>
      <p:sp>
        <p:nvSpPr>
          <p:cNvPr id="223" name="text_129_Config 搜索策略">
            <a:extLst>
              <a:ext uri="{FF2B5EF4-FFF2-40B4-BE49-F238E27FC236}">
                <a16:creationId xmlns:a16="http://schemas.microsoft.com/office/drawing/2014/main" id="{4B9BE497-32A0-4CD6-A055-C668700AC90C}"/>
              </a:ext>
            </a:extLst>
          </p:cNvPr>
          <p:cNvSpPr>
            <a:spLocks noGrp="1"/>
          </p:cNvSpPr>
          <p:nvPr/>
        </p:nvSpPr>
        <p:spPr>
          <a:xfrm>
            <a:off x="5568060" y="3017834"/>
            <a:ext cx="885825" cy="16002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搜索策略</a:t>
            </a:r>
          </a:p>
        </p:txBody>
      </p:sp>
      <p:sp>
        <p:nvSpPr>
          <p:cNvPr id="224" name="text_131_参数特化与分派">
            <a:extLst>
              <a:ext uri="{FF2B5EF4-FFF2-40B4-BE49-F238E27FC236}">
                <a16:creationId xmlns:a16="http://schemas.microsoft.com/office/drawing/2014/main" id="{60910273-7D6D-44F4-A064-C1E47D6E8DBD}"/>
              </a:ext>
            </a:extLst>
          </p:cNvPr>
          <p:cNvSpPr>
            <a:spLocks noGrp="1"/>
          </p:cNvSpPr>
          <p:nvPr/>
        </p:nvSpPr>
        <p:spPr>
          <a:xfrm>
            <a:off x="5568060" y="3177854"/>
            <a:ext cx="885825" cy="16002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参数特化与分派</a:t>
            </a:r>
          </a:p>
        </p:txBody>
      </p:sp>
      <p:sp>
        <p:nvSpPr>
          <p:cNvPr id="225" name="object_132">
            <a:extLst>
              <a:ext uri="{FF2B5EF4-FFF2-40B4-BE49-F238E27FC236}">
                <a16:creationId xmlns:a16="http://schemas.microsoft.com/office/drawing/2014/main" id="{E972E77D-66B5-42B9-A4DB-85AC38605014}"/>
              </a:ext>
            </a:extLst>
          </p:cNvPr>
          <p:cNvSpPr>
            <a:spLocks noGrp="1"/>
          </p:cNvSpPr>
          <p:nvPr/>
        </p:nvSpPr>
        <p:spPr>
          <a:xfrm>
            <a:off x="6619620" y="2492054"/>
            <a:ext cx="1091565" cy="1000125"/>
          </a:xfrm>
          <a:prstGeom prst="roundRect">
            <a:avLst>
              <a:gd name="adj" fmla="val 4000"/>
            </a:avLst>
          </a:prstGeom>
          <a:solidFill>
            <a:srgbClr val="FCF0F2"/>
          </a:solidFill>
          <a:ln w="7620">
            <a:noFill/>
          </a:ln>
        </p:spPr>
      </p:sp>
      <p:sp>
        <p:nvSpPr>
          <p:cNvPr id="226" name="text_134_多 Kernel 特化">
            <a:extLst>
              <a:ext uri="{FF2B5EF4-FFF2-40B4-BE49-F238E27FC236}">
                <a16:creationId xmlns:a16="http://schemas.microsoft.com/office/drawing/2014/main" id="{00B3DC37-E353-4A37-A325-15B611EB0C5C}"/>
              </a:ext>
            </a:extLst>
          </p:cNvPr>
          <p:cNvSpPr>
            <a:spLocks noGrp="1"/>
          </p:cNvSpPr>
          <p:nvPr/>
        </p:nvSpPr>
        <p:spPr>
          <a:xfrm>
            <a:off x="6665340" y="2589209"/>
            <a:ext cx="1000125" cy="18288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2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90" b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 Kernel 特化</a:t>
            </a:r>
          </a:p>
        </p:txBody>
      </p:sp>
      <p:sp>
        <p:nvSpPr>
          <p:cNvPr id="227" name="text_136_(CUTLASS / Ascend C)">
            <a:extLst>
              <a:ext uri="{FF2B5EF4-FFF2-40B4-BE49-F238E27FC236}">
                <a16:creationId xmlns:a16="http://schemas.microsoft.com/office/drawing/2014/main" id="{B2CF30ED-590D-415E-B275-9552325F6A05}"/>
              </a:ext>
            </a:extLst>
          </p:cNvPr>
          <p:cNvSpPr>
            <a:spLocks noGrp="1"/>
          </p:cNvSpPr>
          <p:nvPr/>
        </p:nvSpPr>
        <p:spPr>
          <a:xfrm>
            <a:off x="6665340" y="2789234"/>
            <a:ext cx="1000125" cy="14859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964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3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(CUTLASS / Ascend C)</a:t>
            </a:r>
          </a:p>
        </p:txBody>
      </p:sp>
      <p:sp>
        <p:nvSpPr>
          <p:cNvPr id="228" name="object_137">
            <a:extLst>
              <a:ext uri="{FF2B5EF4-FFF2-40B4-BE49-F238E27FC236}">
                <a16:creationId xmlns:a16="http://schemas.microsoft.com/office/drawing/2014/main" id="{78714049-48EE-4B0B-BB52-18601DB7433C}"/>
              </a:ext>
            </a:extLst>
          </p:cNvPr>
          <p:cNvSpPr>
            <a:spLocks noGrp="1"/>
          </p:cNvSpPr>
          <p:nvPr/>
        </p:nvSpPr>
        <p:spPr>
          <a:xfrm>
            <a:off x="6699630" y="2994974"/>
            <a:ext cx="931545" cy="411480"/>
          </a:xfrm>
          <a:prstGeom prst="roundRect">
            <a:avLst>
              <a:gd name="adj" fmla="val 9722"/>
            </a:avLst>
          </a:prstGeom>
          <a:solidFill>
            <a:srgbClr val="FFFFFF"/>
          </a:solidFill>
          <a:ln w="7620">
            <a:solidFill>
              <a:srgbClr val="D5D9DC"/>
            </a:solidFill>
          </a:ln>
        </p:spPr>
      </p:sp>
      <p:sp>
        <p:nvSpPr>
          <p:cNvPr id="229" name="text_139_不同问题规模">
            <a:extLst>
              <a:ext uri="{FF2B5EF4-FFF2-40B4-BE49-F238E27FC236}">
                <a16:creationId xmlns:a16="http://schemas.microsoft.com/office/drawing/2014/main" id="{5D3B4A5D-7338-4389-A2B3-07C68A33CBFB}"/>
              </a:ext>
            </a:extLst>
          </p:cNvPr>
          <p:cNvSpPr>
            <a:spLocks noGrp="1"/>
          </p:cNvSpPr>
          <p:nvPr/>
        </p:nvSpPr>
        <p:spPr>
          <a:xfrm>
            <a:off x="6722490" y="3017834"/>
            <a:ext cx="885825" cy="12001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不同问题规模</a:t>
            </a:r>
          </a:p>
        </p:txBody>
      </p:sp>
      <p:sp>
        <p:nvSpPr>
          <p:cNvPr id="231" name="text_141_不同 Kernel 结构">
            <a:extLst>
              <a:ext uri="{FF2B5EF4-FFF2-40B4-BE49-F238E27FC236}">
                <a16:creationId xmlns:a16="http://schemas.microsoft.com/office/drawing/2014/main" id="{2E686672-BE9B-4DC3-879F-972B38F1B168}"/>
              </a:ext>
            </a:extLst>
          </p:cNvPr>
          <p:cNvSpPr>
            <a:spLocks noGrp="1"/>
          </p:cNvSpPr>
          <p:nvPr/>
        </p:nvSpPr>
        <p:spPr>
          <a:xfrm>
            <a:off x="6722490" y="3137849"/>
            <a:ext cx="885825" cy="12001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 Kernel 结构</a:t>
            </a:r>
          </a:p>
        </p:txBody>
      </p:sp>
      <p:sp>
        <p:nvSpPr>
          <p:cNvPr id="232" name="text_143_硬件感知优化">
            <a:extLst>
              <a:ext uri="{FF2B5EF4-FFF2-40B4-BE49-F238E27FC236}">
                <a16:creationId xmlns:a16="http://schemas.microsoft.com/office/drawing/2014/main" id="{6DE06E5A-A3C9-4DD9-AF00-F476FC8A5BBB}"/>
              </a:ext>
            </a:extLst>
          </p:cNvPr>
          <p:cNvSpPr>
            <a:spLocks noGrp="1"/>
          </p:cNvSpPr>
          <p:nvPr/>
        </p:nvSpPr>
        <p:spPr>
          <a:xfrm>
            <a:off x="6722490" y="3257864"/>
            <a:ext cx="885825" cy="12001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65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硬件感知优化</a:t>
            </a:r>
          </a:p>
        </p:txBody>
      </p:sp>
      <p:sp>
        <p:nvSpPr>
          <p:cNvPr id="233" name="line_144">
            <a:extLst>
              <a:ext uri="{FF2B5EF4-FFF2-40B4-BE49-F238E27FC236}">
                <a16:creationId xmlns:a16="http://schemas.microsoft.com/office/drawing/2014/main" id="{9BF5755E-7F4D-4ED3-A577-94486E069B33}"/>
              </a:ext>
            </a:extLst>
          </p:cNvPr>
          <p:cNvSpPr>
            <a:spLocks noGrp="1"/>
          </p:cNvSpPr>
          <p:nvPr/>
        </p:nvSpPr>
        <p:spPr>
          <a:xfrm>
            <a:off x="4853685" y="3497894"/>
            <a:ext cx="11430" cy="148590"/>
          </a:xfrm>
          <a:custGeom>
            <a:avLst/>
            <a:gdLst/>
            <a:ahLst/>
            <a:cxnLst/>
            <a:rect l="0" t="0" r="0" b="0"/>
            <a:pathLst>
              <a:path w="15240" h="198120">
                <a:moveTo>
                  <a:pt x="7620" y="7620"/>
                </a:moveTo>
                <a:lnTo>
                  <a:pt x="7620" y="19050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2" name="line_145">
            <a:extLst>
              <a:ext uri="{FF2B5EF4-FFF2-40B4-BE49-F238E27FC236}">
                <a16:creationId xmlns:a16="http://schemas.microsoft.com/office/drawing/2014/main" id="{BB423440-AFAF-4889-8B39-31EBF3E81559}"/>
              </a:ext>
            </a:extLst>
          </p:cNvPr>
          <p:cNvSpPr>
            <a:spLocks noGrp="1"/>
          </p:cNvSpPr>
          <p:nvPr/>
        </p:nvSpPr>
        <p:spPr>
          <a:xfrm>
            <a:off x="7151115" y="3497894"/>
            <a:ext cx="11430" cy="148590"/>
          </a:xfrm>
          <a:custGeom>
            <a:avLst/>
            <a:gdLst/>
            <a:ahLst/>
            <a:cxnLst/>
            <a:rect l="0" t="0" r="0" b="0"/>
            <a:pathLst>
              <a:path w="15240" h="198120">
                <a:moveTo>
                  <a:pt x="7620" y="7620"/>
                </a:moveTo>
                <a:lnTo>
                  <a:pt x="7620" y="19050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3" name="line_146">
            <a:extLst>
              <a:ext uri="{FF2B5EF4-FFF2-40B4-BE49-F238E27FC236}">
                <a16:creationId xmlns:a16="http://schemas.microsoft.com/office/drawing/2014/main" id="{B3E27BB4-CEE8-48A8-99AD-A039D94F513A}"/>
              </a:ext>
            </a:extLst>
          </p:cNvPr>
          <p:cNvSpPr>
            <a:spLocks noGrp="1"/>
          </p:cNvSpPr>
          <p:nvPr/>
        </p:nvSpPr>
        <p:spPr>
          <a:xfrm>
            <a:off x="4853685" y="3635054"/>
            <a:ext cx="2308860" cy="11430"/>
          </a:xfrm>
          <a:custGeom>
            <a:avLst/>
            <a:gdLst/>
            <a:ahLst/>
            <a:cxnLst/>
            <a:rect l="0" t="0" r="0" b="0"/>
            <a:pathLst>
              <a:path w="3078480" h="15240">
                <a:moveTo>
                  <a:pt x="7620" y="7620"/>
                </a:moveTo>
                <a:lnTo>
                  <a:pt x="3070860" y="762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4" name="line_147">
            <a:extLst>
              <a:ext uri="{FF2B5EF4-FFF2-40B4-BE49-F238E27FC236}">
                <a16:creationId xmlns:a16="http://schemas.microsoft.com/office/drawing/2014/main" id="{02CE0F44-F1B5-4804-B388-F64370144BC5}"/>
              </a:ext>
            </a:extLst>
          </p:cNvPr>
          <p:cNvSpPr>
            <a:spLocks noGrp="1"/>
          </p:cNvSpPr>
          <p:nvPr/>
        </p:nvSpPr>
        <p:spPr>
          <a:xfrm>
            <a:off x="5979209" y="3497893"/>
            <a:ext cx="68910" cy="818221"/>
          </a:xfrm>
          <a:custGeom>
            <a:avLst/>
            <a:gdLst/>
            <a:ahLst/>
            <a:cxnLst/>
            <a:rect l="0" t="0" r="0" b="0"/>
            <a:pathLst>
              <a:path w="15240" h="381000">
                <a:moveTo>
                  <a:pt x="7620" y="7620"/>
                </a:moveTo>
                <a:lnTo>
                  <a:pt x="7620" y="37338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5" name="line_148">
            <a:extLst>
              <a:ext uri="{FF2B5EF4-FFF2-40B4-BE49-F238E27FC236}">
                <a16:creationId xmlns:a16="http://schemas.microsoft.com/office/drawing/2014/main" id="{2276207D-7AB5-4D88-A586-E9085CDF886F}"/>
              </a:ext>
            </a:extLst>
          </p:cNvPr>
          <p:cNvSpPr>
            <a:spLocks noGrp="1"/>
          </p:cNvSpPr>
          <p:nvPr/>
        </p:nvSpPr>
        <p:spPr>
          <a:xfrm>
            <a:off x="5984346" y="4276233"/>
            <a:ext cx="49789" cy="46538"/>
          </a:xfrm>
          <a:custGeom>
            <a:avLst/>
            <a:gdLst/>
            <a:ahLst/>
            <a:cxnLst/>
            <a:rect l="0" t="0" r="0" b="0"/>
            <a:pathLst>
              <a:path w="66385" h="62050">
                <a:moveTo>
                  <a:pt x="7620" y="7620"/>
                </a:moveTo>
                <a:lnTo>
                  <a:pt x="33193" y="54430"/>
                </a:lnTo>
                <a:lnTo>
                  <a:pt x="58765" y="7620"/>
                </a:lnTo>
              </a:path>
            </a:pathLst>
          </a:custGeom>
          <a:noFill/>
          <a:ln w="15240">
            <a:solidFill>
              <a:srgbClr val="C9000C"/>
            </a:solidFill>
          </a:ln>
        </p:spPr>
      </p:sp>
      <p:sp>
        <p:nvSpPr>
          <p:cNvPr id="246" name="object_149">
            <a:extLst>
              <a:ext uri="{FF2B5EF4-FFF2-40B4-BE49-F238E27FC236}">
                <a16:creationId xmlns:a16="http://schemas.microsoft.com/office/drawing/2014/main" id="{D1118B64-C73C-4B4D-91FF-E9BB05A469BD}"/>
              </a:ext>
            </a:extLst>
          </p:cNvPr>
          <p:cNvSpPr>
            <a:spLocks noGrp="1"/>
          </p:cNvSpPr>
          <p:nvPr/>
        </p:nvSpPr>
        <p:spPr>
          <a:xfrm>
            <a:off x="5106270" y="4362776"/>
            <a:ext cx="1817370" cy="262890"/>
          </a:xfrm>
          <a:prstGeom prst="roundRect">
            <a:avLst>
              <a:gd name="adj" fmla="val 15217"/>
            </a:avLst>
          </a:prstGeom>
          <a:solidFill>
            <a:srgbClr val="C9000C"/>
          </a:solidFill>
          <a:ln w="7620">
            <a:solidFill>
              <a:srgbClr val="C9000C"/>
            </a:solidFill>
          </a:ln>
        </p:spPr>
      </p:sp>
      <p:sp>
        <p:nvSpPr>
          <p:cNvPr id="247" name="text_151_面向 MLU 的动态算子开发方法">
            <a:extLst>
              <a:ext uri="{FF2B5EF4-FFF2-40B4-BE49-F238E27FC236}">
                <a16:creationId xmlns:a16="http://schemas.microsoft.com/office/drawing/2014/main" id="{63289FBC-D0AE-4D10-B03D-3458AF45284D}"/>
              </a:ext>
            </a:extLst>
          </p:cNvPr>
          <p:cNvSpPr>
            <a:spLocks noGrp="1"/>
          </p:cNvSpPr>
          <p:nvPr/>
        </p:nvSpPr>
        <p:spPr>
          <a:xfrm>
            <a:off x="5151990" y="4379921"/>
            <a:ext cx="1725930" cy="22288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53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</a:t>
            </a:r>
            <a:r>
              <a:rPr sz="953" b="1" dirty="0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 </a:t>
            </a:r>
            <a:r>
              <a:rPr sz="953" b="1" dirty="0" err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的动态算子开发方法</a:t>
            </a:r>
            <a:endParaRPr sz="953" b="1" dirty="0">
              <a:solidFill>
                <a:srgbClr val="FFFF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308" name="组合 307">
            <a:extLst>
              <a:ext uri="{FF2B5EF4-FFF2-40B4-BE49-F238E27FC236}">
                <a16:creationId xmlns:a16="http://schemas.microsoft.com/office/drawing/2014/main" id="{FBB5E351-DD1F-4B5C-BFDF-C856FE199554}"/>
              </a:ext>
            </a:extLst>
          </p:cNvPr>
          <p:cNvGrpSpPr/>
          <p:nvPr/>
        </p:nvGrpSpPr>
        <p:grpSpPr>
          <a:xfrm>
            <a:off x="4179478" y="1081878"/>
            <a:ext cx="1404000" cy="418626"/>
            <a:chOff x="836294" y="996913"/>
            <a:chExt cx="1872000" cy="558168"/>
          </a:xfrm>
        </p:grpSpPr>
        <p:sp>
          <p:nvSpPr>
            <p:cNvPr id="309" name="文本框 308">
              <a:extLst>
                <a:ext uri="{FF2B5EF4-FFF2-40B4-BE49-F238E27FC236}">
                  <a16:creationId xmlns:a16="http://schemas.microsoft.com/office/drawing/2014/main" id="{5AC8F223-5A2F-A79F-94C2-CE117DEA9EB5}"/>
                </a:ext>
              </a:extLst>
            </p:cNvPr>
            <p:cNvSpPr txBox="1"/>
            <p:nvPr/>
          </p:nvSpPr>
          <p:spPr>
            <a:xfrm>
              <a:off x="1236345" y="996913"/>
              <a:ext cx="1323439" cy="447301"/>
            </a:xfrm>
            <a:prstGeom prst="rect">
              <a:avLst/>
            </a:prstGeom>
            <a:noFill/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txBody>
            <a:bodyPr wrap="none" rtlCol="0">
              <a:spAutoFit/>
            </a:bodyPr>
            <a:lstStyle/>
            <a:p>
              <a:r>
                <a:rPr lang="zh-CN" altLang="en-US" sz="1580" b="1" dirty="0">
                  <a:solidFill>
                    <a:srgbClr val="000000"/>
                  </a:solidFill>
                  <a:latin typeface="Times New Roman" panose="02020603050405020304" pitchFamily="18" charset="0"/>
                  <a:ea typeface="Arial"/>
                  <a:cs typeface="Times New Roman" panose="02020603050405020304" pitchFamily="18" charset="0"/>
                </a:rPr>
                <a:t>解决思路</a:t>
              </a:r>
            </a:p>
          </p:txBody>
        </p:sp>
        <p:cxnSp>
          <p:nvCxnSpPr>
            <p:cNvPr id="310" name="直接连接符 309">
              <a:extLst>
                <a:ext uri="{FF2B5EF4-FFF2-40B4-BE49-F238E27FC236}">
                  <a16:creationId xmlns:a16="http://schemas.microsoft.com/office/drawing/2014/main" id="{935F3830-3339-26D4-B832-5D93E3A1C352}"/>
                </a:ext>
              </a:extLst>
            </p:cNvPr>
            <p:cNvCxnSpPr/>
            <p:nvPr/>
          </p:nvCxnSpPr>
          <p:spPr>
            <a:xfrm>
              <a:off x="836294" y="1555081"/>
              <a:ext cx="1872000" cy="0"/>
            </a:xfrm>
            <a:prstGeom prst="line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  <p:style>
            <a:lnRef idx="3">
              <a:schemeClr val="accent1"/>
            </a:lnRef>
            <a:fillRef idx="0">
              <a:schemeClr val="accent1"/>
            </a:fillRef>
            <a:effectRef idx="2">
              <a:schemeClr val="accent1"/>
            </a:effectRef>
            <a:fontRef idx="minor">
              <a:schemeClr val="tx1"/>
            </a:fontRef>
          </p:style>
        </p:cxnSp>
        <p:pic>
          <p:nvPicPr>
            <p:cNvPr id="311" name="图片 310">
              <a:extLst>
                <a:ext uri="{FF2B5EF4-FFF2-40B4-BE49-F238E27FC236}">
                  <a16:creationId xmlns:a16="http://schemas.microsoft.com/office/drawing/2014/main" id="{6ED36106-8E5C-C3EC-BBB0-9EB99C8C670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 cstate="print">
              <a:extLst>
                <a:ext uri="{28A0092B-C50C-407E-A947-70E740481C1C}">
                  <a14:useLocalDpi xmlns:a14="http://schemas.microsoft.com/office/drawing/2010/main" val="0"/>
                </a:ext>
              </a:extLst>
            </a:blip>
            <a:stretch>
              <a:fillRect/>
            </a:stretch>
          </p:blipFill>
          <p:spPr>
            <a:xfrm>
              <a:off x="836294" y="1027720"/>
              <a:ext cx="400050" cy="400050"/>
            </a:xfrm>
            <a:prstGeom prst="rect">
              <a:avLst/>
            </a:prstGeom>
            <a:effectLst>
              <a:outerShdw blurRad="50800" dist="38100" dir="2700000" algn="tl" rotWithShape="0">
                <a:prstClr val="black">
                  <a:alpha val="40000"/>
                </a:prstClr>
              </a:outerShdw>
            </a:effectLst>
          </p:spPr>
        </p:pic>
      </p:grpSp>
      <p:sp>
        <p:nvSpPr>
          <p:cNvPr id="312" name="文本框 311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4110532" y="1678900"/>
            <a:ext cx="3179622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结合各方案的优势，构建如下图所示机制</a:t>
            </a:r>
            <a:r>
              <a:rPr lang="zh-CN" altLang="en-US" sz="1200" dirty="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</a:t>
            </a:r>
          </a:p>
        </p:txBody>
      </p:sp>
      <p:sp>
        <p:nvSpPr>
          <p:cNvPr id="319" name="text_18_分阶段演进：从 V1 到 V3">
            <a:extLst>
              <a:ext uri="{FF2B5EF4-FFF2-40B4-BE49-F238E27FC236}">
                <a16:creationId xmlns:a16="http://schemas.microsoft.com/office/drawing/2014/main" id="{1979D05E-B535-4057-B976-28774181582E}"/>
              </a:ext>
            </a:extLst>
          </p:cNvPr>
          <p:cNvSpPr>
            <a:spLocks noGrp="1"/>
          </p:cNvSpPr>
          <p:nvPr/>
        </p:nvSpPr>
        <p:spPr>
          <a:xfrm>
            <a:off x="618273" y="5152021"/>
            <a:ext cx="5299052" cy="235479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>
              <a:defRPr sz="162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215" b="1" dirty="0" smtClean="0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具体开发过程：</a:t>
            </a:r>
            <a:r>
              <a:rPr sz="1215" b="1" dirty="0" err="1" smtClean="0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</a:t>
            </a:r>
            <a:r>
              <a:rPr lang="zh-CN" altLang="en-US" sz="1215" b="1" dirty="0" smtClean="0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实现动态算子开发</a:t>
            </a:r>
            <a:endParaRPr lang="zh-CN" altLang="en-US" sz="1215" b="1" dirty="0">
              <a:solidFill>
                <a:srgbClr val="111315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0" name="text_222_逐步解决动态算子开发中的关键问题，能力不断增">
            <a:extLst>
              <a:ext uri="{FF2B5EF4-FFF2-40B4-BE49-F238E27FC236}">
                <a16:creationId xmlns:a16="http://schemas.microsoft.com/office/drawing/2014/main" id="{5983B2FE-3B6D-4AF0-B3D8-D8D99FB63F6E}"/>
              </a:ext>
            </a:extLst>
          </p:cNvPr>
          <p:cNvSpPr>
            <a:spLocks noGrp="1"/>
          </p:cNvSpPr>
          <p:nvPr/>
        </p:nvSpPr>
        <p:spPr>
          <a:xfrm>
            <a:off x="2975809" y="5195818"/>
            <a:ext cx="2377440" cy="17716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0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endParaRPr sz="765" dirty="0">
              <a:solidFill>
                <a:srgbClr val="454B5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21" name="object_223">
            <a:extLst>
              <a:ext uri="{FF2B5EF4-FFF2-40B4-BE49-F238E27FC236}">
                <a16:creationId xmlns:a16="http://schemas.microsoft.com/office/drawing/2014/main" id="{1702ACC0-3E70-4195-BF21-7D9B59D550B4}"/>
              </a:ext>
            </a:extLst>
          </p:cNvPr>
          <p:cNvSpPr>
            <a:spLocks noGrp="1"/>
          </p:cNvSpPr>
          <p:nvPr/>
        </p:nvSpPr>
        <p:spPr>
          <a:xfrm>
            <a:off x="872198" y="5511149"/>
            <a:ext cx="2188845" cy="931545"/>
          </a:xfrm>
          <a:prstGeom prst="roundRect">
            <a:avLst>
              <a:gd name="adj" fmla="val 4294"/>
            </a:avLst>
          </a:prstGeom>
          <a:solidFill>
            <a:srgbClr val="F3F5F6"/>
          </a:solidFill>
          <a:ln w="7620">
            <a:solidFill>
              <a:srgbClr val="D5D9DC"/>
            </a:solidFill>
          </a:ln>
        </p:spPr>
      </p:sp>
      <p:sp>
        <p:nvSpPr>
          <p:cNvPr id="322" name="object_224">
            <a:extLst>
              <a:ext uri="{FF2B5EF4-FFF2-40B4-BE49-F238E27FC236}">
                <a16:creationId xmlns:a16="http://schemas.microsoft.com/office/drawing/2014/main" id="{C8D7EDA3-00C6-4E90-A480-D95FF317BF56}"/>
              </a:ext>
            </a:extLst>
          </p:cNvPr>
          <p:cNvSpPr>
            <a:spLocks noGrp="1"/>
          </p:cNvSpPr>
          <p:nvPr/>
        </p:nvSpPr>
        <p:spPr>
          <a:xfrm>
            <a:off x="683603" y="5556869"/>
            <a:ext cx="280035" cy="280035"/>
          </a:xfrm>
          <a:prstGeom prst="ellipse">
            <a:avLst/>
          </a:prstGeom>
          <a:solidFill>
            <a:srgbClr val="7C8790"/>
          </a:solidFill>
          <a:ln w="15240">
            <a:noFill/>
          </a:ln>
        </p:spPr>
      </p:sp>
      <p:sp>
        <p:nvSpPr>
          <p:cNvPr id="323" name="text_226_V1">
            <a:extLst>
              <a:ext uri="{FF2B5EF4-FFF2-40B4-BE49-F238E27FC236}">
                <a16:creationId xmlns:a16="http://schemas.microsoft.com/office/drawing/2014/main" id="{B5DEB70C-CD90-434A-B831-FB02B0C0D0A9}"/>
              </a:ext>
            </a:extLst>
          </p:cNvPr>
          <p:cNvSpPr>
            <a:spLocks noGrp="1"/>
          </p:cNvSpPr>
          <p:nvPr/>
        </p:nvSpPr>
        <p:spPr>
          <a:xfrm>
            <a:off x="683603" y="5556869"/>
            <a:ext cx="280035" cy="28003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</a:t>
            </a:r>
          </a:p>
        </p:txBody>
      </p:sp>
      <p:sp>
        <p:nvSpPr>
          <p:cNvPr id="324" name="text_228_基础动态支持">
            <a:extLst>
              <a:ext uri="{FF2B5EF4-FFF2-40B4-BE49-F238E27FC236}">
                <a16:creationId xmlns:a16="http://schemas.microsoft.com/office/drawing/2014/main" id="{4037D495-98FC-46AB-A4F8-394A60E7B667}"/>
              </a:ext>
            </a:extLst>
          </p:cNvPr>
          <p:cNvSpPr>
            <a:spLocks noGrp="1"/>
          </p:cNvSpPr>
          <p:nvPr/>
        </p:nvSpPr>
        <p:spPr>
          <a:xfrm>
            <a:off x="1123658" y="5574014"/>
            <a:ext cx="1268730" cy="19431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60" b="1">
                <a:solidFill>
                  <a:srgbClr val="11131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111315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基础动态支持</a:t>
            </a:r>
          </a:p>
        </p:txBody>
      </p:sp>
      <p:sp>
        <p:nvSpPr>
          <p:cNvPr id="325" name="object_229">
            <a:extLst>
              <a:ext uri="{FF2B5EF4-FFF2-40B4-BE49-F238E27FC236}">
                <a16:creationId xmlns:a16="http://schemas.microsoft.com/office/drawing/2014/main" id="{B14203C3-171D-4E80-B26B-4DE59C4F417D}"/>
              </a:ext>
            </a:extLst>
          </p:cNvPr>
          <p:cNvSpPr>
            <a:spLocks noGrp="1"/>
          </p:cNvSpPr>
          <p:nvPr/>
        </p:nvSpPr>
        <p:spPr>
          <a:xfrm>
            <a:off x="1055078" y="5868222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26" name="text_231_支持动态 Shape 的 Kernel 开发">
            <a:extLst>
              <a:ext uri="{FF2B5EF4-FFF2-40B4-BE49-F238E27FC236}">
                <a16:creationId xmlns:a16="http://schemas.microsoft.com/office/drawing/2014/main" id="{F0FF2005-529D-48A8-8A75-53FEA375952E}"/>
              </a:ext>
            </a:extLst>
          </p:cNvPr>
          <p:cNvSpPr>
            <a:spLocks noGrp="1"/>
          </p:cNvSpPr>
          <p:nvPr/>
        </p:nvSpPr>
        <p:spPr>
          <a:xfrm>
            <a:off x="1135088" y="5819759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2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69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支持动态 Shape 的 Kernel 开发</a:t>
            </a:r>
          </a:p>
        </p:txBody>
      </p:sp>
      <p:sp>
        <p:nvSpPr>
          <p:cNvPr id="327" name="object_232">
            <a:extLst>
              <a:ext uri="{FF2B5EF4-FFF2-40B4-BE49-F238E27FC236}">
                <a16:creationId xmlns:a16="http://schemas.microsoft.com/office/drawing/2014/main" id="{BA3BBCC8-9E5B-4D25-A2A2-2D91A97C2B58}"/>
              </a:ext>
            </a:extLst>
          </p:cNvPr>
          <p:cNvSpPr>
            <a:spLocks noGrp="1"/>
          </p:cNvSpPr>
          <p:nvPr/>
        </p:nvSpPr>
        <p:spPr>
          <a:xfrm>
            <a:off x="1055078" y="6011097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28" name="text_234_以正确性验证为主">
            <a:extLst>
              <a:ext uri="{FF2B5EF4-FFF2-40B4-BE49-F238E27FC236}">
                <a16:creationId xmlns:a16="http://schemas.microsoft.com/office/drawing/2014/main" id="{CDB35D30-905E-4DEB-BFDE-3F99FF6529AB}"/>
              </a:ext>
            </a:extLst>
          </p:cNvPr>
          <p:cNvSpPr>
            <a:spLocks noGrp="1"/>
          </p:cNvSpPr>
          <p:nvPr/>
        </p:nvSpPr>
        <p:spPr>
          <a:xfrm>
            <a:off x="1135088" y="5962634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以正确性验证为主</a:t>
            </a:r>
          </a:p>
        </p:txBody>
      </p:sp>
      <p:sp>
        <p:nvSpPr>
          <p:cNvPr id="329" name="object_235">
            <a:extLst>
              <a:ext uri="{FF2B5EF4-FFF2-40B4-BE49-F238E27FC236}">
                <a16:creationId xmlns:a16="http://schemas.microsoft.com/office/drawing/2014/main" id="{71FA1417-A0D9-42D5-A9D6-A5CBFAC6CEFD}"/>
              </a:ext>
            </a:extLst>
          </p:cNvPr>
          <p:cNvSpPr>
            <a:spLocks noGrp="1"/>
          </p:cNvSpPr>
          <p:nvPr/>
        </p:nvSpPr>
        <p:spPr>
          <a:xfrm>
            <a:off x="1055078" y="6153972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30" name="text_237_基于经验的参数选择">
            <a:extLst>
              <a:ext uri="{FF2B5EF4-FFF2-40B4-BE49-F238E27FC236}">
                <a16:creationId xmlns:a16="http://schemas.microsoft.com/office/drawing/2014/main" id="{A615F2B0-4A0E-4A37-9765-7E97DF48C18F}"/>
              </a:ext>
            </a:extLst>
          </p:cNvPr>
          <p:cNvSpPr>
            <a:spLocks noGrp="1"/>
          </p:cNvSpPr>
          <p:nvPr/>
        </p:nvSpPr>
        <p:spPr>
          <a:xfrm>
            <a:off x="1135088" y="6105509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基于经验的参数选择</a:t>
            </a:r>
          </a:p>
        </p:txBody>
      </p:sp>
      <p:sp>
        <p:nvSpPr>
          <p:cNvPr id="338" name="object_250">
            <a:extLst>
              <a:ext uri="{FF2B5EF4-FFF2-40B4-BE49-F238E27FC236}">
                <a16:creationId xmlns:a16="http://schemas.microsoft.com/office/drawing/2014/main" id="{D4798B86-EB8E-4D0C-8E42-DE37F708759B}"/>
              </a:ext>
            </a:extLst>
          </p:cNvPr>
          <p:cNvSpPr>
            <a:spLocks noGrp="1"/>
          </p:cNvSpPr>
          <p:nvPr/>
        </p:nvSpPr>
        <p:spPr>
          <a:xfrm>
            <a:off x="3513736" y="5505800"/>
            <a:ext cx="2188845" cy="931545"/>
          </a:xfrm>
          <a:prstGeom prst="roundRect">
            <a:avLst>
              <a:gd name="adj" fmla="val 4294"/>
            </a:avLst>
          </a:prstGeom>
          <a:solidFill>
            <a:srgbClr val="F3F5F6"/>
          </a:solidFill>
          <a:ln w="7620">
            <a:solidFill>
              <a:srgbClr val="D5D9DC"/>
            </a:solidFill>
          </a:ln>
        </p:spPr>
      </p:sp>
      <p:sp>
        <p:nvSpPr>
          <p:cNvPr id="339" name="object_251">
            <a:extLst>
              <a:ext uri="{FF2B5EF4-FFF2-40B4-BE49-F238E27FC236}">
                <a16:creationId xmlns:a16="http://schemas.microsoft.com/office/drawing/2014/main" id="{A8E2B7F6-C622-4A93-8762-5493363AA408}"/>
              </a:ext>
            </a:extLst>
          </p:cNvPr>
          <p:cNvSpPr>
            <a:spLocks noGrp="1"/>
          </p:cNvSpPr>
          <p:nvPr/>
        </p:nvSpPr>
        <p:spPr>
          <a:xfrm>
            <a:off x="3325141" y="5551520"/>
            <a:ext cx="280035" cy="280035"/>
          </a:xfrm>
          <a:prstGeom prst="ellipse">
            <a:avLst/>
          </a:prstGeom>
          <a:solidFill>
            <a:srgbClr val="C9000C"/>
          </a:solidFill>
          <a:ln w="15240">
            <a:noFill/>
          </a:ln>
        </p:spPr>
      </p:sp>
      <p:sp>
        <p:nvSpPr>
          <p:cNvPr id="340" name="text_253_V2">
            <a:extLst>
              <a:ext uri="{FF2B5EF4-FFF2-40B4-BE49-F238E27FC236}">
                <a16:creationId xmlns:a16="http://schemas.microsoft.com/office/drawing/2014/main" id="{87522A27-C24A-4C75-8B3B-B183E2EAA14D}"/>
              </a:ext>
            </a:extLst>
          </p:cNvPr>
          <p:cNvSpPr>
            <a:spLocks noGrp="1"/>
          </p:cNvSpPr>
          <p:nvPr/>
        </p:nvSpPr>
        <p:spPr>
          <a:xfrm>
            <a:off x="3325141" y="5551520"/>
            <a:ext cx="280035" cy="28003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V2</a:t>
            </a:r>
          </a:p>
        </p:txBody>
      </p:sp>
      <p:sp>
        <p:nvSpPr>
          <p:cNvPr id="341" name="text_255_自动化参数搜索">
            <a:extLst>
              <a:ext uri="{FF2B5EF4-FFF2-40B4-BE49-F238E27FC236}">
                <a16:creationId xmlns:a16="http://schemas.microsoft.com/office/drawing/2014/main" id="{4AFEE0B3-CD09-4EC9-B43C-A3E4C2D921F5}"/>
              </a:ext>
            </a:extLst>
          </p:cNvPr>
          <p:cNvSpPr>
            <a:spLocks noGrp="1"/>
          </p:cNvSpPr>
          <p:nvPr/>
        </p:nvSpPr>
        <p:spPr>
          <a:xfrm>
            <a:off x="3765196" y="5568665"/>
            <a:ext cx="1268730" cy="19431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6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自动化参数搜索</a:t>
            </a:r>
          </a:p>
        </p:txBody>
      </p:sp>
      <p:sp>
        <p:nvSpPr>
          <p:cNvPr id="342" name="object_256">
            <a:extLst>
              <a:ext uri="{FF2B5EF4-FFF2-40B4-BE49-F238E27FC236}">
                <a16:creationId xmlns:a16="http://schemas.microsoft.com/office/drawing/2014/main" id="{B05E6442-6208-4842-8F7C-FDB26D76AF5C}"/>
              </a:ext>
            </a:extLst>
          </p:cNvPr>
          <p:cNvSpPr>
            <a:spLocks noGrp="1"/>
          </p:cNvSpPr>
          <p:nvPr/>
        </p:nvSpPr>
        <p:spPr>
          <a:xfrm>
            <a:off x="3696616" y="5862873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43" name="text_258_标准化的 Config Search 流程">
            <a:extLst>
              <a:ext uri="{FF2B5EF4-FFF2-40B4-BE49-F238E27FC236}">
                <a16:creationId xmlns:a16="http://schemas.microsoft.com/office/drawing/2014/main" id="{254BA71E-EB5B-467C-9589-842C67F639BE}"/>
              </a:ext>
            </a:extLst>
          </p:cNvPr>
          <p:cNvSpPr>
            <a:spLocks noGrp="1"/>
          </p:cNvSpPr>
          <p:nvPr/>
        </p:nvSpPr>
        <p:spPr>
          <a:xfrm>
            <a:off x="3776626" y="5814410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标准化的 Config Search 流程</a:t>
            </a:r>
          </a:p>
        </p:txBody>
      </p:sp>
      <p:sp>
        <p:nvSpPr>
          <p:cNvPr id="344" name="object_259">
            <a:extLst>
              <a:ext uri="{FF2B5EF4-FFF2-40B4-BE49-F238E27FC236}">
                <a16:creationId xmlns:a16="http://schemas.microsoft.com/office/drawing/2014/main" id="{AA7B8BC9-6DC0-4A9D-9702-7DB58E86F8A9}"/>
              </a:ext>
            </a:extLst>
          </p:cNvPr>
          <p:cNvSpPr>
            <a:spLocks noGrp="1"/>
          </p:cNvSpPr>
          <p:nvPr/>
        </p:nvSpPr>
        <p:spPr>
          <a:xfrm>
            <a:off x="3696616" y="6005748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45" name="text_261_支持多 Shape 自动搜索">
            <a:extLst>
              <a:ext uri="{FF2B5EF4-FFF2-40B4-BE49-F238E27FC236}">
                <a16:creationId xmlns:a16="http://schemas.microsoft.com/office/drawing/2014/main" id="{3854563C-52F5-4B18-BDF7-7DD2D390206F}"/>
              </a:ext>
            </a:extLst>
          </p:cNvPr>
          <p:cNvSpPr>
            <a:spLocks noGrp="1"/>
          </p:cNvSpPr>
          <p:nvPr/>
        </p:nvSpPr>
        <p:spPr>
          <a:xfrm>
            <a:off x="3776626" y="5957285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支持多 Shape 自动搜索</a:t>
            </a:r>
          </a:p>
        </p:txBody>
      </p:sp>
      <p:sp>
        <p:nvSpPr>
          <p:cNvPr id="346" name="object_262">
            <a:extLst>
              <a:ext uri="{FF2B5EF4-FFF2-40B4-BE49-F238E27FC236}">
                <a16:creationId xmlns:a16="http://schemas.microsoft.com/office/drawing/2014/main" id="{73B1393C-BD0D-4067-A56C-E339E974DD9C}"/>
              </a:ext>
            </a:extLst>
          </p:cNvPr>
          <p:cNvSpPr>
            <a:spLocks noGrp="1"/>
          </p:cNvSpPr>
          <p:nvPr/>
        </p:nvSpPr>
        <p:spPr>
          <a:xfrm>
            <a:off x="3696616" y="6148623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47" name="text_264_生成 Shape → Config 分派">
            <a:extLst>
              <a:ext uri="{FF2B5EF4-FFF2-40B4-BE49-F238E27FC236}">
                <a16:creationId xmlns:a16="http://schemas.microsoft.com/office/drawing/2014/main" id="{F96735C6-5792-4B01-A6C1-81659B47D91B}"/>
              </a:ext>
            </a:extLst>
          </p:cNvPr>
          <p:cNvSpPr>
            <a:spLocks noGrp="1"/>
          </p:cNvSpPr>
          <p:nvPr/>
        </p:nvSpPr>
        <p:spPr>
          <a:xfrm>
            <a:off x="3776626" y="6100160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 Shape → Config 分派</a:t>
            </a:r>
          </a:p>
        </p:txBody>
      </p:sp>
      <p:sp>
        <p:nvSpPr>
          <p:cNvPr id="348" name="object_265">
            <a:extLst>
              <a:ext uri="{FF2B5EF4-FFF2-40B4-BE49-F238E27FC236}">
                <a16:creationId xmlns:a16="http://schemas.microsoft.com/office/drawing/2014/main" id="{3EE45EE5-20B3-45CB-B737-B893DD0C76E9}"/>
              </a:ext>
            </a:extLst>
          </p:cNvPr>
          <p:cNvSpPr>
            <a:spLocks noGrp="1"/>
          </p:cNvSpPr>
          <p:nvPr/>
        </p:nvSpPr>
        <p:spPr>
          <a:xfrm>
            <a:off x="3696616" y="6291498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49" name="text_267_完善的验证与恢复机制">
            <a:extLst>
              <a:ext uri="{FF2B5EF4-FFF2-40B4-BE49-F238E27FC236}">
                <a16:creationId xmlns:a16="http://schemas.microsoft.com/office/drawing/2014/main" id="{AB552565-5622-4D53-A5C1-BE71D8843892}"/>
              </a:ext>
            </a:extLst>
          </p:cNvPr>
          <p:cNvSpPr>
            <a:spLocks noGrp="1"/>
          </p:cNvSpPr>
          <p:nvPr/>
        </p:nvSpPr>
        <p:spPr>
          <a:xfrm>
            <a:off x="3776626" y="6243035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完善的验证与恢复机制</a:t>
            </a:r>
          </a:p>
        </p:txBody>
      </p:sp>
      <p:sp>
        <p:nvSpPr>
          <p:cNvPr id="357" name="object_280">
            <a:extLst>
              <a:ext uri="{FF2B5EF4-FFF2-40B4-BE49-F238E27FC236}">
                <a16:creationId xmlns:a16="http://schemas.microsoft.com/office/drawing/2014/main" id="{903796C5-41B1-48F4-B9B8-432965D4DA73}"/>
              </a:ext>
            </a:extLst>
          </p:cNvPr>
          <p:cNvSpPr>
            <a:spLocks noGrp="1"/>
          </p:cNvSpPr>
          <p:nvPr/>
        </p:nvSpPr>
        <p:spPr>
          <a:xfrm>
            <a:off x="6138826" y="5505800"/>
            <a:ext cx="2188845" cy="931545"/>
          </a:xfrm>
          <a:prstGeom prst="roundRect">
            <a:avLst>
              <a:gd name="adj" fmla="val 4294"/>
            </a:avLst>
          </a:prstGeom>
          <a:solidFill>
            <a:srgbClr val="F3F5F6"/>
          </a:solidFill>
          <a:ln w="7620">
            <a:solidFill>
              <a:srgbClr val="D5D9DC"/>
            </a:solidFill>
          </a:ln>
        </p:spPr>
      </p:sp>
      <p:sp>
        <p:nvSpPr>
          <p:cNvPr id="358" name="object_281">
            <a:extLst>
              <a:ext uri="{FF2B5EF4-FFF2-40B4-BE49-F238E27FC236}">
                <a16:creationId xmlns:a16="http://schemas.microsoft.com/office/drawing/2014/main" id="{FC85424C-91DD-404E-8382-EBB2D3A417A4}"/>
              </a:ext>
            </a:extLst>
          </p:cNvPr>
          <p:cNvSpPr>
            <a:spLocks noGrp="1"/>
          </p:cNvSpPr>
          <p:nvPr/>
        </p:nvSpPr>
        <p:spPr>
          <a:xfrm>
            <a:off x="5950231" y="5551520"/>
            <a:ext cx="280035" cy="280035"/>
          </a:xfrm>
          <a:prstGeom prst="ellipse">
            <a:avLst/>
          </a:prstGeom>
          <a:solidFill>
            <a:srgbClr val="C9000C"/>
          </a:solidFill>
          <a:ln w="15240">
            <a:noFill/>
          </a:ln>
        </p:spPr>
      </p:sp>
      <p:sp>
        <p:nvSpPr>
          <p:cNvPr id="359" name="text_283_V3">
            <a:extLst>
              <a:ext uri="{FF2B5EF4-FFF2-40B4-BE49-F238E27FC236}">
                <a16:creationId xmlns:a16="http://schemas.microsoft.com/office/drawing/2014/main" id="{E212556B-92A3-4732-A0B5-DA4C06C865A0}"/>
              </a:ext>
            </a:extLst>
          </p:cNvPr>
          <p:cNvSpPr>
            <a:spLocks noGrp="1"/>
          </p:cNvSpPr>
          <p:nvPr/>
        </p:nvSpPr>
        <p:spPr>
          <a:xfrm>
            <a:off x="5950231" y="5551520"/>
            <a:ext cx="280035" cy="28003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2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15" b="1">
                <a:solidFill>
                  <a:srgbClr val="FFFF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V3</a:t>
            </a:r>
          </a:p>
        </p:txBody>
      </p:sp>
      <p:sp>
        <p:nvSpPr>
          <p:cNvPr id="360" name="text_285_多 Kernel 结构适配">
            <a:extLst>
              <a:ext uri="{FF2B5EF4-FFF2-40B4-BE49-F238E27FC236}">
                <a16:creationId xmlns:a16="http://schemas.microsoft.com/office/drawing/2014/main" id="{6EB356CA-209C-46D1-9EAF-FF070F63AD3B}"/>
              </a:ext>
            </a:extLst>
          </p:cNvPr>
          <p:cNvSpPr>
            <a:spLocks noGrp="1"/>
          </p:cNvSpPr>
          <p:nvPr/>
        </p:nvSpPr>
        <p:spPr>
          <a:xfrm>
            <a:off x="6390286" y="5568665"/>
            <a:ext cx="1268730" cy="19431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26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45" b="1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 Kernel 结构适配</a:t>
            </a:r>
          </a:p>
        </p:txBody>
      </p:sp>
      <p:sp>
        <p:nvSpPr>
          <p:cNvPr id="361" name="object_286">
            <a:extLst>
              <a:ext uri="{FF2B5EF4-FFF2-40B4-BE49-F238E27FC236}">
                <a16:creationId xmlns:a16="http://schemas.microsoft.com/office/drawing/2014/main" id="{4BE92946-FBA2-430F-96E4-D2CFE7133118}"/>
              </a:ext>
            </a:extLst>
          </p:cNvPr>
          <p:cNvSpPr>
            <a:spLocks noGrp="1"/>
          </p:cNvSpPr>
          <p:nvPr/>
        </p:nvSpPr>
        <p:spPr>
          <a:xfrm>
            <a:off x="6321706" y="5862873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62" name="text_288_引入多 Kernel Family">
            <a:extLst>
              <a:ext uri="{FF2B5EF4-FFF2-40B4-BE49-F238E27FC236}">
                <a16:creationId xmlns:a16="http://schemas.microsoft.com/office/drawing/2014/main" id="{545F2C4F-574C-489D-B4AF-33F9F3B57DB6}"/>
              </a:ext>
            </a:extLst>
          </p:cNvPr>
          <p:cNvSpPr>
            <a:spLocks noGrp="1"/>
          </p:cNvSpPr>
          <p:nvPr/>
        </p:nvSpPr>
        <p:spPr>
          <a:xfrm>
            <a:off x="6401716" y="5814410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引入多 Kernel Family</a:t>
            </a:r>
          </a:p>
        </p:txBody>
      </p:sp>
      <p:sp>
        <p:nvSpPr>
          <p:cNvPr id="363" name="object_289">
            <a:extLst>
              <a:ext uri="{FF2B5EF4-FFF2-40B4-BE49-F238E27FC236}">
                <a16:creationId xmlns:a16="http://schemas.microsoft.com/office/drawing/2014/main" id="{D3B31A29-2BC3-4F0A-AAE5-0675E5B8B897}"/>
              </a:ext>
            </a:extLst>
          </p:cNvPr>
          <p:cNvSpPr>
            <a:spLocks noGrp="1"/>
          </p:cNvSpPr>
          <p:nvPr/>
        </p:nvSpPr>
        <p:spPr>
          <a:xfrm>
            <a:off x="6321706" y="6005748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64" name="text_291_Family × Config 联合搜索">
            <a:extLst>
              <a:ext uri="{FF2B5EF4-FFF2-40B4-BE49-F238E27FC236}">
                <a16:creationId xmlns:a16="http://schemas.microsoft.com/office/drawing/2014/main" id="{337C844F-9130-4380-A8D6-73A08CB2D6E8}"/>
              </a:ext>
            </a:extLst>
          </p:cNvPr>
          <p:cNvSpPr>
            <a:spLocks noGrp="1"/>
          </p:cNvSpPr>
          <p:nvPr/>
        </p:nvSpPr>
        <p:spPr>
          <a:xfrm>
            <a:off x="6401716" y="5957285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× Config 联合搜索</a:t>
            </a:r>
          </a:p>
        </p:txBody>
      </p:sp>
      <p:sp>
        <p:nvSpPr>
          <p:cNvPr id="365" name="object_292">
            <a:extLst>
              <a:ext uri="{FF2B5EF4-FFF2-40B4-BE49-F238E27FC236}">
                <a16:creationId xmlns:a16="http://schemas.microsoft.com/office/drawing/2014/main" id="{88E97B7B-0692-4C0F-82C8-68E576E971D2}"/>
              </a:ext>
            </a:extLst>
          </p:cNvPr>
          <p:cNvSpPr>
            <a:spLocks noGrp="1"/>
          </p:cNvSpPr>
          <p:nvPr/>
        </p:nvSpPr>
        <p:spPr>
          <a:xfrm>
            <a:off x="6321706" y="6148623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66" name="text_294_根据 Shape 特征选择最优结构">
            <a:extLst>
              <a:ext uri="{FF2B5EF4-FFF2-40B4-BE49-F238E27FC236}">
                <a16:creationId xmlns:a16="http://schemas.microsoft.com/office/drawing/2014/main" id="{D62FF134-8981-4844-BE33-6C90E6C04A63}"/>
              </a:ext>
            </a:extLst>
          </p:cNvPr>
          <p:cNvSpPr>
            <a:spLocks noGrp="1"/>
          </p:cNvSpPr>
          <p:nvPr/>
        </p:nvSpPr>
        <p:spPr>
          <a:xfrm>
            <a:off x="6401716" y="6100160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 Shape 特征选择最优结构</a:t>
            </a:r>
          </a:p>
        </p:txBody>
      </p:sp>
      <p:sp>
        <p:nvSpPr>
          <p:cNvPr id="367" name="object_295">
            <a:extLst>
              <a:ext uri="{FF2B5EF4-FFF2-40B4-BE49-F238E27FC236}">
                <a16:creationId xmlns:a16="http://schemas.microsoft.com/office/drawing/2014/main" id="{DA95F467-D8A5-4FFB-B208-C007C13E913D}"/>
              </a:ext>
            </a:extLst>
          </p:cNvPr>
          <p:cNvSpPr>
            <a:spLocks noGrp="1"/>
          </p:cNvSpPr>
          <p:nvPr/>
        </p:nvSpPr>
        <p:spPr>
          <a:xfrm>
            <a:off x="6321706" y="6291498"/>
            <a:ext cx="22860" cy="22860"/>
          </a:xfrm>
          <a:prstGeom prst="ellipse">
            <a:avLst/>
          </a:prstGeom>
          <a:solidFill>
            <a:srgbClr val="111315"/>
          </a:solidFill>
          <a:ln w="15240">
            <a:noFill/>
          </a:ln>
        </p:spPr>
      </p:sp>
      <p:sp>
        <p:nvSpPr>
          <p:cNvPr id="368" name="text_297_面向 MLU 的硬件感知优化">
            <a:extLst>
              <a:ext uri="{FF2B5EF4-FFF2-40B4-BE49-F238E27FC236}">
                <a16:creationId xmlns:a16="http://schemas.microsoft.com/office/drawing/2014/main" id="{820B4AA2-A1EA-4C05-92DE-30CBF478F70E}"/>
              </a:ext>
            </a:extLst>
          </p:cNvPr>
          <p:cNvSpPr>
            <a:spLocks noGrp="1"/>
          </p:cNvSpPr>
          <p:nvPr/>
        </p:nvSpPr>
        <p:spPr>
          <a:xfrm>
            <a:off x="6401716" y="6243035"/>
            <a:ext cx="1280160" cy="142875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960" b="0">
                <a:solidFill>
                  <a:srgbClr val="454B50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720">
                <a:solidFill>
                  <a:srgbClr val="454B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面向 MLU 的硬件感知优化</a:t>
            </a:r>
          </a:p>
        </p:txBody>
      </p:sp>
      <p:cxnSp>
        <p:nvCxnSpPr>
          <p:cNvPr id="172" name="直接箭头连接符 171">
            <a:extLst>
              <a:ext uri="{FF2B5EF4-FFF2-40B4-BE49-F238E27FC236}">
                <a16:creationId xmlns:a16="http://schemas.microsoft.com/office/drawing/2014/main" id="{21D35AB6-712A-7467-EE6F-16A0D34207BF}"/>
              </a:ext>
            </a:extLst>
          </p:cNvPr>
          <p:cNvCxnSpPr/>
          <p:nvPr/>
        </p:nvCxnSpPr>
        <p:spPr>
          <a:xfrm>
            <a:off x="3178555" y="5985650"/>
            <a:ext cx="2395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21D35AB6-712A-7467-EE6F-16A0D34207BF}"/>
              </a:ext>
            </a:extLst>
          </p:cNvPr>
          <p:cNvCxnSpPr/>
          <p:nvPr/>
        </p:nvCxnSpPr>
        <p:spPr>
          <a:xfrm>
            <a:off x="5805923" y="6005748"/>
            <a:ext cx="239558" cy="0"/>
          </a:xfrm>
          <a:prstGeom prst="straightConnector1">
            <a:avLst/>
          </a:prstGeom>
          <a:ln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cxnSp>
        <p:nvCxnSpPr>
          <p:cNvPr id="174" name="直接连接符 173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 flipH="1">
            <a:off x="668835" y="5105359"/>
            <a:ext cx="7675745" cy="0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21D35AB6-712A-7467-EE6F-16A0D34207BF}"/>
              </a:ext>
            </a:extLst>
          </p:cNvPr>
          <p:cNvCxnSpPr/>
          <p:nvPr/>
        </p:nvCxnSpPr>
        <p:spPr>
          <a:xfrm>
            <a:off x="7831100" y="2949274"/>
            <a:ext cx="271169" cy="629481"/>
          </a:xfrm>
          <a:prstGeom prst="straightConnector1">
            <a:avLst/>
          </a:prstGeom>
          <a:ln>
            <a:solidFill>
              <a:srgbClr val="FF0000"/>
            </a:solidFill>
            <a:tailEnd type="triangle"/>
          </a:ln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  <p:sp>
        <p:nvSpPr>
          <p:cNvPr id="180" name="text_101_性能问题">
            <a:extLst>
              <a:ext uri="{FF2B5EF4-FFF2-40B4-BE49-F238E27FC236}">
                <a16:creationId xmlns:a16="http://schemas.microsoft.com/office/drawing/2014/main" id="{A23A639C-977D-499D-AEE6-7E88FB078BAF}"/>
              </a:ext>
            </a:extLst>
          </p:cNvPr>
          <p:cNvSpPr>
            <a:spLocks noGrp="1"/>
          </p:cNvSpPr>
          <p:nvPr/>
        </p:nvSpPr>
        <p:spPr>
          <a:xfrm>
            <a:off x="8034021" y="3572312"/>
            <a:ext cx="1240155" cy="251460"/>
          </a:xfrm>
          <a:prstGeom prst="rect">
            <a:avLst/>
          </a:prstGeom>
          <a:noFill/>
          <a:ln w="7620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C9000C"/>
                </a:solidFill>
                <a:latin typeface="Microsoft YaHei"/>
                <a:ea typeface="Microsoft YaHei"/>
                <a:cs typeface="Microsoft YaHei"/>
              </a:defRPr>
            </a:pPr>
            <a:r>
              <a:rPr lang="zh-CN" altLang="en-US" sz="1125" b="1" dirty="0">
                <a:solidFill>
                  <a:srgbClr val="C9000C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三个核心特性</a:t>
            </a:r>
            <a:endParaRPr sz="1125" b="1" dirty="0">
              <a:solidFill>
                <a:srgbClr val="C9000C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1" name="矩形 170"/>
          <p:cNvSpPr/>
          <p:nvPr/>
        </p:nvSpPr>
        <p:spPr>
          <a:xfrm>
            <a:off x="2069227" y="6632318"/>
            <a:ext cx="514932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Helion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and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Dynamic Shapes and Ahead-of-Time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2026.</a:t>
            </a:r>
          </a:p>
        </p:txBody>
      </p:sp>
      <p:sp>
        <p:nvSpPr>
          <p:cNvPr id="175" name="文本框 174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765274" y="2056048"/>
            <a:ext cx="567571" cy="2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优点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文本框 175">
            <a:extLst>
              <a:ext uri="{FF2B5EF4-FFF2-40B4-BE49-F238E27FC236}">
                <a16:creationId xmlns:a16="http://schemas.microsoft.com/office/drawing/2014/main" id="{10D0D4AC-3CB6-4438-A103-C7827A3D7BD8}"/>
              </a:ext>
            </a:extLst>
          </p:cNvPr>
          <p:cNvSpPr txBox="1"/>
          <p:nvPr/>
        </p:nvSpPr>
        <p:spPr>
          <a:xfrm>
            <a:off x="765274" y="3732486"/>
            <a:ext cx="567571" cy="2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优点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文本框 2">
            <a:extLst>
              <a:ext uri="{FF2B5EF4-FFF2-40B4-BE49-F238E27FC236}">
                <a16:creationId xmlns:a16="http://schemas.microsoft.com/office/drawing/2014/main" id="{E302C445-1273-197B-ED3D-2784C5127125}"/>
              </a:ext>
            </a:extLst>
          </p:cNvPr>
          <p:cNvSpPr txBox="1"/>
          <p:nvPr/>
        </p:nvSpPr>
        <p:spPr>
          <a:xfrm>
            <a:off x="765274" y="2728677"/>
            <a:ext cx="686843" cy="2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局限性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165409A8-37FF-6E1D-C20A-ED1B2123F004}"/>
              </a:ext>
            </a:extLst>
          </p:cNvPr>
          <p:cNvSpPr txBox="1"/>
          <p:nvPr/>
        </p:nvSpPr>
        <p:spPr>
          <a:xfrm>
            <a:off x="765274" y="4387679"/>
            <a:ext cx="686843" cy="26545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局限性</a:t>
            </a:r>
            <a:endParaRPr lang="zh-CN" altLang="en-US" sz="1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F81D0205-1820-0C4B-7831-2B880E65CF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6988533" y="6429615"/>
            <a:ext cx="2057400" cy="365125"/>
          </a:xfrm>
        </p:spPr>
        <p:txBody>
          <a:bodyPr/>
          <a:lstStyle/>
          <a:p>
            <a:fld id="{03621AC1-4C4D-435F-BACF-B518BC126F02}" type="slidenum">
              <a:rPr lang="zh-CN" altLang="en-US" smtClean="0"/>
              <a:t>11</a:t>
            </a:fld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49566773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5480114" y="2421732"/>
            <a:ext cx="2807494" cy="207169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4" name="矩形: 圆角 36">
            <a:extLst>
              <a:ext uri="{FF2B5EF4-FFF2-40B4-BE49-F238E27FC236}">
                <a16:creationId xmlns:a16="http://schemas.microsoft.com/office/drawing/2014/main" id="{CA01AF1E-4BD7-F49D-78C4-54E045D92886}"/>
              </a:ext>
            </a:extLst>
          </p:cNvPr>
          <p:cNvSpPr/>
          <p:nvPr/>
        </p:nvSpPr>
        <p:spPr>
          <a:xfrm>
            <a:off x="472409" y="5128634"/>
            <a:ext cx="3579182" cy="75906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prstDash val="sysDash"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687F88-6189-41EF-9314-E5E7E9FC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实习任务二： 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V1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动态支持与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V2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自动选参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103_V1：基础动态支持">
            <a:extLst>
              <a:ext uri="{FF2B5EF4-FFF2-40B4-BE49-F238E27FC236}">
                <a16:creationId xmlns:a16="http://schemas.microsoft.com/office/drawing/2014/main" id="{B2B70066-C090-482C-B72B-9E78CB939758}"/>
              </a:ext>
            </a:extLst>
          </p:cNvPr>
          <p:cNvSpPr>
            <a:spLocks noGrp="1"/>
          </p:cNvSpPr>
          <p:nvPr/>
        </p:nvSpPr>
        <p:spPr>
          <a:xfrm>
            <a:off x="581909" y="1507331"/>
            <a:ext cx="190023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V1：基础动态支持</a:t>
            </a:r>
          </a:p>
        </p:txBody>
      </p:sp>
      <p:sp>
        <p:nvSpPr>
          <p:cNvPr id="4" name="connector_104">
            <a:extLst>
              <a:ext uri="{FF2B5EF4-FFF2-40B4-BE49-F238E27FC236}">
                <a16:creationId xmlns:a16="http://schemas.microsoft.com/office/drawing/2014/main" id="{CC9E5FA1-2BAC-4CE7-871D-6F99DB26CC87}"/>
              </a:ext>
            </a:extLst>
          </p:cNvPr>
          <p:cNvSpPr>
            <a:spLocks noGrp="1"/>
          </p:cNvSpPr>
          <p:nvPr/>
        </p:nvSpPr>
        <p:spPr>
          <a:xfrm>
            <a:off x="535781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111_V2：自动化参数搜索">
            <a:extLst>
              <a:ext uri="{FF2B5EF4-FFF2-40B4-BE49-F238E27FC236}">
                <a16:creationId xmlns:a16="http://schemas.microsoft.com/office/drawing/2014/main" id="{CA833A99-8AAF-4376-B870-9498AC1DE4CE}"/>
              </a:ext>
            </a:extLst>
          </p:cNvPr>
          <p:cNvSpPr>
            <a:spLocks noGrp="1"/>
          </p:cNvSpPr>
          <p:nvPr/>
        </p:nvSpPr>
        <p:spPr>
          <a:xfrm>
            <a:off x="5322951" y="1507331"/>
            <a:ext cx="28717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V2：自动化参数搜索</a:t>
            </a:r>
          </a:p>
        </p:txBody>
      </p:sp>
      <p:sp>
        <p:nvSpPr>
          <p:cNvPr id="8" name="connector_112">
            <a:extLst>
              <a:ext uri="{FF2B5EF4-FFF2-40B4-BE49-F238E27FC236}">
                <a16:creationId xmlns:a16="http://schemas.microsoft.com/office/drawing/2014/main" id="{014A637B-ECAD-4EC1-94F7-09843A5A2CF6}"/>
              </a:ext>
            </a:extLst>
          </p:cNvPr>
          <p:cNvSpPr>
            <a:spLocks noGrp="1"/>
          </p:cNvSpPr>
          <p:nvPr/>
        </p:nvSpPr>
        <p:spPr>
          <a:xfrm>
            <a:off x="5287232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3" name="text_198_1.">
            <a:extLst>
              <a:ext uri="{FF2B5EF4-FFF2-40B4-BE49-F238E27FC236}">
                <a16:creationId xmlns:a16="http://schemas.microsoft.com/office/drawing/2014/main" id="{14474D27-555E-499F-9D39-36864EF700E6}"/>
              </a:ext>
            </a:extLst>
          </p:cNvPr>
          <p:cNvSpPr>
            <a:spLocks noGrp="1"/>
          </p:cNvSpPr>
          <p:nvPr/>
        </p:nvSpPr>
        <p:spPr>
          <a:xfrm>
            <a:off x="542925" y="1985963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sp>
        <p:nvSpPr>
          <p:cNvPr id="94" name="text_200_定义 Shape Contract">
            <a:extLst>
              <a:ext uri="{FF2B5EF4-FFF2-40B4-BE49-F238E27FC236}">
                <a16:creationId xmlns:a16="http://schemas.microsoft.com/office/drawing/2014/main" id="{58ADECBD-E75D-4258-8BCC-B4CCDECDAE8E}"/>
              </a:ext>
            </a:extLst>
          </p:cNvPr>
          <p:cNvSpPr>
            <a:spLocks noGrp="1"/>
          </p:cNvSpPr>
          <p:nvPr/>
        </p:nvSpPr>
        <p:spPr>
          <a:xfrm>
            <a:off x="771525" y="1985963"/>
            <a:ext cx="20145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sz="1125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Contract</a:t>
            </a:r>
            <a:r>
              <a:rPr lang="zh-CN" altLang="en-US" sz="1125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定义支持域</a:t>
            </a:r>
            <a:endParaRPr sz="1125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43" name="表格 242"/>
          <p:cNvGraphicFramePr/>
          <p:nvPr>
            <p:extLst>
              <p:ext uri="{D42A27DB-BD31-4B8C-83A1-F6EECF244321}">
                <p14:modId xmlns:p14="http://schemas.microsoft.com/office/powerpoint/2010/main" val="2536314623"/>
              </p:ext>
            </p:extLst>
          </p:nvPr>
        </p:nvGraphicFramePr>
        <p:xfrm>
          <a:off x="542925" y="2243137"/>
          <a:ext cx="2243137" cy="1071564"/>
        </p:xfrm>
        <a:graphic>
          <a:graphicData uri="http://schemas.openxmlformats.org/drawingml/2006/table">
            <a:tbl>
              <a:tblPr/>
              <a:tblGrid>
                <a:gridCol w="67294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70196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项目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范围与约束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维度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 / N / K / …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取值范围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如 [1, 2048]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dtype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fp16 / fp32 / …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layout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NCHW / NHWC / …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78594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其他约束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对齐要求</a:t>
                      </a:r>
                      <a:r>
                        <a:rPr sz="9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 / stride / …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96" name="text_202_固定 [M=128, N=1024]">
            <a:extLst>
              <a:ext uri="{FF2B5EF4-FFF2-40B4-BE49-F238E27FC236}">
                <a16:creationId xmlns:a16="http://schemas.microsoft.com/office/drawing/2014/main" id="{8857E75B-C7B6-433B-A5A8-9FC0D6FBAFAF}"/>
              </a:ext>
            </a:extLst>
          </p:cNvPr>
          <p:cNvSpPr>
            <a:spLocks noGrp="1"/>
          </p:cNvSpPr>
          <p:nvPr/>
        </p:nvSpPr>
        <p:spPr>
          <a:xfrm>
            <a:off x="3168395" y="2330544"/>
            <a:ext cx="1636665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固定</a:t>
            </a:r>
            <a:r>
              <a:rPr sz="1013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[M=128, N=1024]</a:t>
            </a:r>
          </a:p>
        </p:txBody>
      </p:sp>
      <p:sp>
        <p:nvSpPr>
          <p:cNvPr id="99" name="text_206_动态 M、N ∈ [1, 2048]">
            <a:extLst>
              <a:ext uri="{FF2B5EF4-FFF2-40B4-BE49-F238E27FC236}">
                <a16:creationId xmlns:a16="http://schemas.microsoft.com/office/drawing/2014/main" id="{DDA2C801-C378-415A-AB87-CE00913A4826}"/>
              </a:ext>
            </a:extLst>
          </p:cNvPr>
          <p:cNvSpPr>
            <a:spLocks noGrp="1"/>
          </p:cNvSpPr>
          <p:nvPr/>
        </p:nvSpPr>
        <p:spPr>
          <a:xfrm>
            <a:off x="3205778" y="2950023"/>
            <a:ext cx="16687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</a:t>
            </a: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M、N ∈ [1, 2048]</a:t>
            </a:r>
          </a:p>
        </p:txBody>
      </p:sp>
      <p:sp>
        <p:nvSpPr>
          <p:cNvPr id="100" name="text_208_2.">
            <a:extLst>
              <a:ext uri="{FF2B5EF4-FFF2-40B4-BE49-F238E27FC236}">
                <a16:creationId xmlns:a16="http://schemas.microsoft.com/office/drawing/2014/main" id="{4A79474D-2806-4777-A361-979916430BA6}"/>
              </a:ext>
            </a:extLst>
          </p:cNvPr>
          <p:cNvSpPr>
            <a:spLocks noGrp="1"/>
          </p:cNvSpPr>
          <p:nvPr/>
        </p:nvSpPr>
        <p:spPr>
          <a:xfrm>
            <a:off x="547151" y="3642014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101" name="text_210_生成通用动态 Kernel">
            <a:extLst>
              <a:ext uri="{FF2B5EF4-FFF2-40B4-BE49-F238E27FC236}">
                <a16:creationId xmlns:a16="http://schemas.microsoft.com/office/drawing/2014/main" id="{AD2DDF5B-3009-4811-8B43-D7EBEA4EAA80}"/>
              </a:ext>
            </a:extLst>
          </p:cNvPr>
          <p:cNvSpPr>
            <a:spLocks noGrp="1"/>
          </p:cNvSpPr>
          <p:nvPr/>
        </p:nvSpPr>
        <p:spPr>
          <a:xfrm>
            <a:off x="775751" y="3642014"/>
            <a:ext cx="20145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生成通用Kernel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2" name="text_212_Runtime Shape 获取">
            <a:extLst>
              <a:ext uri="{FF2B5EF4-FFF2-40B4-BE49-F238E27FC236}">
                <a16:creationId xmlns:a16="http://schemas.microsoft.com/office/drawing/2014/main" id="{E1C33AE0-D675-4CC5-BE8E-FE4652E9D65B}"/>
              </a:ext>
            </a:extLst>
          </p:cNvPr>
          <p:cNvSpPr>
            <a:spLocks noGrp="1"/>
          </p:cNvSpPr>
          <p:nvPr/>
        </p:nvSpPr>
        <p:spPr>
          <a:xfrm>
            <a:off x="640020" y="3884901"/>
            <a:ext cx="21288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25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lang="en-US" altLang="zh-CN" sz="1125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125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域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3" name="text_214_动态 Grid / Tile">
            <a:extLst>
              <a:ext uri="{FF2B5EF4-FFF2-40B4-BE49-F238E27FC236}">
                <a16:creationId xmlns:a16="http://schemas.microsoft.com/office/drawing/2014/main" id="{28411F6F-0040-4589-9D31-FDA75B7A35A2}"/>
              </a:ext>
            </a:extLst>
          </p:cNvPr>
          <p:cNvSpPr>
            <a:spLocks noGrp="1"/>
          </p:cNvSpPr>
          <p:nvPr/>
        </p:nvSpPr>
        <p:spPr>
          <a:xfrm>
            <a:off x="640020" y="4084926"/>
            <a:ext cx="21288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Grid / Tile</a:t>
            </a:r>
          </a:p>
        </p:txBody>
      </p:sp>
      <p:sp>
        <p:nvSpPr>
          <p:cNvPr id="104" name="text_216_循环、边界判断与 mask">
            <a:extLst>
              <a:ext uri="{FF2B5EF4-FFF2-40B4-BE49-F238E27FC236}">
                <a16:creationId xmlns:a16="http://schemas.microsoft.com/office/drawing/2014/main" id="{D5B66578-2C61-4200-AE3F-42CF15FE165B}"/>
              </a:ext>
            </a:extLst>
          </p:cNvPr>
          <p:cNvSpPr>
            <a:spLocks noGrp="1"/>
          </p:cNvSpPr>
          <p:nvPr/>
        </p:nvSpPr>
        <p:spPr>
          <a:xfrm>
            <a:off x="640020" y="4284951"/>
            <a:ext cx="21288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循环、边界判断与</a:t>
            </a:r>
            <a:r>
              <a:rPr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mask</a:t>
            </a:r>
          </a:p>
        </p:txBody>
      </p:sp>
      <p:sp>
        <p:nvSpPr>
          <p:cNvPr id="105" name="text_218_3.">
            <a:extLst>
              <a:ext uri="{FF2B5EF4-FFF2-40B4-BE49-F238E27FC236}">
                <a16:creationId xmlns:a16="http://schemas.microsoft.com/office/drawing/2014/main" id="{37EF6108-C065-4868-8CD4-F7ED910A474A}"/>
              </a:ext>
            </a:extLst>
          </p:cNvPr>
          <p:cNvSpPr>
            <a:spLocks noGrp="1"/>
          </p:cNvSpPr>
          <p:nvPr/>
        </p:nvSpPr>
        <p:spPr>
          <a:xfrm>
            <a:off x="2973745" y="3648975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06" name="text_220_多 Shape 验证与初步选参">
            <a:extLst>
              <a:ext uri="{FF2B5EF4-FFF2-40B4-BE49-F238E27FC236}">
                <a16:creationId xmlns:a16="http://schemas.microsoft.com/office/drawing/2014/main" id="{31EA2450-70A9-46B0-9F65-7C34D80A0669}"/>
              </a:ext>
            </a:extLst>
          </p:cNvPr>
          <p:cNvSpPr>
            <a:spLocks noGrp="1"/>
          </p:cNvSpPr>
          <p:nvPr/>
        </p:nvSpPr>
        <p:spPr>
          <a:xfrm>
            <a:off x="3202345" y="3648975"/>
            <a:ext cx="20145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69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算子优化阶段</a:t>
            </a:r>
            <a:endParaRPr sz="1069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7" name="text_222_边界（最小 / 最大）、典型、随机">
            <a:extLst>
              <a:ext uri="{FF2B5EF4-FFF2-40B4-BE49-F238E27FC236}">
                <a16:creationId xmlns:a16="http://schemas.microsoft.com/office/drawing/2014/main" id="{074584D5-FAEF-4F50-91E8-6887BA3932DF}"/>
              </a:ext>
            </a:extLst>
          </p:cNvPr>
          <p:cNvSpPr>
            <a:spLocks noGrp="1"/>
          </p:cNvSpPr>
          <p:nvPr/>
        </p:nvSpPr>
        <p:spPr>
          <a:xfrm>
            <a:off x="3066615" y="3883033"/>
            <a:ext cx="1804469" cy="165992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985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分为</a:t>
            </a:r>
            <a:r>
              <a:rPr lang="en-US" altLang="zh-CN" sz="985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985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结构优化和配置优化</a:t>
            </a:r>
            <a:endParaRPr sz="98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8" name="text_224_验证正确性并进行初步性能调优">
            <a:extLst>
              <a:ext uri="{FF2B5EF4-FFF2-40B4-BE49-F238E27FC236}">
                <a16:creationId xmlns:a16="http://schemas.microsoft.com/office/drawing/2014/main" id="{24151443-9546-48D8-8384-BDD2E2435B7F}"/>
              </a:ext>
            </a:extLst>
          </p:cNvPr>
          <p:cNvSpPr>
            <a:spLocks noGrp="1"/>
          </p:cNvSpPr>
          <p:nvPr/>
        </p:nvSpPr>
        <p:spPr>
          <a:xfrm>
            <a:off x="3066615" y="4049025"/>
            <a:ext cx="1735013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 dirty="0" err="1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验证正确性并进行性能调优</a:t>
            </a:r>
            <a:endParaRPr sz="98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text_258_1.">
            <a:extLst>
              <a:ext uri="{FF2B5EF4-FFF2-40B4-BE49-F238E27FC236}">
                <a16:creationId xmlns:a16="http://schemas.microsoft.com/office/drawing/2014/main" id="{49AEEBBE-062E-4D87-A5AD-F86720E9E66F}"/>
              </a:ext>
            </a:extLst>
          </p:cNvPr>
          <p:cNvSpPr>
            <a:spLocks noGrp="1"/>
          </p:cNvSpPr>
          <p:nvPr/>
        </p:nvSpPr>
        <p:spPr>
          <a:xfrm>
            <a:off x="5294376" y="1985963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</a:t>
            </a:r>
          </a:p>
        </p:txBody>
      </p:sp>
      <p:sp>
        <p:nvSpPr>
          <p:cNvPr id="127" name="text_260_构建搜索空间">
            <a:extLst>
              <a:ext uri="{FF2B5EF4-FFF2-40B4-BE49-F238E27FC236}">
                <a16:creationId xmlns:a16="http://schemas.microsoft.com/office/drawing/2014/main" id="{CF9AF2A1-F032-45B4-B198-4CE29DFCE225}"/>
              </a:ext>
            </a:extLst>
          </p:cNvPr>
          <p:cNvSpPr>
            <a:spLocks noGrp="1"/>
          </p:cNvSpPr>
          <p:nvPr/>
        </p:nvSpPr>
        <p:spPr>
          <a:xfrm>
            <a:off x="5522976" y="1985963"/>
            <a:ext cx="2986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构建搜索空间</a:t>
            </a:r>
          </a:p>
        </p:txBody>
      </p:sp>
      <p:sp>
        <p:nvSpPr>
          <p:cNvPr id="128" name="text_262_根据 Kernel 结构与硬件特性生成候选参数">
            <a:extLst>
              <a:ext uri="{FF2B5EF4-FFF2-40B4-BE49-F238E27FC236}">
                <a16:creationId xmlns:a16="http://schemas.microsoft.com/office/drawing/2014/main" id="{A99859E0-A858-4016-9BD2-E4341059DC17}"/>
              </a:ext>
            </a:extLst>
          </p:cNvPr>
          <p:cNvSpPr>
            <a:spLocks noGrp="1"/>
          </p:cNvSpPr>
          <p:nvPr/>
        </p:nvSpPr>
        <p:spPr>
          <a:xfrm>
            <a:off x="5522976" y="2207419"/>
            <a:ext cx="258333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013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sz="1013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Kernel </a:t>
            </a:r>
            <a:r>
              <a:rPr sz="1013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结构与硬件特性生成候选参数</a:t>
            </a:r>
            <a:endParaRPr sz="1013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9" name="text_264_BLOCK_M / BLOCK_N / num_">
            <a:extLst>
              <a:ext uri="{FF2B5EF4-FFF2-40B4-BE49-F238E27FC236}">
                <a16:creationId xmlns:a16="http://schemas.microsoft.com/office/drawing/2014/main" id="{52461D14-E2F9-4AB3-80B3-E128E73AFA66}"/>
              </a:ext>
            </a:extLst>
          </p:cNvPr>
          <p:cNvSpPr>
            <a:spLocks noGrp="1"/>
          </p:cNvSpPr>
          <p:nvPr/>
        </p:nvSpPr>
        <p:spPr>
          <a:xfrm>
            <a:off x="5522976" y="2421731"/>
            <a:ext cx="2971800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14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5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BLOCK_M / BLOCK_N / </a:t>
            </a:r>
            <a:r>
              <a:rPr sz="85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num_warps</a:t>
            </a:r>
            <a:r>
              <a:rPr sz="85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sz="85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num_stages</a:t>
            </a:r>
            <a:r>
              <a:rPr sz="85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…</a:t>
            </a:r>
          </a:p>
        </p:txBody>
      </p:sp>
      <p:sp>
        <p:nvSpPr>
          <p:cNvPr id="130" name="text_266_2.">
            <a:extLst>
              <a:ext uri="{FF2B5EF4-FFF2-40B4-BE49-F238E27FC236}">
                <a16:creationId xmlns:a16="http://schemas.microsoft.com/office/drawing/2014/main" id="{7E994B16-9876-45ED-A895-39C8E80D71D6}"/>
              </a:ext>
            </a:extLst>
          </p:cNvPr>
          <p:cNvSpPr>
            <a:spLocks noGrp="1"/>
          </p:cNvSpPr>
          <p:nvPr/>
        </p:nvSpPr>
        <p:spPr>
          <a:xfrm>
            <a:off x="5294376" y="2664619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2.</a:t>
            </a:r>
          </a:p>
        </p:txBody>
      </p:sp>
      <p:sp>
        <p:nvSpPr>
          <p:cNvPr id="131" name="text_268_分阶段搜索（Coarse → Fine）">
            <a:extLst>
              <a:ext uri="{FF2B5EF4-FFF2-40B4-BE49-F238E27FC236}">
                <a16:creationId xmlns:a16="http://schemas.microsoft.com/office/drawing/2014/main" id="{3211975A-5A65-4D50-8FFD-E40CAC08CB03}"/>
              </a:ext>
            </a:extLst>
          </p:cNvPr>
          <p:cNvSpPr>
            <a:spLocks noGrp="1"/>
          </p:cNvSpPr>
          <p:nvPr/>
        </p:nvSpPr>
        <p:spPr>
          <a:xfrm>
            <a:off x="5522976" y="2664619"/>
            <a:ext cx="2986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分阶段搜索</a:t>
            </a:r>
            <a:endParaRPr sz="1181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2" name="object_269">
            <a:extLst>
              <a:ext uri="{FF2B5EF4-FFF2-40B4-BE49-F238E27FC236}">
                <a16:creationId xmlns:a16="http://schemas.microsoft.com/office/drawing/2014/main" id="{25C72980-2D68-4EA4-BB92-6B0A0F3AA774}"/>
              </a:ext>
            </a:extLst>
          </p:cNvPr>
          <p:cNvSpPr>
            <a:spLocks noGrp="1"/>
          </p:cNvSpPr>
          <p:nvPr/>
        </p:nvSpPr>
        <p:spPr>
          <a:xfrm>
            <a:off x="5387245" y="2957512"/>
            <a:ext cx="1371600" cy="47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3" name="text_271_Coarse Search">
            <a:extLst>
              <a:ext uri="{FF2B5EF4-FFF2-40B4-BE49-F238E27FC236}">
                <a16:creationId xmlns:a16="http://schemas.microsoft.com/office/drawing/2014/main" id="{4909B9C1-0BA1-43EE-806D-F59BC1F7F006}"/>
              </a:ext>
            </a:extLst>
          </p:cNvPr>
          <p:cNvSpPr>
            <a:spLocks noGrp="1"/>
          </p:cNvSpPr>
          <p:nvPr/>
        </p:nvSpPr>
        <p:spPr>
          <a:xfrm>
            <a:off x="5437251" y="2993231"/>
            <a:ext cx="127158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6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Coarse Search</a:t>
            </a:r>
          </a:p>
        </p:txBody>
      </p:sp>
      <p:sp>
        <p:nvSpPr>
          <p:cNvPr id="134" name="text_273_代表 Shape，筛选 Top-K">
            <a:extLst>
              <a:ext uri="{FF2B5EF4-FFF2-40B4-BE49-F238E27FC236}">
                <a16:creationId xmlns:a16="http://schemas.microsoft.com/office/drawing/2014/main" id="{CF04C527-F63D-48B3-95A8-DB4BB53EE4A9}"/>
              </a:ext>
            </a:extLst>
          </p:cNvPr>
          <p:cNvSpPr>
            <a:spLocks noGrp="1"/>
          </p:cNvSpPr>
          <p:nvPr/>
        </p:nvSpPr>
        <p:spPr>
          <a:xfrm>
            <a:off x="5444395" y="3193257"/>
            <a:ext cx="1257300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44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 Shape，筛选 Top-K</a:t>
            </a:r>
          </a:p>
        </p:txBody>
      </p:sp>
      <p:sp>
        <p:nvSpPr>
          <p:cNvPr id="135" name="connector_274">
            <a:extLst>
              <a:ext uri="{FF2B5EF4-FFF2-40B4-BE49-F238E27FC236}">
                <a16:creationId xmlns:a16="http://schemas.microsoft.com/office/drawing/2014/main" id="{D34CDA66-5ECB-4B28-B4F3-EA041DF380DD}"/>
              </a:ext>
            </a:extLst>
          </p:cNvPr>
          <p:cNvSpPr>
            <a:spLocks noGrp="1"/>
          </p:cNvSpPr>
          <p:nvPr/>
        </p:nvSpPr>
        <p:spPr>
          <a:xfrm>
            <a:off x="6808852" y="3178969"/>
            <a:ext cx="164306" cy="14288"/>
          </a:xfrm>
          <a:custGeom>
            <a:avLst/>
            <a:gdLst/>
            <a:ahLst/>
            <a:cxnLst/>
            <a:rect l="0" t="0" r="0" b="0"/>
            <a:pathLst>
              <a:path w="219075" h="19050">
                <a:moveTo>
                  <a:pt x="9525" y="9525"/>
                </a:moveTo>
                <a:lnTo>
                  <a:pt x="20955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6" name="connector_275">
            <a:extLst>
              <a:ext uri="{FF2B5EF4-FFF2-40B4-BE49-F238E27FC236}">
                <a16:creationId xmlns:a16="http://schemas.microsoft.com/office/drawing/2014/main" id="{9B29A3C1-3C73-400B-B1D5-63ECAC1C9AD4}"/>
              </a:ext>
            </a:extLst>
          </p:cNvPr>
          <p:cNvSpPr>
            <a:spLocks noGrp="1"/>
          </p:cNvSpPr>
          <p:nvPr/>
        </p:nvSpPr>
        <p:spPr>
          <a:xfrm>
            <a:off x="6914986" y="315499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7" name="object_276">
            <a:extLst>
              <a:ext uri="{FF2B5EF4-FFF2-40B4-BE49-F238E27FC236}">
                <a16:creationId xmlns:a16="http://schemas.microsoft.com/office/drawing/2014/main" id="{56FB3406-C5F7-482E-A051-6B541C464980}"/>
              </a:ext>
            </a:extLst>
          </p:cNvPr>
          <p:cNvSpPr>
            <a:spLocks noGrp="1"/>
          </p:cNvSpPr>
          <p:nvPr/>
        </p:nvSpPr>
        <p:spPr>
          <a:xfrm>
            <a:off x="7030308" y="2957512"/>
            <a:ext cx="1450181" cy="47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8" name="text_278_Fine Search">
            <a:extLst>
              <a:ext uri="{FF2B5EF4-FFF2-40B4-BE49-F238E27FC236}">
                <a16:creationId xmlns:a16="http://schemas.microsoft.com/office/drawing/2014/main" id="{3C6368BE-9871-432D-BFC8-DB65AE9C3243}"/>
              </a:ext>
            </a:extLst>
          </p:cNvPr>
          <p:cNvSpPr>
            <a:spLocks noGrp="1"/>
          </p:cNvSpPr>
          <p:nvPr/>
        </p:nvSpPr>
        <p:spPr>
          <a:xfrm>
            <a:off x="7080314" y="2993231"/>
            <a:ext cx="1350169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56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Fine Search</a:t>
            </a:r>
          </a:p>
        </p:txBody>
      </p:sp>
      <p:sp>
        <p:nvSpPr>
          <p:cNvPr id="139" name="text_280_完整 Shape，精细调优">
            <a:extLst>
              <a:ext uri="{FF2B5EF4-FFF2-40B4-BE49-F238E27FC236}">
                <a16:creationId xmlns:a16="http://schemas.microsoft.com/office/drawing/2014/main" id="{DEE45A29-F847-42A4-B558-C11240A9D1E8}"/>
              </a:ext>
            </a:extLst>
          </p:cNvPr>
          <p:cNvSpPr>
            <a:spLocks noGrp="1"/>
          </p:cNvSpPr>
          <p:nvPr/>
        </p:nvSpPr>
        <p:spPr>
          <a:xfrm>
            <a:off x="7087458" y="3193257"/>
            <a:ext cx="133588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1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44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完整 Shape，精细调优</a:t>
            </a:r>
          </a:p>
        </p:txBody>
      </p:sp>
      <p:sp>
        <p:nvSpPr>
          <p:cNvPr id="140" name="text_282_3.">
            <a:extLst>
              <a:ext uri="{FF2B5EF4-FFF2-40B4-BE49-F238E27FC236}">
                <a16:creationId xmlns:a16="http://schemas.microsoft.com/office/drawing/2014/main" id="{B6B294B7-5A7A-4FA4-8020-177BD1E19B9D}"/>
              </a:ext>
            </a:extLst>
          </p:cNvPr>
          <p:cNvSpPr>
            <a:spLocks noGrp="1"/>
          </p:cNvSpPr>
          <p:nvPr/>
        </p:nvSpPr>
        <p:spPr>
          <a:xfrm>
            <a:off x="5294376" y="3507582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3.</a:t>
            </a:r>
          </a:p>
        </p:txBody>
      </p:sp>
      <p:sp>
        <p:nvSpPr>
          <p:cNvPr id="141" name="text_284_生成 Shape → Config 映射">
            <a:extLst>
              <a:ext uri="{FF2B5EF4-FFF2-40B4-BE49-F238E27FC236}">
                <a16:creationId xmlns:a16="http://schemas.microsoft.com/office/drawing/2014/main" id="{DFC8ED8D-B112-4A63-8A32-2F5076372A3C}"/>
              </a:ext>
            </a:extLst>
          </p:cNvPr>
          <p:cNvSpPr>
            <a:spLocks noGrp="1"/>
          </p:cNvSpPr>
          <p:nvPr/>
        </p:nvSpPr>
        <p:spPr>
          <a:xfrm>
            <a:off x="5522976" y="3507582"/>
            <a:ext cx="2986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 Shape → Config 映射</a:t>
            </a:r>
          </a:p>
        </p:txBody>
      </p:sp>
      <p:graphicFrame>
        <p:nvGraphicFramePr>
          <p:cNvPr id="290" name="表格 289"/>
          <p:cNvGraphicFramePr/>
          <p:nvPr>
            <p:extLst>
              <p:ext uri="{D42A27DB-BD31-4B8C-83A1-F6EECF244321}">
                <p14:modId xmlns:p14="http://schemas.microsoft.com/office/powerpoint/2010/main" val="3820964361"/>
              </p:ext>
            </p:extLst>
          </p:nvPr>
        </p:nvGraphicFramePr>
        <p:xfrm>
          <a:off x="5380101" y="3786188"/>
          <a:ext cx="3100388" cy="1057275"/>
        </p:xfrm>
        <a:graphic>
          <a:graphicData uri="http://schemas.openxmlformats.org/drawingml/2006/table">
            <a:tbl>
              <a:tblPr/>
              <a:tblGrid>
                <a:gridCol w="1550194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55019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211455"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Shape 范围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最优 Config（示例）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Small [1, 64]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(64, 64, 4, 2)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Medium (64, 512]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(128, 64, 4, 3)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Large (512, 2048]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(256, 128, 8, 3)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11455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&gt; 2048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(256, 256, 8, 4)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143" name="text_286_4.">
            <a:extLst>
              <a:ext uri="{FF2B5EF4-FFF2-40B4-BE49-F238E27FC236}">
                <a16:creationId xmlns:a16="http://schemas.microsoft.com/office/drawing/2014/main" id="{3D008CD0-EBDC-403C-A855-7A0374C1A000}"/>
              </a:ext>
            </a:extLst>
          </p:cNvPr>
          <p:cNvSpPr>
            <a:spLocks noGrp="1"/>
          </p:cNvSpPr>
          <p:nvPr/>
        </p:nvSpPr>
        <p:spPr>
          <a:xfrm>
            <a:off x="5294376" y="4936332"/>
            <a:ext cx="1857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4.</a:t>
            </a:r>
          </a:p>
        </p:txBody>
      </p:sp>
      <p:sp>
        <p:nvSpPr>
          <p:cNvPr id="144" name="text_288_冻结与验证（Freeze &amp; Verify）">
            <a:extLst>
              <a:ext uri="{FF2B5EF4-FFF2-40B4-BE49-F238E27FC236}">
                <a16:creationId xmlns:a16="http://schemas.microsoft.com/office/drawing/2014/main" id="{A7B8C1E9-1DC6-4120-84AC-B8EC40B6F296}"/>
              </a:ext>
            </a:extLst>
          </p:cNvPr>
          <p:cNvSpPr>
            <a:spLocks noGrp="1"/>
          </p:cNvSpPr>
          <p:nvPr/>
        </p:nvSpPr>
        <p:spPr>
          <a:xfrm>
            <a:off x="5522976" y="4936332"/>
            <a:ext cx="2986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冻结与验证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text_290_全量验证 → 冻结配置 → 导出部署">
            <a:extLst>
              <a:ext uri="{FF2B5EF4-FFF2-40B4-BE49-F238E27FC236}">
                <a16:creationId xmlns:a16="http://schemas.microsoft.com/office/drawing/2014/main" id="{6C52116D-2781-432F-8581-AE7179ADDF97}"/>
              </a:ext>
            </a:extLst>
          </p:cNvPr>
          <p:cNvSpPr>
            <a:spLocks noGrp="1"/>
          </p:cNvSpPr>
          <p:nvPr/>
        </p:nvSpPr>
        <p:spPr>
          <a:xfrm>
            <a:off x="5515833" y="5172075"/>
            <a:ext cx="2189786" cy="1857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全量验证</a:t>
            </a:r>
            <a:r>
              <a:rPr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冻结配置</a:t>
            </a:r>
            <a:r>
              <a:rPr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→ </a:t>
            </a: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导出部署</a:t>
            </a:r>
            <a:endParaRPr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6" name="text_292_V1 保证正确运行，V2 实现自动选参；下一步扩">
            <a:extLst>
              <a:ext uri="{FF2B5EF4-FFF2-40B4-BE49-F238E27FC236}">
                <a16:creationId xmlns:a16="http://schemas.microsoft.com/office/drawing/2014/main" id="{5AECF2F4-014A-4CAB-A37C-4E81A168C78A}"/>
              </a:ext>
            </a:extLst>
          </p:cNvPr>
          <p:cNvSpPr>
            <a:spLocks noGrp="1"/>
          </p:cNvSpPr>
          <p:nvPr/>
        </p:nvSpPr>
        <p:spPr>
          <a:xfrm>
            <a:off x="581909" y="6117135"/>
            <a:ext cx="81438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V1 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实现动态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正确开发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，V2 </a:t>
            </a:r>
            <a:r>
              <a:rPr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实现自动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化</a:t>
            </a:r>
            <a:r>
              <a:rPr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选参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，最终结构单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kernel+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多组</a:t>
            </a:r>
            <a:r>
              <a:rPr lang="en-US" altLang="zh-CN"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cxnSp>
        <p:nvCxnSpPr>
          <p:cNvPr id="152" name="直接连接符 151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5044926" y="1475714"/>
            <a:ext cx="13312" cy="4545574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58" name="组合 157">
            <a:extLst>
              <a:ext uri="{FF2B5EF4-FFF2-40B4-BE49-F238E27FC236}">
                <a16:creationId xmlns:a16="http://schemas.microsoft.com/office/drawing/2014/main" id="{E2DDB61A-1A0B-49B2-B7A1-B4A52AFC15D7}"/>
              </a:ext>
            </a:extLst>
          </p:cNvPr>
          <p:cNvGrpSpPr/>
          <p:nvPr/>
        </p:nvGrpSpPr>
        <p:grpSpPr>
          <a:xfrm>
            <a:off x="535781" y="4764748"/>
            <a:ext cx="3378043" cy="276999"/>
            <a:chOff x="522750" y="1946087"/>
            <a:chExt cx="4504057" cy="369331"/>
          </a:xfrm>
        </p:grpSpPr>
        <p:sp>
          <p:nvSpPr>
            <p:cNvPr id="159" name="文本框 158">
              <a:extLst>
                <a:ext uri="{FF2B5EF4-FFF2-40B4-BE49-F238E27FC236}">
                  <a16:creationId xmlns:a16="http://schemas.microsoft.com/office/drawing/2014/main" id="{5810480A-88E6-4BD4-B169-5940E6777A5D}"/>
                </a:ext>
              </a:extLst>
            </p:cNvPr>
            <p:cNvSpPr txBox="1"/>
            <p:nvPr/>
          </p:nvSpPr>
          <p:spPr>
            <a:xfrm>
              <a:off x="633483" y="1946087"/>
              <a:ext cx="4393324" cy="36933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dirty="0" smtClean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初步实现了动态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shape</a:t>
              </a:r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下</a:t>
              </a:r>
              <a:r>
                <a:rPr lang="en-US" altLang="zh-CN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kernel</a:t>
              </a:r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的开发功能</a:t>
              </a:r>
            </a:p>
          </p:txBody>
        </p:sp>
        <p:sp>
          <p:nvSpPr>
            <p:cNvPr id="160" name="椭圆 159">
              <a:extLst>
                <a:ext uri="{FF2B5EF4-FFF2-40B4-BE49-F238E27FC236}">
                  <a16:creationId xmlns:a16="http://schemas.microsoft.com/office/drawing/2014/main" id="{02BEC462-C7B8-4D2F-8750-789C4658286B}"/>
                </a:ext>
              </a:extLst>
            </p:cNvPr>
            <p:cNvSpPr/>
            <p:nvPr/>
          </p:nvSpPr>
          <p:spPr>
            <a:xfrm>
              <a:off x="522750" y="205520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63" name="text_230_大量 Shape × Config 组合">
            <a:extLst>
              <a:ext uri="{FF2B5EF4-FFF2-40B4-BE49-F238E27FC236}">
                <a16:creationId xmlns:a16="http://schemas.microsoft.com/office/drawing/2014/main" id="{122B8094-8A25-405A-B2A1-AADD18371046}"/>
              </a:ext>
            </a:extLst>
          </p:cNvPr>
          <p:cNvSpPr>
            <a:spLocks noGrp="1"/>
          </p:cNvSpPr>
          <p:nvPr/>
        </p:nvSpPr>
        <p:spPr>
          <a:xfrm>
            <a:off x="581314" y="5383626"/>
            <a:ext cx="2050256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大量</a:t>
            </a:r>
            <a:r>
              <a:rPr sz="1041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× </a:t>
            </a:r>
            <a:r>
              <a:rPr sz="1041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  <a:r>
              <a:rPr sz="1041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041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组合</a:t>
            </a:r>
            <a:r>
              <a:rPr lang="zh-CN" altLang="en-US" sz="1041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，搜索空间</a:t>
            </a:r>
            <a:r>
              <a:rPr lang="zh-CN" altLang="en-US" sz="1041" b="1" dirty="0" smtClean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大。搜索时间长</a:t>
            </a:r>
            <a:endParaRPr sz="1041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0" name="text_243_选哪个 Shape 作为代表？">
            <a:extLst>
              <a:ext uri="{FF2B5EF4-FFF2-40B4-BE49-F238E27FC236}">
                <a16:creationId xmlns:a16="http://schemas.microsoft.com/office/drawing/2014/main" id="{1ADCC548-47E7-415E-9547-A65A4389265E}"/>
              </a:ext>
            </a:extLst>
          </p:cNvPr>
          <p:cNvSpPr>
            <a:spLocks noGrp="1"/>
          </p:cNvSpPr>
          <p:nvPr/>
        </p:nvSpPr>
        <p:spPr>
          <a:xfrm>
            <a:off x="581314" y="5602102"/>
            <a:ext cx="3383483" cy="2286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69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搜索过程依赖大模型，没有设计统一，合理的搜索过程。</a:t>
            </a:r>
            <a:endParaRPr sz="1069" b="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6" name="text_220_多 Shape 验证与初步选参">
            <a:extLst>
              <a:ext uri="{FF2B5EF4-FFF2-40B4-BE49-F238E27FC236}">
                <a16:creationId xmlns:a16="http://schemas.microsoft.com/office/drawing/2014/main" id="{31EA2450-70A9-46B0-9F65-7C34D80A0669}"/>
              </a:ext>
            </a:extLst>
          </p:cNvPr>
          <p:cNvSpPr>
            <a:spLocks noGrp="1"/>
          </p:cNvSpPr>
          <p:nvPr/>
        </p:nvSpPr>
        <p:spPr>
          <a:xfrm>
            <a:off x="581314" y="5201073"/>
            <a:ext cx="20145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69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仍存在问题：</a:t>
            </a:r>
            <a:endParaRPr sz="1069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48" name="直接箭头连接符 147"/>
          <p:cNvCxnSpPr>
            <a:stCxn id="96" idx="2"/>
          </p:cNvCxnSpPr>
          <p:nvPr/>
        </p:nvCxnSpPr>
        <p:spPr>
          <a:xfrm>
            <a:off x="3986727" y="2530569"/>
            <a:ext cx="0" cy="419454"/>
          </a:xfrm>
          <a:prstGeom prst="straightConnector1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2" name="text_262_根据 Kernel 结构与硬件特性生成候选参数">
            <a:extLst>
              <a:ext uri="{FF2B5EF4-FFF2-40B4-BE49-F238E27FC236}">
                <a16:creationId xmlns:a16="http://schemas.microsoft.com/office/drawing/2014/main" id="{A99859E0-A858-4016-9BD2-E4341059DC17}"/>
              </a:ext>
            </a:extLst>
          </p:cNvPr>
          <p:cNvSpPr>
            <a:spLocks noGrp="1"/>
          </p:cNvSpPr>
          <p:nvPr/>
        </p:nvSpPr>
        <p:spPr>
          <a:xfrm>
            <a:off x="4051591" y="2645326"/>
            <a:ext cx="76850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转换为动态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矩形 52"/>
          <p:cNvSpPr/>
          <p:nvPr/>
        </p:nvSpPr>
        <p:spPr>
          <a:xfrm>
            <a:off x="2069227" y="6632318"/>
            <a:ext cx="514932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Helion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and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Dynamic Shapes and Ahead-of-Time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2026.</a:t>
            </a:r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8DFBEEDE-A266-B872-25B7-CFD04379938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12</a:t>
            </a:fld>
            <a:endParaRPr lang="zh-CN" altLang="en-US"/>
          </a:p>
        </p:txBody>
      </p:sp>
      <p:cxnSp>
        <p:nvCxnSpPr>
          <p:cNvPr id="56" name="直接连接符 55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485869" y="3437778"/>
            <a:ext cx="4388647" cy="1938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04216940"/>
      </p:ext>
    </p:extLst>
  </p:cSld>
  <p:clrMapOvr>
    <a:masterClrMapping/>
  </p:clrMapOvr>
  <p:transition/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7757C07-7925-4B7F-828A-EECD15DBCBF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实习任务二： 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V3 多 Kernel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结构适配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295_V2 的局限">
            <a:extLst>
              <a:ext uri="{FF2B5EF4-FFF2-40B4-BE49-F238E27FC236}">
                <a16:creationId xmlns:a16="http://schemas.microsoft.com/office/drawing/2014/main" id="{CEFFAD14-6659-4C80-BDA6-334B5FF8C0F8}"/>
              </a:ext>
            </a:extLst>
          </p:cNvPr>
          <p:cNvSpPr>
            <a:spLocks noGrp="1"/>
          </p:cNvSpPr>
          <p:nvPr/>
        </p:nvSpPr>
        <p:spPr>
          <a:xfrm>
            <a:off x="575072" y="1514475"/>
            <a:ext cx="190023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V2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的局限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4" name="connector_296">
            <a:extLst>
              <a:ext uri="{FF2B5EF4-FFF2-40B4-BE49-F238E27FC236}">
                <a16:creationId xmlns:a16="http://schemas.microsoft.com/office/drawing/2014/main" id="{DC934BDC-5025-4C69-AFA3-E2A422F0F9F6}"/>
              </a:ext>
            </a:extLst>
          </p:cNvPr>
          <p:cNvSpPr>
            <a:spLocks noGrp="1"/>
          </p:cNvSpPr>
          <p:nvPr/>
        </p:nvSpPr>
        <p:spPr>
          <a:xfrm>
            <a:off x="535781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299_V3 的核心方法">
            <a:extLst>
              <a:ext uri="{FF2B5EF4-FFF2-40B4-BE49-F238E27FC236}">
                <a16:creationId xmlns:a16="http://schemas.microsoft.com/office/drawing/2014/main" id="{900DC6EC-2D9F-46B8-B9E4-4A6AC3C72334}"/>
              </a:ext>
            </a:extLst>
          </p:cNvPr>
          <p:cNvSpPr>
            <a:spLocks noGrp="1"/>
          </p:cNvSpPr>
          <p:nvPr/>
        </p:nvSpPr>
        <p:spPr>
          <a:xfrm>
            <a:off x="3071813" y="1521619"/>
            <a:ext cx="5293519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V3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的核心方法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00">
            <a:extLst>
              <a:ext uri="{FF2B5EF4-FFF2-40B4-BE49-F238E27FC236}">
                <a16:creationId xmlns:a16="http://schemas.microsoft.com/office/drawing/2014/main" id="{0E9A3169-63FD-440A-A71D-4A17CBD67ED2}"/>
              </a:ext>
            </a:extLst>
          </p:cNvPr>
          <p:cNvSpPr>
            <a:spLocks noGrp="1"/>
          </p:cNvSpPr>
          <p:nvPr/>
        </p:nvSpPr>
        <p:spPr>
          <a:xfrm>
            <a:off x="3028950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49" name="text_344_不同 Shape 的计算特征差异大">
            <a:extLst>
              <a:ext uri="{FF2B5EF4-FFF2-40B4-BE49-F238E27FC236}">
                <a16:creationId xmlns:a16="http://schemas.microsoft.com/office/drawing/2014/main" id="{27E79BCA-3192-4F7A-9C12-89A4E0087874}"/>
              </a:ext>
            </a:extLst>
          </p:cNvPr>
          <p:cNvSpPr>
            <a:spLocks noGrp="1"/>
          </p:cNvSpPr>
          <p:nvPr/>
        </p:nvSpPr>
        <p:spPr>
          <a:xfrm>
            <a:off x="535782" y="2130018"/>
            <a:ext cx="2207419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3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5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r>
              <a:rPr sz="1154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sz="115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的计算特征差异大</a:t>
            </a:r>
            <a:endParaRPr sz="1154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0" name="text_346_单一 Kernel 难以兼顾所有场景">
            <a:extLst>
              <a:ext uri="{FF2B5EF4-FFF2-40B4-BE49-F238E27FC236}">
                <a16:creationId xmlns:a16="http://schemas.microsoft.com/office/drawing/2014/main" id="{5A510872-5AEF-483A-88DD-29117C82A70D}"/>
              </a:ext>
            </a:extLst>
          </p:cNvPr>
          <p:cNvSpPr>
            <a:spLocks noGrp="1"/>
          </p:cNvSpPr>
          <p:nvPr/>
        </p:nvSpPr>
        <p:spPr>
          <a:xfrm>
            <a:off x="535782" y="2458630"/>
            <a:ext cx="2207419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3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54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单一 Kernel 难以兼顾所有场景</a:t>
            </a:r>
          </a:p>
        </p:txBody>
      </p:sp>
      <p:sp>
        <p:nvSpPr>
          <p:cNvPr id="51" name="text_348_仅优化参数仍可能性能不佳">
            <a:extLst>
              <a:ext uri="{FF2B5EF4-FFF2-40B4-BE49-F238E27FC236}">
                <a16:creationId xmlns:a16="http://schemas.microsoft.com/office/drawing/2014/main" id="{32089837-0505-41EB-812F-C702F99D5A6C}"/>
              </a:ext>
            </a:extLst>
          </p:cNvPr>
          <p:cNvSpPr>
            <a:spLocks noGrp="1"/>
          </p:cNvSpPr>
          <p:nvPr/>
        </p:nvSpPr>
        <p:spPr>
          <a:xfrm>
            <a:off x="535782" y="2787243"/>
            <a:ext cx="2207419" cy="3286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3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54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仅优化参数仍可能性能不佳</a:t>
            </a:r>
            <a:endParaRPr sz="1154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2" name="text_350_多 Kernel Family&#10;结合独立参数搜索">
            <a:extLst>
              <a:ext uri="{FF2B5EF4-FFF2-40B4-BE49-F238E27FC236}">
                <a16:creationId xmlns:a16="http://schemas.microsoft.com/office/drawing/2014/main" id="{FDD829D4-B200-4D37-939D-EA9D39F30433}"/>
              </a:ext>
            </a:extLst>
          </p:cNvPr>
          <p:cNvSpPr>
            <a:spLocks noGrp="1"/>
          </p:cNvSpPr>
          <p:nvPr/>
        </p:nvSpPr>
        <p:spPr>
          <a:xfrm>
            <a:off x="877875" y="3425743"/>
            <a:ext cx="1624010" cy="4643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 Kernel Family</a:t>
            </a:r>
            <a:endParaRPr lang="en-US" sz="11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00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结合独立参数搜索</a:t>
            </a:r>
            <a:endParaRPr sz="11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3" name="text_352_围绕 Shape 特征生成少量 Family">
            <a:extLst>
              <a:ext uri="{FF2B5EF4-FFF2-40B4-BE49-F238E27FC236}">
                <a16:creationId xmlns:a16="http://schemas.microsoft.com/office/drawing/2014/main" id="{7D3329EF-C516-4C48-9700-8D121BDFBD34}"/>
              </a:ext>
            </a:extLst>
          </p:cNvPr>
          <p:cNvSpPr>
            <a:spLocks noGrp="1"/>
          </p:cNvSpPr>
          <p:nvPr/>
        </p:nvSpPr>
        <p:spPr>
          <a:xfrm>
            <a:off x="619344" y="4246733"/>
            <a:ext cx="2207419" cy="26431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6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97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围绕</a:t>
            </a:r>
            <a:r>
              <a:rPr sz="1097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sz="1097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特征生成少量</a:t>
            </a:r>
            <a:r>
              <a:rPr sz="1097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Family</a:t>
            </a:r>
          </a:p>
        </p:txBody>
      </p:sp>
      <p:sp>
        <p:nvSpPr>
          <p:cNvPr id="54" name="text_354_各 Family 采用不同计算与调度结构">
            <a:extLst>
              <a:ext uri="{FF2B5EF4-FFF2-40B4-BE49-F238E27FC236}">
                <a16:creationId xmlns:a16="http://schemas.microsoft.com/office/drawing/2014/main" id="{1AE16A3D-E81E-4B8C-AE47-E836CDB57162}"/>
              </a:ext>
            </a:extLst>
          </p:cNvPr>
          <p:cNvSpPr>
            <a:spLocks noGrp="1"/>
          </p:cNvSpPr>
          <p:nvPr/>
        </p:nvSpPr>
        <p:spPr>
          <a:xfrm>
            <a:off x="619344" y="4511052"/>
            <a:ext cx="2207419" cy="26431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6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97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各 Family </a:t>
            </a:r>
            <a:r>
              <a:rPr sz="1097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采用不同计算与调度结构</a:t>
            </a:r>
            <a:endParaRPr sz="1097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5" name="text_356_分别维护独立参数搜索空间">
            <a:extLst>
              <a:ext uri="{FF2B5EF4-FFF2-40B4-BE49-F238E27FC236}">
                <a16:creationId xmlns:a16="http://schemas.microsoft.com/office/drawing/2014/main" id="{90DCB5FC-0663-4F25-9464-F61D7C00E744}"/>
              </a:ext>
            </a:extLst>
          </p:cNvPr>
          <p:cNvSpPr>
            <a:spLocks noGrp="1"/>
          </p:cNvSpPr>
          <p:nvPr/>
        </p:nvSpPr>
        <p:spPr>
          <a:xfrm>
            <a:off x="619344" y="4775370"/>
            <a:ext cx="2207419" cy="26431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6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97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分别维护独立参数搜索空间</a:t>
            </a:r>
          </a:p>
        </p:txBody>
      </p:sp>
      <p:sp>
        <p:nvSpPr>
          <p:cNvPr id="58" name="object_360">
            <a:extLst>
              <a:ext uri="{FF2B5EF4-FFF2-40B4-BE49-F238E27FC236}">
                <a16:creationId xmlns:a16="http://schemas.microsoft.com/office/drawing/2014/main" id="{3B2A05E9-FC8B-4327-A2B6-83D281205B26}"/>
              </a:ext>
            </a:extLst>
          </p:cNvPr>
          <p:cNvSpPr>
            <a:spLocks noGrp="1"/>
          </p:cNvSpPr>
          <p:nvPr/>
        </p:nvSpPr>
        <p:spPr>
          <a:xfrm>
            <a:off x="3036094" y="1985963"/>
            <a:ext cx="1257300" cy="47863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59" name="text_362_运行时 Shape">
            <a:extLst>
              <a:ext uri="{FF2B5EF4-FFF2-40B4-BE49-F238E27FC236}">
                <a16:creationId xmlns:a16="http://schemas.microsoft.com/office/drawing/2014/main" id="{B5ADBC05-E5AD-46C6-A3F9-5B898A422ED1}"/>
              </a:ext>
            </a:extLst>
          </p:cNvPr>
          <p:cNvSpPr>
            <a:spLocks noGrp="1"/>
          </p:cNvSpPr>
          <p:nvPr/>
        </p:nvSpPr>
        <p:spPr>
          <a:xfrm>
            <a:off x="3086100" y="2021682"/>
            <a:ext cx="1157288" cy="4071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运行</a:t>
            </a:r>
            <a:r>
              <a:rPr lang="zh-CN" altLang="en-US"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</a:t>
            </a: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60" name="connector_363">
            <a:extLst>
              <a:ext uri="{FF2B5EF4-FFF2-40B4-BE49-F238E27FC236}">
                <a16:creationId xmlns:a16="http://schemas.microsoft.com/office/drawing/2014/main" id="{F93FE7A0-91F0-49F5-90DC-8A77D18381DD}"/>
              </a:ext>
            </a:extLst>
          </p:cNvPr>
          <p:cNvSpPr>
            <a:spLocks noGrp="1"/>
          </p:cNvSpPr>
          <p:nvPr/>
        </p:nvSpPr>
        <p:spPr>
          <a:xfrm>
            <a:off x="4314825" y="2221706"/>
            <a:ext cx="207169" cy="14288"/>
          </a:xfrm>
          <a:custGeom>
            <a:avLst/>
            <a:gdLst/>
            <a:ahLst/>
            <a:cxnLst/>
            <a:rect l="0" t="0" r="0" b="0"/>
            <a:pathLst>
              <a:path w="276225" h="19050">
                <a:moveTo>
                  <a:pt x="9525" y="9525"/>
                </a:moveTo>
                <a:lnTo>
                  <a:pt x="2667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1" name="connector_364">
            <a:extLst>
              <a:ext uri="{FF2B5EF4-FFF2-40B4-BE49-F238E27FC236}">
                <a16:creationId xmlns:a16="http://schemas.microsoft.com/office/drawing/2014/main" id="{C2ECBE81-CB38-4C3D-994C-9B3490DFBF4C}"/>
              </a:ext>
            </a:extLst>
          </p:cNvPr>
          <p:cNvSpPr>
            <a:spLocks noGrp="1"/>
          </p:cNvSpPr>
          <p:nvPr/>
        </p:nvSpPr>
        <p:spPr>
          <a:xfrm>
            <a:off x="4463822" y="2197732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2" name="object_365">
            <a:extLst>
              <a:ext uri="{FF2B5EF4-FFF2-40B4-BE49-F238E27FC236}">
                <a16:creationId xmlns:a16="http://schemas.microsoft.com/office/drawing/2014/main" id="{2D3CB6F4-DE3A-41F7-A34D-12A93793A063}"/>
              </a:ext>
            </a:extLst>
          </p:cNvPr>
          <p:cNvSpPr>
            <a:spLocks noGrp="1"/>
          </p:cNvSpPr>
          <p:nvPr/>
        </p:nvSpPr>
        <p:spPr>
          <a:xfrm>
            <a:off x="4557713" y="1985963"/>
            <a:ext cx="1257300" cy="47863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3" name="text_367_Kernel Family">
            <a:extLst>
              <a:ext uri="{FF2B5EF4-FFF2-40B4-BE49-F238E27FC236}">
                <a16:creationId xmlns:a16="http://schemas.microsoft.com/office/drawing/2014/main" id="{950C4202-B5D6-4350-B146-5F3F08881325}"/>
              </a:ext>
            </a:extLst>
          </p:cNvPr>
          <p:cNvSpPr>
            <a:spLocks noGrp="1"/>
          </p:cNvSpPr>
          <p:nvPr/>
        </p:nvSpPr>
        <p:spPr>
          <a:xfrm>
            <a:off x="4607719" y="2021682"/>
            <a:ext cx="1157288" cy="4071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</a:t>
            </a:r>
          </a:p>
        </p:txBody>
      </p:sp>
      <p:sp>
        <p:nvSpPr>
          <p:cNvPr id="64" name="connector_368">
            <a:extLst>
              <a:ext uri="{FF2B5EF4-FFF2-40B4-BE49-F238E27FC236}">
                <a16:creationId xmlns:a16="http://schemas.microsoft.com/office/drawing/2014/main" id="{89F3D0EA-E069-42BE-A55A-4D3ACA8CBDCF}"/>
              </a:ext>
            </a:extLst>
          </p:cNvPr>
          <p:cNvSpPr>
            <a:spLocks noGrp="1"/>
          </p:cNvSpPr>
          <p:nvPr/>
        </p:nvSpPr>
        <p:spPr>
          <a:xfrm>
            <a:off x="5836444" y="2221706"/>
            <a:ext cx="207169" cy="14288"/>
          </a:xfrm>
          <a:custGeom>
            <a:avLst/>
            <a:gdLst/>
            <a:ahLst/>
            <a:cxnLst/>
            <a:rect l="0" t="0" r="0" b="0"/>
            <a:pathLst>
              <a:path w="276225" h="19050">
                <a:moveTo>
                  <a:pt x="9525" y="9525"/>
                </a:moveTo>
                <a:lnTo>
                  <a:pt x="2667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5" name="connector_369">
            <a:extLst>
              <a:ext uri="{FF2B5EF4-FFF2-40B4-BE49-F238E27FC236}">
                <a16:creationId xmlns:a16="http://schemas.microsoft.com/office/drawing/2014/main" id="{CF306F36-A6FE-4BA2-A301-F11BACE44CC5}"/>
              </a:ext>
            </a:extLst>
          </p:cNvPr>
          <p:cNvSpPr>
            <a:spLocks noGrp="1"/>
          </p:cNvSpPr>
          <p:nvPr/>
        </p:nvSpPr>
        <p:spPr>
          <a:xfrm>
            <a:off x="5985441" y="2197732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6" name="object_370">
            <a:extLst>
              <a:ext uri="{FF2B5EF4-FFF2-40B4-BE49-F238E27FC236}">
                <a16:creationId xmlns:a16="http://schemas.microsoft.com/office/drawing/2014/main" id="{4E1F0CC5-16F2-4BAB-8C3F-026143F3289B}"/>
              </a:ext>
            </a:extLst>
          </p:cNvPr>
          <p:cNvSpPr>
            <a:spLocks noGrp="1"/>
          </p:cNvSpPr>
          <p:nvPr/>
        </p:nvSpPr>
        <p:spPr>
          <a:xfrm>
            <a:off x="6079331" y="1985963"/>
            <a:ext cx="1257300" cy="47863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67" name="text_372_Config 搜索">
            <a:extLst>
              <a:ext uri="{FF2B5EF4-FFF2-40B4-BE49-F238E27FC236}">
                <a16:creationId xmlns:a16="http://schemas.microsoft.com/office/drawing/2014/main" id="{09A93E00-D6B3-4177-9CDF-F8945124B3BA}"/>
              </a:ext>
            </a:extLst>
          </p:cNvPr>
          <p:cNvSpPr>
            <a:spLocks noGrp="1"/>
          </p:cNvSpPr>
          <p:nvPr/>
        </p:nvSpPr>
        <p:spPr>
          <a:xfrm>
            <a:off x="6129337" y="2021682"/>
            <a:ext cx="1157288" cy="4071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 搜索</a:t>
            </a:r>
          </a:p>
        </p:txBody>
      </p:sp>
      <p:sp>
        <p:nvSpPr>
          <p:cNvPr id="68" name="connector_373">
            <a:extLst>
              <a:ext uri="{FF2B5EF4-FFF2-40B4-BE49-F238E27FC236}">
                <a16:creationId xmlns:a16="http://schemas.microsoft.com/office/drawing/2014/main" id="{6032665F-875C-463D-BE78-E982D24D1695}"/>
              </a:ext>
            </a:extLst>
          </p:cNvPr>
          <p:cNvSpPr>
            <a:spLocks noGrp="1"/>
          </p:cNvSpPr>
          <p:nvPr/>
        </p:nvSpPr>
        <p:spPr>
          <a:xfrm>
            <a:off x="7358063" y="2221706"/>
            <a:ext cx="207169" cy="14288"/>
          </a:xfrm>
          <a:custGeom>
            <a:avLst/>
            <a:gdLst/>
            <a:ahLst/>
            <a:cxnLst/>
            <a:rect l="0" t="0" r="0" b="0"/>
            <a:pathLst>
              <a:path w="276225" h="19050">
                <a:moveTo>
                  <a:pt x="9525" y="9525"/>
                </a:moveTo>
                <a:lnTo>
                  <a:pt x="2667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69" name="connector_374">
            <a:extLst>
              <a:ext uri="{FF2B5EF4-FFF2-40B4-BE49-F238E27FC236}">
                <a16:creationId xmlns:a16="http://schemas.microsoft.com/office/drawing/2014/main" id="{DCF4372A-D875-4694-A9C0-0A25D7F1E735}"/>
              </a:ext>
            </a:extLst>
          </p:cNvPr>
          <p:cNvSpPr>
            <a:spLocks noGrp="1"/>
          </p:cNvSpPr>
          <p:nvPr/>
        </p:nvSpPr>
        <p:spPr>
          <a:xfrm>
            <a:off x="7507060" y="2197732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70" name="object_375">
            <a:extLst>
              <a:ext uri="{FF2B5EF4-FFF2-40B4-BE49-F238E27FC236}">
                <a16:creationId xmlns:a16="http://schemas.microsoft.com/office/drawing/2014/main" id="{CF9D5C75-F709-46BF-9CC0-EB556F9E6188}"/>
              </a:ext>
            </a:extLst>
          </p:cNvPr>
          <p:cNvSpPr>
            <a:spLocks noGrp="1"/>
          </p:cNvSpPr>
          <p:nvPr/>
        </p:nvSpPr>
        <p:spPr>
          <a:xfrm>
            <a:off x="7600950" y="1985963"/>
            <a:ext cx="1057275" cy="478631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71" name="text_377_执行组合">
            <a:extLst>
              <a:ext uri="{FF2B5EF4-FFF2-40B4-BE49-F238E27FC236}">
                <a16:creationId xmlns:a16="http://schemas.microsoft.com/office/drawing/2014/main" id="{82C8F9CF-4940-4F99-9C35-F5D250D162FD}"/>
              </a:ext>
            </a:extLst>
          </p:cNvPr>
          <p:cNvSpPr>
            <a:spLocks noGrp="1"/>
          </p:cNvSpPr>
          <p:nvPr/>
        </p:nvSpPr>
        <p:spPr>
          <a:xfrm>
            <a:off x="7650956" y="2021682"/>
            <a:ext cx="957263" cy="4071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执行组合</a:t>
            </a:r>
          </a:p>
        </p:txBody>
      </p:sp>
      <p:sp>
        <p:nvSpPr>
          <p:cNvPr id="72" name="text_379_依据 Shape 特征选择计算结构，再搜索对应的">
            <a:extLst>
              <a:ext uri="{FF2B5EF4-FFF2-40B4-BE49-F238E27FC236}">
                <a16:creationId xmlns:a16="http://schemas.microsoft.com/office/drawing/2014/main" id="{31F6F557-51F8-4749-A5CE-0B441D4642E1}"/>
              </a:ext>
            </a:extLst>
          </p:cNvPr>
          <p:cNvSpPr>
            <a:spLocks noGrp="1"/>
          </p:cNvSpPr>
          <p:nvPr/>
        </p:nvSpPr>
        <p:spPr>
          <a:xfrm>
            <a:off x="3036094" y="2614613"/>
            <a:ext cx="5636419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依据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特征选择计算结构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进入不同的优化，</a:t>
            </a: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再搜索对应的参数配置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3" name="text_381_Small-Shape Kernel">
            <a:extLst>
              <a:ext uri="{FF2B5EF4-FFF2-40B4-BE49-F238E27FC236}">
                <a16:creationId xmlns:a16="http://schemas.microsoft.com/office/drawing/2014/main" id="{B988D9F9-DC1B-49AB-9F7A-486595F0C1EB}"/>
              </a:ext>
            </a:extLst>
          </p:cNvPr>
          <p:cNvSpPr>
            <a:spLocks noGrp="1"/>
          </p:cNvSpPr>
          <p:nvPr/>
        </p:nvSpPr>
        <p:spPr>
          <a:xfrm>
            <a:off x="3071813" y="3230090"/>
            <a:ext cx="18930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Small-Shape Kernel</a:t>
            </a:r>
          </a:p>
        </p:txBody>
      </p:sp>
      <p:sp>
        <p:nvSpPr>
          <p:cNvPr id="74" name="text_383_小尺寸 Shape">
            <a:extLst>
              <a:ext uri="{FF2B5EF4-FFF2-40B4-BE49-F238E27FC236}">
                <a16:creationId xmlns:a16="http://schemas.microsoft.com/office/drawing/2014/main" id="{5550D00F-F27D-40E6-B1FC-3C03D839793D}"/>
              </a:ext>
            </a:extLst>
          </p:cNvPr>
          <p:cNvSpPr>
            <a:spLocks noGrp="1"/>
          </p:cNvSpPr>
          <p:nvPr/>
        </p:nvSpPr>
        <p:spPr>
          <a:xfrm>
            <a:off x="5050632" y="3230090"/>
            <a:ext cx="3579019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小尺寸 Shape</a:t>
            </a:r>
          </a:p>
        </p:txBody>
      </p:sp>
      <p:sp>
        <p:nvSpPr>
          <p:cNvPr id="75" name="text_385_轻量级调度，降低资源占用">
            <a:extLst>
              <a:ext uri="{FF2B5EF4-FFF2-40B4-BE49-F238E27FC236}">
                <a16:creationId xmlns:a16="http://schemas.microsoft.com/office/drawing/2014/main" id="{AC7656CA-50CF-46DC-8669-768D2CB36093}"/>
              </a:ext>
            </a:extLst>
          </p:cNvPr>
          <p:cNvSpPr>
            <a:spLocks noGrp="1"/>
          </p:cNvSpPr>
          <p:nvPr/>
        </p:nvSpPr>
        <p:spPr>
          <a:xfrm>
            <a:off x="5050632" y="3472978"/>
            <a:ext cx="3579019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轻量级调度，降低资源占用</a:t>
            </a:r>
          </a:p>
        </p:txBody>
      </p:sp>
      <p:sp>
        <p:nvSpPr>
          <p:cNvPr id="76" name="connector_386">
            <a:extLst>
              <a:ext uri="{FF2B5EF4-FFF2-40B4-BE49-F238E27FC236}">
                <a16:creationId xmlns:a16="http://schemas.microsoft.com/office/drawing/2014/main" id="{65319085-F182-489C-8144-92C4F2D65D59}"/>
              </a:ext>
            </a:extLst>
          </p:cNvPr>
          <p:cNvSpPr>
            <a:spLocks noGrp="1"/>
          </p:cNvSpPr>
          <p:nvPr/>
        </p:nvSpPr>
        <p:spPr>
          <a:xfrm>
            <a:off x="3064669" y="3730153"/>
            <a:ext cx="5593556" cy="14288"/>
          </a:xfrm>
          <a:custGeom>
            <a:avLst/>
            <a:gdLst/>
            <a:ahLst/>
            <a:cxnLst/>
            <a:rect l="0" t="0" r="0" b="0"/>
            <a:pathLst>
              <a:path w="7458075" h="19050">
                <a:moveTo>
                  <a:pt x="9525" y="9525"/>
                </a:moveTo>
                <a:lnTo>
                  <a:pt x="74485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77" name="text_388_Whole-Axis Kernel">
            <a:extLst>
              <a:ext uri="{FF2B5EF4-FFF2-40B4-BE49-F238E27FC236}">
                <a16:creationId xmlns:a16="http://schemas.microsoft.com/office/drawing/2014/main" id="{E7CB8D1F-53E7-4C97-AA39-014D2428BC20}"/>
              </a:ext>
            </a:extLst>
          </p:cNvPr>
          <p:cNvSpPr>
            <a:spLocks noGrp="1"/>
          </p:cNvSpPr>
          <p:nvPr/>
        </p:nvSpPr>
        <p:spPr>
          <a:xfrm>
            <a:off x="3071813" y="3794446"/>
            <a:ext cx="18930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Whole-Axis Kernel</a:t>
            </a:r>
          </a:p>
        </p:txBody>
      </p:sp>
      <p:sp>
        <p:nvSpPr>
          <p:cNvPr id="78" name="text_390_某一维较大的 Shape">
            <a:extLst>
              <a:ext uri="{FF2B5EF4-FFF2-40B4-BE49-F238E27FC236}">
                <a16:creationId xmlns:a16="http://schemas.microsoft.com/office/drawing/2014/main" id="{B6BD34C7-9B16-42DC-853F-9F5EB796AA0D}"/>
              </a:ext>
            </a:extLst>
          </p:cNvPr>
          <p:cNvSpPr>
            <a:spLocks noGrp="1"/>
          </p:cNvSpPr>
          <p:nvPr/>
        </p:nvSpPr>
        <p:spPr>
          <a:xfrm>
            <a:off x="5050632" y="3794446"/>
            <a:ext cx="3579019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某一维较大的 Shape</a:t>
            </a:r>
          </a:p>
        </p:txBody>
      </p:sp>
      <p:sp>
        <p:nvSpPr>
          <p:cNvPr id="79" name="text_392_整轴并行 / 归约，优化内存访问">
            <a:extLst>
              <a:ext uri="{FF2B5EF4-FFF2-40B4-BE49-F238E27FC236}">
                <a16:creationId xmlns:a16="http://schemas.microsoft.com/office/drawing/2014/main" id="{A38259AB-245E-44C0-BD99-C5C8B624D11C}"/>
              </a:ext>
            </a:extLst>
          </p:cNvPr>
          <p:cNvSpPr>
            <a:spLocks noGrp="1"/>
          </p:cNvSpPr>
          <p:nvPr/>
        </p:nvSpPr>
        <p:spPr>
          <a:xfrm>
            <a:off x="5050632" y="4037334"/>
            <a:ext cx="3579019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整轴并行 / 归约，优化内存访问</a:t>
            </a:r>
          </a:p>
        </p:txBody>
      </p:sp>
      <p:sp>
        <p:nvSpPr>
          <p:cNvPr id="80" name="connector_393">
            <a:extLst>
              <a:ext uri="{FF2B5EF4-FFF2-40B4-BE49-F238E27FC236}">
                <a16:creationId xmlns:a16="http://schemas.microsoft.com/office/drawing/2014/main" id="{2A94A720-0A3F-4794-AF32-4050232AC193}"/>
              </a:ext>
            </a:extLst>
          </p:cNvPr>
          <p:cNvSpPr>
            <a:spLocks noGrp="1"/>
          </p:cNvSpPr>
          <p:nvPr/>
        </p:nvSpPr>
        <p:spPr>
          <a:xfrm>
            <a:off x="3064669" y="4294509"/>
            <a:ext cx="5593556" cy="14288"/>
          </a:xfrm>
          <a:custGeom>
            <a:avLst/>
            <a:gdLst/>
            <a:ahLst/>
            <a:cxnLst/>
            <a:rect l="0" t="0" r="0" b="0"/>
            <a:pathLst>
              <a:path w="7458075" h="19050">
                <a:moveTo>
                  <a:pt x="9525" y="9525"/>
                </a:moveTo>
                <a:lnTo>
                  <a:pt x="74485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81" name="text_395_Chunked Kernel">
            <a:extLst>
              <a:ext uri="{FF2B5EF4-FFF2-40B4-BE49-F238E27FC236}">
                <a16:creationId xmlns:a16="http://schemas.microsoft.com/office/drawing/2014/main" id="{1D88E691-ABC6-4AFA-8A37-298E9AF7B4CE}"/>
              </a:ext>
            </a:extLst>
          </p:cNvPr>
          <p:cNvSpPr>
            <a:spLocks noGrp="1"/>
          </p:cNvSpPr>
          <p:nvPr/>
        </p:nvSpPr>
        <p:spPr>
          <a:xfrm>
            <a:off x="3071813" y="4358803"/>
            <a:ext cx="18930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Chunked Kernel</a:t>
            </a:r>
          </a:p>
        </p:txBody>
      </p:sp>
      <p:sp>
        <p:nvSpPr>
          <p:cNvPr id="82" name="text_397_中等尺寸或不规则 Shape">
            <a:extLst>
              <a:ext uri="{FF2B5EF4-FFF2-40B4-BE49-F238E27FC236}">
                <a16:creationId xmlns:a16="http://schemas.microsoft.com/office/drawing/2014/main" id="{B340F71B-616E-4DE4-8840-7A9969790273}"/>
              </a:ext>
            </a:extLst>
          </p:cNvPr>
          <p:cNvSpPr>
            <a:spLocks noGrp="1"/>
          </p:cNvSpPr>
          <p:nvPr/>
        </p:nvSpPr>
        <p:spPr>
          <a:xfrm>
            <a:off x="5050632" y="4358803"/>
            <a:ext cx="3579019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中等尺寸或不规则 Shape</a:t>
            </a:r>
          </a:p>
        </p:txBody>
      </p:sp>
      <p:sp>
        <p:nvSpPr>
          <p:cNvPr id="83" name="text_399_分块计算与循环调度，平衡计算和内存">
            <a:extLst>
              <a:ext uri="{FF2B5EF4-FFF2-40B4-BE49-F238E27FC236}">
                <a16:creationId xmlns:a16="http://schemas.microsoft.com/office/drawing/2014/main" id="{F86BF2BC-044C-4BD9-BB73-D48D0BD41C6D}"/>
              </a:ext>
            </a:extLst>
          </p:cNvPr>
          <p:cNvSpPr>
            <a:spLocks noGrp="1"/>
          </p:cNvSpPr>
          <p:nvPr/>
        </p:nvSpPr>
        <p:spPr>
          <a:xfrm>
            <a:off x="5050632" y="4601691"/>
            <a:ext cx="3579019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分块计算与循环调度，平衡计算和内存</a:t>
            </a:r>
          </a:p>
        </p:txBody>
      </p:sp>
      <p:sp>
        <p:nvSpPr>
          <p:cNvPr id="84" name="connector_400">
            <a:extLst>
              <a:ext uri="{FF2B5EF4-FFF2-40B4-BE49-F238E27FC236}">
                <a16:creationId xmlns:a16="http://schemas.microsoft.com/office/drawing/2014/main" id="{63140745-ED2E-476A-8060-7E7AD3912257}"/>
              </a:ext>
            </a:extLst>
          </p:cNvPr>
          <p:cNvSpPr>
            <a:spLocks noGrp="1"/>
          </p:cNvSpPr>
          <p:nvPr/>
        </p:nvSpPr>
        <p:spPr>
          <a:xfrm>
            <a:off x="3064669" y="4858865"/>
            <a:ext cx="5593556" cy="14288"/>
          </a:xfrm>
          <a:custGeom>
            <a:avLst/>
            <a:gdLst/>
            <a:ahLst/>
            <a:cxnLst/>
            <a:rect l="0" t="0" r="0" b="0"/>
            <a:pathLst>
              <a:path w="7458075" h="19050">
                <a:moveTo>
                  <a:pt x="9525" y="9525"/>
                </a:moveTo>
                <a:lnTo>
                  <a:pt x="74485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85" name="text_402_Multi-Stage Kernel">
            <a:extLst>
              <a:ext uri="{FF2B5EF4-FFF2-40B4-BE49-F238E27FC236}">
                <a16:creationId xmlns:a16="http://schemas.microsoft.com/office/drawing/2014/main" id="{2A1C2749-4E88-430A-B0DE-EA7FF661D156}"/>
              </a:ext>
            </a:extLst>
          </p:cNvPr>
          <p:cNvSpPr>
            <a:spLocks noGrp="1"/>
          </p:cNvSpPr>
          <p:nvPr/>
        </p:nvSpPr>
        <p:spPr>
          <a:xfrm>
            <a:off x="3071813" y="4923159"/>
            <a:ext cx="18930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Multi-Stage Kernel</a:t>
            </a:r>
          </a:p>
        </p:txBody>
      </p:sp>
      <p:sp>
        <p:nvSpPr>
          <p:cNvPr id="86" name="text_404_复杂 Shape / 复杂计算">
            <a:extLst>
              <a:ext uri="{FF2B5EF4-FFF2-40B4-BE49-F238E27FC236}">
                <a16:creationId xmlns:a16="http://schemas.microsoft.com/office/drawing/2014/main" id="{C74660F6-E957-41FE-A116-53C4C86D9DE9}"/>
              </a:ext>
            </a:extLst>
          </p:cNvPr>
          <p:cNvSpPr>
            <a:spLocks noGrp="1"/>
          </p:cNvSpPr>
          <p:nvPr/>
        </p:nvSpPr>
        <p:spPr>
          <a:xfrm>
            <a:off x="5050632" y="4923159"/>
            <a:ext cx="3579019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复杂 Shape / 复杂计算</a:t>
            </a:r>
          </a:p>
        </p:txBody>
      </p:sp>
      <p:sp>
        <p:nvSpPr>
          <p:cNvPr id="87" name="text_406_多阶段流水，协调并行与数据搬运">
            <a:extLst>
              <a:ext uri="{FF2B5EF4-FFF2-40B4-BE49-F238E27FC236}">
                <a16:creationId xmlns:a16="http://schemas.microsoft.com/office/drawing/2014/main" id="{EC7D2489-55F4-4600-892F-A03957B21137}"/>
              </a:ext>
            </a:extLst>
          </p:cNvPr>
          <p:cNvSpPr>
            <a:spLocks noGrp="1"/>
          </p:cNvSpPr>
          <p:nvPr/>
        </p:nvSpPr>
        <p:spPr>
          <a:xfrm>
            <a:off x="5050632" y="5166047"/>
            <a:ext cx="3579019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多阶段流水，协调并行与数据搬运</a:t>
            </a:r>
          </a:p>
        </p:txBody>
      </p:sp>
      <p:sp>
        <p:nvSpPr>
          <p:cNvPr id="88" name="text_408_不同 Family 的差异体现在算法与执行结构，">
            <a:extLst>
              <a:ext uri="{FF2B5EF4-FFF2-40B4-BE49-F238E27FC236}">
                <a16:creationId xmlns:a16="http://schemas.microsoft.com/office/drawing/2014/main" id="{72A2D41F-EDAD-4D80-ABAA-05588E77AEA7}"/>
              </a:ext>
            </a:extLst>
          </p:cNvPr>
          <p:cNvSpPr>
            <a:spLocks noGrp="1"/>
          </p:cNvSpPr>
          <p:nvPr/>
        </p:nvSpPr>
        <p:spPr>
          <a:xfrm>
            <a:off x="480496" y="5911613"/>
            <a:ext cx="81438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Family </a:t>
            </a:r>
            <a:r>
              <a:rPr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的差异体现在算法与执行结构，各自匹配适用场景和参数空间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2" name="矩形 91">
            <a:extLst>
              <a:ext uri="{FF2B5EF4-FFF2-40B4-BE49-F238E27FC236}">
                <a16:creationId xmlns:a16="http://schemas.microsoft.com/office/drawing/2014/main" id="{6BA68242-CA70-5220-B2FF-EF28795A5707}"/>
              </a:ext>
            </a:extLst>
          </p:cNvPr>
          <p:cNvSpPr/>
          <p:nvPr/>
        </p:nvSpPr>
        <p:spPr>
          <a:xfrm>
            <a:off x="488969" y="3424927"/>
            <a:ext cx="516195" cy="491536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文本框 92">
            <a:extLst>
              <a:ext uri="{FF2B5EF4-FFF2-40B4-BE49-F238E27FC236}">
                <a16:creationId xmlns:a16="http://schemas.microsoft.com/office/drawing/2014/main" id="{560511E1-B5EC-D26B-7929-12B82C38ECCF}"/>
              </a:ext>
            </a:extLst>
          </p:cNvPr>
          <p:cNvSpPr txBox="1"/>
          <p:nvPr/>
        </p:nvSpPr>
        <p:spPr>
          <a:xfrm>
            <a:off x="503361" y="3404572"/>
            <a:ext cx="501803" cy="4960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25000"/>
              </a:lnSpc>
            </a:pPr>
            <a:r>
              <a:rPr lang="zh-CN" altLang="en-US" sz="11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解决</a:t>
            </a:r>
            <a:endParaRPr lang="en-US" altLang="zh-CN" sz="1100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25000"/>
              </a:lnSpc>
            </a:pPr>
            <a:r>
              <a:rPr lang="zh-CN" altLang="en-US" sz="1100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</a:t>
            </a:r>
            <a:endParaRPr lang="zh-CN" altLang="en-US" sz="1100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89" name="图片 8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28878" y="2970298"/>
            <a:ext cx="1673695" cy="608311"/>
          </a:xfrm>
          <a:prstGeom prst="rect">
            <a:avLst/>
          </a:prstGeom>
          <a:ln>
            <a:solidFill>
              <a:srgbClr val="C00000"/>
            </a:solidFill>
          </a:ln>
        </p:spPr>
      </p:pic>
      <p:sp>
        <p:nvSpPr>
          <p:cNvPr id="108" name="椭圆 107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372496" y="2240324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9" name="椭圆 108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363488" y="2568937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0" name="椭圆 109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372496" y="2907843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1" name="椭圆 110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447050" y="4332035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2" name="椭圆 111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447050" y="4578495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3" name="椭圆 112">
            <a:extLst>
              <a:ext uri="{FF2B5EF4-FFF2-40B4-BE49-F238E27FC236}">
                <a16:creationId xmlns:a16="http://schemas.microsoft.com/office/drawing/2014/main" id="{C25FB434-FA7B-4D9E-86BA-C0F1F8259999}"/>
              </a:ext>
            </a:extLst>
          </p:cNvPr>
          <p:cNvSpPr/>
          <p:nvPr/>
        </p:nvSpPr>
        <p:spPr>
          <a:xfrm>
            <a:off x="447050" y="4848413"/>
            <a:ext cx="108000" cy="108000"/>
          </a:xfrm>
          <a:prstGeom prst="ellipse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14" name="直接连接符 113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2870771" y="1439754"/>
            <a:ext cx="18836" cy="394839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0" name="矩形 89"/>
          <p:cNvSpPr/>
          <p:nvPr/>
        </p:nvSpPr>
        <p:spPr>
          <a:xfrm>
            <a:off x="2069227" y="6632318"/>
            <a:ext cx="514932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Helion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and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Dynamic Shapes and Ahead-of-Time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2026.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5ACA671-466B-1FBF-DF44-286C6E39D8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15924011"/>
      </p:ext>
    </p:extLst>
  </p:cSld>
  <p:clrMapOvr>
    <a:masterClrMapping/>
  </p:clrMapOvr>
  <p:transition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80546-63AC-4BA7-B298-560477CF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实习任务二： 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V3</a:t>
            </a: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实际开发结构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411_Code Gen 生成">
            <a:extLst>
              <a:ext uri="{FF2B5EF4-FFF2-40B4-BE49-F238E27FC236}">
                <a16:creationId xmlns:a16="http://schemas.microsoft.com/office/drawing/2014/main" id="{2E61A74A-C662-4BDF-BE89-C69E97DB2F40}"/>
              </a:ext>
            </a:extLst>
          </p:cNvPr>
          <p:cNvSpPr>
            <a:spLocks noGrp="1"/>
          </p:cNvSpPr>
          <p:nvPr/>
        </p:nvSpPr>
        <p:spPr>
          <a:xfrm>
            <a:off x="542925" y="1495577"/>
            <a:ext cx="205740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Code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Gen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生成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4" name="connector_412">
            <a:extLst>
              <a:ext uri="{FF2B5EF4-FFF2-40B4-BE49-F238E27FC236}">
                <a16:creationId xmlns:a16="http://schemas.microsoft.com/office/drawing/2014/main" id="{9F5EF478-9952-4E83-B966-C57A8D3271E7}"/>
              </a:ext>
            </a:extLst>
          </p:cNvPr>
          <p:cNvSpPr>
            <a:spLocks noGrp="1"/>
          </p:cNvSpPr>
          <p:nvPr/>
        </p:nvSpPr>
        <p:spPr>
          <a:xfrm>
            <a:off x="535781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415_Optimize 优化">
            <a:extLst>
              <a:ext uri="{FF2B5EF4-FFF2-40B4-BE49-F238E27FC236}">
                <a16:creationId xmlns:a16="http://schemas.microsoft.com/office/drawing/2014/main" id="{A7024D75-EF0D-49D3-9C8A-AD20F32F6DF7}"/>
              </a:ext>
            </a:extLst>
          </p:cNvPr>
          <p:cNvSpPr>
            <a:spLocks noGrp="1"/>
          </p:cNvSpPr>
          <p:nvPr/>
        </p:nvSpPr>
        <p:spPr>
          <a:xfrm>
            <a:off x="3614738" y="1514475"/>
            <a:ext cx="205740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Optimize</a:t>
            </a: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优化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416">
            <a:extLst>
              <a:ext uri="{FF2B5EF4-FFF2-40B4-BE49-F238E27FC236}">
                <a16:creationId xmlns:a16="http://schemas.microsoft.com/office/drawing/2014/main" id="{99FB9575-063F-4A01-8AE3-F9AFB63B506F}"/>
              </a:ext>
            </a:extLst>
          </p:cNvPr>
          <p:cNvSpPr>
            <a:spLocks noGrp="1"/>
          </p:cNvSpPr>
          <p:nvPr/>
        </p:nvSpPr>
        <p:spPr>
          <a:xfrm>
            <a:off x="3264694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419_Runtime 运行">
            <a:extLst>
              <a:ext uri="{FF2B5EF4-FFF2-40B4-BE49-F238E27FC236}">
                <a16:creationId xmlns:a16="http://schemas.microsoft.com/office/drawing/2014/main" id="{9094C1EA-0674-4782-91BC-662CED952F73}"/>
              </a:ext>
            </a:extLst>
          </p:cNvPr>
          <p:cNvSpPr>
            <a:spLocks noGrp="1"/>
          </p:cNvSpPr>
          <p:nvPr/>
        </p:nvSpPr>
        <p:spPr>
          <a:xfrm>
            <a:off x="6493669" y="1514475"/>
            <a:ext cx="218598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63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运行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8" name="connector_420">
            <a:extLst>
              <a:ext uri="{FF2B5EF4-FFF2-40B4-BE49-F238E27FC236}">
                <a16:creationId xmlns:a16="http://schemas.microsoft.com/office/drawing/2014/main" id="{82ACBD04-4877-4B12-AAD1-356B07E84A21}"/>
              </a:ext>
            </a:extLst>
          </p:cNvPr>
          <p:cNvSpPr>
            <a:spLocks noGrp="1"/>
          </p:cNvSpPr>
          <p:nvPr/>
        </p:nvSpPr>
        <p:spPr>
          <a:xfrm>
            <a:off x="6143625" y="1850231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" name="connector_421">
            <a:extLst>
              <a:ext uri="{FF2B5EF4-FFF2-40B4-BE49-F238E27FC236}">
                <a16:creationId xmlns:a16="http://schemas.microsoft.com/office/drawing/2014/main" id="{BDDC3328-C59F-4BEA-BE4A-E710F9BB0734}"/>
              </a:ext>
            </a:extLst>
          </p:cNvPr>
          <p:cNvSpPr>
            <a:spLocks noGrp="1"/>
          </p:cNvSpPr>
          <p:nvPr/>
        </p:nvSpPr>
        <p:spPr>
          <a:xfrm>
            <a:off x="3057525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422">
            <a:extLst>
              <a:ext uri="{FF2B5EF4-FFF2-40B4-BE49-F238E27FC236}">
                <a16:creationId xmlns:a16="http://schemas.microsoft.com/office/drawing/2014/main" id="{B0E8DF40-1726-412C-A334-FEE63A7BC8E3}"/>
              </a:ext>
            </a:extLst>
          </p:cNvPr>
          <p:cNvSpPr>
            <a:spLocks noGrp="1"/>
          </p:cNvSpPr>
          <p:nvPr/>
        </p:nvSpPr>
        <p:spPr>
          <a:xfrm>
            <a:off x="3057525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423">
            <a:extLst>
              <a:ext uri="{FF2B5EF4-FFF2-40B4-BE49-F238E27FC236}">
                <a16:creationId xmlns:a16="http://schemas.microsoft.com/office/drawing/2014/main" id="{8BAFAE48-E505-468A-BCCF-4B5BFB883660}"/>
              </a:ext>
            </a:extLst>
          </p:cNvPr>
          <p:cNvSpPr>
            <a:spLocks noGrp="1"/>
          </p:cNvSpPr>
          <p:nvPr/>
        </p:nvSpPr>
        <p:spPr>
          <a:xfrm>
            <a:off x="3057525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424">
            <a:extLst>
              <a:ext uri="{FF2B5EF4-FFF2-40B4-BE49-F238E27FC236}">
                <a16:creationId xmlns:a16="http://schemas.microsoft.com/office/drawing/2014/main" id="{4B1FA09C-9D82-4BE4-8F15-D97FFC0D41FA}"/>
              </a:ext>
            </a:extLst>
          </p:cNvPr>
          <p:cNvSpPr>
            <a:spLocks noGrp="1"/>
          </p:cNvSpPr>
          <p:nvPr/>
        </p:nvSpPr>
        <p:spPr>
          <a:xfrm>
            <a:off x="3057525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425">
            <a:extLst>
              <a:ext uri="{FF2B5EF4-FFF2-40B4-BE49-F238E27FC236}">
                <a16:creationId xmlns:a16="http://schemas.microsoft.com/office/drawing/2014/main" id="{979DBF47-C563-4017-BB6E-7887D0AAE10A}"/>
              </a:ext>
            </a:extLst>
          </p:cNvPr>
          <p:cNvSpPr>
            <a:spLocks noGrp="1"/>
          </p:cNvSpPr>
          <p:nvPr/>
        </p:nvSpPr>
        <p:spPr>
          <a:xfrm>
            <a:off x="3057525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426">
            <a:extLst>
              <a:ext uri="{FF2B5EF4-FFF2-40B4-BE49-F238E27FC236}">
                <a16:creationId xmlns:a16="http://schemas.microsoft.com/office/drawing/2014/main" id="{A59E61C2-A8EA-4B47-925E-F069B71B5EE9}"/>
              </a:ext>
            </a:extLst>
          </p:cNvPr>
          <p:cNvSpPr>
            <a:spLocks noGrp="1"/>
          </p:cNvSpPr>
          <p:nvPr/>
        </p:nvSpPr>
        <p:spPr>
          <a:xfrm>
            <a:off x="3057525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427">
            <a:extLst>
              <a:ext uri="{FF2B5EF4-FFF2-40B4-BE49-F238E27FC236}">
                <a16:creationId xmlns:a16="http://schemas.microsoft.com/office/drawing/2014/main" id="{4DA803C1-831F-4D44-B7B8-7420BE77BDBA}"/>
              </a:ext>
            </a:extLst>
          </p:cNvPr>
          <p:cNvSpPr>
            <a:spLocks noGrp="1"/>
          </p:cNvSpPr>
          <p:nvPr/>
        </p:nvSpPr>
        <p:spPr>
          <a:xfrm>
            <a:off x="3057525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428">
            <a:extLst>
              <a:ext uri="{FF2B5EF4-FFF2-40B4-BE49-F238E27FC236}">
                <a16:creationId xmlns:a16="http://schemas.microsoft.com/office/drawing/2014/main" id="{0FDA166A-588A-499D-B1C4-7BDFCE330F67}"/>
              </a:ext>
            </a:extLst>
          </p:cNvPr>
          <p:cNvSpPr>
            <a:spLocks noGrp="1"/>
          </p:cNvSpPr>
          <p:nvPr/>
        </p:nvSpPr>
        <p:spPr>
          <a:xfrm>
            <a:off x="3057525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429">
            <a:extLst>
              <a:ext uri="{FF2B5EF4-FFF2-40B4-BE49-F238E27FC236}">
                <a16:creationId xmlns:a16="http://schemas.microsoft.com/office/drawing/2014/main" id="{2F292702-FA6F-453C-9A27-51F47995C02A}"/>
              </a:ext>
            </a:extLst>
          </p:cNvPr>
          <p:cNvSpPr>
            <a:spLocks noGrp="1"/>
          </p:cNvSpPr>
          <p:nvPr/>
        </p:nvSpPr>
        <p:spPr>
          <a:xfrm>
            <a:off x="3057525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430">
            <a:extLst>
              <a:ext uri="{FF2B5EF4-FFF2-40B4-BE49-F238E27FC236}">
                <a16:creationId xmlns:a16="http://schemas.microsoft.com/office/drawing/2014/main" id="{BA91B0C5-0B6A-4361-9E15-F1D2BCA1B3DB}"/>
              </a:ext>
            </a:extLst>
          </p:cNvPr>
          <p:cNvSpPr>
            <a:spLocks noGrp="1"/>
          </p:cNvSpPr>
          <p:nvPr/>
        </p:nvSpPr>
        <p:spPr>
          <a:xfrm>
            <a:off x="3057525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431">
            <a:extLst>
              <a:ext uri="{FF2B5EF4-FFF2-40B4-BE49-F238E27FC236}">
                <a16:creationId xmlns:a16="http://schemas.microsoft.com/office/drawing/2014/main" id="{86087D31-505E-49FE-BEDC-A3B4B0F5B6E7}"/>
              </a:ext>
            </a:extLst>
          </p:cNvPr>
          <p:cNvSpPr>
            <a:spLocks noGrp="1"/>
          </p:cNvSpPr>
          <p:nvPr/>
        </p:nvSpPr>
        <p:spPr>
          <a:xfrm>
            <a:off x="3057525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432">
            <a:extLst>
              <a:ext uri="{FF2B5EF4-FFF2-40B4-BE49-F238E27FC236}">
                <a16:creationId xmlns:a16="http://schemas.microsoft.com/office/drawing/2014/main" id="{215CA488-F280-4D5B-8CE4-D758C3E6AEB7}"/>
              </a:ext>
            </a:extLst>
          </p:cNvPr>
          <p:cNvSpPr>
            <a:spLocks noGrp="1"/>
          </p:cNvSpPr>
          <p:nvPr/>
        </p:nvSpPr>
        <p:spPr>
          <a:xfrm>
            <a:off x="3057525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433">
            <a:extLst>
              <a:ext uri="{FF2B5EF4-FFF2-40B4-BE49-F238E27FC236}">
                <a16:creationId xmlns:a16="http://schemas.microsoft.com/office/drawing/2014/main" id="{5BA96180-4ECE-461A-AFB5-94438CD6FAAE}"/>
              </a:ext>
            </a:extLst>
          </p:cNvPr>
          <p:cNvSpPr>
            <a:spLocks noGrp="1"/>
          </p:cNvSpPr>
          <p:nvPr/>
        </p:nvSpPr>
        <p:spPr>
          <a:xfrm>
            <a:off x="3057525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434">
            <a:extLst>
              <a:ext uri="{FF2B5EF4-FFF2-40B4-BE49-F238E27FC236}">
                <a16:creationId xmlns:a16="http://schemas.microsoft.com/office/drawing/2014/main" id="{135E2151-BF9E-4978-914B-077C0C1DDC5B}"/>
              </a:ext>
            </a:extLst>
          </p:cNvPr>
          <p:cNvSpPr>
            <a:spLocks noGrp="1"/>
          </p:cNvSpPr>
          <p:nvPr/>
        </p:nvSpPr>
        <p:spPr>
          <a:xfrm>
            <a:off x="3057525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435">
            <a:extLst>
              <a:ext uri="{FF2B5EF4-FFF2-40B4-BE49-F238E27FC236}">
                <a16:creationId xmlns:a16="http://schemas.microsoft.com/office/drawing/2014/main" id="{5F099142-C7AE-420A-BBE2-AC4303803613}"/>
              </a:ext>
            </a:extLst>
          </p:cNvPr>
          <p:cNvSpPr>
            <a:spLocks noGrp="1"/>
          </p:cNvSpPr>
          <p:nvPr/>
        </p:nvSpPr>
        <p:spPr>
          <a:xfrm>
            <a:off x="3057525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436">
            <a:extLst>
              <a:ext uri="{FF2B5EF4-FFF2-40B4-BE49-F238E27FC236}">
                <a16:creationId xmlns:a16="http://schemas.microsoft.com/office/drawing/2014/main" id="{E21D5EC4-349B-420F-9605-5F7F9140B53C}"/>
              </a:ext>
            </a:extLst>
          </p:cNvPr>
          <p:cNvSpPr>
            <a:spLocks noGrp="1"/>
          </p:cNvSpPr>
          <p:nvPr/>
        </p:nvSpPr>
        <p:spPr>
          <a:xfrm>
            <a:off x="3057525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437">
            <a:extLst>
              <a:ext uri="{FF2B5EF4-FFF2-40B4-BE49-F238E27FC236}">
                <a16:creationId xmlns:a16="http://schemas.microsoft.com/office/drawing/2014/main" id="{EB98638A-81D8-4B0B-8EFE-C1633E8DF499}"/>
              </a:ext>
            </a:extLst>
          </p:cNvPr>
          <p:cNvSpPr>
            <a:spLocks noGrp="1"/>
          </p:cNvSpPr>
          <p:nvPr/>
        </p:nvSpPr>
        <p:spPr>
          <a:xfrm>
            <a:off x="3057525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438">
            <a:extLst>
              <a:ext uri="{FF2B5EF4-FFF2-40B4-BE49-F238E27FC236}">
                <a16:creationId xmlns:a16="http://schemas.microsoft.com/office/drawing/2014/main" id="{00AFC1E5-18B8-4683-9E08-8DFD7FAFD9DB}"/>
              </a:ext>
            </a:extLst>
          </p:cNvPr>
          <p:cNvSpPr>
            <a:spLocks noGrp="1"/>
          </p:cNvSpPr>
          <p:nvPr/>
        </p:nvSpPr>
        <p:spPr>
          <a:xfrm>
            <a:off x="3057525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439">
            <a:extLst>
              <a:ext uri="{FF2B5EF4-FFF2-40B4-BE49-F238E27FC236}">
                <a16:creationId xmlns:a16="http://schemas.microsoft.com/office/drawing/2014/main" id="{487E3606-5082-40FC-B73C-BBFE70F5B943}"/>
              </a:ext>
            </a:extLst>
          </p:cNvPr>
          <p:cNvSpPr>
            <a:spLocks noGrp="1"/>
          </p:cNvSpPr>
          <p:nvPr/>
        </p:nvSpPr>
        <p:spPr>
          <a:xfrm>
            <a:off x="3057525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440">
            <a:extLst>
              <a:ext uri="{FF2B5EF4-FFF2-40B4-BE49-F238E27FC236}">
                <a16:creationId xmlns:a16="http://schemas.microsoft.com/office/drawing/2014/main" id="{575BA397-900E-41D9-9955-BA39788C3C61}"/>
              </a:ext>
            </a:extLst>
          </p:cNvPr>
          <p:cNvSpPr>
            <a:spLocks noGrp="1"/>
          </p:cNvSpPr>
          <p:nvPr/>
        </p:nvSpPr>
        <p:spPr>
          <a:xfrm>
            <a:off x="3057525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441">
            <a:extLst>
              <a:ext uri="{FF2B5EF4-FFF2-40B4-BE49-F238E27FC236}">
                <a16:creationId xmlns:a16="http://schemas.microsoft.com/office/drawing/2014/main" id="{879A4000-3917-4C87-919C-A39DFE97CE80}"/>
              </a:ext>
            </a:extLst>
          </p:cNvPr>
          <p:cNvSpPr>
            <a:spLocks noGrp="1"/>
          </p:cNvSpPr>
          <p:nvPr/>
        </p:nvSpPr>
        <p:spPr>
          <a:xfrm>
            <a:off x="3057525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442">
            <a:extLst>
              <a:ext uri="{FF2B5EF4-FFF2-40B4-BE49-F238E27FC236}">
                <a16:creationId xmlns:a16="http://schemas.microsoft.com/office/drawing/2014/main" id="{E249C5A3-31E0-4846-96E8-57C4230B1060}"/>
              </a:ext>
            </a:extLst>
          </p:cNvPr>
          <p:cNvSpPr>
            <a:spLocks noGrp="1"/>
          </p:cNvSpPr>
          <p:nvPr/>
        </p:nvSpPr>
        <p:spPr>
          <a:xfrm>
            <a:off x="3057525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443">
            <a:extLst>
              <a:ext uri="{FF2B5EF4-FFF2-40B4-BE49-F238E27FC236}">
                <a16:creationId xmlns:a16="http://schemas.microsoft.com/office/drawing/2014/main" id="{7A148AE2-81FF-4789-9272-53DAB987CE73}"/>
              </a:ext>
            </a:extLst>
          </p:cNvPr>
          <p:cNvSpPr>
            <a:spLocks noGrp="1"/>
          </p:cNvSpPr>
          <p:nvPr/>
        </p:nvSpPr>
        <p:spPr>
          <a:xfrm>
            <a:off x="3057525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444">
            <a:extLst>
              <a:ext uri="{FF2B5EF4-FFF2-40B4-BE49-F238E27FC236}">
                <a16:creationId xmlns:a16="http://schemas.microsoft.com/office/drawing/2014/main" id="{6F7A2327-6AE3-44C5-8A9B-FBF8DBE0C256}"/>
              </a:ext>
            </a:extLst>
          </p:cNvPr>
          <p:cNvSpPr>
            <a:spLocks noGrp="1"/>
          </p:cNvSpPr>
          <p:nvPr/>
        </p:nvSpPr>
        <p:spPr>
          <a:xfrm>
            <a:off x="3057525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445">
            <a:extLst>
              <a:ext uri="{FF2B5EF4-FFF2-40B4-BE49-F238E27FC236}">
                <a16:creationId xmlns:a16="http://schemas.microsoft.com/office/drawing/2014/main" id="{7D1E4A08-E1DA-48EB-A330-BFA93E0C2A7D}"/>
              </a:ext>
            </a:extLst>
          </p:cNvPr>
          <p:cNvSpPr>
            <a:spLocks noGrp="1"/>
          </p:cNvSpPr>
          <p:nvPr/>
        </p:nvSpPr>
        <p:spPr>
          <a:xfrm>
            <a:off x="3057525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446">
            <a:extLst>
              <a:ext uri="{FF2B5EF4-FFF2-40B4-BE49-F238E27FC236}">
                <a16:creationId xmlns:a16="http://schemas.microsoft.com/office/drawing/2014/main" id="{5CC413D1-0CB1-47A3-BEE6-75FBCDE89F05}"/>
              </a:ext>
            </a:extLst>
          </p:cNvPr>
          <p:cNvSpPr>
            <a:spLocks noGrp="1"/>
          </p:cNvSpPr>
          <p:nvPr/>
        </p:nvSpPr>
        <p:spPr>
          <a:xfrm>
            <a:off x="3057525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447">
            <a:extLst>
              <a:ext uri="{FF2B5EF4-FFF2-40B4-BE49-F238E27FC236}">
                <a16:creationId xmlns:a16="http://schemas.microsoft.com/office/drawing/2014/main" id="{D1802790-B26D-46C5-A915-A266C7FE0741}"/>
              </a:ext>
            </a:extLst>
          </p:cNvPr>
          <p:cNvSpPr>
            <a:spLocks noGrp="1"/>
          </p:cNvSpPr>
          <p:nvPr/>
        </p:nvSpPr>
        <p:spPr>
          <a:xfrm>
            <a:off x="3057525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448">
            <a:extLst>
              <a:ext uri="{FF2B5EF4-FFF2-40B4-BE49-F238E27FC236}">
                <a16:creationId xmlns:a16="http://schemas.microsoft.com/office/drawing/2014/main" id="{01AFFC0B-35D8-4DF4-B08E-1244147E4BF0}"/>
              </a:ext>
            </a:extLst>
          </p:cNvPr>
          <p:cNvSpPr>
            <a:spLocks noGrp="1"/>
          </p:cNvSpPr>
          <p:nvPr/>
        </p:nvSpPr>
        <p:spPr>
          <a:xfrm>
            <a:off x="3057525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449">
            <a:extLst>
              <a:ext uri="{FF2B5EF4-FFF2-40B4-BE49-F238E27FC236}">
                <a16:creationId xmlns:a16="http://schemas.microsoft.com/office/drawing/2014/main" id="{98769885-1FA0-48D5-BC8E-38188AAF7EC2}"/>
              </a:ext>
            </a:extLst>
          </p:cNvPr>
          <p:cNvSpPr>
            <a:spLocks noGrp="1"/>
          </p:cNvSpPr>
          <p:nvPr/>
        </p:nvSpPr>
        <p:spPr>
          <a:xfrm>
            <a:off x="3057525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450">
            <a:extLst>
              <a:ext uri="{FF2B5EF4-FFF2-40B4-BE49-F238E27FC236}">
                <a16:creationId xmlns:a16="http://schemas.microsoft.com/office/drawing/2014/main" id="{08AB4E62-3D6A-49BD-A352-7DEE56BF1573}"/>
              </a:ext>
            </a:extLst>
          </p:cNvPr>
          <p:cNvSpPr>
            <a:spLocks noGrp="1"/>
          </p:cNvSpPr>
          <p:nvPr/>
        </p:nvSpPr>
        <p:spPr>
          <a:xfrm>
            <a:off x="3057525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451">
            <a:extLst>
              <a:ext uri="{FF2B5EF4-FFF2-40B4-BE49-F238E27FC236}">
                <a16:creationId xmlns:a16="http://schemas.microsoft.com/office/drawing/2014/main" id="{92AFA8F4-5828-49DA-823F-932422AA7590}"/>
              </a:ext>
            </a:extLst>
          </p:cNvPr>
          <p:cNvSpPr>
            <a:spLocks noGrp="1"/>
          </p:cNvSpPr>
          <p:nvPr/>
        </p:nvSpPr>
        <p:spPr>
          <a:xfrm>
            <a:off x="3057525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452">
            <a:extLst>
              <a:ext uri="{FF2B5EF4-FFF2-40B4-BE49-F238E27FC236}">
                <a16:creationId xmlns:a16="http://schemas.microsoft.com/office/drawing/2014/main" id="{3F9ACF92-18A4-4B8F-9FF0-46B06D1BE3F5}"/>
              </a:ext>
            </a:extLst>
          </p:cNvPr>
          <p:cNvSpPr>
            <a:spLocks noGrp="1"/>
          </p:cNvSpPr>
          <p:nvPr/>
        </p:nvSpPr>
        <p:spPr>
          <a:xfrm>
            <a:off x="3057525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453">
            <a:extLst>
              <a:ext uri="{FF2B5EF4-FFF2-40B4-BE49-F238E27FC236}">
                <a16:creationId xmlns:a16="http://schemas.microsoft.com/office/drawing/2014/main" id="{A23E8FF2-56DC-493A-AE50-06969C4EB68D}"/>
              </a:ext>
            </a:extLst>
          </p:cNvPr>
          <p:cNvSpPr>
            <a:spLocks noGrp="1"/>
          </p:cNvSpPr>
          <p:nvPr/>
        </p:nvSpPr>
        <p:spPr>
          <a:xfrm>
            <a:off x="3057525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454">
            <a:extLst>
              <a:ext uri="{FF2B5EF4-FFF2-40B4-BE49-F238E27FC236}">
                <a16:creationId xmlns:a16="http://schemas.microsoft.com/office/drawing/2014/main" id="{D6A74EF3-37F6-44ED-9438-839EF871FBE1}"/>
              </a:ext>
            </a:extLst>
          </p:cNvPr>
          <p:cNvSpPr>
            <a:spLocks noGrp="1"/>
          </p:cNvSpPr>
          <p:nvPr/>
        </p:nvSpPr>
        <p:spPr>
          <a:xfrm>
            <a:off x="3057525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455">
            <a:extLst>
              <a:ext uri="{FF2B5EF4-FFF2-40B4-BE49-F238E27FC236}">
                <a16:creationId xmlns:a16="http://schemas.microsoft.com/office/drawing/2014/main" id="{D8DBDDD9-89A2-45D2-8C64-B6602C2C4E99}"/>
              </a:ext>
            </a:extLst>
          </p:cNvPr>
          <p:cNvSpPr>
            <a:spLocks noGrp="1"/>
          </p:cNvSpPr>
          <p:nvPr/>
        </p:nvSpPr>
        <p:spPr>
          <a:xfrm>
            <a:off x="3057525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456">
            <a:extLst>
              <a:ext uri="{FF2B5EF4-FFF2-40B4-BE49-F238E27FC236}">
                <a16:creationId xmlns:a16="http://schemas.microsoft.com/office/drawing/2014/main" id="{C3B337B2-7C70-4695-BBC0-080DD4F4DB4C}"/>
              </a:ext>
            </a:extLst>
          </p:cNvPr>
          <p:cNvSpPr>
            <a:spLocks noGrp="1"/>
          </p:cNvSpPr>
          <p:nvPr/>
        </p:nvSpPr>
        <p:spPr>
          <a:xfrm>
            <a:off x="3057525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457">
            <a:extLst>
              <a:ext uri="{FF2B5EF4-FFF2-40B4-BE49-F238E27FC236}">
                <a16:creationId xmlns:a16="http://schemas.microsoft.com/office/drawing/2014/main" id="{FE8E411E-1BA5-4698-82D7-1FEF3014611A}"/>
              </a:ext>
            </a:extLst>
          </p:cNvPr>
          <p:cNvSpPr>
            <a:spLocks noGrp="1"/>
          </p:cNvSpPr>
          <p:nvPr/>
        </p:nvSpPr>
        <p:spPr>
          <a:xfrm>
            <a:off x="3057525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458">
            <a:extLst>
              <a:ext uri="{FF2B5EF4-FFF2-40B4-BE49-F238E27FC236}">
                <a16:creationId xmlns:a16="http://schemas.microsoft.com/office/drawing/2014/main" id="{DCD48AF8-6823-464A-90D8-A571332E16D0}"/>
              </a:ext>
            </a:extLst>
          </p:cNvPr>
          <p:cNvSpPr>
            <a:spLocks noGrp="1"/>
          </p:cNvSpPr>
          <p:nvPr/>
        </p:nvSpPr>
        <p:spPr>
          <a:xfrm>
            <a:off x="3057525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459">
            <a:extLst>
              <a:ext uri="{FF2B5EF4-FFF2-40B4-BE49-F238E27FC236}">
                <a16:creationId xmlns:a16="http://schemas.microsoft.com/office/drawing/2014/main" id="{9BB44A6A-CD65-4B5E-95CE-AA962C22CE1B}"/>
              </a:ext>
            </a:extLst>
          </p:cNvPr>
          <p:cNvSpPr>
            <a:spLocks noGrp="1"/>
          </p:cNvSpPr>
          <p:nvPr/>
        </p:nvSpPr>
        <p:spPr>
          <a:xfrm>
            <a:off x="3057525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460">
            <a:extLst>
              <a:ext uri="{FF2B5EF4-FFF2-40B4-BE49-F238E27FC236}">
                <a16:creationId xmlns:a16="http://schemas.microsoft.com/office/drawing/2014/main" id="{F3A629DA-69FC-4B04-A68E-2DE5876999B9}"/>
              </a:ext>
            </a:extLst>
          </p:cNvPr>
          <p:cNvSpPr>
            <a:spLocks noGrp="1"/>
          </p:cNvSpPr>
          <p:nvPr/>
        </p:nvSpPr>
        <p:spPr>
          <a:xfrm>
            <a:off x="3057525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461">
            <a:extLst>
              <a:ext uri="{FF2B5EF4-FFF2-40B4-BE49-F238E27FC236}">
                <a16:creationId xmlns:a16="http://schemas.microsoft.com/office/drawing/2014/main" id="{F2E81E28-415A-426D-A0D9-42996E94DD90}"/>
              </a:ext>
            </a:extLst>
          </p:cNvPr>
          <p:cNvSpPr>
            <a:spLocks noGrp="1"/>
          </p:cNvSpPr>
          <p:nvPr/>
        </p:nvSpPr>
        <p:spPr>
          <a:xfrm>
            <a:off x="3057525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462">
            <a:extLst>
              <a:ext uri="{FF2B5EF4-FFF2-40B4-BE49-F238E27FC236}">
                <a16:creationId xmlns:a16="http://schemas.microsoft.com/office/drawing/2014/main" id="{71A46BCD-F0D9-49E3-A1A9-1AAADC72293E}"/>
              </a:ext>
            </a:extLst>
          </p:cNvPr>
          <p:cNvSpPr>
            <a:spLocks noGrp="1"/>
          </p:cNvSpPr>
          <p:nvPr/>
        </p:nvSpPr>
        <p:spPr>
          <a:xfrm>
            <a:off x="3057525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463">
            <a:extLst>
              <a:ext uri="{FF2B5EF4-FFF2-40B4-BE49-F238E27FC236}">
                <a16:creationId xmlns:a16="http://schemas.microsoft.com/office/drawing/2014/main" id="{13880055-4C55-4F70-87AB-83A1C54A0BB2}"/>
              </a:ext>
            </a:extLst>
          </p:cNvPr>
          <p:cNvSpPr>
            <a:spLocks noGrp="1"/>
          </p:cNvSpPr>
          <p:nvPr/>
        </p:nvSpPr>
        <p:spPr>
          <a:xfrm>
            <a:off x="5950744" y="16073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464">
            <a:extLst>
              <a:ext uri="{FF2B5EF4-FFF2-40B4-BE49-F238E27FC236}">
                <a16:creationId xmlns:a16="http://schemas.microsoft.com/office/drawing/2014/main" id="{5E6A02CF-F9B1-4316-B5BD-FEF04B5EEAF0}"/>
              </a:ext>
            </a:extLst>
          </p:cNvPr>
          <p:cNvSpPr>
            <a:spLocks noGrp="1"/>
          </p:cNvSpPr>
          <p:nvPr/>
        </p:nvSpPr>
        <p:spPr>
          <a:xfrm>
            <a:off x="5950744" y="17002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465">
            <a:extLst>
              <a:ext uri="{FF2B5EF4-FFF2-40B4-BE49-F238E27FC236}">
                <a16:creationId xmlns:a16="http://schemas.microsoft.com/office/drawing/2014/main" id="{3C433521-AE43-4764-90B0-64E4E709224D}"/>
              </a:ext>
            </a:extLst>
          </p:cNvPr>
          <p:cNvSpPr>
            <a:spLocks noGrp="1"/>
          </p:cNvSpPr>
          <p:nvPr/>
        </p:nvSpPr>
        <p:spPr>
          <a:xfrm>
            <a:off x="5950744" y="17930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466">
            <a:extLst>
              <a:ext uri="{FF2B5EF4-FFF2-40B4-BE49-F238E27FC236}">
                <a16:creationId xmlns:a16="http://schemas.microsoft.com/office/drawing/2014/main" id="{48C0D464-84F3-4836-96FC-FC71C4114CED}"/>
              </a:ext>
            </a:extLst>
          </p:cNvPr>
          <p:cNvSpPr>
            <a:spLocks noGrp="1"/>
          </p:cNvSpPr>
          <p:nvPr/>
        </p:nvSpPr>
        <p:spPr>
          <a:xfrm>
            <a:off x="5950744" y="18859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467">
            <a:extLst>
              <a:ext uri="{FF2B5EF4-FFF2-40B4-BE49-F238E27FC236}">
                <a16:creationId xmlns:a16="http://schemas.microsoft.com/office/drawing/2014/main" id="{6C485B3C-3AD1-4AF2-8D53-0A21E1EFD664}"/>
              </a:ext>
            </a:extLst>
          </p:cNvPr>
          <p:cNvSpPr>
            <a:spLocks noGrp="1"/>
          </p:cNvSpPr>
          <p:nvPr/>
        </p:nvSpPr>
        <p:spPr>
          <a:xfrm>
            <a:off x="5950744" y="19788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468">
            <a:extLst>
              <a:ext uri="{FF2B5EF4-FFF2-40B4-BE49-F238E27FC236}">
                <a16:creationId xmlns:a16="http://schemas.microsoft.com/office/drawing/2014/main" id="{57998361-2BD0-417D-9005-13016D39E1A3}"/>
              </a:ext>
            </a:extLst>
          </p:cNvPr>
          <p:cNvSpPr>
            <a:spLocks noGrp="1"/>
          </p:cNvSpPr>
          <p:nvPr/>
        </p:nvSpPr>
        <p:spPr>
          <a:xfrm>
            <a:off x="5950744" y="20716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469">
            <a:extLst>
              <a:ext uri="{FF2B5EF4-FFF2-40B4-BE49-F238E27FC236}">
                <a16:creationId xmlns:a16="http://schemas.microsoft.com/office/drawing/2014/main" id="{465E6971-2F2A-44C8-8E78-6A482ECE52A3}"/>
              </a:ext>
            </a:extLst>
          </p:cNvPr>
          <p:cNvSpPr>
            <a:spLocks noGrp="1"/>
          </p:cNvSpPr>
          <p:nvPr/>
        </p:nvSpPr>
        <p:spPr>
          <a:xfrm>
            <a:off x="5950744" y="21645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470">
            <a:extLst>
              <a:ext uri="{FF2B5EF4-FFF2-40B4-BE49-F238E27FC236}">
                <a16:creationId xmlns:a16="http://schemas.microsoft.com/office/drawing/2014/main" id="{10671B73-1998-4E51-BFF5-0EB9955AD4D8}"/>
              </a:ext>
            </a:extLst>
          </p:cNvPr>
          <p:cNvSpPr>
            <a:spLocks noGrp="1"/>
          </p:cNvSpPr>
          <p:nvPr/>
        </p:nvSpPr>
        <p:spPr>
          <a:xfrm>
            <a:off x="5950744" y="22574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connector_471">
            <a:extLst>
              <a:ext uri="{FF2B5EF4-FFF2-40B4-BE49-F238E27FC236}">
                <a16:creationId xmlns:a16="http://schemas.microsoft.com/office/drawing/2014/main" id="{04A0B0D4-6807-4F7D-A0AD-EF844FB970EA}"/>
              </a:ext>
            </a:extLst>
          </p:cNvPr>
          <p:cNvSpPr>
            <a:spLocks noGrp="1"/>
          </p:cNvSpPr>
          <p:nvPr/>
        </p:nvSpPr>
        <p:spPr>
          <a:xfrm>
            <a:off x="5950744" y="23502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0" name="connector_472">
            <a:extLst>
              <a:ext uri="{FF2B5EF4-FFF2-40B4-BE49-F238E27FC236}">
                <a16:creationId xmlns:a16="http://schemas.microsoft.com/office/drawing/2014/main" id="{0B4AAECC-F6A4-4B86-9882-6904AD8CB70E}"/>
              </a:ext>
            </a:extLst>
          </p:cNvPr>
          <p:cNvSpPr>
            <a:spLocks noGrp="1"/>
          </p:cNvSpPr>
          <p:nvPr/>
        </p:nvSpPr>
        <p:spPr>
          <a:xfrm>
            <a:off x="5950744" y="24431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1" name="connector_473">
            <a:extLst>
              <a:ext uri="{FF2B5EF4-FFF2-40B4-BE49-F238E27FC236}">
                <a16:creationId xmlns:a16="http://schemas.microsoft.com/office/drawing/2014/main" id="{725FB184-66F5-4943-BC89-817EA9C9D6AA}"/>
              </a:ext>
            </a:extLst>
          </p:cNvPr>
          <p:cNvSpPr>
            <a:spLocks noGrp="1"/>
          </p:cNvSpPr>
          <p:nvPr/>
        </p:nvSpPr>
        <p:spPr>
          <a:xfrm>
            <a:off x="5950744" y="25360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2" name="connector_474">
            <a:extLst>
              <a:ext uri="{FF2B5EF4-FFF2-40B4-BE49-F238E27FC236}">
                <a16:creationId xmlns:a16="http://schemas.microsoft.com/office/drawing/2014/main" id="{EB872AE6-2E4D-4249-A375-E2ED0C7FA2B4}"/>
              </a:ext>
            </a:extLst>
          </p:cNvPr>
          <p:cNvSpPr>
            <a:spLocks noGrp="1"/>
          </p:cNvSpPr>
          <p:nvPr/>
        </p:nvSpPr>
        <p:spPr>
          <a:xfrm>
            <a:off x="5950744" y="26289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3" name="connector_475">
            <a:extLst>
              <a:ext uri="{FF2B5EF4-FFF2-40B4-BE49-F238E27FC236}">
                <a16:creationId xmlns:a16="http://schemas.microsoft.com/office/drawing/2014/main" id="{ED24F3A8-F117-46B9-9469-505A1E7B6083}"/>
              </a:ext>
            </a:extLst>
          </p:cNvPr>
          <p:cNvSpPr>
            <a:spLocks noGrp="1"/>
          </p:cNvSpPr>
          <p:nvPr/>
        </p:nvSpPr>
        <p:spPr>
          <a:xfrm>
            <a:off x="5950744" y="27217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4" name="connector_476">
            <a:extLst>
              <a:ext uri="{FF2B5EF4-FFF2-40B4-BE49-F238E27FC236}">
                <a16:creationId xmlns:a16="http://schemas.microsoft.com/office/drawing/2014/main" id="{F0224700-3C40-4163-B3DF-3632FF6A7AA5}"/>
              </a:ext>
            </a:extLst>
          </p:cNvPr>
          <p:cNvSpPr>
            <a:spLocks noGrp="1"/>
          </p:cNvSpPr>
          <p:nvPr/>
        </p:nvSpPr>
        <p:spPr>
          <a:xfrm>
            <a:off x="5950744" y="28146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5" name="connector_477">
            <a:extLst>
              <a:ext uri="{FF2B5EF4-FFF2-40B4-BE49-F238E27FC236}">
                <a16:creationId xmlns:a16="http://schemas.microsoft.com/office/drawing/2014/main" id="{143FF326-8D9F-42E5-B94A-725B00C2299B}"/>
              </a:ext>
            </a:extLst>
          </p:cNvPr>
          <p:cNvSpPr>
            <a:spLocks noGrp="1"/>
          </p:cNvSpPr>
          <p:nvPr/>
        </p:nvSpPr>
        <p:spPr>
          <a:xfrm>
            <a:off x="5950744" y="29075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6" name="connector_478">
            <a:extLst>
              <a:ext uri="{FF2B5EF4-FFF2-40B4-BE49-F238E27FC236}">
                <a16:creationId xmlns:a16="http://schemas.microsoft.com/office/drawing/2014/main" id="{D75CF564-448B-414D-8C77-63050097D9EA}"/>
              </a:ext>
            </a:extLst>
          </p:cNvPr>
          <p:cNvSpPr>
            <a:spLocks noGrp="1"/>
          </p:cNvSpPr>
          <p:nvPr/>
        </p:nvSpPr>
        <p:spPr>
          <a:xfrm>
            <a:off x="5950744" y="30003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7" name="connector_479">
            <a:extLst>
              <a:ext uri="{FF2B5EF4-FFF2-40B4-BE49-F238E27FC236}">
                <a16:creationId xmlns:a16="http://schemas.microsoft.com/office/drawing/2014/main" id="{CB5681A1-B525-4BA8-8757-9E372D14EC60}"/>
              </a:ext>
            </a:extLst>
          </p:cNvPr>
          <p:cNvSpPr>
            <a:spLocks noGrp="1"/>
          </p:cNvSpPr>
          <p:nvPr/>
        </p:nvSpPr>
        <p:spPr>
          <a:xfrm>
            <a:off x="5950744" y="30932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8" name="connector_480">
            <a:extLst>
              <a:ext uri="{FF2B5EF4-FFF2-40B4-BE49-F238E27FC236}">
                <a16:creationId xmlns:a16="http://schemas.microsoft.com/office/drawing/2014/main" id="{826DC156-A914-4BB0-83B9-89009DC57FFE}"/>
              </a:ext>
            </a:extLst>
          </p:cNvPr>
          <p:cNvSpPr>
            <a:spLocks noGrp="1"/>
          </p:cNvSpPr>
          <p:nvPr/>
        </p:nvSpPr>
        <p:spPr>
          <a:xfrm>
            <a:off x="5950744" y="31861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9" name="connector_481">
            <a:extLst>
              <a:ext uri="{FF2B5EF4-FFF2-40B4-BE49-F238E27FC236}">
                <a16:creationId xmlns:a16="http://schemas.microsoft.com/office/drawing/2014/main" id="{79F4E358-CFEB-4489-B58C-DFBE85382F99}"/>
              </a:ext>
            </a:extLst>
          </p:cNvPr>
          <p:cNvSpPr>
            <a:spLocks noGrp="1"/>
          </p:cNvSpPr>
          <p:nvPr/>
        </p:nvSpPr>
        <p:spPr>
          <a:xfrm>
            <a:off x="5950744" y="32789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0" name="connector_482">
            <a:extLst>
              <a:ext uri="{FF2B5EF4-FFF2-40B4-BE49-F238E27FC236}">
                <a16:creationId xmlns:a16="http://schemas.microsoft.com/office/drawing/2014/main" id="{BB7F6B35-8546-4345-BD0D-3078BB5A2CD8}"/>
              </a:ext>
            </a:extLst>
          </p:cNvPr>
          <p:cNvSpPr>
            <a:spLocks noGrp="1"/>
          </p:cNvSpPr>
          <p:nvPr/>
        </p:nvSpPr>
        <p:spPr>
          <a:xfrm>
            <a:off x="5950744" y="33718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1" name="connector_483">
            <a:extLst>
              <a:ext uri="{FF2B5EF4-FFF2-40B4-BE49-F238E27FC236}">
                <a16:creationId xmlns:a16="http://schemas.microsoft.com/office/drawing/2014/main" id="{2864A422-9917-4620-A3D2-87C3A3F27610}"/>
              </a:ext>
            </a:extLst>
          </p:cNvPr>
          <p:cNvSpPr>
            <a:spLocks noGrp="1"/>
          </p:cNvSpPr>
          <p:nvPr/>
        </p:nvSpPr>
        <p:spPr>
          <a:xfrm>
            <a:off x="5950744" y="34647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2" name="connector_484">
            <a:extLst>
              <a:ext uri="{FF2B5EF4-FFF2-40B4-BE49-F238E27FC236}">
                <a16:creationId xmlns:a16="http://schemas.microsoft.com/office/drawing/2014/main" id="{05135E2D-97F2-41AE-A7EB-3BC41AD0D8C2}"/>
              </a:ext>
            </a:extLst>
          </p:cNvPr>
          <p:cNvSpPr>
            <a:spLocks noGrp="1"/>
          </p:cNvSpPr>
          <p:nvPr/>
        </p:nvSpPr>
        <p:spPr>
          <a:xfrm>
            <a:off x="5950744" y="35575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3" name="connector_485">
            <a:extLst>
              <a:ext uri="{FF2B5EF4-FFF2-40B4-BE49-F238E27FC236}">
                <a16:creationId xmlns:a16="http://schemas.microsoft.com/office/drawing/2014/main" id="{E010AD1C-ADD0-4827-A822-5A292BC5D2D1}"/>
              </a:ext>
            </a:extLst>
          </p:cNvPr>
          <p:cNvSpPr>
            <a:spLocks noGrp="1"/>
          </p:cNvSpPr>
          <p:nvPr/>
        </p:nvSpPr>
        <p:spPr>
          <a:xfrm>
            <a:off x="5950744" y="36504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4" name="connector_486">
            <a:extLst>
              <a:ext uri="{FF2B5EF4-FFF2-40B4-BE49-F238E27FC236}">
                <a16:creationId xmlns:a16="http://schemas.microsoft.com/office/drawing/2014/main" id="{8CA05594-A304-4D34-B393-A5B036BC37CB}"/>
              </a:ext>
            </a:extLst>
          </p:cNvPr>
          <p:cNvSpPr>
            <a:spLocks noGrp="1"/>
          </p:cNvSpPr>
          <p:nvPr/>
        </p:nvSpPr>
        <p:spPr>
          <a:xfrm>
            <a:off x="5950744" y="37433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5" name="connector_487">
            <a:extLst>
              <a:ext uri="{FF2B5EF4-FFF2-40B4-BE49-F238E27FC236}">
                <a16:creationId xmlns:a16="http://schemas.microsoft.com/office/drawing/2014/main" id="{9A64D2B3-B373-4482-933B-62219ED98D17}"/>
              </a:ext>
            </a:extLst>
          </p:cNvPr>
          <p:cNvSpPr>
            <a:spLocks noGrp="1"/>
          </p:cNvSpPr>
          <p:nvPr/>
        </p:nvSpPr>
        <p:spPr>
          <a:xfrm>
            <a:off x="5950744" y="38361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6" name="connector_488">
            <a:extLst>
              <a:ext uri="{FF2B5EF4-FFF2-40B4-BE49-F238E27FC236}">
                <a16:creationId xmlns:a16="http://schemas.microsoft.com/office/drawing/2014/main" id="{791C4AC6-DA6B-4EC2-B84B-6C7DBC330BBE}"/>
              </a:ext>
            </a:extLst>
          </p:cNvPr>
          <p:cNvSpPr>
            <a:spLocks noGrp="1"/>
          </p:cNvSpPr>
          <p:nvPr/>
        </p:nvSpPr>
        <p:spPr>
          <a:xfrm>
            <a:off x="5950744" y="39290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7" name="connector_489">
            <a:extLst>
              <a:ext uri="{FF2B5EF4-FFF2-40B4-BE49-F238E27FC236}">
                <a16:creationId xmlns:a16="http://schemas.microsoft.com/office/drawing/2014/main" id="{CDC7338B-8B30-4703-9E7F-3EC09B54C7A4}"/>
              </a:ext>
            </a:extLst>
          </p:cNvPr>
          <p:cNvSpPr>
            <a:spLocks noGrp="1"/>
          </p:cNvSpPr>
          <p:nvPr/>
        </p:nvSpPr>
        <p:spPr>
          <a:xfrm>
            <a:off x="5950744" y="40219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8" name="connector_490">
            <a:extLst>
              <a:ext uri="{FF2B5EF4-FFF2-40B4-BE49-F238E27FC236}">
                <a16:creationId xmlns:a16="http://schemas.microsoft.com/office/drawing/2014/main" id="{8F54F3CA-F70B-4A00-941F-A9BCC369ADF1}"/>
              </a:ext>
            </a:extLst>
          </p:cNvPr>
          <p:cNvSpPr>
            <a:spLocks noGrp="1"/>
          </p:cNvSpPr>
          <p:nvPr/>
        </p:nvSpPr>
        <p:spPr>
          <a:xfrm>
            <a:off x="5950744" y="41148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9" name="connector_491">
            <a:extLst>
              <a:ext uri="{FF2B5EF4-FFF2-40B4-BE49-F238E27FC236}">
                <a16:creationId xmlns:a16="http://schemas.microsoft.com/office/drawing/2014/main" id="{7E5AE6CE-6F29-4945-8ABE-24CA2F0FFAF2}"/>
              </a:ext>
            </a:extLst>
          </p:cNvPr>
          <p:cNvSpPr>
            <a:spLocks noGrp="1"/>
          </p:cNvSpPr>
          <p:nvPr/>
        </p:nvSpPr>
        <p:spPr>
          <a:xfrm>
            <a:off x="5950744" y="42076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0" name="connector_492">
            <a:extLst>
              <a:ext uri="{FF2B5EF4-FFF2-40B4-BE49-F238E27FC236}">
                <a16:creationId xmlns:a16="http://schemas.microsoft.com/office/drawing/2014/main" id="{B8F52057-5CD8-4B22-A255-2FC3977F4611}"/>
              </a:ext>
            </a:extLst>
          </p:cNvPr>
          <p:cNvSpPr>
            <a:spLocks noGrp="1"/>
          </p:cNvSpPr>
          <p:nvPr/>
        </p:nvSpPr>
        <p:spPr>
          <a:xfrm>
            <a:off x="5950744" y="43005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1" name="connector_493">
            <a:extLst>
              <a:ext uri="{FF2B5EF4-FFF2-40B4-BE49-F238E27FC236}">
                <a16:creationId xmlns:a16="http://schemas.microsoft.com/office/drawing/2014/main" id="{02FA936F-1E94-4934-B331-F87B45AA304A}"/>
              </a:ext>
            </a:extLst>
          </p:cNvPr>
          <p:cNvSpPr>
            <a:spLocks noGrp="1"/>
          </p:cNvSpPr>
          <p:nvPr/>
        </p:nvSpPr>
        <p:spPr>
          <a:xfrm>
            <a:off x="5950744" y="43934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2" name="connector_494">
            <a:extLst>
              <a:ext uri="{FF2B5EF4-FFF2-40B4-BE49-F238E27FC236}">
                <a16:creationId xmlns:a16="http://schemas.microsoft.com/office/drawing/2014/main" id="{8084385F-3983-4C47-A3E4-7B7493CB9939}"/>
              </a:ext>
            </a:extLst>
          </p:cNvPr>
          <p:cNvSpPr>
            <a:spLocks noGrp="1"/>
          </p:cNvSpPr>
          <p:nvPr/>
        </p:nvSpPr>
        <p:spPr>
          <a:xfrm>
            <a:off x="5950744" y="44862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3" name="connector_495">
            <a:extLst>
              <a:ext uri="{FF2B5EF4-FFF2-40B4-BE49-F238E27FC236}">
                <a16:creationId xmlns:a16="http://schemas.microsoft.com/office/drawing/2014/main" id="{D150F7F3-A471-473B-88EC-D6E3B7650C9D}"/>
              </a:ext>
            </a:extLst>
          </p:cNvPr>
          <p:cNvSpPr>
            <a:spLocks noGrp="1"/>
          </p:cNvSpPr>
          <p:nvPr/>
        </p:nvSpPr>
        <p:spPr>
          <a:xfrm>
            <a:off x="5950744" y="45791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4" name="connector_496">
            <a:extLst>
              <a:ext uri="{FF2B5EF4-FFF2-40B4-BE49-F238E27FC236}">
                <a16:creationId xmlns:a16="http://schemas.microsoft.com/office/drawing/2014/main" id="{6D335673-0388-4B82-B3D1-F7EDEAF1012A}"/>
              </a:ext>
            </a:extLst>
          </p:cNvPr>
          <p:cNvSpPr>
            <a:spLocks noGrp="1"/>
          </p:cNvSpPr>
          <p:nvPr/>
        </p:nvSpPr>
        <p:spPr>
          <a:xfrm>
            <a:off x="5950744" y="46720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5" name="connector_497">
            <a:extLst>
              <a:ext uri="{FF2B5EF4-FFF2-40B4-BE49-F238E27FC236}">
                <a16:creationId xmlns:a16="http://schemas.microsoft.com/office/drawing/2014/main" id="{0F70E485-99CF-4F88-A2E0-E7D88E698D63}"/>
              </a:ext>
            </a:extLst>
          </p:cNvPr>
          <p:cNvSpPr>
            <a:spLocks noGrp="1"/>
          </p:cNvSpPr>
          <p:nvPr/>
        </p:nvSpPr>
        <p:spPr>
          <a:xfrm>
            <a:off x="5950744" y="47648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6" name="connector_498">
            <a:extLst>
              <a:ext uri="{FF2B5EF4-FFF2-40B4-BE49-F238E27FC236}">
                <a16:creationId xmlns:a16="http://schemas.microsoft.com/office/drawing/2014/main" id="{F657792A-99B3-4029-91B4-7524AEB1FB7F}"/>
              </a:ext>
            </a:extLst>
          </p:cNvPr>
          <p:cNvSpPr>
            <a:spLocks noGrp="1"/>
          </p:cNvSpPr>
          <p:nvPr/>
        </p:nvSpPr>
        <p:spPr>
          <a:xfrm>
            <a:off x="5950744" y="48577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7" name="connector_499">
            <a:extLst>
              <a:ext uri="{FF2B5EF4-FFF2-40B4-BE49-F238E27FC236}">
                <a16:creationId xmlns:a16="http://schemas.microsoft.com/office/drawing/2014/main" id="{496A49D7-89E1-42D2-A55F-C81FB42A854C}"/>
              </a:ext>
            </a:extLst>
          </p:cNvPr>
          <p:cNvSpPr>
            <a:spLocks noGrp="1"/>
          </p:cNvSpPr>
          <p:nvPr/>
        </p:nvSpPr>
        <p:spPr>
          <a:xfrm>
            <a:off x="5950744" y="49506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8" name="connector_500">
            <a:extLst>
              <a:ext uri="{FF2B5EF4-FFF2-40B4-BE49-F238E27FC236}">
                <a16:creationId xmlns:a16="http://schemas.microsoft.com/office/drawing/2014/main" id="{63984572-2218-453C-A703-4A0689AE993F}"/>
              </a:ext>
            </a:extLst>
          </p:cNvPr>
          <p:cNvSpPr>
            <a:spLocks noGrp="1"/>
          </p:cNvSpPr>
          <p:nvPr/>
        </p:nvSpPr>
        <p:spPr>
          <a:xfrm>
            <a:off x="5950744" y="50434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9" name="connector_501">
            <a:extLst>
              <a:ext uri="{FF2B5EF4-FFF2-40B4-BE49-F238E27FC236}">
                <a16:creationId xmlns:a16="http://schemas.microsoft.com/office/drawing/2014/main" id="{45C99695-93AC-4F3B-A3CD-8414D612BC6F}"/>
              </a:ext>
            </a:extLst>
          </p:cNvPr>
          <p:cNvSpPr>
            <a:spLocks noGrp="1"/>
          </p:cNvSpPr>
          <p:nvPr/>
        </p:nvSpPr>
        <p:spPr>
          <a:xfrm>
            <a:off x="5950744" y="51363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0" name="connector_502">
            <a:extLst>
              <a:ext uri="{FF2B5EF4-FFF2-40B4-BE49-F238E27FC236}">
                <a16:creationId xmlns:a16="http://schemas.microsoft.com/office/drawing/2014/main" id="{01032EE9-6CF4-4CEF-A9A4-747700B090F3}"/>
              </a:ext>
            </a:extLst>
          </p:cNvPr>
          <p:cNvSpPr>
            <a:spLocks noGrp="1"/>
          </p:cNvSpPr>
          <p:nvPr/>
        </p:nvSpPr>
        <p:spPr>
          <a:xfrm>
            <a:off x="5950744" y="52292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1" name="connector_503">
            <a:extLst>
              <a:ext uri="{FF2B5EF4-FFF2-40B4-BE49-F238E27FC236}">
                <a16:creationId xmlns:a16="http://schemas.microsoft.com/office/drawing/2014/main" id="{BF96392F-DFDA-4426-939E-E1242F27ED4C}"/>
              </a:ext>
            </a:extLst>
          </p:cNvPr>
          <p:cNvSpPr>
            <a:spLocks noGrp="1"/>
          </p:cNvSpPr>
          <p:nvPr/>
        </p:nvSpPr>
        <p:spPr>
          <a:xfrm>
            <a:off x="5950744" y="53220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2" name="connector_504">
            <a:extLst>
              <a:ext uri="{FF2B5EF4-FFF2-40B4-BE49-F238E27FC236}">
                <a16:creationId xmlns:a16="http://schemas.microsoft.com/office/drawing/2014/main" id="{C16B9DDD-8AB6-4CBA-8D1D-011B4CE29942}"/>
              </a:ext>
            </a:extLst>
          </p:cNvPr>
          <p:cNvSpPr>
            <a:spLocks noGrp="1"/>
          </p:cNvSpPr>
          <p:nvPr/>
        </p:nvSpPr>
        <p:spPr>
          <a:xfrm>
            <a:off x="5950744" y="54149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text_506_根据 Shape 特征和硬件约束">
            <a:extLst>
              <a:ext uri="{FF2B5EF4-FFF2-40B4-BE49-F238E27FC236}">
                <a16:creationId xmlns:a16="http://schemas.microsoft.com/office/drawing/2014/main" id="{3F76283E-61AF-43DC-9D33-CF37DAECBA0E}"/>
              </a:ext>
            </a:extLst>
          </p:cNvPr>
          <p:cNvSpPr>
            <a:spLocks noGrp="1"/>
          </p:cNvSpPr>
          <p:nvPr/>
        </p:nvSpPr>
        <p:spPr>
          <a:xfrm>
            <a:off x="542925" y="2007394"/>
            <a:ext cx="24074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 Shape 特征和硬件约束</a:t>
            </a:r>
          </a:p>
        </p:txBody>
      </p:sp>
      <p:sp>
        <p:nvSpPr>
          <p:cNvPr id="94" name="text_508_生成少量不同结构的 Kernel">
            <a:extLst>
              <a:ext uri="{FF2B5EF4-FFF2-40B4-BE49-F238E27FC236}">
                <a16:creationId xmlns:a16="http://schemas.microsoft.com/office/drawing/2014/main" id="{DE5B94F5-8724-4CD0-906D-73DE9D59B8A4}"/>
              </a:ext>
            </a:extLst>
          </p:cNvPr>
          <p:cNvSpPr>
            <a:spLocks noGrp="1"/>
          </p:cNvSpPr>
          <p:nvPr/>
        </p:nvSpPr>
        <p:spPr>
          <a:xfrm>
            <a:off x="542925" y="2243138"/>
            <a:ext cx="2407444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3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生成少量不同结构的 Kernel</a:t>
            </a:r>
          </a:p>
        </p:txBody>
      </p:sp>
      <p:sp>
        <p:nvSpPr>
          <p:cNvPr id="95" name="object_509">
            <a:extLst>
              <a:ext uri="{FF2B5EF4-FFF2-40B4-BE49-F238E27FC236}">
                <a16:creationId xmlns:a16="http://schemas.microsoft.com/office/drawing/2014/main" id="{599FE5CF-EA8B-49A4-91A4-675520E94A0D}"/>
              </a:ext>
            </a:extLst>
          </p:cNvPr>
          <p:cNvSpPr>
            <a:spLocks noGrp="1"/>
          </p:cNvSpPr>
          <p:nvPr/>
        </p:nvSpPr>
        <p:spPr>
          <a:xfrm>
            <a:off x="475060" y="2657475"/>
            <a:ext cx="2207419" cy="521494"/>
          </a:xfrm>
          <a:prstGeom prst="rect">
            <a:avLst/>
          </a:prstGeom>
          <a:solidFill>
            <a:srgbClr val="F2F2F2"/>
          </a:solidFill>
          <a:ln w="19050">
            <a:solidFill>
              <a:srgbClr val="D7000F"/>
            </a:solidFill>
          </a:ln>
        </p:spPr>
      </p:sp>
      <p:sp>
        <p:nvSpPr>
          <p:cNvPr id="96" name="text_511_Shape 特征与硬件约束">
            <a:extLst>
              <a:ext uri="{FF2B5EF4-FFF2-40B4-BE49-F238E27FC236}">
                <a16:creationId xmlns:a16="http://schemas.microsoft.com/office/drawing/2014/main" id="{DCEDCAE8-7407-45A4-9DAC-37C29A01601F}"/>
              </a:ext>
            </a:extLst>
          </p:cNvPr>
          <p:cNvSpPr>
            <a:spLocks noGrp="1"/>
          </p:cNvSpPr>
          <p:nvPr/>
        </p:nvSpPr>
        <p:spPr>
          <a:xfrm>
            <a:off x="525067" y="2693194"/>
            <a:ext cx="210740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 特征与硬件约束</a:t>
            </a:r>
          </a:p>
        </p:txBody>
      </p:sp>
      <p:sp>
        <p:nvSpPr>
          <p:cNvPr id="97" name="text_513_算子语义、输入范围与 MLU 特性">
            <a:extLst>
              <a:ext uri="{FF2B5EF4-FFF2-40B4-BE49-F238E27FC236}">
                <a16:creationId xmlns:a16="http://schemas.microsoft.com/office/drawing/2014/main" id="{DE9E66A7-9A6B-4F1A-B9C2-556AE27A1FB6}"/>
              </a:ext>
            </a:extLst>
          </p:cNvPr>
          <p:cNvSpPr>
            <a:spLocks noGrp="1"/>
          </p:cNvSpPr>
          <p:nvPr/>
        </p:nvSpPr>
        <p:spPr>
          <a:xfrm>
            <a:off x="532210" y="2943226"/>
            <a:ext cx="209311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算子语义、输入范围与 MLU 特性</a:t>
            </a:r>
          </a:p>
        </p:txBody>
      </p:sp>
      <p:sp>
        <p:nvSpPr>
          <p:cNvPr id="98" name="connector_514">
            <a:extLst>
              <a:ext uri="{FF2B5EF4-FFF2-40B4-BE49-F238E27FC236}">
                <a16:creationId xmlns:a16="http://schemas.microsoft.com/office/drawing/2014/main" id="{5CCFD52D-A60D-46B5-BD5A-911E96835CDA}"/>
              </a:ext>
            </a:extLst>
          </p:cNvPr>
          <p:cNvSpPr>
            <a:spLocks noGrp="1"/>
          </p:cNvSpPr>
          <p:nvPr/>
        </p:nvSpPr>
        <p:spPr>
          <a:xfrm flipH="1">
            <a:off x="1511611" y="3164682"/>
            <a:ext cx="70966" cy="615173"/>
          </a:xfrm>
          <a:custGeom>
            <a:avLst/>
            <a:gdLst/>
            <a:ahLst/>
            <a:cxnLst/>
            <a:rect l="0" t="0" r="0" b="0"/>
            <a:pathLst>
              <a:path w="19050" h="314325">
                <a:moveTo>
                  <a:pt x="9525" y="9525"/>
                </a:moveTo>
                <a:lnTo>
                  <a:pt x="9525" y="3048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0" name="object_516">
            <a:extLst>
              <a:ext uri="{FF2B5EF4-FFF2-40B4-BE49-F238E27FC236}">
                <a16:creationId xmlns:a16="http://schemas.microsoft.com/office/drawing/2014/main" id="{8754589E-DC80-4B44-BDE8-359DBAA8140D}"/>
              </a:ext>
            </a:extLst>
          </p:cNvPr>
          <p:cNvSpPr>
            <a:spLocks noGrp="1"/>
          </p:cNvSpPr>
          <p:nvPr/>
        </p:nvSpPr>
        <p:spPr>
          <a:xfrm>
            <a:off x="396479" y="3750469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01" name="text_518_Family A">
            <a:extLst>
              <a:ext uri="{FF2B5EF4-FFF2-40B4-BE49-F238E27FC236}">
                <a16:creationId xmlns:a16="http://schemas.microsoft.com/office/drawing/2014/main" id="{0D502887-3DAC-40E2-8103-622ECACCF5AB}"/>
              </a:ext>
            </a:extLst>
          </p:cNvPr>
          <p:cNvSpPr>
            <a:spLocks noGrp="1"/>
          </p:cNvSpPr>
          <p:nvPr/>
        </p:nvSpPr>
        <p:spPr>
          <a:xfrm>
            <a:off x="446485" y="3786187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A</a:t>
            </a:r>
          </a:p>
        </p:txBody>
      </p:sp>
      <p:sp>
        <p:nvSpPr>
          <p:cNvPr id="102" name="text_520_小尺寸优化">
            <a:extLst>
              <a:ext uri="{FF2B5EF4-FFF2-40B4-BE49-F238E27FC236}">
                <a16:creationId xmlns:a16="http://schemas.microsoft.com/office/drawing/2014/main" id="{DE2AFA2C-CF93-4F04-9706-37FF9EA9B2A0}"/>
              </a:ext>
            </a:extLst>
          </p:cNvPr>
          <p:cNvSpPr>
            <a:spLocks noGrp="1"/>
          </p:cNvSpPr>
          <p:nvPr/>
        </p:nvSpPr>
        <p:spPr>
          <a:xfrm>
            <a:off x="453629" y="4136232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小尺寸优化</a:t>
            </a:r>
          </a:p>
        </p:txBody>
      </p:sp>
      <p:sp>
        <p:nvSpPr>
          <p:cNvPr id="103" name="connector_521">
            <a:extLst>
              <a:ext uri="{FF2B5EF4-FFF2-40B4-BE49-F238E27FC236}">
                <a16:creationId xmlns:a16="http://schemas.microsoft.com/office/drawing/2014/main" id="{E739D5DF-5AEC-41A9-9076-6C7B6694DF22}"/>
              </a:ext>
            </a:extLst>
          </p:cNvPr>
          <p:cNvSpPr>
            <a:spLocks noGrp="1"/>
          </p:cNvSpPr>
          <p:nvPr/>
        </p:nvSpPr>
        <p:spPr>
          <a:xfrm>
            <a:off x="753666" y="3543301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04" name="object_522">
            <a:extLst>
              <a:ext uri="{FF2B5EF4-FFF2-40B4-BE49-F238E27FC236}">
                <a16:creationId xmlns:a16="http://schemas.microsoft.com/office/drawing/2014/main" id="{9A8FCD52-212F-4F8B-9CE8-D8B7C497D1A0}"/>
              </a:ext>
            </a:extLst>
          </p:cNvPr>
          <p:cNvSpPr>
            <a:spLocks noGrp="1"/>
          </p:cNvSpPr>
          <p:nvPr/>
        </p:nvSpPr>
        <p:spPr>
          <a:xfrm>
            <a:off x="1189435" y="3750469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05" name="text_524_Family B">
            <a:extLst>
              <a:ext uri="{FF2B5EF4-FFF2-40B4-BE49-F238E27FC236}">
                <a16:creationId xmlns:a16="http://schemas.microsoft.com/office/drawing/2014/main" id="{0689E7E8-3EF0-42E8-9DFC-C18494148775}"/>
              </a:ext>
            </a:extLst>
          </p:cNvPr>
          <p:cNvSpPr>
            <a:spLocks noGrp="1"/>
          </p:cNvSpPr>
          <p:nvPr/>
        </p:nvSpPr>
        <p:spPr>
          <a:xfrm>
            <a:off x="1239441" y="3786187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B</a:t>
            </a:r>
          </a:p>
        </p:txBody>
      </p:sp>
      <p:sp>
        <p:nvSpPr>
          <p:cNvPr id="106" name="text_526_分块 / 分阶段">
            <a:extLst>
              <a:ext uri="{FF2B5EF4-FFF2-40B4-BE49-F238E27FC236}">
                <a16:creationId xmlns:a16="http://schemas.microsoft.com/office/drawing/2014/main" id="{37F14FA7-5505-4631-ADAC-04AEEF84525D}"/>
              </a:ext>
            </a:extLst>
          </p:cNvPr>
          <p:cNvSpPr>
            <a:spLocks noGrp="1"/>
          </p:cNvSpPr>
          <p:nvPr/>
        </p:nvSpPr>
        <p:spPr>
          <a:xfrm>
            <a:off x="1246585" y="4136232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分块 / 分阶段</a:t>
            </a:r>
          </a:p>
        </p:txBody>
      </p:sp>
      <p:sp>
        <p:nvSpPr>
          <p:cNvPr id="108" name="object_528">
            <a:extLst>
              <a:ext uri="{FF2B5EF4-FFF2-40B4-BE49-F238E27FC236}">
                <a16:creationId xmlns:a16="http://schemas.microsoft.com/office/drawing/2014/main" id="{7D3E2448-F299-48BF-8DDA-3AE3D70E4647}"/>
              </a:ext>
            </a:extLst>
          </p:cNvPr>
          <p:cNvSpPr>
            <a:spLocks noGrp="1"/>
          </p:cNvSpPr>
          <p:nvPr/>
        </p:nvSpPr>
        <p:spPr>
          <a:xfrm>
            <a:off x="1982392" y="3750469"/>
            <a:ext cx="735806" cy="621506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09" name="text_530_Family C">
            <a:extLst>
              <a:ext uri="{FF2B5EF4-FFF2-40B4-BE49-F238E27FC236}">
                <a16:creationId xmlns:a16="http://schemas.microsoft.com/office/drawing/2014/main" id="{D9F93969-9FE6-47B5-864C-15B5279D1EA9}"/>
              </a:ext>
            </a:extLst>
          </p:cNvPr>
          <p:cNvSpPr>
            <a:spLocks noGrp="1"/>
          </p:cNvSpPr>
          <p:nvPr/>
        </p:nvSpPr>
        <p:spPr>
          <a:xfrm>
            <a:off x="2032398" y="3786187"/>
            <a:ext cx="635794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2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00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 C</a:t>
            </a:r>
          </a:p>
        </p:txBody>
      </p:sp>
      <p:sp>
        <p:nvSpPr>
          <p:cNvPr id="110" name="text_532_整轴结构">
            <a:extLst>
              <a:ext uri="{FF2B5EF4-FFF2-40B4-BE49-F238E27FC236}">
                <a16:creationId xmlns:a16="http://schemas.microsoft.com/office/drawing/2014/main" id="{F306B480-5DD0-42A4-AE1B-7E4D95BB26F5}"/>
              </a:ext>
            </a:extLst>
          </p:cNvPr>
          <p:cNvSpPr>
            <a:spLocks noGrp="1"/>
          </p:cNvSpPr>
          <p:nvPr/>
        </p:nvSpPr>
        <p:spPr>
          <a:xfrm>
            <a:off x="2039542" y="4136232"/>
            <a:ext cx="621506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788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整轴结构</a:t>
            </a:r>
          </a:p>
        </p:txBody>
      </p:sp>
      <p:sp>
        <p:nvSpPr>
          <p:cNvPr id="111" name="connector_533">
            <a:extLst>
              <a:ext uri="{FF2B5EF4-FFF2-40B4-BE49-F238E27FC236}">
                <a16:creationId xmlns:a16="http://schemas.microsoft.com/office/drawing/2014/main" id="{B65F86A3-A3F0-46C6-9F04-DFCE1FB66A28}"/>
              </a:ext>
            </a:extLst>
          </p:cNvPr>
          <p:cNvSpPr>
            <a:spLocks noGrp="1"/>
          </p:cNvSpPr>
          <p:nvPr/>
        </p:nvSpPr>
        <p:spPr>
          <a:xfrm>
            <a:off x="2339578" y="3543301"/>
            <a:ext cx="14288" cy="192881"/>
          </a:xfrm>
          <a:custGeom>
            <a:avLst/>
            <a:gdLst/>
            <a:ahLst/>
            <a:cxnLst/>
            <a:rect l="0" t="0" r="0" b="0"/>
            <a:pathLst>
              <a:path w="19050" h="257175">
                <a:moveTo>
                  <a:pt x="9525" y="9525"/>
                </a:moveTo>
                <a:lnTo>
                  <a:pt x="9525" y="247650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2" name="connector_534">
            <a:extLst>
              <a:ext uri="{FF2B5EF4-FFF2-40B4-BE49-F238E27FC236}">
                <a16:creationId xmlns:a16="http://schemas.microsoft.com/office/drawing/2014/main" id="{7876BC28-7B2F-4444-9F7E-BF2536D17E7D}"/>
              </a:ext>
            </a:extLst>
          </p:cNvPr>
          <p:cNvSpPr>
            <a:spLocks noGrp="1"/>
          </p:cNvSpPr>
          <p:nvPr/>
        </p:nvSpPr>
        <p:spPr>
          <a:xfrm>
            <a:off x="753666" y="3543300"/>
            <a:ext cx="1600200" cy="14288"/>
          </a:xfrm>
          <a:custGeom>
            <a:avLst/>
            <a:gdLst/>
            <a:ahLst/>
            <a:cxnLst/>
            <a:rect l="0" t="0" r="0" b="0"/>
            <a:pathLst>
              <a:path w="2133600" h="19050">
                <a:moveTo>
                  <a:pt x="9525" y="9525"/>
                </a:moveTo>
                <a:lnTo>
                  <a:pt x="21240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4" name="text_537_输出：候选 Kernel Family">
            <a:extLst>
              <a:ext uri="{FF2B5EF4-FFF2-40B4-BE49-F238E27FC236}">
                <a16:creationId xmlns:a16="http://schemas.microsoft.com/office/drawing/2014/main" id="{41CEEAC8-3DB1-4EF9-B226-BD9ADC625503}"/>
              </a:ext>
            </a:extLst>
          </p:cNvPr>
          <p:cNvSpPr>
            <a:spLocks noGrp="1"/>
          </p:cNvSpPr>
          <p:nvPr/>
        </p:nvSpPr>
        <p:spPr>
          <a:xfrm>
            <a:off x="550069" y="4743450"/>
            <a:ext cx="2400300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输出：候选 Kernel Family</a:t>
            </a:r>
          </a:p>
        </p:txBody>
      </p:sp>
      <p:sp>
        <p:nvSpPr>
          <p:cNvPr id="115" name="text_539_不同结构分别定义可调参数">
            <a:extLst>
              <a:ext uri="{FF2B5EF4-FFF2-40B4-BE49-F238E27FC236}">
                <a16:creationId xmlns:a16="http://schemas.microsoft.com/office/drawing/2014/main" id="{2180A370-1497-4376-8E5C-3FC14DA73503}"/>
              </a:ext>
            </a:extLst>
          </p:cNvPr>
          <p:cNvSpPr>
            <a:spLocks noGrp="1"/>
          </p:cNvSpPr>
          <p:nvPr/>
        </p:nvSpPr>
        <p:spPr>
          <a:xfrm>
            <a:off x="557213" y="5057775"/>
            <a:ext cx="239315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不同结构分别定义可调参数</a:t>
            </a:r>
            <a:endParaRPr sz="118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text_541_保留 Family 与硬件约束信息">
            <a:extLst>
              <a:ext uri="{FF2B5EF4-FFF2-40B4-BE49-F238E27FC236}">
                <a16:creationId xmlns:a16="http://schemas.microsoft.com/office/drawing/2014/main" id="{0AC812A5-DDF8-4AD2-B096-008A23B1B6FE}"/>
              </a:ext>
            </a:extLst>
          </p:cNvPr>
          <p:cNvSpPr>
            <a:spLocks noGrp="1"/>
          </p:cNvSpPr>
          <p:nvPr/>
        </p:nvSpPr>
        <p:spPr>
          <a:xfrm>
            <a:off x="557213" y="5272087"/>
            <a:ext cx="239315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保留 Family 与硬件约束信息</a:t>
            </a:r>
          </a:p>
        </p:txBody>
      </p:sp>
      <p:sp>
        <p:nvSpPr>
          <p:cNvPr id="117" name="text_543_联合评估 Family × Config × S">
            <a:extLst>
              <a:ext uri="{FF2B5EF4-FFF2-40B4-BE49-F238E27FC236}">
                <a16:creationId xmlns:a16="http://schemas.microsoft.com/office/drawing/2014/main" id="{1CB65C41-E183-4C95-8089-95CF3BE5E208}"/>
              </a:ext>
            </a:extLst>
          </p:cNvPr>
          <p:cNvSpPr>
            <a:spLocks noGrp="1"/>
          </p:cNvSpPr>
          <p:nvPr/>
        </p:nvSpPr>
        <p:spPr>
          <a:xfrm>
            <a:off x="3271838" y="2007394"/>
            <a:ext cx="24860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联合评估 Family × Config × Shape</a:t>
            </a:r>
          </a:p>
        </p:txBody>
      </p:sp>
      <p:sp>
        <p:nvSpPr>
          <p:cNvPr id="118" name="text_545_确定不同输入对应的执行组合">
            <a:extLst>
              <a:ext uri="{FF2B5EF4-FFF2-40B4-BE49-F238E27FC236}">
                <a16:creationId xmlns:a16="http://schemas.microsoft.com/office/drawing/2014/main" id="{2700A8EE-3FB0-43FF-B3A8-314CFEB41440}"/>
              </a:ext>
            </a:extLst>
          </p:cNvPr>
          <p:cNvSpPr>
            <a:spLocks noGrp="1"/>
          </p:cNvSpPr>
          <p:nvPr/>
        </p:nvSpPr>
        <p:spPr>
          <a:xfrm>
            <a:off x="3271838" y="2243138"/>
            <a:ext cx="2486025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确定不同输入对应的执行组合</a:t>
            </a:r>
          </a:p>
        </p:txBody>
      </p:sp>
      <p:sp>
        <p:nvSpPr>
          <p:cNvPr id="119" name="object_546">
            <a:extLst>
              <a:ext uri="{FF2B5EF4-FFF2-40B4-BE49-F238E27FC236}">
                <a16:creationId xmlns:a16="http://schemas.microsoft.com/office/drawing/2014/main" id="{ECB1E21D-6586-47C6-B57B-E08C670045BD}"/>
              </a:ext>
            </a:extLst>
          </p:cNvPr>
          <p:cNvSpPr>
            <a:spLocks noGrp="1"/>
          </p:cNvSpPr>
          <p:nvPr/>
        </p:nvSpPr>
        <p:spPr>
          <a:xfrm>
            <a:off x="3293269" y="2671763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0" name="text_548_Family">
            <a:extLst>
              <a:ext uri="{FF2B5EF4-FFF2-40B4-BE49-F238E27FC236}">
                <a16:creationId xmlns:a16="http://schemas.microsoft.com/office/drawing/2014/main" id="{5B09708D-83B0-4702-AB2C-40B4C7E8A662}"/>
              </a:ext>
            </a:extLst>
          </p:cNvPr>
          <p:cNvSpPr>
            <a:spLocks noGrp="1"/>
          </p:cNvSpPr>
          <p:nvPr/>
        </p:nvSpPr>
        <p:spPr>
          <a:xfrm>
            <a:off x="3328987" y="2721769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Family</a:t>
            </a:r>
          </a:p>
        </p:txBody>
      </p:sp>
      <p:sp>
        <p:nvSpPr>
          <p:cNvPr id="121" name="text_550_候选计算与调度结构">
            <a:extLst>
              <a:ext uri="{FF2B5EF4-FFF2-40B4-BE49-F238E27FC236}">
                <a16:creationId xmlns:a16="http://schemas.microsoft.com/office/drawing/2014/main" id="{C5B90CA6-C114-467A-9863-9A01ED3F70CD}"/>
              </a:ext>
            </a:extLst>
          </p:cNvPr>
          <p:cNvSpPr>
            <a:spLocks noGrp="1"/>
          </p:cNvSpPr>
          <p:nvPr/>
        </p:nvSpPr>
        <p:spPr>
          <a:xfrm>
            <a:off x="4136231" y="2728913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候选计算与调度结构</a:t>
            </a:r>
          </a:p>
        </p:txBody>
      </p:sp>
      <p:sp>
        <p:nvSpPr>
          <p:cNvPr id="122" name="text_552_×">
            <a:extLst>
              <a:ext uri="{FF2B5EF4-FFF2-40B4-BE49-F238E27FC236}">
                <a16:creationId xmlns:a16="http://schemas.microsoft.com/office/drawing/2014/main" id="{B27A0C86-1575-42A4-9E25-4A708A8B0BAD}"/>
              </a:ext>
            </a:extLst>
          </p:cNvPr>
          <p:cNvSpPr>
            <a:spLocks noGrp="1"/>
          </p:cNvSpPr>
          <p:nvPr/>
        </p:nvSpPr>
        <p:spPr>
          <a:xfrm>
            <a:off x="3507581" y="2978944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123" name="object_553">
            <a:extLst>
              <a:ext uri="{FF2B5EF4-FFF2-40B4-BE49-F238E27FC236}">
                <a16:creationId xmlns:a16="http://schemas.microsoft.com/office/drawing/2014/main" id="{F1F3A8C8-13C1-409B-98A9-B738AEDDA807}"/>
              </a:ext>
            </a:extLst>
          </p:cNvPr>
          <p:cNvSpPr>
            <a:spLocks noGrp="1"/>
          </p:cNvSpPr>
          <p:nvPr/>
        </p:nvSpPr>
        <p:spPr>
          <a:xfrm>
            <a:off x="3293269" y="3150394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4" name="text_555_Config">
            <a:extLst>
              <a:ext uri="{FF2B5EF4-FFF2-40B4-BE49-F238E27FC236}">
                <a16:creationId xmlns:a16="http://schemas.microsoft.com/office/drawing/2014/main" id="{CA620727-5F3F-4CCD-9D26-B96F2C561BC1}"/>
              </a:ext>
            </a:extLst>
          </p:cNvPr>
          <p:cNvSpPr>
            <a:spLocks noGrp="1"/>
          </p:cNvSpPr>
          <p:nvPr/>
        </p:nvSpPr>
        <p:spPr>
          <a:xfrm>
            <a:off x="3328987" y="3200400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Config</a:t>
            </a:r>
          </a:p>
        </p:txBody>
      </p:sp>
      <p:sp>
        <p:nvSpPr>
          <p:cNvPr id="125" name="text_557_每个 Family 的独立参数空间">
            <a:extLst>
              <a:ext uri="{FF2B5EF4-FFF2-40B4-BE49-F238E27FC236}">
                <a16:creationId xmlns:a16="http://schemas.microsoft.com/office/drawing/2014/main" id="{139B27E4-FAF7-4242-A03A-6FCC9A66DDF9}"/>
              </a:ext>
            </a:extLst>
          </p:cNvPr>
          <p:cNvSpPr>
            <a:spLocks noGrp="1"/>
          </p:cNvSpPr>
          <p:nvPr/>
        </p:nvSpPr>
        <p:spPr>
          <a:xfrm>
            <a:off x="4136231" y="3207544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 Family 的独立参数空间</a:t>
            </a:r>
          </a:p>
        </p:txBody>
      </p:sp>
      <p:sp>
        <p:nvSpPr>
          <p:cNvPr id="126" name="text_559_×">
            <a:extLst>
              <a:ext uri="{FF2B5EF4-FFF2-40B4-BE49-F238E27FC236}">
                <a16:creationId xmlns:a16="http://schemas.microsoft.com/office/drawing/2014/main" id="{280D6DE1-B9F3-4527-88DF-9A018C871414}"/>
              </a:ext>
            </a:extLst>
          </p:cNvPr>
          <p:cNvSpPr>
            <a:spLocks noGrp="1"/>
          </p:cNvSpPr>
          <p:nvPr/>
        </p:nvSpPr>
        <p:spPr>
          <a:xfrm>
            <a:off x="3507581" y="3457575"/>
            <a:ext cx="228600" cy="1714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4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069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×</a:t>
            </a:r>
          </a:p>
        </p:txBody>
      </p:sp>
      <p:sp>
        <p:nvSpPr>
          <p:cNvPr id="127" name="object_560">
            <a:extLst>
              <a:ext uri="{FF2B5EF4-FFF2-40B4-BE49-F238E27FC236}">
                <a16:creationId xmlns:a16="http://schemas.microsoft.com/office/drawing/2014/main" id="{110145B9-5BB1-42AB-9E26-8490F7BACB4A}"/>
              </a:ext>
            </a:extLst>
          </p:cNvPr>
          <p:cNvSpPr>
            <a:spLocks noGrp="1"/>
          </p:cNvSpPr>
          <p:nvPr/>
        </p:nvSpPr>
        <p:spPr>
          <a:xfrm>
            <a:off x="3293269" y="3629025"/>
            <a:ext cx="714375" cy="3143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28" name="text_562_Shape">
            <a:extLst>
              <a:ext uri="{FF2B5EF4-FFF2-40B4-BE49-F238E27FC236}">
                <a16:creationId xmlns:a16="http://schemas.microsoft.com/office/drawing/2014/main" id="{18A6342E-0E63-4338-9766-B577D84E345B}"/>
              </a:ext>
            </a:extLst>
          </p:cNvPr>
          <p:cNvSpPr>
            <a:spLocks noGrp="1"/>
          </p:cNvSpPr>
          <p:nvPr/>
        </p:nvSpPr>
        <p:spPr>
          <a:xfrm>
            <a:off x="3328987" y="3679031"/>
            <a:ext cx="6429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</a:p>
        </p:txBody>
      </p:sp>
      <p:sp>
        <p:nvSpPr>
          <p:cNvPr id="129" name="text_564_代表输入及完整验证域">
            <a:extLst>
              <a:ext uri="{FF2B5EF4-FFF2-40B4-BE49-F238E27FC236}">
                <a16:creationId xmlns:a16="http://schemas.microsoft.com/office/drawing/2014/main" id="{70A448AA-6906-404F-A4FF-327130831010}"/>
              </a:ext>
            </a:extLst>
          </p:cNvPr>
          <p:cNvSpPr>
            <a:spLocks noGrp="1"/>
          </p:cNvSpPr>
          <p:nvPr/>
        </p:nvSpPr>
        <p:spPr>
          <a:xfrm>
            <a:off x="4136231" y="3686175"/>
            <a:ext cx="1657350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13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985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代表输入及完整验证域</a:t>
            </a:r>
          </a:p>
        </p:txBody>
      </p:sp>
      <p:sp>
        <p:nvSpPr>
          <p:cNvPr id="130" name="connector_565">
            <a:extLst>
              <a:ext uri="{FF2B5EF4-FFF2-40B4-BE49-F238E27FC236}">
                <a16:creationId xmlns:a16="http://schemas.microsoft.com/office/drawing/2014/main" id="{517223EA-F3E1-4020-A26E-1BD41D28F3BA}"/>
              </a:ext>
            </a:extLst>
          </p:cNvPr>
          <p:cNvSpPr>
            <a:spLocks noGrp="1"/>
          </p:cNvSpPr>
          <p:nvPr/>
        </p:nvSpPr>
        <p:spPr>
          <a:xfrm>
            <a:off x="4507706" y="4000500"/>
            <a:ext cx="14288" cy="228600"/>
          </a:xfrm>
          <a:custGeom>
            <a:avLst/>
            <a:gdLst/>
            <a:ahLst/>
            <a:cxnLst/>
            <a:rect l="0" t="0" r="0" b="0"/>
            <a:pathLst>
              <a:path w="19050" h="304800">
                <a:moveTo>
                  <a:pt x="9525" y="9525"/>
                </a:moveTo>
                <a:lnTo>
                  <a:pt x="9525" y="29527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1" name="connector_566">
            <a:extLst>
              <a:ext uri="{FF2B5EF4-FFF2-40B4-BE49-F238E27FC236}">
                <a16:creationId xmlns:a16="http://schemas.microsoft.com/office/drawing/2014/main" id="{71BF99EA-614C-4E17-AFB4-1A63B12CA066}"/>
              </a:ext>
            </a:extLst>
          </p:cNvPr>
          <p:cNvSpPr>
            <a:spLocks noGrp="1"/>
          </p:cNvSpPr>
          <p:nvPr/>
        </p:nvSpPr>
        <p:spPr>
          <a:xfrm>
            <a:off x="4483732" y="4170928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32" name="object_567">
            <a:extLst>
              <a:ext uri="{FF2B5EF4-FFF2-40B4-BE49-F238E27FC236}">
                <a16:creationId xmlns:a16="http://schemas.microsoft.com/office/drawing/2014/main" id="{67873DBF-2B56-40D7-9C01-ED1168731C48}"/>
              </a:ext>
            </a:extLst>
          </p:cNvPr>
          <p:cNvSpPr>
            <a:spLocks noGrp="1"/>
          </p:cNvSpPr>
          <p:nvPr/>
        </p:nvSpPr>
        <p:spPr>
          <a:xfrm>
            <a:off x="3328988" y="4314825"/>
            <a:ext cx="2378869" cy="471488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3" name="text_569_性能评估与组合筛选">
            <a:extLst>
              <a:ext uri="{FF2B5EF4-FFF2-40B4-BE49-F238E27FC236}">
                <a16:creationId xmlns:a16="http://schemas.microsoft.com/office/drawing/2014/main" id="{D8A44852-12D1-4784-990F-1ABD0A57E681}"/>
              </a:ext>
            </a:extLst>
          </p:cNvPr>
          <p:cNvSpPr>
            <a:spLocks noGrp="1"/>
          </p:cNvSpPr>
          <p:nvPr/>
        </p:nvSpPr>
        <p:spPr>
          <a:xfrm>
            <a:off x="3378994" y="4350544"/>
            <a:ext cx="2278856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性能评估与组合筛选</a:t>
            </a:r>
          </a:p>
        </p:txBody>
      </p:sp>
      <p:sp>
        <p:nvSpPr>
          <p:cNvPr id="134" name="text_571_完成正确性验证后冻结结果">
            <a:extLst>
              <a:ext uri="{FF2B5EF4-FFF2-40B4-BE49-F238E27FC236}">
                <a16:creationId xmlns:a16="http://schemas.microsoft.com/office/drawing/2014/main" id="{FAB9A8F1-B3A3-4D29-BF13-2B5BC852BE43}"/>
              </a:ext>
            </a:extLst>
          </p:cNvPr>
          <p:cNvSpPr>
            <a:spLocks noGrp="1"/>
          </p:cNvSpPr>
          <p:nvPr/>
        </p:nvSpPr>
        <p:spPr>
          <a:xfrm>
            <a:off x="3386138" y="4550569"/>
            <a:ext cx="2264569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完成正确性验证后冻结结果</a:t>
            </a:r>
          </a:p>
        </p:txBody>
      </p:sp>
      <p:sp>
        <p:nvSpPr>
          <p:cNvPr id="136" name="text_575_读取运行时 Shape">
            <a:extLst>
              <a:ext uri="{FF2B5EF4-FFF2-40B4-BE49-F238E27FC236}">
                <a16:creationId xmlns:a16="http://schemas.microsoft.com/office/drawing/2014/main" id="{C84E0E28-90E0-460C-BEDC-C88525E92CA8}"/>
              </a:ext>
            </a:extLst>
          </p:cNvPr>
          <p:cNvSpPr>
            <a:spLocks noGrp="1"/>
          </p:cNvSpPr>
          <p:nvPr/>
        </p:nvSpPr>
        <p:spPr>
          <a:xfrm>
            <a:off x="6150769" y="2007394"/>
            <a:ext cx="2507456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读取运行时 Shape</a:t>
            </a:r>
          </a:p>
        </p:txBody>
      </p:sp>
      <p:sp>
        <p:nvSpPr>
          <p:cNvPr id="137" name="text_577_选择已验证的 Family 与 Config">
            <a:extLst>
              <a:ext uri="{FF2B5EF4-FFF2-40B4-BE49-F238E27FC236}">
                <a16:creationId xmlns:a16="http://schemas.microsoft.com/office/drawing/2014/main" id="{6F053074-8970-42AF-AB57-A159F74DEE7F}"/>
              </a:ext>
            </a:extLst>
          </p:cNvPr>
          <p:cNvSpPr>
            <a:spLocks noGrp="1"/>
          </p:cNvSpPr>
          <p:nvPr/>
        </p:nvSpPr>
        <p:spPr>
          <a:xfrm>
            <a:off x="6150769" y="2243138"/>
            <a:ext cx="2507456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选择已验证的 Family 与 Config</a:t>
            </a:r>
          </a:p>
        </p:txBody>
      </p:sp>
      <p:sp>
        <p:nvSpPr>
          <p:cNvPr id="138" name="object_578">
            <a:extLst>
              <a:ext uri="{FF2B5EF4-FFF2-40B4-BE49-F238E27FC236}">
                <a16:creationId xmlns:a16="http://schemas.microsoft.com/office/drawing/2014/main" id="{4F831D10-4DE6-436E-8CCB-81E900073FAC}"/>
              </a:ext>
            </a:extLst>
          </p:cNvPr>
          <p:cNvSpPr>
            <a:spLocks noGrp="1"/>
          </p:cNvSpPr>
          <p:nvPr/>
        </p:nvSpPr>
        <p:spPr>
          <a:xfrm>
            <a:off x="6293644" y="2671762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9" name="text_580_输入 Shape">
            <a:extLst>
              <a:ext uri="{FF2B5EF4-FFF2-40B4-BE49-F238E27FC236}">
                <a16:creationId xmlns:a16="http://schemas.microsoft.com/office/drawing/2014/main" id="{71AF5102-B161-4314-A148-71203D787F0C}"/>
              </a:ext>
            </a:extLst>
          </p:cNvPr>
          <p:cNvSpPr>
            <a:spLocks noGrp="1"/>
          </p:cNvSpPr>
          <p:nvPr/>
        </p:nvSpPr>
        <p:spPr>
          <a:xfrm>
            <a:off x="6343650" y="2707481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输入 Shape</a:t>
            </a:r>
          </a:p>
        </p:txBody>
      </p:sp>
      <p:sp>
        <p:nvSpPr>
          <p:cNvPr id="140" name="connector_581">
            <a:extLst>
              <a:ext uri="{FF2B5EF4-FFF2-40B4-BE49-F238E27FC236}">
                <a16:creationId xmlns:a16="http://schemas.microsoft.com/office/drawing/2014/main" id="{2033FBCB-BF09-4E03-88ED-1FCB385650D0}"/>
              </a:ext>
            </a:extLst>
          </p:cNvPr>
          <p:cNvSpPr>
            <a:spLocks noGrp="1"/>
          </p:cNvSpPr>
          <p:nvPr/>
        </p:nvSpPr>
        <p:spPr>
          <a:xfrm>
            <a:off x="7393781" y="3071813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1" name="connector_582">
            <a:extLst>
              <a:ext uri="{FF2B5EF4-FFF2-40B4-BE49-F238E27FC236}">
                <a16:creationId xmlns:a16="http://schemas.microsoft.com/office/drawing/2014/main" id="{CED5AD5B-8BBB-4749-A612-57BCA7316F9D}"/>
              </a:ext>
            </a:extLst>
          </p:cNvPr>
          <p:cNvSpPr>
            <a:spLocks noGrp="1"/>
          </p:cNvSpPr>
          <p:nvPr/>
        </p:nvSpPr>
        <p:spPr>
          <a:xfrm>
            <a:off x="7369807" y="3177947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2" name="object_583">
            <a:extLst>
              <a:ext uri="{FF2B5EF4-FFF2-40B4-BE49-F238E27FC236}">
                <a16:creationId xmlns:a16="http://schemas.microsoft.com/office/drawing/2014/main" id="{C8D64E60-4214-4C9F-90DA-729D10C60DEA}"/>
              </a:ext>
            </a:extLst>
          </p:cNvPr>
          <p:cNvSpPr>
            <a:spLocks noGrp="1"/>
          </p:cNvSpPr>
          <p:nvPr/>
        </p:nvSpPr>
        <p:spPr>
          <a:xfrm>
            <a:off x="6293644" y="3257550"/>
            <a:ext cx="2221706" cy="385763"/>
          </a:xfrm>
          <a:prstGeom prst="rect">
            <a:avLst/>
          </a:prstGeom>
          <a:solidFill>
            <a:srgbClr val="F2F2F2"/>
          </a:solidFill>
          <a:ln w="19050">
            <a:solidFill>
              <a:srgbClr val="D7000F"/>
            </a:solidFill>
          </a:ln>
        </p:spPr>
      </p:sp>
      <p:sp>
        <p:nvSpPr>
          <p:cNvPr id="143" name="text_585_Dispatch 分派规则">
            <a:extLst>
              <a:ext uri="{FF2B5EF4-FFF2-40B4-BE49-F238E27FC236}">
                <a16:creationId xmlns:a16="http://schemas.microsoft.com/office/drawing/2014/main" id="{48788025-6777-4391-9E64-91E623830B78}"/>
              </a:ext>
            </a:extLst>
          </p:cNvPr>
          <p:cNvSpPr>
            <a:spLocks noGrp="1"/>
          </p:cNvSpPr>
          <p:nvPr/>
        </p:nvSpPr>
        <p:spPr>
          <a:xfrm>
            <a:off x="6343650" y="3293269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Dispatch 分派规则</a:t>
            </a:r>
          </a:p>
        </p:txBody>
      </p:sp>
      <p:sp>
        <p:nvSpPr>
          <p:cNvPr id="144" name="connector_586">
            <a:extLst>
              <a:ext uri="{FF2B5EF4-FFF2-40B4-BE49-F238E27FC236}">
                <a16:creationId xmlns:a16="http://schemas.microsoft.com/office/drawing/2014/main" id="{C7825356-8859-4134-9409-E70E770FF324}"/>
              </a:ext>
            </a:extLst>
          </p:cNvPr>
          <p:cNvSpPr>
            <a:spLocks noGrp="1"/>
          </p:cNvSpPr>
          <p:nvPr/>
        </p:nvSpPr>
        <p:spPr>
          <a:xfrm>
            <a:off x="7393781" y="3657601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5" name="connector_587">
            <a:extLst>
              <a:ext uri="{FF2B5EF4-FFF2-40B4-BE49-F238E27FC236}">
                <a16:creationId xmlns:a16="http://schemas.microsoft.com/office/drawing/2014/main" id="{AB635F4B-961D-4F70-B591-79E1E1C43E0A}"/>
              </a:ext>
            </a:extLst>
          </p:cNvPr>
          <p:cNvSpPr>
            <a:spLocks noGrp="1"/>
          </p:cNvSpPr>
          <p:nvPr/>
        </p:nvSpPr>
        <p:spPr>
          <a:xfrm>
            <a:off x="7369807" y="3763735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6" name="object_588">
            <a:extLst>
              <a:ext uri="{FF2B5EF4-FFF2-40B4-BE49-F238E27FC236}">
                <a16:creationId xmlns:a16="http://schemas.microsoft.com/office/drawing/2014/main" id="{3E4134D9-711B-4FC3-9EFA-8B9D2BC1C8D2}"/>
              </a:ext>
            </a:extLst>
          </p:cNvPr>
          <p:cNvSpPr>
            <a:spLocks noGrp="1"/>
          </p:cNvSpPr>
          <p:nvPr/>
        </p:nvSpPr>
        <p:spPr>
          <a:xfrm>
            <a:off x="6293644" y="3843337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47" name="text_590_Kernel Family + Config">
            <a:extLst>
              <a:ext uri="{FF2B5EF4-FFF2-40B4-BE49-F238E27FC236}">
                <a16:creationId xmlns:a16="http://schemas.microsoft.com/office/drawing/2014/main" id="{37523FFE-9BB8-4E19-A672-1DC4825FFEC1}"/>
              </a:ext>
            </a:extLst>
          </p:cNvPr>
          <p:cNvSpPr>
            <a:spLocks noGrp="1"/>
          </p:cNvSpPr>
          <p:nvPr/>
        </p:nvSpPr>
        <p:spPr>
          <a:xfrm>
            <a:off x="6343650" y="3879056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 + Config</a:t>
            </a:r>
          </a:p>
        </p:txBody>
      </p:sp>
      <p:sp>
        <p:nvSpPr>
          <p:cNvPr id="148" name="connector_591">
            <a:extLst>
              <a:ext uri="{FF2B5EF4-FFF2-40B4-BE49-F238E27FC236}">
                <a16:creationId xmlns:a16="http://schemas.microsoft.com/office/drawing/2014/main" id="{8E556D05-FF6E-4A2E-8B1E-C3A1F33B02DA}"/>
              </a:ext>
            </a:extLst>
          </p:cNvPr>
          <p:cNvSpPr>
            <a:spLocks noGrp="1"/>
          </p:cNvSpPr>
          <p:nvPr/>
        </p:nvSpPr>
        <p:spPr>
          <a:xfrm>
            <a:off x="7393781" y="4243388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9" name="connector_592">
            <a:extLst>
              <a:ext uri="{FF2B5EF4-FFF2-40B4-BE49-F238E27FC236}">
                <a16:creationId xmlns:a16="http://schemas.microsoft.com/office/drawing/2014/main" id="{535D4FB3-4ACC-4E03-9EF1-4369BE9B3390}"/>
              </a:ext>
            </a:extLst>
          </p:cNvPr>
          <p:cNvSpPr>
            <a:spLocks noGrp="1"/>
          </p:cNvSpPr>
          <p:nvPr/>
        </p:nvSpPr>
        <p:spPr>
          <a:xfrm>
            <a:off x="7369807" y="4349522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50" name="object_593">
            <a:extLst>
              <a:ext uri="{FF2B5EF4-FFF2-40B4-BE49-F238E27FC236}">
                <a16:creationId xmlns:a16="http://schemas.microsoft.com/office/drawing/2014/main" id="{6A3E4DC9-8045-425B-A98A-35A255449B7E}"/>
              </a:ext>
            </a:extLst>
          </p:cNvPr>
          <p:cNvSpPr>
            <a:spLocks noGrp="1"/>
          </p:cNvSpPr>
          <p:nvPr/>
        </p:nvSpPr>
        <p:spPr>
          <a:xfrm>
            <a:off x="6293644" y="4429125"/>
            <a:ext cx="2221706" cy="385763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51" name="text_595_执行对应 Kernel">
            <a:extLst>
              <a:ext uri="{FF2B5EF4-FFF2-40B4-BE49-F238E27FC236}">
                <a16:creationId xmlns:a16="http://schemas.microsoft.com/office/drawing/2014/main" id="{380DB6E5-EBBD-4320-89CC-A46D13F79DC2}"/>
              </a:ext>
            </a:extLst>
          </p:cNvPr>
          <p:cNvSpPr>
            <a:spLocks noGrp="1"/>
          </p:cNvSpPr>
          <p:nvPr/>
        </p:nvSpPr>
        <p:spPr>
          <a:xfrm>
            <a:off x="6343650" y="4464844"/>
            <a:ext cx="2121694" cy="3143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执行对应 Kernel</a:t>
            </a:r>
          </a:p>
        </p:txBody>
      </p:sp>
      <p:sp>
        <p:nvSpPr>
          <p:cNvPr id="153" name="text_599_形成候选生成、联合搜索、验证冻结与运行时分派的工">
            <a:extLst>
              <a:ext uri="{FF2B5EF4-FFF2-40B4-BE49-F238E27FC236}">
                <a16:creationId xmlns:a16="http://schemas.microsoft.com/office/drawing/2014/main" id="{7C5FD423-E9DB-40DD-BE6B-CBA783A48D0D}"/>
              </a:ext>
            </a:extLst>
          </p:cNvPr>
          <p:cNvSpPr>
            <a:spLocks noGrp="1"/>
          </p:cNvSpPr>
          <p:nvPr/>
        </p:nvSpPr>
        <p:spPr>
          <a:xfrm>
            <a:off x="474030" y="6030249"/>
            <a:ext cx="81438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406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形成候选生成、联合搜索、</a:t>
            </a:r>
            <a:r>
              <a:rPr sz="1406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验证冻结与运行时分派的</a:t>
            </a:r>
            <a:r>
              <a:rPr lang="en-US" altLang="zh-CN" sz="1406" b="1" dirty="0" err="1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sz="1406" b="1" dirty="0" smtClean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406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10" name="图片 2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71837" y="1528762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311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150769" y="1528762"/>
            <a:ext cx="271463" cy="271463"/>
          </a:xfrm>
          <a:prstGeom prst="rect">
            <a:avLst/>
          </a:prstGeom>
        </p:spPr>
      </p:pic>
      <p:sp>
        <p:nvSpPr>
          <p:cNvPr id="157" name="矩形 156"/>
          <p:cNvSpPr/>
          <p:nvPr/>
        </p:nvSpPr>
        <p:spPr>
          <a:xfrm>
            <a:off x="2069227" y="6632318"/>
            <a:ext cx="5149329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Helion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Deployment and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: Dynamic Shapes and Ahead-of-Time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Autotuning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 2026.</a:t>
            </a:r>
          </a:p>
        </p:txBody>
      </p:sp>
      <p:sp>
        <p:nvSpPr>
          <p:cNvPr id="135" name="灯片编号占位符 134">
            <a:extLst>
              <a:ext uri="{FF2B5EF4-FFF2-40B4-BE49-F238E27FC236}">
                <a16:creationId xmlns:a16="http://schemas.microsoft.com/office/drawing/2014/main" id="{0D034FD1-0679-916B-D3A9-73DDAB5AB3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74817449"/>
      </p:ext>
    </p:extLst>
  </p:cSld>
  <p:clrMapOvr>
    <a:masterClrMapping/>
  </p:clrMapOvr>
  <p:transition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DB7BD-AF18-4E0A-868D-7D796A76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实习任务二</a:t>
            </a:r>
            <a:r>
              <a:rPr lang="zh-CN" altLang="en-US" dirty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最终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Skill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架构与能力总结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_606_Skill 架构">
            <a:extLst>
              <a:ext uri="{FF2B5EF4-FFF2-40B4-BE49-F238E27FC236}">
                <a16:creationId xmlns:a16="http://schemas.microsoft.com/office/drawing/2014/main" id="{529BDFE1-54AA-425D-8993-4179A7C703DD}"/>
              </a:ext>
            </a:extLst>
          </p:cNvPr>
          <p:cNvSpPr>
            <a:spLocks noGrp="1"/>
          </p:cNvSpPr>
          <p:nvPr/>
        </p:nvSpPr>
        <p:spPr>
          <a:xfrm>
            <a:off x="949550" y="1376130"/>
            <a:ext cx="2357438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Skill</a:t>
            </a:r>
            <a:r>
              <a:rPr lang="en-US" sz="1580" b="1" dirty="0" smtClean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 </a:t>
            </a:r>
            <a:r>
              <a:rPr lang="zh-CN" altLang="en-US" sz="1580" b="1" dirty="0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最终</a:t>
            </a:r>
            <a:r>
              <a:rPr sz="1580" b="1" dirty="0" err="1" smtClean="0">
                <a:solidFill>
                  <a:srgbClr val="000000"/>
                </a:solidFill>
                <a:latin typeface="+mn-ea"/>
                <a:cs typeface="Times New Roman" panose="02020603050405020304" pitchFamily="18" charset="0"/>
              </a:rPr>
              <a:t>架构</a:t>
            </a:r>
            <a:endParaRPr sz="1580" b="1" dirty="0">
              <a:solidFill>
                <a:srgbClr val="000000"/>
              </a:solidFill>
              <a:latin typeface="+mn-ea"/>
              <a:cs typeface="Times New Roman" panose="02020603050405020304" pitchFamily="18" charset="0"/>
            </a:endParaRPr>
          </a:p>
        </p:txBody>
      </p:sp>
      <p:sp>
        <p:nvSpPr>
          <p:cNvPr id="6" name="connector_607">
            <a:extLst>
              <a:ext uri="{FF2B5EF4-FFF2-40B4-BE49-F238E27FC236}">
                <a16:creationId xmlns:a16="http://schemas.microsoft.com/office/drawing/2014/main" id="{488C1844-A1E2-4A8D-82EE-7CABDF0150A8}"/>
              </a:ext>
            </a:extLst>
          </p:cNvPr>
          <p:cNvSpPr>
            <a:spLocks noGrp="1"/>
          </p:cNvSpPr>
          <p:nvPr/>
        </p:nvSpPr>
        <p:spPr>
          <a:xfrm>
            <a:off x="933152" y="1691640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610_关键能力对比">
            <a:extLst>
              <a:ext uri="{FF2B5EF4-FFF2-40B4-BE49-F238E27FC236}">
                <a16:creationId xmlns:a16="http://schemas.microsoft.com/office/drawing/2014/main" id="{A673FE6D-0C34-4E45-9F8C-55D96353032F}"/>
              </a:ext>
            </a:extLst>
          </p:cNvPr>
          <p:cNvSpPr>
            <a:spLocks noGrp="1"/>
          </p:cNvSpPr>
          <p:nvPr/>
        </p:nvSpPr>
        <p:spPr>
          <a:xfrm>
            <a:off x="4765481" y="1383322"/>
            <a:ext cx="2421731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能力对比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8" name="connector_611">
            <a:extLst>
              <a:ext uri="{FF2B5EF4-FFF2-40B4-BE49-F238E27FC236}">
                <a16:creationId xmlns:a16="http://schemas.microsoft.com/office/drawing/2014/main" id="{A84D3778-0A35-4355-91BC-AA4F6FF7B115}"/>
              </a:ext>
            </a:extLst>
          </p:cNvPr>
          <p:cNvSpPr>
            <a:spLocks noGrp="1"/>
          </p:cNvSpPr>
          <p:nvPr/>
        </p:nvSpPr>
        <p:spPr>
          <a:xfrm>
            <a:off x="4730055" y="1691574"/>
            <a:ext cx="1514475" cy="14288"/>
          </a:xfrm>
          <a:custGeom>
            <a:avLst/>
            <a:gdLst/>
            <a:ahLst/>
            <a:cxnLst/>
            <a:rect l="0" t="0" r="0" b="0"/>
            <a:pathLst>
              <a:path w="2019300" h="19050">
                <a:moveTo>
                  <a:pt x="9525" y="9525"/>
                </a:moveTo>
                <a:lnTo>
                  <a:pt x="200977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2" name="object_730">
            <a:extLst>
              <a:ext uri="{FF2B5EF4-FFF2-40B4-BE49-F238E27FC236}">
                <a16:creationId xmlns:a16="http://schemas.microsoft.com/office/drawing/2014/main" id="{A4A1ED46-D435-49AF-B579-EB8A2E6F9C23}"/>
              </a:ext>
            </a:extLst>
          </p:cNvPr>
          <p:cNvSpPr>
            <a:spLocks noGrp="1"/>
          </p:cNvSpPr>
          <p:nvPr/>
        </p:nvSpPr>
        <p:spPr>
          <a:xfrm>
            <a:off x="983158" y="1848803"/>
            <a:ext cx="2757488" cy="357188"/>
          </a:xfrm>
          <a:prstGeom prst="rect">
            <a:avLst/>
          </a:prstGeom>
          <a:solidFill>
            <a:srgbClr val="F2F2F2"/>
          </a:solidFill>
          <a:ln w="19050">
            <a:solidFill>
              <a:srgbClr val="D7000F"/>
            </a:solidFill>
          </a:ln>
        </p:spPr>
      </p:sp>
      <p:sp>
        <p:nvSpPr>
          <p:cNvPr id="113" name="text_732_用户输入：需求 + Shape 范围 + 平台">
            <a:extLst>
              <a:ext uri="{FF2B5EF4-FFF2-40B4-BE49-F238E27FC236}">
                <a16:creationId xmlns:a16="http://schemas.microsoft.com/office/drawing/2014/main" id="{C2154524-E352-4B4E-B3EB-F17B39ACC293}"/>
              </a:ext>
            </a:extLst>
          </p:cNvPr>
          <p:cNvSpPr>
            <a:spLocks noGrp="1"/>
          </p:cNvSpPr>
          <p:nvPr/>
        </p:nvSpPr>
        <p:spPr>
          <a:xfrm>
            <a:off x="1033165" y="1884522"/>
            <a:ext cx="26574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用户输入：需求</a:t>
            </a: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Shape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范围</a:t>
            </a: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+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6" name="object_735">
            <a:extLst>
              <a:ext uri="{FF2B5EF4-FFF2-40B4-BE49-F238E27FC236}">
                <a16:creationId xmlns:a16="http://schemas.microsoft.com/office/drawing/2014/main" id="{5E284218-43BF-4961-B024-70BB619E1BBE}"/>
              </a:ext>
            </a:extLst>
          </p:cNvPr>
          <p:cNvSpPr>
            <a:spLocks noGrp="1"/>
          </p:cNvSpPr>
          <p:nvPr/>
        </p:nvSpPr>
        <p:spPr>
          <a:xfrm>
            <a:off x="983158" y="2398872"/>
            <a:ext cx="2757488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17" name="text_737_1  需求分析与 Shape 定义">
            <a:extLst>
              <a:ext uri="{FF2B5EF4-FFF2-40B4-BE49-F238E27FC236}">
                <a16:creationId xmlns:a16="http://schemas.microsoft.com/office/drawing/2014/main" id="{6B2A2022-3888-498B-946F-2AE18BDBC577}"/>
              </a:ext>
            </a:extLst>
          </p:cNvPr>
          <p:cNvSpPr>
            <a:spLocks noGrp="1"/>
          </p:cNvSpPr>
          <p:nvPr/>
        </p:nvSpPr>
        <p:spPr>
          <a:xfrm>
            <a:off x="1020700" y="2518252"/>
            <a:ext cx="265747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 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需求分析与</a:t>
            </a: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Shape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定义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1" name="object_742">
            <a:extLst>
              <a:ext uri="{FF2B5EF4-FFF2-40B4-BE49-F238E27FC236}">
                <a16:creationId xmlns:a16="http://schemas.microsoft.com/office/drawing/2014/main" id="{912E9C70-F446-4ABF-8B22-25B1E5EF4A6F}"/>
              </a:ext>
            </a:extLst>
          </p:cNvPr>
          <p:cNvSpPr>
            <a:spLocks noGrp="1"/>
          </p:cNvSpPr>
          <p:nvPr/>
        </p:nvSpPr>
        <p:spPr>
          <a:xfrm>
            <a:off x="983158" y="3020378"/>
            <a:ext cx="2757488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22" name="text_744_2  Kernel Family 设计与生成">
            <a:extLst>
              <a:ext uri="{FF2B5EF4-FFF2-40B4-BE49-F238E27FC236}">
                <a16:creationId xmlns:a16="http://schemas.microsoft.com/office/drawing/2014/main" id="{5DB90057-F5D7-4BDD-8BD8-BD483178C067}"/>
              </a:ext>
            </a:extLst>
          </p:cNvPr>
          <p:cNvSpPr>
            <a:spLocks noGrp="1"/>
          </p:cNvSpPr>
          <p:nvPr/>
        </p:nvSpPr>
        <p:spPr>
          <a:xfrm>
            <a:off x="1058962" y="3132331"/>
            <a:ext cx="265747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  Kernel Family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设计与生成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26" name="object_749">
            <a:extLst>
              <a:ext uri="{FF2B5EF4-FFF2-40B4-BE49-F238E27FC236}">
                <a16:creationId xmlns:a16="http://schemas.microsoft.com/office/drawing/2014/main" id="{46A2480B-F7CA-4CA9-84A6-175260393320}"/>
              </a:ext>
            </a:extLst>
          </p:cNvPr>
          <p:cNvSpPr>
            <a:spLocks noGrp="1"/>
          </p:cNvSpPr>
          <p:nvPr/>
        </p:nvSpPr>
        <p:spPr>
          <a:xfrm>
            <a:off x="983158" y="3641884"/>
            <a:ext cx="2757488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27" name="text_751_3  参数搜索与性能评估">
            <a:extLst>
              <a:ext uri="{FF2B5EF4-FFF2-40B4-BE49-F238E27FC236}">
                <a16:creationId xmlns:a16="http://schemas.microsoft.com/office/drawing/2014/main" id="{394CEFFE-4531-4102-9386-2C684E255895}"/>
              </a:ext>
            </a:extLst>
          </p:cNvPr>
          <p:cNvSpPr>
            <a:spLocks noGrp="1"/>
          </p:cNvSpPr>
          <p:nvPr/>
        </p:nvSpPr>
        <p:spPr>
          <a:xfrm>
            <a:off x="1051818" y="3742150"/>
            <a:ext cx="265747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3 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参数搜索与性能评估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1" name="object_756">
            <a:extLst>
              <a:ext uri="{FF2B5EF4-FFF2-40B4-BE49-F238E27FC236}">
                <a16:creationId xmlns:a16="http://schemas.microsoft.com/office/drawing/2014/main" id="{D1159711-FBD8-4C0B-9770-CF94C2B76CA1}"/>
              </a:ext>
            </a:extLst>
          </p:cNvPr>
          <p:cNvSpPr>
            <a:spLocks noGrp="1"/>
          </p:cNvSpPr>
          <p:nvPr/>
        </p:nvSpPr>
        <p:spPr>
          <a:xfrm>
            <a:off x="983158" y="4263390"/>
            <a:ext cx="2757488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2" name="text_758_4  验证与回归">
            <a:extLst>
              <a:ext uri="{FF2B5EF4-FFF2-40B4-BE49-F238E27FC236}">
                <a16:creationId xmlns:a16="http://schemas.microsoft.com/office/drawing/2014/main" id="{379DAE14-B846-49F9-828B-28B0DFABAA34}"/>
              </a:ext>
            </a:extLst>
          </p:cNvPr>
          <p:cNvSpPr>
            <a:spLocks noGrp="1"/>
          </p:cNvSpPr>
          <p:nvPr/>
        </p:nvSpPr>
        <p:spPr>
          <a:xfrm>
            <a:off x="1020700" y="4362297"/>
            <a:ext cx="265747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4 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验证与回归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object_763">
            <a:extLst>
              <a:ext uri="{FF2B5EF4-FFF2-40B4-BE49-F238E27FC236}">
                <a16:creationId xmlns:a16="http://schemas.microsoft.com/office/drawing/2014/main" id="{EB326376-4F25-4CFE-B446-3B0C16B27ECF}"/>
              </a:ext>
            </a:extLst>
          </p:cNvPr>
          <p:cNvSpPr>
            <a:spLocks noGrp="1"/>
          </p:cNvSpPr>
          <p:nvPr/>
        </p:nvSpPr>
        <p:spPr>
          <a:xfrm>
            <a:off x="983158" y="4884896"/>
            <a:ext cx="2757488" cy="428625"/>
          </a:xfrm>
          <a:prstGeom prst="rect">
            <a:avLst/>
          </a:prstGeom>
          <a:solidFill>
            <a:srgbClr val="FFFFFF"/>
          </a:solidFill>
          <a:ln w="19050">
            <a:solidFill>
              <a:srgbClr val="D7000F"/>
            </a:solidFill>
          </a:ln>
        </p:spPr>
      </p:sp>
      <p:sp>
        <p:nvSpPr>
          <p:cNvPr id="137" name="text_765_5  生成部署包">
            <a:extLst>
              <a:ext uri="{FF2B5EF4-FFF2-40B4-BE49-F238E27FC236}">
                <a16:creationId xmlns:a16="http://schemas.microsoft.com/office/drawing/2014/main" id="{9147E4D2-88E7-4DDD-89C8-AF0B05FBA24E}"/>
              </a:ext>
            </a:extLst>
          </p:cNvPr>
          <p:cNvSpPr>
            <a:spLocks noGrp="1"/>
          </p:cNvSpPr>
          <p:nvPr/>
        </p:nvSpPr>
        <p:spPr>
          <a:xfrm>
            <a:off x="1017257" y="4999813"/>
            <a:ext cx="2657475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5  </a:t>
            </a:r>
            <a:r>
              <a:rPr sz="1125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生成</a:t>
            </a:r>
            <a:r>
              <a:rPr lang="zh-CN" altLang="en-US" sz="1125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</a:t>
            </a:r>
            <a:endParaRPr sz="1125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aphicFrame>
        <p:nvGraphicFramePr>
          <p:cNvPr id="289" name="表格 288"/>
          <p:cNvGraphicFramePr/>
          <p:nvPr>
            <p:extLst>
              <p:ext uri="{D42A27DB-BD31-4B8C-83A1-F6EECF244321}">
                <p14:modId xmlns:p14="http://schemas.microsoft.com/office/powerpoint/2010/main" val="2678556056"/>
              </p:ext>
            </p:extLst>
          </p:nvPr>
        </p:nvGraphicFramePr>
        <p:xfrm>
          <a:off x="4622902" y="1991678"/>
          <a:ext cx="3398912" cy="2584932"/>
        </p:xfrm>
        <a:graphic>
          <a:graphicData uri="http://schemas.openxmlformats.org/drawingml/2006/table">
            <a:tbl>
              <a:tblPr/>
              <a:tblGrid>
                <a:gridCol w="118961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47584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438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59481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59481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zh-CN" altLang="en-US" sz="900" b="1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算子</a:t>
                      </a:r>
                      <a:endParaRPr sz="900" b="1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静态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V1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V2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V3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softmax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1.23</a:t>
                      </a:r>
                      <a:endParaRPr lang="zh-CN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</a:t>
                      </a:r>
                      <a:endParaRPr lang="zh-CN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1.02</a:t>
                      </a:r>
                      <a:endParaRPr lang="zh-CN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dirty="0" smtClean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1.182</a:t>
                      </a:r>
                      <a:endParaRPr lang="zh-CN" altLang="en-US" sz="10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layernorm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rmsnorm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0.96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gelu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1.15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9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matmul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sz="1000" kern="1200" dirty="0" smtClean="0">
                          <a:solidFill>
                            <a:schemeClr val="tx1"/>
                          </a:solidFill>
                          <a:latin typeface="Times New Roman" panose="02020603050405020304" pitchFamily="18" charset="0"/>
                          <a:ea typeface="+mn-ea"/>
                          <a:cs typeface="Times New Roman" panose="02020603050405020304" pitchFamily="18" charset="0"/>
                        </a:rPr>
                        <a:t>0.45</a:t>
                      </a:r>
                      <a:endParaRPr lang="zh-CN" altLang="en-US" sz="1000" kern="1200" dirty="0">
                        <a:solidFill>
                          <a:schemeClr val="tx1"/>
                        </a:solidFill>
                        <a:latin typeface="Times New Roman" panose="02020603050405020304" pitchFamily="18" charset="0"/>
                        <a:ea typeface="+mn-ea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zh-CN" altLang="en-US" sz="1400" dirty="0">
                        <a:latin typeface="Times New Roman" panose="02020603050405020304" pitchFamily="18" charset="0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69276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Shape 范围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单一</a:t>
                      </a: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 dirty="0" err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范围</a:t>
                      </a:r>
                      <a:endParaRPr sz="9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1431" marR="21431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41" name="text_771_✓ 支持    △ 初步支持    × 不支持">
            <a:extLst>
              <a:ext uri="{FF2B5EF4-FFF2-40B4-BE49-F238E27FC236}">
                <a16:creationId xmlns:a16="http://schemas.microsoft.com/office/drawing/2014/main" id="{1A86A0C8-5993-4073-AE87-50570B253DCE}"/>
              </a:ext>
            </a:extLst>
          </p:cNvPr>
          <p:cNvSpPr>
            <a:spLocks noGrp="1"/>
          </p:cNvSpPr>
          <p:nvPr/>
        </p:nvSpPr>
        <p:spPr>
          <a:xfrm>
            <a:off x="4753324" y="4797080"/>
            <a:ext cx="3075282" cy="39978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值为相比</a:t>
            </a:r>
            <a:r>
              <a:rPr lang="en-US" altLang="zh-CN" sz="1050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官方算子的加速比；</a:t>
            </a:r>
            <a:endParaRPr lang="en-US" altLang="zh-CN" sz="10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 algn="l">
              <a:buFont typeface="Wingdings" panose="05000000000000000000" pitchFamily="2" charset="2"/>
              <a:buChar char="p"/>
              <a:defRPr sz="12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每个算子开发完成之后随机测试</a:t>
            </a:r>
            <a:r>
              <a:rPr lang="en-US" altLang="zh-CN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144</a:t>
            </a:r>
            <a:r>
              <a:rPr lang="zh-CN" altLang="en-US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个</a:t>
            </a:r>
            <a:r>
              <a:rPr lang="en-US" altLang="zh-CN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050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  <a:endParaRPr sz="1050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text_783_形成“能支持、会调参、选结构”的动态算子开发能力">
            <a:extLst>
              <a:ext uri="{FF2B5EF4-FFF2-40B4-BE49-F238E27FC236}">
                <a16:creationId xmlns:a16="http://schemas.microsoft.com/office/drawing/2014/main" id="{D46CB5FE-F8DF-4C75-AEB4-4143903F5382}"/>
              </a:ext>
            </a:extLst>
          </p:cNvPr>
          <p:cNvSpPr>
            <a:spLocks noGrp="1"/>
          </p:cNvSpPr>
          <p:nvPr/>
        </p:nvSpPr>
        <p:spPr>
          <a:xfrm>
            <a:off x="514350" y="6118542"/>
            <a:ext cx="8143875" cy="28575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形成了一套完整的动态算子开发 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Skill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endParaRPr lang="en-US" altLang="zh-CN" sz="1406" b="1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87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实现了从“单一静态 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”到“多 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、多 </a:t>
            </a:r>
            <a:r>
              <a:rPr lang="en-US" altLang="zh-CN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Kernel</a:t>
            </a:r>
            <a:r>
              <a:rPr lang="zh-CN" altLang="en-US"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、自动化搜索”的工程化方案</a:t>
            </a:r>
            <a:r>
              <a:rPr sz="1406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94" name="connector_581">
            <a:extLst>
              <a:ext uri="{FF2B5EF4-FFF2-40B4-BE49-F238E27FC236}">
                <a16:creationId xmlns:a16="http://schemas.microsoft.com/office/drawing/2014/main" id="{C7EF3B3E-BAE1-41FE-841D-AB7666122A0D}"/>
              </a:ext>
            </a:extLst>
          </p:cNvPr>
          <p:cNvSpPr>
            <a:spLocks noGrp="1"/>
          </p:cNvSpPr>
          <p:nvPr/>
        </p:nvSpPr>
        <p:spPr>
          <a:xfrm>
            <a:off x="2373412" y="3449514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8" name="connector_582">
            <a:extLst>
              <a:ext uri="{FF2B5EF4-FFF2-40B4-BE49-F238E27FC236}">
                <a16:creationId xmlns:a16="http://schemas.microsoft.com/office/drawing/2014/main" id="{374980FA-8677-2CE8-63BD-47C9CC815DBD}"/>
              </a:ext>
            </a:extLst>
          </p:cNvPr>
          <p:cNvSpPr>
            <a:spLocks noGrp="1"/>
          </p:cNvSpPr>
          <p:nvPr/>
        </p:nvSpPr>
        <p:spPr>
          <a:xfrm>
            <a:off x="2349438" y="3555648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99" name="connector_586">
            <a:extLst>
              <a:ext uri="{FF2B5EF4-FFF2-40B4-BE49-F238E27FC236}">
                <a16:creationId xmlns:a16="http://schemas.microsoft.com/office/drawing/2014/main" id="{2A5B0D80-A394-DA35-8750-D7756EA0FB2B}"/>
              </a:ext>
            </a:extLst>
          </p:cNvPr>
          <p:cNvSpPr>
            <a:spLocks noGrp="1"/>
          </p:cNvSpPr>
          <p:nvPr/>
        </p:nvSpPr>
        <p:spPr>
          <a:xfrm>
            <a:off x="2373412" y="2209959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1" name="connector_587">
            <a:extLst>
              <a:ext uri="{FF2B5EF4-FFF2-40B4-BE49-F238E27FC236}">
                <a16:creationId xmlns:a16="http://schemas.microsoft.com/office/drawing/2014/main" id="{1BE165FA-730C-3DCC-4EE0-6C5005A555C4}"/>
              </a:ext>
            </a:extLst>
          </p:cNvPr>
          <p:cNvSpPr>
            <a:spLocks noGrp="1"/>
          </p:cNvSpPr>
          <p:nvPr/>
        </p:nvSpPr>
        <p:spPr>
          <a:xfrm>
            <a:off x="2349438" y="23160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5" name="connector_591">
            <a:extLst>
              <a:ext uri="{FF2B5EF4-FFF2-40B4-BE49-F238E27FC236}">
                <a16:creationId xmlns:a16="http://schemas.microsoft.com/office/drawing/2014/main" id="{1B2D8557-5506-DAEE-245A-8B3AEBB54D2B}"/>
              </a:ext>
            </a:extLst>
          </p:cNvPr>
          <p:cNvSpPr>
            <a:spLocks noGrp="1"/>
          </p:cNvSpPr>
          <p:nvPr/>
        </p:nvSpPr>
        <p:spPr>
          <a:xfrm>
            <a:off x="2373412" y="2828519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06" name="connector_592">
            <a:extLst>
              <a:ext uri="{FF2B5EF4-FFF2-40B4-BE49-F238E27FC236}">
                <a16:creationId xmlns:a16="http://schemas.microsoft.com/office/drawing/2014/main" id="{3C66DBE1-FC97-7916-C682-0276BE58F7D7}"/>
              </a:ext>
            </a:extLst>
          </p:cNvPr>
          <p:cNvSpPr>
            <a:spLocks noGrp="1"/>
          </p:cNvSpPr>
          <p:nvPr/>
        </p:nvSpPr>
        <p:spPr>
          <a:xfrm>
            <a:off x="2349438" y="293465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5" name="connector_586">
            <a:extLst>
              <a:ext uri="{FF2B5EF4-FFF2-40B4-BE49-F238E27FC236}">
                <a16:creationId xmlns:a16="http://schemas.microsoft.com/office/drawing/2014/main" id="{02959D19-F536-3086-A5AE-F4C37C2A7F45}"/>
              </a:ext>
            </a:extLst>
          </p:cNvPr>
          <p:cNvSpPr>
            <a:spLocks noGrp="1"/>
          </p:cNvSpPr>
          <p:nvPr/>
        </p:nvSpPr>
        <p:spPr>
          <a:xfrm>
            <a:off x="2373412" y="4070192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19" name="connector_587">
            <a:extLst>
              <a:ext uri="{FF2B5EF4-FFF2-40B4-BE49-F238E27FC236}">
                <a16:creationId xmlns:a16="http://schemas.microsoft.com/office/drawing/2014/main" id="{A7B4C5DF-EFDF-08F0-C1D0-20C47F23F234}"/>
              </a:ext>
            </a:extLst>
          </p:cNvPr>
          <p:cNvSpPr>
            <a:spLocks noGrp="1"/>
          </p:cNvSpPr>
          <p:nvPr/>
        </p:nvSpPr>
        <p:spPr>
          <a:xfrm>
            <a:off x="2349438" y="4176326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0" name="connector_591">
            <a:extLst>
              <a:ext uri="{FF2B5EF4-FFF2-40B4-BE49-F238E27FC236}">
                <a16:creationId xmlns:a16="http://schemas.microsoft.com/office/drawing/2014/main" id="{B19E53A3-1BF8-689D-7B05-CCF768E4EB6A}"/>
              </a:ext>
            </a:extLst>
          </p:cNvPr>
          <p:cNvSpPr>
            <a:spLocks noGrp="1"/>
          </p:cNvSpPr>
          <p:nvPr/>
        </p:nvSpPr>
        <p:spPr>
          <a:xfrm>
            <a:off x="2373412" y="4688752"/>
            <a:ext cx="14288" cy="164306"/>
          </a:xfrm>
          <a:custGeom>
            <a:avLst/>
            <a:gdLst/>
            <a:ahLst/>
            <a:cxnLst/>
            <a:rect l="0" t="0" r="0" b="0"/>
            <a:pathLst>
              <a:path w="19050" h="219075">
                <a:moveTo>
                  <a:pt x="9525" y="9525"/>
                </a:moveTo>
                <a:lnTo>
                  <a:pt x="9525" y="20955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24" name="connector_592">
            <a:extLst>
              <a:ext uri="{FF2B5EF4-FFF2-40B4-BE49-F238E27FC236}">
                <a16:creationId xmlns:a16="http://schemas.microsoft.com/office/drawing/2014/main" id="{62EE8836-F4C8-17C3-AB1C-E65017219B7D}"/>
              </a:ext>
            </a:extLst>
          </p:cNvPr>
          <p:cNvSpPr>
            <a:spLocks noGrp="1"/>
          </p:cNvSpPr>
          <p:nvPr/>
        </p:nvSpPr>
        <p:spPr>
          <a:xfrm>
            <a:off x="2349438" y="4794886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8" name="灯片编号占位符 147">
            <a:extLst>
              <a:ext uri="{FF2B5EF4-FFF2-40B4-BE49-F238E27FC236}">
                <a16:creationId xmlns:a16="http://schemas.microsoft.com/office/drawing/2014/main" id="{3804380D-E798-4FA6-C516-E847405CB90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15</a:t>
            </a:fld>
            <a:endParaRPr lang="zh-CN" altLang="en-US"/>
          </a:p>
        </p:txBody>
      </p:sp>
      <p:cxnSp>
        <p:nvCxnSpPr>
          <p:cNvPr id="143" name="直接连接符 142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4166349" y="1355884"/>
            <a:ext cx="13312" cy="4001064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23509185"/>
      </p:ext>
    </p:extLst>
  </p:cSld>
  <p:clrMapOvr>
    <a:masterClrMapping/>
  </p:clrMapOvr>
  <p:transition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9" name="矩形 218">
            <a:extLst>
              <a:ext uri="{FF2B5EF4-FFF2-40B4-BE49-F238E27FC236}">
                <a16:creationId xmlns:a16="http://schemas.microsoft.com/office/drawing/2014/main" id="{6BA68242-CA70-5220-B2FF-EF28795A5707}"/>
              </a:ext>
            </a:extLst>
          </p:cNvPr>
          <p:cNvSpPr/>
          <p:nvPr/>
        </p:nvSpPr>
        <p:spPr>
          <a:xfrm>
            <a:off x="613961" y="3582577"/>
            <a:ext cx="3816936" cy="1170107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8" name="矩形 217">
            <a:extLst>
              <a:ext uri="{FF2B5EF4-FFF2-40B4-BE49-F238E27FC236}">
                <a16:creationId xmlns:a16="http://schemas.microsoft.com/office/drawing/2014/main" id="{6BA68242-CA70-5220-B2FF-EF28795A5707}"/>
              </a:ext>
            </a:extLst>
          </p:cNvPr>
          <p:cNvSpPr/>
          <p:nvPr/>
        </p:nvSpPr>
        <p:spPr>
          <a:xfrm>
            <a:off x="574395" y="2277344"/>
            <a:ext cx="3849359" cy="719608"/>
          </a:xfrm>
          <a:prstGeom prst="rect">
            <a:avLst/>
          </a:prstGeom>
          <a:solidFill>
            <a:schemeClr val="bg1">
              <a:lumMod val="95000"/>
            </a:schemeClr>
          </a:solidFill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82687F88-6189-41EF-9314-E5E7E9FC51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</a:t>
            </a:r>
            <a:r>
              <a:rPr lang="zh-CN" altLang="en-US" dirty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算子开发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Skill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指南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5" name="text_3007_新平台适配挑战">
            <a:extLst>
              <a:ext uri="{FF2B5EF4-FFF2-40B4-BE49-F238E27FC236}">
                <a16:creationId xmlns:a16="http://schemas.microsoft.com/office/drawing/2014/main" id="{09BE1E5A-0E6F-48FB-87D7-405B4FB2D703}"/>
              </a:ext>
            </a:extLst>
          </p:cNvPr>
          <p:cNvSpPr>
            <a:spLocks noGrp="1"/>
          </p:cNvSpPr>
          <p:nvPr/>
        </p:nvSpPr>
        <p:spPr>
          <a:xfrm>
            <a:off x="1350668" y="1443606"/>
            <a:ext cx="2121694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新平台适配</a:t>
            </a: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优缺点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008">
            <a:extLst>
              <a:ext uri="{FF2B5EF4-FFF2-40B4-BE49-F238E27FC236}">
                <a16:creationId xmlns:a16="http://schemas.microsoft.com/office/drawing/2014/main" id="{DF982344-1813-4408-95AA-A603372ABA0F}"/>
              </a:ext>
            </a:extLst>
          </p:cNvPr>
          <p:cNvSpPr>
            <a:spLocks noGrp="1"/>
          </p:cNvSpPr>
          <p:nvPr/>
        </p:nvSpPr>
        <p:spPr>
          <a:xfrm>
            <a:off x="1311196" y="1789870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3011_通用方法与平台知识">
            <a:extLst>
              <a:ext uri="{FF2B5EF4-FFF2-40B4-BE49-F238E27FC236}">
                <a16:creationId xmlns:a16="http://schemas.microsoft.com/office/drawing/2014/main" id="{B946F9B2-F59C-4C26-8EA8-E4D27EF57EC8}"/>
              </a:ext>
            </a:extLst>
          </p:cNvPr>
          <p:cNvSpPr>
            <a:spLocks noGrp="1"/>
          </p:cNvSpPr>
          <p:nvPr/>
        </p:nvSpPr>
        <p:spPr>
          <a:xfrm>
            <a:off x="5264219" y="1459978"/>
            <a:ext cx="2228850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利用</a:t>
            </a:r>
            <a:r>
              <a:rPr lang="en-US" altLang="zh-CN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Skill</a:t>
            </a: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结构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8" name="connector_3012">
            <a:extLst>
              <a:ext uri="{FF2B5EF4-FFF2-40B4-BE49-F238E27FC236}">
                <a16:creationId xmlns:a16="http://schemas.microsoft.com/office/drawing/2014/main" id="{1484AA8D-62C7-48CE-A060-506885F7DCEF}"/>
              </a:ext>
            </a:extLst>
          </p:cNvPr>
          <p:cNvSpPr>
            <a:spLocks noGrp="1"/>
          </p:cNvSpPr>
          <p:nvPr/>
        </p:nvSpPr>
        <p:spPr>
          <a:xfrm>
            <a:off x="5242475" y="1804158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33" name="text_3165_重复调研和适配，开发成本较高">
            <a:extLst>
              <a:ext uri="{FF2B5EF4-FFF2-40B4-BE49-F238E27FC236}">
                <a16:creationId xmlns:a16="http://schemas.microsoft.com/office/drawing/2014/main" id="{4C176C11-F3E6-4C74-878E-1DE4B4ACB1CF}"/>
              </a:ext>
            </a:extLst>
          </p:cNvPr>
          <p:cNvSpPr>
            <a:spLocks noGrp="1"/>
          </p:cNvSpPr>
          <p:nvPr/>
        </p:nvSpPr>
        <p:spPr>
          <a:xfrm>
            <a:off x="1144981" y="5135323"/>
            <a:ext cx="2450306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2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跨平台需要多个模块大范围修改，替换成本高</a:t>
            </a:r>
            <a:endParaRPr sz="112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4" name="object_3166">
            <a:extLst>
              <a:ext uri="{FF2B5EF4-FFF2-40B4-BE49-F238E27FC236}">
                <a16:creationId xmlns:a16="http://schemas.microsoft.com/office/drawing/2014/main" id="{7CD56B57-A605-40A7-BD25-A15405155E1F}"/>
              </a:ext>
            </a:extLst>
          </p:cNvPr>
          <p:cNvSpPr>
            <a:spLocks noGrp="1"/>
          </p:cNvSpPr>
          <p:nvPr/>
        </p:nvSpPr>
        <p:spPr>
          <a:xfrm>
            <a:off x="5256763" y="1961321"/>
            <a:ext cx="2564606" cy="1321594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35" name="text_3168_通用开发方法">
            <a:extLst>
              <a:ext uri="{FF2B5EF4-FFF2-40B4-BE49-F238E27FC236}">
                <a16:creationId xmlns:a16="http://schemas.microsoft.com/office/drawing/2014/main" id="{2FA14441-8F50-4B4C-A8B3-A0D9F0961921}"/>
              </a:ext>
            </a:extLst>
          </p:cNvPr>
          <p:cNvSpPr>
            <a:spLocks noGrp="1"/>
          </p:cNvSpPr>
          <p:nvPr/>
        </p:nvSpPr>
        <p:spPr>
          <a:xfrm>
            <a:off x="5306769" y="2032759"/>
            <a:ext cx="2464594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8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406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通用开发方法</a:t>
            </a:r>
            <a:endParaRPr sz="1406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6" name="text_3170_Workflow：需求、生成、验证、优化">
            <a:extLst>
              <a:ext uri="{FF2B5EF4-FFF2-40B4-BE49-F238E27FC236}">
                <a16:creationId xmlns:a16="http://schemas.microsoft.com/office/drawing/2014/main" id="{D195D165-6D48-41E2-BD0F-91F2356CCFA0}"/>
              </a:ext>
            </a:extLst>
          </p:cNvPr>
          <p:cNvSpPr>
            <a:spLocks noGrp="1"/>
          </p:cNvSpPr>
          <p:nvPr/>
        </p:nvSpPr>
        <p:spPr>
          <a:xfrm>
            <a:off x="5371063" y="2354227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Workflow：需求、生成、验证、优化</a:t>
            </a:r>
          </a:p>
        </p:txBody>
      </p:sp>
      <p:sp>
        <p:nvSpPr>
          <p:cNvPr id="137" name="text_3172_阶段产物与执行契约">
            <a:extLst>
              <a:ext uri="{FF2B5EF4-FFF2-40B4-BE49-F238E27FC236}">
                <a16:creationId xmlns:a16="http://schemas.microsoft.com/office/drawing/2014/main" id="{3D77C95E-A31E-4BF9-B08F-C4E8D18825EE}"/>
              </a:ext>
            </a:extLst>
          </p:cNvPr>
          <p:cNvSpPr>
            <a:spLocks noGrp="1"/>
          </p:cNvSpPr>
          <p:nvPr/>
        </p:nvSpPr>
        <p:spPr>
          <a:xfrm>
            <a:off x="5371063" y="2554252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阶段产物与执行契约</a:t>
            </a:r>
          </a:p>
        </p:txBody>
      </p:sp>
      <p:sp>
        <p:nvSpPr>
          <p:cNvPr id="138" name="text_3174_验证机制与失败恢复">
            <a:extLst>
              <a:ext uri="{FF2B5EF4-FFF2-40B4-BE49-F238E27FC236}">
                <a16:creationId xmlns:a16="http://schemas.microsoft.com/office/drawing/2014/main" id="{B904FAB1-611A-4A2B-8614-58A3F7E57EA4}"/>
              </a:ext>
            </a:extLst>
          </p:cNvPr>
          <p:cNvSpPr>
            <a:spLocks noGrp="1"/>
          </p:cNvSpPr>
          <p:nvPr/>
        </p:nvSpPr>
        <p:spPr>
          <a:xfrm>
            <a:off x="5371063" y="2754277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验证机制与失败恢复</a:t>
            </a:r>
          </a:p>
        </p:txBody>
      </p:sp>
      <p:sp>
        <p:nvSpPr>
          <p:cNvPr id="139" name="text_3176_Agent 协作与工程规范">
            <a:extLst>
              <a:ext uri="{FF2B5EF4-FFF2-40B4-BE49-F238E27FC236}">
                <a16:creationId xmlns:a16="http://schemas.microsoft.com/office/drawing/2014/main" id="{477B3743-8636-4860-896E-25D8AD11E8C6}"/>
              </a:ext>
            </a:extLst>
          </p:cNvPr>
          <p:cNvSpPr>
            <a:spLocks noGrp="1"/>
          </p:cNvSpPr>
          <p:nvPr/>
        </p:nvSpPr>
        <p:spPr>
          <a:xfrm>
            <a:off x="5371063" y="2954302"/>
            <a:ext cx="235743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Agent 协作与工程规范</a:t>
            </a:r>
          </a:p>
        </p:txBody>
      </p:sp>
      <p:sp>
        <p:nvSpPr>
          <p:cNvPr id="140" name="text_3178_+">
            <a:extLst>
              <a:ext uri="{FF2B5EF4-FFF2-40B4-BE49-F238E27FC236}">
                <a16:creationId xmlns:a16="http://schemas.microsoft.com/office/drawing/2014/main" id="{2770E1B8-2389-4EA1-B914-584915800B17}"/>
              </a:ext>
            </a:extLst>
          </p:cNvPr>
          <p:cNvSpPr>
            <a:spLocks noGrp="1"/>
          </p:cNvSpPr>
          <p:nvPr/>
        </p:nvSpPr>
        <p:spPr>
          <a:xfrm>
            <a:off x="6356900" y="3297202"/>
            <a:ext cx="371475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27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20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+</a:t>
            </a:r>
          </a:p>
        </p:txBody>
      </p:sp>
      <p:sp>
        <p:nvSpPr>
          <p:cNvPr id="141" name="object_3179">
            <a:extLst>
              <a:ext uri="{FF2B5EF4-FFF2-40B4-BE49-F238E27FC236}">
                <a16:creationId xmlns:a16="http://schemas.microsoft.com/office/drawing/2014/main" id="{9120DF7D-D295-48D5-8034-E3C0101F9283}"/>
              </a:ext>
            </a:extLst>
          </p:cNvPr>
          <p:cNvSpPr>
            <a:spLocks noGrp="1"/>
          </p:cNvSpPr>
          <p:nvPr/>
        </p:nvSpPr>
        <p:spPr>
          <a:xfrm>
            <a:off x="5256763" y="3647246"/>
            <a:ext cx="2564606" cy="1343025"/>
          </a:xfrm>
          <a:prstGeom prst="rect">
            <a:avLst/>
          </a:prstGeom>
          <a:solidFill>
            <a:srgbClr val="F2F2F2"/>
          </a:solidFill>
          <a:ln w="9525">
            <a:noFill/>
          </a:ln>
        </p:spPr>
      </p:sp>
      <p:sp>
        <p:nvSpPr>
          <p:cNvPr id="142" name="text_3181_平台专属知识 Platform Profile">
            <a:extLst>
              <a:ext uri="{FF2B5EF4-FFF2-40B4-BE49-F238E27FC236}">
                <a16:creationId xmlns:a16="http://schemas.microsoft.com/office/drawing/2014/main" id="{E71A26F4-6375-4574-B5E9-20FBC7192529}"/>
              </a:ext>
            </a:extLst>
          </p:cNvPr>
          <p:cNvSpPr>
            <a:spLocks noGrp="1"/>
          </p:cNvSpPr>
          <p:nvPr/>
        </p:nvSpPr>
        <p:spPr>
          <a:xfrm>
            <a:off x="5306769" y="3704396"/>
            <a:ext cx="2464594" cy="221456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 dirty="0" err="1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平台专属</a:t>
            </a:r>
            <a:r>
              <a:rPr lang="zh-CN" altLang="en-US" sz="1238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资料 </a:t>
            </a:r>
            <a:r>
              <a:rPr sz="1238" b="1" dirty="0" smtClean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Platform </a:t>
            </a:r>
            <a:r>
              <a:rPr sz="1238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</a:t>
            </a:r>
          </a:p>
        </p:txBody>
      </p:sp>
      <p:sp>
        <p:nvSpPr>
          <p:cNvPr id="143" name="text_3183_硬件架构与特性">
            <a:extLst>
              <a:ext uri="{FF2B5EF4-FFF2-40B4-BE49-F238E27FC236}">
                <a16:creationId xmlns:a16="http://schemas.microsoft.com/office/drawing/2014/main" id="{B03C6696-9242-48CD-844D-AC9E9765DD99}"/>
              </a:ext>
            </a:extLst>
          </p:cNvPr>
          <p:cNvSpPr>
            <a:spLocks noGrp="1"/>
          </p:cNvSpPr>
          <p:nvPr/>
        </p:nvSpPr>
        <p:spPr>
          <a:xfrm>
            <a:off x="5371063" y="4018721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硬件架构与特性</a:t>
            </a:r>
          </a:p>
        </p:txBody>
      </p:sp>
      <p:sp>
        <p:nvSpPr>
          <p:cNvPr id="144" name="text_3185_编程模型与 API">
            <a:extLst>
              <a:ext uri="{FF2B5EF4-FFF2-40B4-BE49-F238E27FC236}">
                <a16:creationId xmlns:a16="http://schemas.microsoft.com/office/drawing/2014/main" id="{5F8D1034-148F-4C2B-BE10-5738C138EC27}"/>
              </a:ext>
            </a:extLst>
          </p:cNvPr>
          <p:cNvSpPr>
            <a:spLocks noGrp="1"/>
          </p:cNvSpPr>
          <p:nvPr/>
        </p:nvSpPr>
        <p:spPr>
          <a:xfrm>
            <a:off x="5371063" y="4225890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编程模型与 API</a:t>
            </a:r>
          </a:p>
        </p:txBody>
      </p:sp>
      <p:sp>
        <p:nvSpPr>
          <p:cNvPr id="145" name="text_3187_开发环境与工具链">
            <a:extLst>
              <a:ext uri="{FF2B5EF4-FFF2-40B4-BE49-F238E27FC236}">
                <a16:creationId xmlns:a16="http://schemas.microsoft.com/office/drawing/2014/main" id="{C7B23265-56AA-4899-A9CE-EA6ADE91F7B9}"/>
              </a:ext>
            </a:extLst>
          </p:cNvPr>
          <p:cNvSpPr>
            <a:spLocks noGrp="1"/>
          </p:cNvSpPr>
          <p:nvPr/>
        </p:nvSpPr>
        <p:spPr>
          <a:xfrm>
            <a:off x="5371063" y="4433058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开发环境与工具链</a:t>
            </a:r>
          </a:p>
        </p:txBody>
      </p:sp>
      <p:sp>
        <p:nvSpPr>
          <p:cNvPr id="146" name="text_3189_性能分析、优化方法及高性能案例">
            <a:extLst>
              <a:ext uri="{FF2B5EF4-FFF2-40B4-BE49-F238E27FC236}">
                <a16:creationId xmlns:a16="http://schemas.microsoft.com/office/drawing/2014/main" id="{30A462AE-D02C-4F27-B950-C3930F0150FC}"/>
              </a:ext>
            </a:extLst>
          </p:cNvPr>
          <p:cNvSpPr>
            <a:spLocks noGrp="1"/>
          </p:cNvSpPr>
          <p:nvPr/>
        </p:nvSpPr>
        <p:spPr>
          <a:xfrm>
            <a:off x="5371063" y="4640227"/>
            <a:ext cx="2350294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4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69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性能分析、优化方法及高性能案例</a:t>
            </a:r>
          </a:p>
        </p:txBody>
      </p:sp>
      <p:sp>
        <p:nvSpPr>
          <p:cNvPr id="147" name="connector_3190">
            <a:extLst>
              <a:ext uri="{FF2B5EF4-FFF2-40B4-BE49-F238E27FC236}">
                <a16:creationId xmlns:a16="http://schemas.microsoft.com/office/drawing/2014/main" id="{C1A0E153-E4F2-490A-9A2C-174F996C8A33}"/>
              </a:ext>
            </a:extLst>
          </p:cNvPr>
          <p:cNvSpPr>
            <a:spLocks noGrp="1"/>
          </p:cNvSpPr>
          <p:nvPr/>
        </p:nvSpPr>
        <p:spPr>
          <a:xfrm>
            <a:off x="6535494" y="5018846"/>
            <a:ext cx="14288" cy="150019"/>
          </a:xfrm>
          <a:custGeom>
            <a:avLst/>
            <a:gdLst/>
            <a:ahLst/>
            <a:cxnLst/>
            <a:rect l="0" t="0" r="0" b="0"/>
            <a:pathLst>
              <a:path w="19050" h="200025">
                <a:moveTo>
                  <a:pt x="9525" y="9525"/>
                </a:moveTo>
                <a:lnTo>
                  <a:pt x="9525" y="190500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8" name="connector_3191">
            <a:extLst>
              <a:ext uri="{FF2B5EF4-FFF2-40B4-BE49-F238E27FC236}">
                <a16:creationId xmlns:a16="http://schemas.microsoft.com/office/drawing/2014/main" id="{AF6EB9AD-15F1-4C8F-BE74-42B2EE9FA87A}"/>
              </a:ext>
            </a:extLst>
          </p:cNvPr>
          <p:cNvSpPr>
            <a:spLocks noGrp="1"/>
          </p:cNvSpPr>
          <p:nvPr/>
        </p:nvSpPr>
        <p:spPr>
          <a:xfrm>
            <a:off x="6511520" y="5110693"/>
            <a:ext cx="62236" cy="58172"/>
          </a:xfrm>
          <a:custGeom>
            <a:avLst/>
            <a:gdLst/>
            <a:ahLst/>
            <a:cxnLst/>
            <a:rect l="0" t="0" r="0" b="0"/>
            <a:pathLst>
              <a:path w="82981" h="77563">
                <a:moveTo>
                  <a:pt x="9525" y="9525"/>
                </a:moveTo>
                <a:lnTo>
                  <a:pt x="41491" y="68038"/>
                </a:lnTo>
                <a:lnTo>
                  <a:pt x="73456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49" name="object_3192">
            <a:extLst>
              <a:ext uri="{FF2B5EF4-FFF2-40B4-BE49-F238E27FC236}">
                <a16:creationId xmlns:a16="http://schemas.microsoft.com/office/drawing/2014/main" id="{E35B37D6-86C8-4767-B87C-300C13F475C5}"/>
              </a:ext>
            </a:extLst>
          </p:cNvPr>
          <p:cNvSpPr>
            <a:spLocks noGrp="1"/>
          </p:cNvSpPr>
          <p:nvPr/>
        </p:nvSpPr>
        <p:spPr>
          <a:xfrm>
            <a:off x="5263907" y="5204584"/>
            <a:ext cx="2550319" cy="307181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50" name="text_3194_新平台 Operator Skill">
            <a:extLst>
              <a:ext uri="{FF2B5EF4-FFF2-40B4-BE49-F238E27FC236}">
                <a16:creationId xmlns:a16="http://schemas.microsoft.com/office/drawing/2014/main" id="{E07D6F8F-5C57-4289-925D-84D9CE52A3B1}"/>
              </a:ext>
            </a:extLst>
          </p:cNvPr>
          <p:cNvSpPr>
            <a:spLocks noGrp="1"/>
          </p:cNvSpPr>
          <p:nvPr/>
        </p:nvSpPr>
        <p:spPr>
          <a:xfrm>
            <a:off x="5313913" y="5240302"/>
            <a:ext cx="2450306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</a:t>
            </a:r>
            <a:r>
              <a:rPr sz="1294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Operator Skill</a:t>
            </a:r>
          </a:p>
        </p:txBody>
      </p:sp>
      <p:sp>
        <p:nvSpPr>
          <p:cNvPr id="151" name="text_3196_固定通用开发方法，替换平台专属知识，支持新平台算">
            <a:extLst>
              <a:ext uri="{FF2B5EF4-FFF2-40B4-BE49-F238E27FC236}">
                <a16:creationId xmlns:a16="http://schemas.microsoft.com/office/drawing/2014/main" id="{5B433B01-620B-4A11-9265-10D7E310A866}"/>
              </a:ext>
            </a:extLst>
          </p:cNvPr>
          <p:cNvSpPr>
            <a:spLocks noGrp="1"/>
          </p:cNvSpPr>
          <p:nvPr/>
        </p:nvSpPr>
        <p:spPr>
          <a:xfrm>
            <a:off x="556104" y="5989207"/>
            <a:ext cx="812244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固定</a:t>
            </a:r>
            <a:r>
              <a:rPr lang="en-US"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altLang="zh-CN"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kill</a:t>
            </a: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通用开发方法，替换平台专属知识，支持新平台算子的快速适配与复用</a:t>
            </a:r>
            <a:r>
              <a:rPr sz="1294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56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674280" y="2568249"/>
            <a:ext cx="697640" cy="2077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可复用</a:t>
            </a:r>
          </a:p>
        </p:txBody>
      </p:sp>
      <p:sp>
        <p:nvSpPr>
          <p:cNvPr id="157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7714895" y="4214883"/>
            <a:ext cx="657025" cy="2077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进行替换</a:t>
            </a:r>
          </a:p>
        </p:txBody>
      </p:sp>
      <p:cxnSp>
        <p:nvCxnSpPr>
          <p:cNvPr id="158" name="直接连接符 157">
            <a:extLst>
              <a:ext uri="{FF2B5EF4-FFF2-40B4-BE49-F238E27FC236}">
                <a16:creationId xmlns:a16="http://schemas.microsoft.com/office/drawing/2014/main" id="{682EBD28-C1D7-27B3-959E-C2700B14ED8E}"/>
              </a:ext>
            </a:extLst>
          </p:cNvPr>
          <p:cNvCxnSpPr>
            <a:cxnSpLocks/>
          </p:cNvCxnSpPr>
          <p:nvPr/>
        </p:nvCxnSpPr>
        <p:spPr>
          <a:xfrm>
            <a:off x="4759642" y="1485018"/>
            <a:ext cx="19893" cy="4150519"/>
          </a:xfrm>
          <a:prstGeom prst="line">
            <a:avLst/>
          </a:prstGeom>
          <a:ln w="28575">
            <a:solidFill>
              <a:schemeClr val="bg1">
                <a:lumMod val="85000"/>
              </a:schemeClr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7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6706944" y="3351213"/>
            <a:ext cx="697640" cy="2077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进行解耦</a:t>
            </a:r>
          </a:p>
        </p:txBody>
      </p:sp>
      <p:grpSp>
        <p:nvGrpSpPr>
          <p:cNvPr id="168" name="组合 167">
            <a:extLst>
              <a:ext uri="{FF2B5EF4-FFF2-40B4-BE49-F238E27FC236}">
                <a16:creationId xmlns:a16="http://schemas.microsoft.com/office/drawing/2014/main" id="{5E6C22FE-614C-4E96-AF98-8E34607F8476}"/>
              </a:ext>
            </a:extLst>
          </p:cNvPr>
          <p:cNvGrpSpPr/>
          <p:nvPr/>
        </p:nvGrpSpPr>
        <p:grpSpPr>
          <a:xfrm>
            <a:off x="1214333" y="1889573"/>
            <a:ext cx="3402993" cy="276999"/>
            <a:chOff x="522750" y="1923394"/>
            <a:chExt cx="4537324" cy="369332"/>
          </a:xfrm>
        </p:grpSpPr>
        <p:sp>
          <p:nvSpPr>
            <p:cNvPr id="169" name="文本框 168">
              <a:extLst>
                <a:ext uri="{FF2B5EF4-FFF2-40B4-BE49-F238E27FC236}">
                  <a16:creationId xmlns:a16="http://schemas.microsoft.com/office/drawing/2014/main" id="{E84C4176-F8AF-4B7B-9713-0B8534BAD654}"/>
                </a:ext>
              </a:extLst>
            </p:cNvPr>
            <p:cNvSpPr txBox="1"/>
            <p:nvPr/>
          </p:nvSpPr>
          <p:spPr>
            <a:xfrm>
              <a:off x="666750" y="1923394"/>
              <a:ext cx="4393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算子的开发流程具有通用性</a:t>
              </a:r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170" name="椭圆 169">
              <a:extLst>
                <a:ext uri="{FF2B5EF4-FFF2-40B4-BE49-F238E27FC236}">
                  <a16:creationId xmlns:a16="http://schemas.microsoft.com/office/drawing/2014/main" id="{32DC0FA0-FE04-4DE0-9FE3-82DBC13E332D}"/>
                </a:ext>
              </a:extLst>
            </p:cNvPr>
            <p:cNvSpPr/>
            <p:nvPr/>
          </p:nvSpPr>
          <p:spPr>
            <a:xfrm>
              <a:off x="522750" y="205520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190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619944" y="2393619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1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77094" y="2408395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3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1505989" y="23931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4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1563139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5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399389" y="2393131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6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475301" y="24079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7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3346382" y="2393450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8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3403532" y="2408226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99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312984" y="2715528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200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370134" y="2730304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01" name="直接箭头连接符 200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1347053" y="251215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4" name="直接箭头连接符 203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2225022" y="2503923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6" name="直接箭头连接符 205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3178170" y="2497204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7" name="直接箭头连接符 206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>
            <a:off x="3065062" y="2646333"/>
            <a:ext cx="322451" cy="1845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209" name="组合 208">
            <a:extLst>
              <a:ext uri="{FF2B5EF4-FFF2-40B4-BE49-F238E27FC236}">
                <a16:creationId xmlns:a16="http://schemas.microsoft.com/office/drawing/2014/main" id="{5E6C22FE-614C-4E96-AF98-8E34607F8476}"/>
              </a:ext>
            </a:extLst>
          </p:cNvPr>
          <p:cNvGrpSpPr/>
          <p:nvPr/>
        </p:nvGrpSpPr>
        <p:grpSpPr>
          <a:xfrm>
            <a:off x="1214333" y="3184402"/>
            <a:ext cx="3402993" cy="276999"/>
            <a:chOff x="522750" y="1923394"/>
            <a:chExt cx="4537324" cy="369332"/>
          </a:xfrm>
        </p:grpSpPr>
        <p:sp>
          <p:nvSpPr>
            <p:cNvPr id="210" name="文本框 209">
              <a:extLst>
                <a:ext uri="{FF2B5EF4-FFF2-40B4-BE49-F238E27FC236}">
                  <a16:creationId xmlns:a16="http://schemas.microsoft.com/office/drawing/2014/main" id="{E84C4176-F8AF-4B7B-9713-0B8534BAD654}"/>
                </a:ext>
              </a:extLst>
            </p:cNvPr>
            <p:cNvSpPr txBox="1"/>
            <p:nvPr/>
          </p:nvSpPr>
          <p:spPr>
            <a:xfrm>
              <a:off x="666750" y="1923394"/>
              <a:ext cx="4393324" cy="36933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sz="1200" b="1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平台知识替换分析困难</a:t>
              </a:r>
              <a:r>
                <a:rPr lang="zh-CN" altLang="en-US" sz="1200" dirty="0">
                  <a:latin typeface="Times New Roman" panose="02020603050405020304" pitchFamily="18" charset="0"/>
                  <a:cs typeface="Times New Roman" panose="02020603050405020304" pitchFamily="18" charset="0"/>
                </a:rPr>
                <a:t>：</a:t>
              </a:r>
            </a:p>
          </p:txBody>
        </p:sp>
        <p:sp>
          <p:nvSpPr>
            <p:cNvPr id="211" name="椭圆 210">
              <a:extLst>
                <a:ext uri="{FF2B5EF4-FFF2-40B4-BE49-F238E27FC236}">
                  <a16:creationId xmlns:a16="http://schemas.microsoft.com/office/drawing/2014/main" id="{32DC0FA0-FE04-4DE0-9FE3-82DBC13E332D}"/>
                </a:ext>
              </a:extLst>
            </p:cNvPr>
            <p:cNvSpPr/>
            <p:nvPr/>
          </p:nvSpPr>
          <p:spPr>
            <a:xfrm>
              <a:off x="522750" y="2055208"/>
              <a:ext cx="144000" cy="144000"/>
            </a:xfrm>
            <a:prstGeom prst="ellipse">
              <a:avLst/>
            </a:prstGeom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 sz="1350">
                <a:latin typeface="Times New Roman" panose="02020603050405020304" pitchFamily="18" charset="0"/>
                <a:cs typeface="Times New Roman" panose="02020603050405020304" pitchFamily="18" charset="0"/>
              </a:endParaRPr>
            </a:p>
          </p:txBody>
        </p:sp>
      </p:grpSp>
      <p:sp>
        <p:nvSpPr>
          <p:cNvPr id="212" name="text_3145_硬件架构">
            <a:extLst>
              <a:ext uri="{FF2B5EF4-FFF2-40B4-BE49-F238E27FC236}">
                <a16:creationId xmlns:a16="http://schemas.microsoft.com/office/drawing/2014/main" id="{39D336CD-F4B7-481E-9518-62ACE98CB404}"/>
              </a:ext>
            </a:extLst>
          </p:cNvPr>
          <p:cNvSpPr>
            <a:spLocks noGrp="1"/>
          </p:cNvSpPr>
          <p:nvPr/>
        </p:nvSpPr>
        <p:spPr>
          <a:xfrm>
            <a:off x="1195795" y="3624875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①平台专属知识差异大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3" name="text_3147_计算单元、存储层次、并行结构">
            <a:extLst>
              <a:ext uri="{FF2B5EF4-FFF2-40B4-BE49-F238E27FC236}">
                <a16:creationId xmlns:a16="http://schemas.microsoft.com/office/drawing/2014/main" id="{74B9F589-F68E-416B-A4B3-A773C17EBD7E}"/>
              </a:ext>
            </a:extLst>
          </p:cNvPr>
          <p:cNvSpPr>
            <a:spLocks noGrp="1"/>
          </p:cNvSpPr>
          <p:nvPr/>
        </p:nvSpPr>
        <p:spPr>
          <a:xfrm>
            <a:off x="1210083" y="3846331"/>
            <a:ext cx="242887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          编程模型         工具链与环境</a:t>
            </a:r>
            <a:endParaRPr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text_3145_硬件架构">
            <a:extLst>
              <a:ext uri="{FF2B5EF4-FFF2-40B4-BE49-F238E27FC236}">
                <a16:creationId xmlns:a16="http://schemas.microsoft.com/office/drawing/2014/main" id="{39D336CD-F4B7-481E-9518-62ACE98CB404}"/>
              </a:ext>
            </a:extLst>
          </p:cNvPr>
          <p:cNvSpPr>
            <a:spLocks noGrp="1"/>
          </p:cNvSpPr>
          <p:nvPr/>
        </p:nvSpPr>
        <p:spPr>
          <a:xfrm>
            <a:off x="1189934" y="4096499"/>
            <a:ext cx="2443163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②平台知识分散在整个开发流程中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6" name="text_3147_计算单元、存储层次、并行结构">
            <a:extLst>
              <a:ext uri="{FF2B5EF4-FFF2-40B4-BE49-F238E27FC236}">
                <a16:creationId xmlns:a16="http://schemas.microsoft.com/office/drawing/2014/main" id="{74B9F589-F68E-416B-A4B3-A773C17EBD7E}"/>
              </a:ext>
            </a:extLst>
          </p:cNvPr>
          <p:cNvSpPr>
            <a:spLocks noGrp="1"/>
          </p:cNvSpPr>
          <p:nvPr/>
        </p:nvSpPr>
        <p:spPr>
          <a:xfrm>
            <a:off x="1189934" y="4409658"/>
            <a:ext cx="242887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硬件信息嵌入到开发的各个阶段，</a:t>
            </a:r>
            <a:endParaRPr lang="en-US" altLang="zh-CN"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而且不同阶段信息有重复现象</a:t>
            </a:r>
            <a:endParaRPr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箭头: 下 38">
            <a:extLst>
              <a:ext uri="{FF2B5EF4-FFF2-40B4-BE49-F238E27FC236}">
                <a16:creationId xmlns:a16="http://schemas.microsoft.com/office/drawing/2014/main" id="{EAB7CA23-300E-472A-92F7-F2EA8CBA1F02}"/>
              </a:ext>
            </a:extLst>
          </p:cNvPr>
          <p:cNvSpPr/>
          <p:nvPr/>
        </p:nvSpPr>
        <p:spPr>
          <a:xfrm>
            <a:off x="2182551" y="4752684"/>
            <a:ext cx="324000" cy="36667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20" name="Rectangle 1">
            <a:extLst>
              <a:ext uri="{FF2B5EF4-FFF2-40B4-BE49-F238E27FC236}">
                <a16:creationId xmlns:a16="http://schemas.microsoft.com/office/drawing/2014/main" id="{8960AFFF-E899-C418-B077-71AE72F58830}"/>
              </a:ext>
            </a:extLst>
          </p:cNvPr>
          <p:cNvSpPr>
            <a:spLocks noChangeArrowheads="1"/>
          </p:cNvSpPr>
          <p:nvPr/>
        </p:nvSpPr>
        <p:spPr bwMode="auto">
          <a:xfrm>
            <a:off x="2610653" y="4826223"/>
            <a:ext cx="697640" cy="207749"/>
          </a:xfrm>
          <a:prstGeom prst="rect">
            <a:avLst/>
          </a:prstGeom>
          <a:noFill/>
          <a:ln w="28575">
            <a:solidFill>
              <a:srgbClr val="FF0000"/>
            </a:solidFill>
            <a:prstDash val="sysDash"/>
            <a:miter lim="800000"/>
            <a:headEnd/>
            <a:tailEnd/>
          </a:ln>
          <a:effectLst>
            <a:outerShdw dist="35921" dir="2700000" algn="ctr" rotWithShape="0">
              <a:schemeClr val="bg2"/>
            </a:outerShdw>
          </a:effectLst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</a:extLst>
        </p:spPr>
        <p:txBody>
          <a:bodyPr vert="horz" wrap="square" lIns="68580" tIns="34290" rIns="68580" bIns="34290" numCol="1" anchor="ctr" anchorCtr="0" compatLnSpc="1">
            <a:prstTxWarp prst="textNoShape">
              <a:avLst/>
            </a:prstTxWarp>
            <a:spAutoFit/>
          </a:bodyPr>
          <a:lstStyle/>
          <a:p>
            <a:pPr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zh-CN" altLang="en-US" sz="9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导致</a:t>
            </a:r>
          </a:p>
        </p:txBody>
      </p:sp>
      <p:sp>
        <p:nvSpPr>
          <p:cNvPr id="60" name="矩形 59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3" name="灯片编号占位符 2">
            <a:extLst>
              <a:ext uri="{FF2B5EF4-FFF2-40B4-BE49-F238E27FC236}">
                <a16:creationId xmlns:a16="http://schemas.microsoft.com/office/drawing/2014/main" id="{ABE36382-81E3-8B07-8038-63DFDAFDC9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36089331"/>
      </p:ext>
    </p:extLst>
  </p:cSld>
  <p:clrMapOvr>
    <a:masterClrMapping/>
  </p:clrMapOvr>
  <p:transition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矩形: 圆角 46">
            <a:extLst>
              <a:ext uri="{FF2B5EF4-FFF2-40B4-BE49-F238E27FC236}">
                <a16:creationId xmlns:a16="http://schemas.microsoft.com/office/drawing/2014/main" id="{5190E84F-3680-43C0-AE87-E3EB77ADFDCE}"/>
              </a:ext>
            </a:extLst>
          </p:cNvPr>
          <p:cNvSpPr/>
          <p:nvPr/>
        </p:nvSpPr>
        <p:spPr>
          <a:xfrm>
            <a:off x="557212" y="2649765"/>
            <a:ext cx="7358063" cy="551401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" name="标题 1">
            <a:extLst>
              <a:ext uri="{FF2B5EF4-FFF2-40B4-BE49-F238E27FC236}">
                <a16:creationId xmlns:a16="http://schemas.microsoft.com/office/drawing/2014/main" id="{198A75A8-4083-4400-AE7D-7830A8C601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</a:t>
            </a:r>
            <a:r>
              <a:rPr lang="zh-CN" altLang="en-US" dirty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新平台算子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Skill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开发流程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3198_基于通用开发方法，结合平台专属知识，构建并验证新">
            <a:extLst>
              <a:ext uri="{FF2B5EF4-FFF2-40B4-BE49-F238E27FC236}">
                <a16:creationId xmlns:a16="http://schemas.microsoft.com/office/drawing/2014/main" id="{C282FB46-B6C6-4CD9-91E9-62EF9C011DA2}"/>
              </a:ext>
            </a:extLst>
          </p:cNvPr>
          <p:cNvSpPr>
            <a:spLocks noGrp="1"/>
          </p:cNvSpPr>
          <p:nvPr/>
        </p:nvSpPr>
        <p:spPr>
          <a:xfrm>
            <a:off x="531237" y="1320870"/>
            <a:ext cx="8115300" cy="23574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基于通用</a:t>
            </a:r>
            <a:r>
              <a:rPr lang="zh-CN" altLang="en-US" sz="1294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开发流程</a:t>
            </a:r>
            <a:r>
              <a:rPr sz="1294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，</a:t>
            </a:r>
            <a:r>
              <a:rPr sz="1294" b="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结合平台专属知识，构建并验证新平台的算子开发</a:t>
            </a:r>
            <a:r>
              <a:rPr sz="1294" b="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Skill。</a:t>
            </a:r>
          </a:p>
        </p:txBody>
      </p:sp>
      <p:sp>
        <p:nvSpPr>
          <p:cNvPr id="4" name="text_3200_01">
            <a:extLst>
              <a:ext uri="{FF2B5EF4-FFF2-40B4-BE49-F238E27FC236}">
                <a16:creationId xmlns:a16="http://schemas.microsoft.com/office/drawing/2014/main" id="{DCD53DF0-42BE-405B-9D7C-AF719DE1E431}"/>
              </a:ext>
            </a:extLst>
          </p:cNvPr>
          <p:cNvSpPr>
            <a:spLocks noGrp="1"/>
          </p:cNvSpPr>
          <p:nvPr/>
        </p:nvSpPr>
        <p:spPr>
          <a:xfrm>
            <a:off x="550069" y="1893094"/>
            <a:ext cx="392906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57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01</a:t>
            </a:r>
          </a:p>
        </p:txBody>
      </p:sp>
      <p:sp>
        <p:nvSpPr>
          <p:cNvPr id="5" name="text_3202_任务与边界定义">
            <a:extLst>
              <a:ext uri="{FF2B5EF4-FFF2-40B4-BE49-F238E27FC236}">
                <a16:creationId xmlns:a16="http://schemas.microsoft.com/office/drawing/2014/main" id="{C014E2EF-2092-43FF-BC8B-65BDFD006B04}"/>
              </a:ext>
            </a:extLst>
          </p:cNvPr>
          <p:cNvSpPr>
            <a:spLocks noGrp="1"/>
          </p:cNvSpPr>
          <p:nvPr/>
        </p:nvSpPr>
        <p:spPr>
          <a:xfrm>
            <a:off x="921544" y="1893094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Workflow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203">
            <a:extLst>
              <a:ext uri="{FF2B5EF4-FFF2-40B4-BE49-F238E27FC236}">
                <a16:creationId xmlns:a16="http://schemas.microsoft.com/office/drawing/2014/main" id="{EBDD30F3-E939-4C57-83AE-8E6EEC373FA8}"/>
              </a:ext>
            </a:extLst>
          </p:cNvPr>
          <p:cNvSpPr>
            <a:spLocks noGrp="1"/>
          </p:cNvSpPr>
          <p:nvPr/>
        </p:nvSpPr>
        <p:spPr>
          <a:xfrm>
            <a:off x="542925" y="2193131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28" name="text_3242_04">
            <a:extLst>
              <a:ext uri="{FF2B5EF4-FFF2-40B4-BE49-F238E27FC236}">
                <a16:creationId xmlns:a16="http://schemas.microsoft.com/office/drawing/2014/main" id="{7C6F4B14-A145-4657-B20D-3DE37E47739F}"/>
              </a:ext>
            </a:extLst>
          </p:cNvPr>
          <p:cNvSpPr>
            <a:spLocks noGrp="1"/>
          </p:cNvSpPr>
          <p:nvPr/>
        </p:nvSpPr>
        <p:spPr>
          <a:xfrm>
            <a:off x="571501" y="3287183"/>
            <a:ext cx="392906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1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57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0</a:t>
            </a:r>
            <a:r>
              <a:rPr lang="en-US" sz="1575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endParaRPr sz="1575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9" name="text_3244_封装新平台 Skill">
            <a:extLst>
              <a:ext uri="{FF2B5EF4-FFF2-40B4-BE49-F238E27FC236}">
                <a16:creationId xmlns:a16="http://schemas.microsoft.com/office/drawing/2014/main" id="{51D64DED-0F9F-48F3-B968-BD36EB3AC932}"/>
              </a:ext>
            </a:extLst>
          </p:cNvPr>
          <p:cNvSpPr>
            <a:spLocks noGrp="1"/>
          </p:cNvSpPr>
          <p:nvPr/>
        </p:nvSpPr>
        <p:spPr>
          <a:xfrm>
            <a:off x="942975" y="3287183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平台</a:t>
            </a: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知识库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30" name="connector_3245">
            <a:extLst>
              <a:ext uri="{FF2B5EF4-FFF2-40B4-BE49-F238E27FC236}">
                <a16:creationId xmlns:a16="http://schemas.microsoft.com/office/drawing/2014/main" id="{CC8350A8-9979-46FB-A1F1-B7205E7B131C}"/>
              </a:ext>
            </a:extLst>
          </p:cNvPr>
          <p:cNvSpPr>
            <a:spLocks noGrp="1"/>
          </p:cNvSpPr>
          <p:nvPr/>
        </p:nvSpPr>
        <p:spPr>
          <a:xfrm>
            <a:off x="564356" y="3587220"/>
            <a:ext cx="1585913" cy="14288"/>
          </a:xfrm>
          <a:custGeom>
            <a:avLst/>
            <a:gdLst/>
            <a:ahLst/>
            <a:cxnLst/>
            <a:rect l="0" t="0" r="0" b="0"/>
            <a:pathLst>
              <a:path w="2114550" h="19050">
                <a:moveTo>
                  <a:pt x="9525" y="9525"/>
                </a:moveTo>
                <a:lnTo>
                  <a:pt x="21050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41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2448903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42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64357" y="2314575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通用方法保持不变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3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2409392" y="2307431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44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2466542" y="2322207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需求分析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5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3295437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46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3352587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代码生成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7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4188837" y="2306943"/>
            <a:ext cx="772981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48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4264750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正确性验证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49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5135830" y="2307262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50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5192980" y="232203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1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6043543" y="2306943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52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100693" y="2321719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迭代优化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53" name="直接箭头连接符 152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3136502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4014471" y="2417735"/>
            <a:ext cx="178183" cy="3364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4967618" y="241101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5880813" y="2425966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8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2321719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补充平台信息限制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59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3757380" y="2794264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60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3630196" y="282811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修改阶段契约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1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5094802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62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496761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真实硬件验证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63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6483547" y="279357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64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6356364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复测流程稳定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65" name="直接箭头连接符 164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>
            <a:stCxn id="141" idx="0"/>
          </p:cNvCxnSpPr>
          <p:nvPr/>
        </p:nvCxnSpPr>
        <p:spPr>
          <a:xfrm flipH="1" flipV="1">
            <a:off x="3005843" y="2497553"/>
            <a:ext cx="27253" cy="29671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9" name="直接箭头连接符 168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 flipV="1">
            <a:off x="3711416" y="2482351"/>
            <a:ext cx="167878" cy="343106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3" name="直接箭头连接符 172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 flipV="1">
            <a:off x="5274020" y="2489860"/>
            <a:ext cx="134979" cy="313588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箭头连接符 174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 flipH="1" flipV="1">
            <a:off x="6554530" y="2496150"/>
            <a:ext cx="168662" cy="304200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7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6933021" y="2314087"/>
            <a:ext cx="722045" cy="214313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78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990171" y="2328863"/>
            <a:ext cx="607745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交付输出</a:t>
            </a:r>
            <a:endParaRPr sz="1181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179" name="直接箭头连接符 178">
            <a:extLst>
              <a:ext uri="{FF2B5EF4-FFF2-40B4-BE49-F238E27FC236}">
                <a16:creationId xmlns:a16="http://schemas.microsoft.com/office/drawing/2014/main" id="{5EEB9355-C600-4170-9F06-964A5F54E16B}"/>
              </a:ext>
            </a:extLst>
          </p:cNvPr>
          <p:cNvCxnSpPr/>
          <p:nvPr/>
        </p:nvCxnSpPr>
        <p:spPr>
          <a:xfrm>
            <a:off x="6770291" y="2433110"/>
            <a:ext cx="162729" cy="8231"/>
          </a:xfrm>
          <a:prstGeom prst="straightConnector1">
            <a:avLst/>
          </a:prstGeom>
          <a:ln w="3810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50069" y="282742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新平台按需补充修改</a:t>
            </a:r>
            <a:endParaRPr lang="en-US" altLang="zh-CN"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（修改程度低）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82" name="connector_3499">
            <a:extLst>
              <a:ext uri="{FF2B5EF4-FFF2-40B4-BE49-F238E27FC236}">
                <a16:creationId xmlns:a16="http://schemas.microsoft.com/office/drawing/2014/main" id="{8C406022-D031-48D5-9739-1265C14FE1E9}"/>
              </a:ext>
            </a:extLst>
          </p:cNvPr>
          <p:cNvSpPr>
            <a:spLocks noGrp="1"/>
          </p:cNvSpPr>
          <p:nvPr/>
        </p:nvSpPr>
        <p:spPr>
          <a:xfrm>
            <a:off x="545524" y="5053695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83" name="object_3500">
            <a:extLst>
              <a:ext uri="{FF2B5EF4-FFF2-40B4-BE49-F238E27FC236}">
                <a16:creationId xmlns:a16="http://schemas.microsoft.com/office/drawing/2014/main" id="{6D89AF74-B4F9-441C-8B2E-D2B20C543ECC}"/>
              </a:ext>
            </a:extLst>
          </p:cNvPr>
          <p:cNvSpPr>
            <a:spLocks noGrp="1"/>
          </p:cNvSpPr>
          <p:nvPr/>
        </p:nvSpPr>
        <p:spPr>
          <a:xfrm>
            <a:off x="566956" y="5153707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84" name="text_3502_官方资料">
            <a:extLst>
              <a:ext uri="{FF2B5EF4-FFF2-40B4-BE49-F238E27FC236}">
                <a16:creationId xmlns:a16="http://schemas.microsoft.com/office/drawing/2014/main" id="{9201832F-251C-4CE8-9703-3B97307756EA}"/>
              </a:ext>
            </a:extLst>
          </p:cNvPr>
          <p:cNvSpPr>
            <a:spLocks noGrp="1"/>
          </p:cNvSpPr>
          <p:nvPr/>
        </p:nvSpPr>
        <p:spPr>
          <a:xfrm>
            <a:off x="616962" y="5175139"/>
            <a:ext cx="17502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官方资料</a:t>
            </a:r>
          </a:p>
        </p:txBody>
      </p:sp>
      <p:sp>
        <p:nvSpPr>
          <p:cNvPr id="185" name="text_3504_文档 / 白皮书 / API">
            <a:extLst>
              <a:ext uri="{FF2B5EF4-FFF2-40B4-BE49-F238E27FC236}">
                <a16:creationId xmlns:a16="http://schemas.microsoft.com/office/drawing/2014/main" id="{9630914D-66C7-4276-A8A2-44073F95A7C0}"/>
              </a:ext>
            </a:extLst>
          </p:cNvPr>
          <p:cNvSpPr>
            <a:spLocks noGrp="1"/>
          </p:cNvSpPr>
          <p:nvPr/>
        </p:nvSpPr>
        <p:spPr>
          <a:xfrm>
            <a:off x="624106" y="5389451"/>
            <a:ext cx="1735931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文档 / 白皮书 / API</a:t>
            </a:r>
          </a:p>
        </p:txBody>
      </p:sp>
      <p:sp>
        <p:nvSpPr>
          <p:cNvPr id="186" name="connector_3505">
            <a:extLst>
              <a:ext uri="{FF2B5EF4-FFF2-40B4-BE49-F238E27FC236}">
                <a16:creationId xmlns:a16="http://schemas.microsoft.com/office/drawing/2014/main" id="{BC400654-A816-4C3C-B9ED-6BCD74115811}"/>
              </a:ext>
            </a:extLst>
          </p:cNvPr>
          <p:cNvSpPr>
            <a:spLocks noGrp="1"/>
          </p:cNvSpPr>
          <p:nvPr/>
        </p:nvSpPr>
        <p:spPr>
          <a:xfrm>
            <a:off x="2431475" y="5353732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7" name="connector_3506">
            <a:extLst>
              <a:ext uri="{FF2B5EF4-FFF2-40B4-BE49-F238E27FC236}">
                <a16:creationId xmlns:a16="http://schemas.microsoft.com/office/drawing/2014/main" id="{93549F69-0610-4614-9275-20174FEA38F7}"/>
              </a:ext>
            </a:extLst>
          </p:cNvPr>
          <p:cNvSpPr>
            <a:spLocks noGrp="1"/>
          </p:cNvSpPr>
          <p:nvPr/>
        </p:nvSpPr>
        <p:spPr>
          <a:xfrm>
            <a:off x="2523322" y="532975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8" name="object_3507">
            <a:extLst>
              <a:ext uri="{FF2B5EF4-FFF2-40B4-BE49-F238E27FC236}">
                <a16:creationId xmlns:a16="http://schemas.microsoft.com/office/drawing/2014/main" id="{BD516D98-3864-4EC7-ABC3-38B838FAB2FD}"/>
              </a:ext>
            </a:extLst>
          </p:cNvPr>
          <p:cNvSpPr>
            <a:spLocks noGrp="1"/>
          </p:cNvSpPr>
          <p:nvPr/>
        </p:nvSpPr>
        <p:spPr>
          <a:xfrm>
            <a:off x="2602925" y="5153707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89" name="text_3509_环境检测">
            <a:extLst>
              <a:ext uri="{FF2B5EF4-FFF2-40B4-BE49-F238E27FC236}">
                <a16:creationId xmlns:a16="http://schemas.microsoft.com/office/drawing/2014/main" id="{9575021B-49ED-41B4-83D9-2564F67B68C6}"/>
              </a:ext>
            </a:extLst>
          </p:cNvPr>
          <p:cNvSpPr>
            <a:spLocks noGrp="1"/>
          </p:cNvSpPr>
          <p:nvPr/>
        </p:nvSpPr>
        <p:spPr>
          <a:xfrm>
            <a:off x="2652931" y="5175139"/>
            <a:ext cx="17502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环境检测</a:t>
            </a:r>
          </a:p>
        </p:txBody>
      </p:sp>
      <p:sp>
        <p:nvSpPr>
          <p:cNvPr id="190" name="text_3511_硬件 / 编译器 / 基础 API">
            <a:extLst>
              <a:ext uri="{FF2B5EF4-FFF2-40B4-BE49-F238E27FC236}">
                <a16:creationId xmlns:a16="http://schemas.microsoft.com/office/drawing/2014/main" id="{69CBF4BC-7F12-4839-933D-4C54A06AFF8F}"/>
              </a:ext>
            </a:extLst>
          </p:cNvPr>
          <p:cNvSpPr>
            <a:spLocks noGrp="1"/>
          </p:cNvSpPr>
          <p:nvPr/>
        </p:nvSpPr>
        <p:spPr>
          <a:xfrm>
            <a:off x="2660075" y="5389451"/>
            <a:ext cx="1735931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 / 编译器 / 基础 API</a:t>
            </a:r>
          </a:p>
        </p:txBody>
      </p:sp>
      <p:sp>
        <p:nvSpPr>
          <p:cNvPr id="191" name="connector_3512">
            <a:extLst>
              <a:ext uri="{FF2B5EF4-FFF2-40B4-BE49-F238E27FC236}">
                <a16:creationId xmlns:a16="http://schemas.microsoft.com/office/drawing/2014/main" id="{4C11D78A-7179-4B70-BBBB-7B5DE6A6744F}"/>
              </a:ext>
            </a:extLst>
          </p:cNvPr>
          <p:cNvSpPr>
            <a:spLocks noGrp="1"/>
          </p:cNvSpPr>
          <p:nvPr/>
        </p:nvSpPr>
        <p:spPr>
          <a:xfrm>
            <a:off x="4467444" y="5353732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2" name="connector_3513">
            <a:extLst>
              <a:ext uri="{FF2B5EF4-FFF2-40B4-BE49-F238E27FC236}">
                <a16:creationId xmlns:a16="http://schemas.microsoft.com/office/drawing/2014/main" id="{366E0B97-0F28-4444-ACCC-18846969A814}"/>
              </a:ext>
            </a:extLst>
          </p:cNvPr>
          <p:cNvSpPr>
            <a:spLocks noGrp="1"/>
          </p:cNvSpPr>
          <p:nvPr/>
        </p:nvSpPr>
        <p:spPr>
          <a:xfrm>
            <a:off x="4559290" y="532975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3" name="object_3514">
            <a:extLst>
              <a:ext uri="{FF2B5EF4-FFF2-40B4-BE49-F238E27FC236}">
                <a16:creationId xmlns:a16="http://schemas.microsoft.com/office/drawing/2014/main" id="{A3721140-1C5D-4D18-9B29-9BB4FAE03E67}"/>
              </a:ext>
            </a:extLst>
          </p:cNvPr>
          <p:cNvSpPr>
            <a:spLocks noGrp="1"/>
          </p:cNvSpPr>
          <p:nvPr/>
        </p:nvSpPr>
        <p:spPr>
          <a:xfrm>
            <a:off x="4638894" y="5153707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4" name="text_3516_Microbenchmark">
            <a:extLst>
              <a:ext uri="{FF2B5EF4-FFF2-40B4-BE49-F238E27FC236}">
                <a16:creationId xmlns:a16="http://schemas.microsoft.com/office/drawing/2014/main" id="{9477D07E-9812-4755-9498-A412279DD421}"/>
              </a:ext>
            </a:extLst>
          </p:cNvPr>
          <p:cNvSpPr>
            <a:spLocks noGrp="1"/>
          </p:cNvSpPr>
          <p:nvPr/>
        </p:nvSpPr>
        <p:spPr>
          <a:xfrm>
            <a:off x="4688900" y="5175139"/>
            <a:ext cx="17502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Microbenchmark</a:t>
            </a:r>
          </a:p>
        </p:txBody>
      </p:sp>
      <p:sp>
        <p:nvSpPr>
          <p:cNvPr id="195" name="text_3518_计算 / 内存 / 参数对比">
            <a:extLst>
              <a:ext uri="{FF2B5EF4-FFF2-40B4-BE49-F238E27FC236}">
                <a16:creationId xmlns:a16="http://schemas.microsoft.com/office/drawing/2014/main" id="{FADDF18F-793B-45DF-A311-3A4AC1C88D96}"/>
              </a:ext>
            </a:extLst>
          </p:cNvPr>
          <p:cNvSpPr>
            <a:spLocks noGrp="1"/>
          </p:cNvSpPr>
          <p:nvPr/>
        </p:nvSpPr>
        <p:spPr>
          <a:xfrm>
            <a:off x="4696044" y="5389451"/>
            <a:ext cx="1735931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 / 内存 / 参数对比</a:t>
            </a:r>
          </a:p>
        </p:txBody>
      </p:sp>
      <p:sp>
        <p:nvSpPr>
          <p:cNvPr id="196" name="connector_3519">
            <a:extLst>
              <a:ext uri="{FF2B5EF4-FFF2-40B4-BE49-F238E27FC236}">
                <a16:creationId xmlns:a16="http://schemas.microsoft.com/office/drawing/2014/main" id="{F65BA303-A9F8-4E6E-8A1A-C228AD168028}"/>
              </a:ext>
            </a:extLst>
          </p:cNvPr>
          <p:cNvSpPr>
            <a:spLocks noGrp="1"/>
          </p:cNvSpPr>
          <p:nvPr/>
        </p:nvSpPr>
        <p:spPr>
          <a:xfrm>
            <a:off x="6503412" y="5353732"/>
            <a:ext cx="150019" cy="14288"/>
          </a:xfrm>
          <a:custGeom>
            <a:avLst/>
            <a:gdLst/>
            <a:ahLst/>
            <a:cxnLst/>
            <a:rect l="0" t="0" r="0" b="0"/>
            <a:pathLst>
              <a:path w="200025" h="19050">
                <a:moveTo>
                  <a:pt x="9525" y="9525"/>
                </a:moveTo>
                <a:lnTo>
                  <a:pt x="190500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7" name="connector_3520">
            <a:extLst>
              <a:ext uri="{FF2B5EF4-FFF2-40B4-BE49-F238E27FC236}">
                <a16:creationId xmlns:a16="http://schemas.microsoft.com/office/drawing/2014/main" id="{8FF3BF51-51B5-4BE5-8897-86AD504B03BE}"/>
              </a:ext>
            </a:extLst>
          </p:cNvPr>
          <p:cNvSpPr>
            <a:spLocks noGrp="1"/>
          </p:cNvSpPr>
          <p:nvPr/>
        </p:nvSpPr>
        <p:spPr>
          <a:xfrm>
            <a:off x="6595259" y="5329758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98" name="object_3521">
            <a:extLst>
              <a:ext uri="{FF2B5EF4-FFF2-40B4-BE49-F238E27FC236}">
                <a16:creationId xmlns:a16="http://schemas.microsoft.com/office/drawing/2014/main" id="{CEF1CC45-8D77-41AF-A98F-7CA1DBC28DEE}"/>
              </a:ext>
            </a:extLst>
          </p:cNvPr>
          <p:cNvSpPr>
            <a:spLocks noGrp="1"/>
          </p:cNvSpPr>
          <p:nvPr/>
        </p:nvSpPr>
        <p:spPr>
          <a:xfrm>
            <a:off x="6674863" y="5153707"/>
            <a:ext cx="1850231" cy="414338"/>
          </a:xfrm>
          <a:prstGeom prst="rect">
            <a:avLst/>
          </a:prstGeom>
          <a:solidFill>
            <a:srgbClr val="F2F2F2"/>
          </a:solidFill>
          <a:ln w="17145">
            <a:solidFill>
              <a:srgbClr val="D7000F"/>
            </a:solidFill>
          </a:ln>
        </p:spPr>
      </p:sp>
      <p:sp>
        <p:nvSpPr>
          <p:cNvPr id="199" name="text_3523_实际开发经验">
            <a:extLst>
              <a:ext uri="{FF2B5EF4-FFF2-40B4-BE49-F238E27FC236}">
                <a16:creationId xmlns:a16="http://schemas.microsoft.com/office/drawing/2014/main" id="{587E5221-3F01-493D-9635-CA2E1CED8157}"/>
              </a:ext>
            </a:extLst>
          </p:cNvPr>
          <p:cNvSpPr>
            <a:spLocks noGrp="1"/>
          </p:cNvSpPr>
          <p:nvPr/>
        </p:nvSpPr>
        <p:spPr>
          <a:xfrm>
            <a:off x="6724869" y="5175139"/>
            <a:ext cx="17502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实际开发经验</a:t>
            </a:r>
          </a:p>
        </p:txBody>
      </p:sp>
      <p:sp>
        <p:nvSpPr>
          <p:cNvPr id="200" name="text_3525_典型算子 / 问题与方案">
            <a:extLst>
              <a:ext uri="{FF2B5EF4-FFF2-40B4-BE49-F238E27FC236}">
                <a16:creationId xmlns:a16="http://schemas.microsoft.com/office/drawing/2014/main" id="{8C6B7A9D-60B4-4FB5-936A-4E11A6755B14}"/>
              </a:ext>
            </a:extLst>
          </p:cNvPr>
          <p:cNvSpPr>
            <a:spLocks noGrp="1"/>
          </p:cNvSpPr>
          <p:nvPr/>
        </p:nvSpPr>
        <p:spPr>
          <a:xfrm>
            <a:off x="6732013" y="5389451"/>
            <a:ext cx="1735931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典型算子 / 问题与方案</a:t>
            </a:r>
          </a:p>
        </p:txBody>
      </p:sp>
      <p:sp>
        <p:nvSpPr>
          <p:cNvPr id="201" name="text_3527_沉淀为知识文档、参考案例、测试脚本、配置模板、优">
            <a:extLst>
              <a:ext uri="{FF2B5EF4-FFF2-40B4-BE49-F238E27FC236}">
                <a16:creationId xmlns:a16="http://schemas.microsoft.com/office/drawing/2014/main" id="{78D51291-3973-4AB8-825B-2C5721384F4E}"/>
              </a:ext>
            </a:extLst>
          </p:cNvPr>
          <p:cNvSpPr>
            <a:spLocks noGrp="1"/>
          </p:cNvSpPr>
          <p:nvPr/>
        </p:nvSpPr>
        <p:spPr>
          <a:xfrm>
            <a:off x="574099" y="5625195"/>
            <a:ext cx="807243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8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沉淀为知识文档、参考案例、测试脚本、配置模板、优化经验与使用规范。</a:t>
            </a:r>
          </a:p>
        </p:txBody>
      </p:sp>
      <p:pic>
        <p:nvPicPr>
          <p:cNvPr id="202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2668" y="4732226"/>
            <a:ext cx="271463" cy="27146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sp>
        <p:nvSpPr>
          <p:cNvPr id="203" name="text_3244_封装新平台 Skill">
            <a:extLst>
              <a:ext uri="{FF2B5EF4-FFF2-40B4-BE49-F238E27FC236}">
                <a16:creationId xmlns:a16="http://schemas.microsoft.com/office/drawing/2014/main" id="{51D64DED-0F9F-48F3-B968-BD36EB3AC932}"/>
              </a:ext>
            </a:extLst>
          </p:cNvPr>
          <p:cNvSpPr>
            <a:spLocks noGrp="1"/>
          </p:cNvSpPr>
          <p:nvPr/>
        </p:nvSpPr>
        <p:spPr>
          <a:xfrm>
            <a:off x="921544" y="4709291"/>
            <a:ext cx="2271713" cy="25717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知识信息来源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205" name="矩形: 圆角 46">
            <a:extLst>
              <a:ext uri="{FF2B5EF4-FFF2-40B4-BE49-F238E27FC236}">
                <a16:creationId xmlns:a16="http://schemas.microsoft.com/office/drawing/2014/main" id="{5190E84F-3680-43C0-AE87-E3EB77ADFDCE}"/>
              </a:ext>
            </a:extLst>
          </p:cNvPr>
          <p:cNvSpPr/>
          <p:nvPr/>
        </p:nvSpPr>
        <p:spPr>
          <a:xfrm>
            <a:off x="600558" y="3656533"/>
            <a:ext cx="7358063" cy="924950"/>
          </a:xfrm>
          <a:prstGeom prst="roundRect">
            <a:avLst/>
          </a:prstGeom>
          <a:solidFill>
            <a:schemeClr val="bg1">
              <a:lumMod val="95000"/>
            </a:schemeClr>
          </a:solidFill>
          <a:ln>
            <a:noFill/>
          </a:ln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35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6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3085567" y="378065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07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2958384" y="381450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硬件架构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08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4394044" y="378065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09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4266861" y="381450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编程环境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0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5731467" y="3779958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1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604283" y="3813807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算子画像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2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3085567" y="4183645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3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2958384" y="4217494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性能分析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4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600006" y="3999858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文件结构不变</a:t>
            </a:r>
            <a:endParaRPr lang="en-US" altLang="zh-CN"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内容几乎全部修改</a:t>
            </a:r>
            <a:endParaRPr lang="en-US" altLang="zh-CN"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5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4406773" y="4185322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6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4279590" y="4219172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优化方法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217" name="object_3354">
            <a:extLst>
              <a:ext uri="{FF2B5EF4-FFF2-40B4-BE49-F238E27FC236}">
                <a16:creationId xmlns:a16="http://schemas.microsoft.com/office/drawing/2014/main" id="{4647118A-502F-4188-884B-D1A9FC1F67D4}"/>
              </a:ext>
            </a:extLst>
          </p:cNvPr>
          <p:cNvSpPr>
            <a:spLocks noGrp="1"/>
          </p:cNvSpPr>
          <p:nvPr/>
        </p:nvSpPr>
        <p:spPr>
          <a:xfrm>
            <a:off x="5744196" y="4184630"/>
            <a:ext cx="1168385" cy="247130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218" name="text_3356_Workflow">
            <a:extLst>
              <a:ext uri="{FF2B5EF4-FFF2-40B4-BE49-F238E27FC236}">
                <a16:creationId xmlns:a16="http://schemas.microsoft.com/office/drawing/2014/main" id="{A05331F0-44F0-4199-8AE4-5A2903909C9E}"/>
              </a:ext>
            </a:extLst>
          </p:cNvPr>
          <p:cNvSpPr>
            <a:spLocks noGrp="1"/>
          </p:cNvSpPr>
          <p:nvPr/>
        </p:nvSpPr>
        <p:spPr>
          <a:xfrm>
            <a:off x="5617012" y="4218480"/>
            <a:ext cx="1407319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5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13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支持原语</a:t>
            </a:r>
            <a:endParaRPr sz="1013" b="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8" name="text_3529_Common Workflow  +  Plat">
            <a:extLst>
              <a:ext uri="{FF2B5EF4-FFF2-40B4-BE49-F238E27FC236}">
                <a16:creationId xmlns:a16="http://schemas.microsoft.com/office/drawing/2014/main" id="{C6B21923-9CED-4B48-AF9C-5F33B631B2EB}"/>
              </a:ext>
            </a:extLst>
          </p:cNvPr>
          <p:cNvSpPr>
            <a:spLocks noGrp="1"/>
          </p:cNvSpPr>
          <p:nvPr/>
        </p:nvSpPr>
        <p:spPr>
          <a:xfrm>
            <a:off x="599103" y="6044431"/>
            <a:ext cx="8072438" cy="21431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Common Workflow  +  Platform Profile  =  </a:t>
            </a: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新平台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Operator Skill</a:t>
            </a:r>
          </a:p>
        </p:txBody>
      </p:sp>
      <p:sp>
        <p:nvSpPr>
          <p:cNvPr id="79" name="text_3531_整合官方资料与实践验证，逐步完善 Platfor">
            <a:extLst>
              <a:ext uri="{FF2B5EF4-FFF2-40B4-BE49-F238E27FC236}">
                <a16:creationId xmlns:a16="http://schemas.microsoft.com/office/drawing/2014/main" id="{457FF92C-52C0-46D7-A31A-C463F133D4C1}"/>
              </a:ext>
            </a:extLst>
          </p:cNvPr>
          <p:cNvSpPr>
            <a:spLocks noGrp="1"/>
          </p:cNvSpPr>
          <p:nvPr/>
        </p:nvSpPr>
        <p:spPr>
          <a:xfrm>
            <a:off x="574100" y="6323038"/>
            <a:ext cx="812244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整合官方资料与实践验证，逐步完善</a:t>
            </a:r>
            <a:r>
              <a:rPr sz="1294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Platform </a:t>
            </a: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Profile，减少重复调研</a:t>
            </a:r>
            <a:r>
              <a:rPr sz="1294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80" name="矩形 79"/>
          <p:cNvSpPr/>
          <p:nvPr/>
        </p:nvSpPr>
        <p:spPr>
          <a:xfrm>
            <a:off x="1335339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EBCA9F4C-544B-43F1-951F-88DEFABEAE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255998037"/>
      </p:ext>
    </p:extLst>
  </p:cSld>
  <p:clrMapOvr>
    <a:masterClrMapping/>
  </p:clrMapOvr>
  <p:transition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65280546-63AC-4BA7-B298-560477CFE7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</a:t>
            </a:r>
            <a:r>
              <a:rPr lang="zh-CN" altLang="en-US" dirty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分层验证与问题定位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3534_L1 基础能力验证">
            <a:extLst>
              <a:ext uri="{FF2B5EF4-FFF2-40B4-BE49-F238E27FC236}">
                <a16:creationId xmlns:a16="http://schemas.microsoft.com/office/drawing/2014/main" id="{85B3BD52-7EDF-4DF9-9D63-DB35425A2B45}"/>
              </a:ext>
            </a:extLst>
          </p:cNvPr>
          <p:cNvSpPr>
            <a:spLocks noGrp="1"/>
          </p:cNvSpPr>
          <p:nvPr/>
        </p:nvSpPr>
        <p:spPr>
          <a:xfrm>
            <a:off x="574019" y="1505729"/>
            <a:ext cx="1535906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L1</a:t>
            </a:r>
            <a:r>
              <a:rPr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基础能力验证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4" name="connector_3535">
            <a:extLst>
              <a:ext uri="{FF2B5EF4-FFF2-40B4-BE49-F238E27FC236}">
                <a16:creationId xmlns:a16="http://schemas.microsoft.com/office/drawing/2014/main" id="{77E9DF48-D7BF-49EC-93F3-DF47FFC1DDE4}"/>
              </a:ext>
            </a:extLst>
          </p:cNvPr>
          <p:cNvSpPr>
            <a:spLocks noGrp="1"/>
          </p:cNvSpPr>
          <p:nvPr/>
        </p:nvSpPr>
        <p:spPr>
          <a:xfrm>
            <a:off x="550069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3538_L2 平台行为验证">
            <a:extLst>
              <a:ext uri="{FF2B5EF4-FFF2-40B4-BE49-F238E27FC236}">
                <a16:creationId xmlns:a16="http://schemas.microsoft.com/office/drawing/2014/main" id="{F242F6B9-AF54-40FA-B8B0-DBB0F07715BC}"/>
              </a:ext>
            </a:extLst>
          </p:cNvPr>
          <p:cNvSpPr>
            <a:spLocks noGrp="1"/>
          </p:cNvSpPr>
          <p:nvPr/>
        </p:nvSpPr>
        <p:spPr>
          <a:xfrm>
            <a:off x="2631419" y="1503761"/>
            <a:ext cx="1535906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L2</a:t>
            </a:r>
            <a:r>
              <a:rPr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平台行为验证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539">
            <a:extLst>
              <a:ext uri="{FF2B5EF4-FFF2-40B4-BE49-F238E27FC236}">
                <a16:creationId xmlns:a16="http://schemas.microsoft.com/office/drawing/2014/main" id="{53290571-433D-40B9-9783-DDE7112B6C0A}"/>
              </a:ext>
            </a:extLst>
          </p:cNvPr>
          <p:cNvSpPr>
            <a:spLocks noGrp="1"/>
          </p:cNvSpPr>
          <p:nvPr/>
        </p:nvSpPr>
        <p:spPr>
          <a:xfrm>
            <a:off x="2628900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text_3542_L3 典型算子验证">
            <a:extLst>
              <a:ext uri="{FF2B5EF4-FFF2-40B4-BE49-F238E27FC236}">
                <a16:creationId xmlns:a16="http://schemas.microsoft.com/office/drawing/2014/main" id="{B53D7932-F0A5-4D79-AD99-9B6D5235A46C}"/>
              </a:ext>
            </a:extLst>
          </p:cNvPr>
          <p:cNvSpPr>
            <a:spLocks noGrp="1"/>
          </p:cNvSpPr>
          <p:nvPr/>
        </p:nvSpPr>
        <p:spPr>
          <a:xfrm>
            <a:off x="4695962" y="1504068"/>
            <a:ext cx="1535906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L3</a:t>
            </a:r>
            <a:r>
              <a:rPr sz="1181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典型算子验证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8" name="connector_3543">
            <a:extLst>
              <a:ext uri="{FF2B5EF4-FFF2-40B4-BE49-F238E27FC236}">
                <a16:creationId xmlns:a16="http://schemas.microsoft.com/office/drawing/2014/main" id="{08483073-90CE-4690-BFEC-EE4C146485D0}"/>
              </a:ext>
            </a:extLst>
          </p:cNvPr>
          <p:cNvSpPr>
            <a:spLocks noGrp="1"/>
          </p:cNvSpPr>
          <p:nvPr/>
        </p:nvSpPr>
        <p:spPr>
          <a:xfrm>
            <a:off x="4707731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9" name="text_3546_失败定位与修正">
            <a:extLst>
              <a:ext uri="{FF2B5EF4-FFF2-40B4-BE49-F238E27FC236}">
                <a16:creationId xmlns:a16="http://schemas.microsoft.com/office/drawing/2014/main" id="{73CED73F-96E7-4AC0-8600-97BA12C753C2}"/>
              </a:ext>
            </a:extLst>
          </p:cNvPr>
          <p:cNvSpPr>
            <a:spLocks noGrp="1"/>
          </p:cNvSpPr>
          <p:nvPr/>
        </p:nvSpPr>
        <p:spPr>
          <a:xfrm>
            <a:off x="6800850" y="1504860"/>
            <a:ext cx="1535906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失败定位与修正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10" name="connector_3547">
            <a:extLst>
              <a:ext uri="{FF2B5EF4-FFF2-40B4-BE49-F238E27FC236}">
                <a16:creationId xmlns:a16="http://schemas.microsoft.com/office/drawing/2014/main" id="{45E4B294-603B-43F1-8B73-5FCC4F34FBF5}"/>
              </a:ext>
            </a:extLst>
          </p:cNvPr>
          <p:cNvSpPr>
            <a:spLocks noGrp="1"/>
          </p:cNvSpPr>
          <p:nvPr/>
        </p:nvSpPr>
        <p:spPr>
          <a:xfrm>
            <a:off x="6786562" y="1850231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11" name="connector_3548">
            <a:extLst>
              <a:ext uri="{FF2B5EF4-FFF2-40B4-BE49-F238E27FC236}">
                <a16:creationId xmlns:a16="http://schemas.microsoft.com/office/drawing/2014/main" id="{CA42298A-0C38-4275-BE4B-BD781F6BBA21}"/>
              </a:ext>
            </a:extLst>
          </p:cNvPr>
          <p:cNvSpPr>
            <a:spLocks noGrp="1"/>
          </p:cNvSpPr>
          <p:nvPr/>
        </p:nvSpPr>
        <p:spPr>
          <a:xfrm>
            <a:off x="2450306" y="16216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3549">
            <a:extLst>
              <a:ext uri="{FF2B5EF4-FFF2-40B4-BE49-F238E27FC236}">
                <a16:creationId xmlns:a16="http://schemas.microsoft.com/office/drawing/2014/main" id="{D8667E8E-14A7-4B86-BCFB-3302FB32AB20}"/>
              </a:ext>
            </a:extLst>
          </p:cNvPr>
          <p:cNvSpPr>
            <a:spLocks noGrp="1"/>
          </p:cNvSpPr>
          <p:nvPr/>
        </p:nvSpPr>
        <p:spPr>
          <a:xfrm>
            <a:off x="2450306" y="17145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3550">
            <a:extLst>
              <a:ext uri="{FF2B5EF4-FFF2-40B4-BE49-F238E27FC236}">
                <a16:creationId xmlns:a16="http://schemas.microsoft.com/office/drawing/2014/main" id="{946C66A3-6BCB-4F0D-99D2-65550D00CE31}"/>
              </a:ext>
            </a:extLst>
          </p:cNvPr>
          <p:cNvSpPr>
            <a:spLocks noGrp="1"/>
          </p:cNvSpPr>
          <p:nvPr/>
        </p:nvSpPr>
        <p:spPr>
          <a:xfrm>
            <a:off x="2450306" y="18073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3551">
            <a:extLst>
              <a:ext uri="{FF2B5EF4-FFF2-40B4-BE49-F238E27FC236}">
                <a16:creationId xmlns:a16="http://schemas.microsoft.com/office/drawing/2014/main" id="{A4172D14-C577-460B-82F8-F017FDD2C46F}"/>
              </a:ext>
            </a:extLst>
          </p:cNvPr>
          <p:cNvSpPr>
            <a:spLocks noGrp="1"/>
          </p:cNvSpPr>
          <p:nvPr/>
        </p:nvSpPr>
        <p:spPr>
          <a:xfrm>
            <a:off x="2450306" y="19002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3552">
            <a:extLst>
              <a:ext uri="{FF2B5EF4-FFF2-40B4-BE49-F238E27FC236}">
                <a16:creationId xmlns:a16="http://schemas.microsoft.com/office/drawing/2014/main" id="{A025EAC2-C357-4DB8-BC0A-D81B792ADD79}"/>
              </a:ext>
            </a:extLst>
          </p:cNvPr>
          <p:cNvSpPr>
            <a:spLocks noGrp="1"/>
          </p:cNvSpPr>
          <p:nvPr/>
        </p:nvSpPr>
        <p:spPr>
          <a:xfrm>
            <a:off x="2450306" y="19931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3553">
            <a:extLst>
              <a:ext uri="{FF2B5EF4-FFF2-40B4-BE49-F238E27FC236}">
                <a16:creationId xmlns:a16="http://schemas.microsoft.com/office/drawing/2014/main" id="{B7A7ADDD-4F50-445E-AFE3-5C20C2EBB9C5}"/>
              </a:ext>
            </a:extLst>
          </p:cNvPr>
          <p:cNvSpPr>
            <a:spLocks noGrp="1"/>
          </p:cNvSpPr>
          <p:nvPr/>
        </p:nvSpPr>
        <p:spPr>
          <a:xfrm>
            <a:off x="2450306" y="20859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3554">
            <a:extLst>
              <a:ext uri="{FF2B5EF4-FFF2-40B4-BE49-F238E27FC236}">
                <a16:creationId xmlns:a16="http://schemas.microsoft.com/office/drawing/2014/main" id="{085DAA36-353A-453F-8B98-E92E4B759808}"/>
              </a:ext>
            </a:extLst>
          </p:cNvPr>
          <p:cNvSpPr>
            <a:spLocks noGrp="1"/>
          </p:cNvSpPr>
          <p:nvPr/>
        </p:nvSpPr>
        <p:spPr>
          <a:xfrm>
            <a:off x="2450306" y="21788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3555">
            <a:extLst>
              <a:ext uri="{FF2B5EF4-FFF2-40B4-BE49-F238E27FC236}">
                <a16:creationId xmlns:a16="http://schemas.microsoft.com/office/drawing/2014/main" id="{4848AC7D-406B-42D0-90D8-038BE02C25C3}"/>
              </a:ext>
            </a:extLst>
          </p:cNvPr>
          <p:cNvSpPr>
            <a:spLocks noGrp="1"/>
          </p:cNvSpPr>
          <p:nvPr/>
        </p:nvSpPr>
        <p:spPr>
          <a:xfrm>
            <a:off x="2450306" y="22717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3556">
            <a:extLst>
              <a:ext uri="{FF2B5EF4-FFF2-40B4-BE49-F238E27FC236}">
                <a16:creationId xmlns:a16="http://schemas.microsoft.com/office/drawing/2014/main" id="{8DE6B208-8398-4C98-ACD2-440A78E0FBAB}"/>
              </a:ext>
            </a:extLst>
          </p:cNvPr>
          <p:cNvSpPr>
            <a:spLocks noGrp="1"/>
          </p:cNvSpPr>
          <p:nvPr/>
        </p:nvSpPr>
        <p:spPr>
          <a:xfrm>
            <a:off x="2450306" y="23645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3557">
            <a:extLst>
              <a:ext uri="{FF2B5EF4-FFF2-40B4-BE49-F238E27FC236}">
                <a16:creationId xmlns:a16="http://schemas.microsoft.com/office/drawing/2014/main" id="{E5C94693-21E6-497D-8CAF-8F376833BBD9}"/>
              </a:ext>
            </a:extLst>
          </p:cNvPr>
          <p:cNvSpPr>
            <a:spLocks noGrp="1"/>
          </p:cNvSpPr>
          <p:nvPr/>
        </p:nvSpPr>
        <p:spPr>
          <a:xfrm>
            <a:off x="2450306" y="24574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3558">
            <a:extLst>
              <a:ext uri="{FF2B5EF4-FFF2-40B4-BE49-F238E27FC236}">
                <a16:creationId xmlns:a16="http://schemas.microsoft.com/office/drawing/2014/main" id="{DA3BDE79-3445-4F57-BB64-90FD57CC0242}"/>
              </a:ext>
            </a:extLst>
          </p:cNvPr>
          <p:cNvSpPr>
            <a:spLocks noGrp="1"/>
          </p:cNvSpPr>
          <p:nvPr/>
        </p:nvSpPr>
        <p:spPr>
          <a:xfrm>
            <a:off x="2450306" y="25503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3559">
            <a:extLst>
              <a:ext uri="{FF2B5EF4-FFF2-40B4-BE49-F238E27FC236}">
                <a16:creationId xmlns:a16="http://schemas.microsoft.com/office/drawing/2014/main" id="{896D7F36-8194-4D30-AA39-BB51C796B1BB}"/>
              </a:ext>
            </a:extLst>
          </p:cNvPr>
          <p:cNvSpPr>
            <a:spLocks noGrp="1"/>
          </p:cNvSpPr>
          <p:nvPr/>
        </p:nvSpPr>
        <p:spPr>
          <a:xfrm>
            <a:off x="2450306" y="26431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3560">
            <a:extLst>
              <a:ext uri="{FF2B5EF4-FFF2-40B4-BE49-F238E27FC236}">
                <a16:creationId xmlns:a16="http://schemas.microsoft.com/office/drawing/2014/main" id="{615241A8-EEBD-4200-9549-C4BE76B00638}"/>
              </a:ext>
            </a:extLst>
          </p:cNvPr>
          <p:cNvSpPr>
            <a:spLocks noGrp="1"/>
          </p:cNvSpPr>
          <p:nvPr/>
        </p:nvSpPr>
        <p:spPr>
          <a:xfrm>
            <a:off x="2450306" y="27360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3561">
            <a:extLst>
              <a:ext uri="{FF2B5EF4-FFF2-40B4-BE49-F238E27FC236}">
                <a16:creationId xmlns:a16="http://schemas.microsoft.com/office/drawing/2014/main" id="{8A1826E9-CC8E-4EFF-85EB-F80861395353}"/>
              </a:ext>
            </a:extLst>
          </p:cNvPr>
          <p:cNvSpPr>
            <a:spLocks noGrp="1"/>
          </p:cNvSpPr>
          <p:nvPr/>
        </p:nvSpPr>
        <p:spPr>
          <a:xfrm>
            <a:off x="2450306" y="28289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3562">
            <a:extLst>
              <a:ext uri="{FF2B5EF4-FFF2-40B4-BE49-F238E27FC236}">
                <a16:creationId xmlns:a16="http://schemas.microsoft.com/office/drawing/2014/main" id="{3564F2F6-C422-46FA-87BF-034EC9726B6E}"/>
              </a:ext>
            </a:extLst>
          </p:cNvPr>
          <p:cNvSpPr>
            <a:spLocks noGrp="1"/>
          </p:cNvSpPr>
          <p:nvPr/>
        </p:nvSpPr>
        <p:spPr>
          <a:xfrm>
            <a:off x="2450306" y="29217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3563">
            <a:extLst>
              <a:ext uri="{FF2B5EF4-FFF2-40B4-BE49-F238E27FC236}">
                <a16:creationId xmlns:a16="http://schemas.microsoft.com/office/drawing/2014/main" id="{5A75CC05-FFD0-4B6E-86D4-A7884F21CFC8}"/>
              </a:ext>
            </a:extLst>
          </p:cNvPr>
          <p:cNvSpPr>
            <a:spLocks noGrp="1"/>
          </p:cNvSpPr>
          <p:nvPr/>
        </p:nvSpPr>
        <p:spPr>
          <a:xfrm>
            <a:off x="2450306" y="30146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3564">
            <a:extLst>
              <a:ext uri="{FF2B5EF4-FFF2-40B4-BE49-F238E27FC236}">
                <a16:creationId xmlns:a16="http://schemas.microsoft.com/office/drawing/2014/main" id="{1E63970F-D1DA-48C6-B6B0-3BD8380957E6}"/>
              </a:ext>
            </a:extLst>
          </p:cNvPr>
          <p:cNvSpPr>
            <a:spLocks noGrp="1"/>
          </p:cNvSpPr>
          <p:nvPr/>
        </p:nvSpPr>
        <p:spPr>
          <a:xfrm>
            <a:off x="2450306" y="31075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3565">
            <a:extLst>
              <a:ext uri="{FF2B5EF4-FFF2-40B4-BE49-F238E27FC236}">
                <a16:creationId xmlns:a16="http://schemas.microsoft.com/office/drawing/2014/main" id="{25DFB184-0A16-445D-BC08-CED31948EE6A}"/>
              </a:ext>
            </a:extLst>
          </p:cNvPr>
          <p:cNvSpPr>
            <a:spLocks noGrp="1"/>
          </p:cNvSpPr>
          <p:nvPr/>
        </p:nvSpPr>
        <p:spPr>
          <a:xfrm>
            <a:off x="2450306" y="32004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3566">
            <a:extLst>
              <a:ext uri="{FF2B5EF4-FFF2-40B4-BE49-F238E27FC236}">
                <a16:creationId xmlns:a16="http://schemas.microsoft.com/office/drawing/2014/main" id="{C619F088-870E-4429-931D-97C605DA952A}"/>
              </a:ext>
            </a:extLst>
          </p:cNvPr>
          <p:cNvSpPr>
            <a:spLocks noGrp="1"/>
          </p:cNvSpPr>
          <p:nvPr/>
        </p:nvSpPr>
        <p:spPr>
          <a:xfrm>
            <a:off x="2450306" y="32932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3567">
            <a:extLst>
              <a:ext uri="{FF2B5EF4-FFF2-40B4-BE49-F238E27FC236}">
                <a16:creationId xmlns:a16="http://schemas.microsoft.com/office/drawing/2014/main" id="{E8EFA0DC-5957-40FE-86AA-3323AA88590E}"/>
              </a:ext>
            </a:extLst>
          </p:cNvPr>
          <p:cNvSpPr>
            <a:spLocks noGrp="1"/>
          </p:cNvSpPr>
          <p:nvPr/>
        </p:nvSpPr>
        <p:spPr>
          <a:xfrm>
            <a:off x="2450306" y="33861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3568">
            <a:extLst>
              <a:ext uri="{FF2B5EF4-FFF2-40B4-BE49-F238E27FC236}">
                <a16:creationId xmlns:a16="http://schemas.microsoft.com/office/drawing/2014/main" id="{D7583405-72C7-4A14-AE87-17CBCB661638}"/>
              </a:ext>
            </a:extLst>
          </p:cNvPr>
          <p:cNvSpPr>
            <a:spLocks noGrp="1"/>
          </p:cNvSpPr>
          <p:nvPr/>
        </p:nvSpPr>
        <p:spPr>
          <a:xfrm>
            <a:off x="2450306" y="34790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3569">
            <a:extLst>
              <a:ext uri="{FF2B5EF4-FFF2-40B4-BE49-F238E27FC236}">
                <a16:creationId xmlns:a16="http://schemas.microsoft.com/office/drawing/2014/main" id="{6EE51A37-F284-4C0B-8B99-5177886734A3}"/>
              </a:ext>
            </a:extLst>
          </p:cNvPr>
          <p:cNvSpPr>
            <a:spLocks noGrp="1"/>
          </p:cNvSpPr>
          <p:nvPr/>
        </p:nvSpPr>
        <p:spPr>
          <a:xfrm>
            <a:off x="2450306" y="35718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3570">
            <a:extLst>
              <a:ext uri="{FF2B5EF4-FFF2-40B4-BE49-F238E27FC236}">
                <a16:creationId xmlns:a16="http://schemas.microsoft.com/office/drawing/2014/main" id="{29DC0E57-83AE-4148-A3FB-85742D7A0BB2}"/>
              </a:ext>
            </a:extLst>
          </p:cNvPr>
          <p:cNvSpPr>
            <a:spLocks noGrp="1"/>
          </p:cNvSpPr>
          <p:nvPr/>
        </p:nvSpPr>
        <p:spPr>
          <a:xfrm>
            <a:off x="2450306" y="36647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3571">
            <a:extLst>
              <a:ext uri="{FF2B5EF4-FFF2-40B4-BE49-F238E27FC236}">
                <a16:creationId xmlns:a16="http://schemas.microsoft.com/office/drawing/2014/main" id="{5F9D25DC-46FB-43D0-AB6A-104EECB24FC5}"/>
              </a:ext>
            </a:extLst>
          </p:cNvPr>
          <p:cNvSpPr>
            <a:spLocks noGrp="1"/>
          </p:cNvSpPr>
          <p:nvPr/>
        </p:nvSpPr>
        <p:spPr>
          <a:xfrm>
            <a:off x="2450306" y="37576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3572">
            <a:extLst>
              <a:ext uri="{FF2B5EF4-FFF2-40B4-BE49-F238E27FC236}">
                <a16:creationId xmlns:a16="http://schemas.microsoft.com/office/drawing/2014/main" id="{B7937BD5-6D91-400F-92E4-BD71AE0B3DA1}"/>
              </a:ext>
            </a:extLst>
          </p:cNvPr>
          <p:cNvSpPr>
            <a:spLocks noGrp="1"/>
          </p:cNvSpPr>
          <p:nvPr/>
        </p:nvSpPr>
        <p:spPr>
          <a:xfrm>
            <a:off x="2450306" y="38504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3573">
            <a:extLst>
              <a:ext uri="{FF2B5EF4-FFF2-40B4-BE49-F238E27FC236}">
                <a16:creationId xmlns:a16="http://schemas.microsoft.com/office/drawing/2014/main" id="{32BE0CF9-AAA1-4C1E-A4AD-7999C275745C}"/>
              </a:ext>
            </a:extLst>
          </p:cNvPr>
          <p:cNvSpPr>
            <a:spLocks noGrp="1"/>
          </p:cNvSpPr>
          <p:nvPr/>
        </p:nvSpPr>
        <p:spPr>
          <a:xfrm>
            <a:off x="2450306" y="39433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3574">
            <a:extLst>
              <a:ext uri="{FF2B5EF4-FFF2-40B4-BE49-F238E27FC236}">
                <a16:creationId xmlns:a16="http://schemas.microsoft.com/office/drawing/2014/main" id="{754072D7-B0D9-44CA-A0DA-539105772B6E}"/>
              </a:ext>
            </a:extLst>
          </p:cNvPr>
          <p:cNvSpPr>
            <a:spLocks noGrp="1"/>
          </p:cNvSpPr>
          <p:nvPr/>
        </p:nvSpPr>
        <p:spPr>
          <a:xfrm>
            <a:off x="2450306" y="40362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3575">
            <a:extLst>
              <a:ext uri="{FF2B5EF4-FFF2-40B4-BE49-F238E27FC236}">
                <a16:creationId xmlns:a16="http://schemas.microsoft.com/office/drawing/2014/main" id="{7699C4B1-5EAA-40F9-BAC8-03599FA46063}"/>
              </a:ext>
            </a:extLst>
          </p:cNvPr>
          <p:cNvSpPr>
            <a:spLocks noGrp="1"/>
          </p:cNvSpPr>
          <p:nvPr/>
        </p:nvSpPr>
        <p:spPr>
          <a:xfrm>
            <a:off x="2450306" y="41290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3576">
            <a:extLst>
              <a:ext uri="{FF2B5EF4-FFF2-40B4-BE49-F238E27FC236}">
                <a16:creationId xmlns:a16="http://schemas.microsoft.com/office/drawing/2014/main" id="{89DE4110-B272-415D-A5F9-7BC82D2A141B}"/>
              </a:ext>
            </a:extLst>
          </p:cNvPr>
          <p:cNvSpPr>
            <a:spLocks noGrp="1"/>
          </p:cNvSpPr>
          <p:nvPr/>
        </p:nvSpPr>
        <p:spPr>
          <a:xfrm>
            <a:off x="2450306" y="42219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3577">
            <a:extLst>
              <a:ext uri="{FF2B5EF4-FFF2-40B4-BE49-F238E27FC236}">
                <a16:creationId xmlns:a16="http://schemas.microsoft.com/office/drawing/2014/main" id="{6FBC16E2-9B49-4C56-8665-A7F43FF908BB}"/>
              </a:ext>
            </a:extLst>
          </p:cNvPr>
          <p:cNvSpPr>
            <a:spLocks noGrp="1"/>
          </p:cNvSpPr>
          <p:nvPr/>
        </p:nvSpPr>
        <p:spPr>
          <a:xfrm>
            <a:off x="2450306" y="43148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3578">
            <a:extLst>
              <a:ext uri="{FF2B5EF4-FFF2-40B4-BE49-F238E27FC236}">
                <a16:creationId xmlns:a16="http://schemas.microsoft.com/office/drawing/2014/main" id="{A0E0154D-A196-4ADA-B015-5CA43F896F53}"/>
              </a:ext>
            </a:extLst>
          </p:cNvPr>
          <p:cNvSpPr>
            <a:spLocks noGrp="1"/>
          </p:cNvSpPr>
          <p:nvPr/>
        </p:nvSpPr>
        <p:spPr>
          <a:xfrm>
            <a:off x="2450306" y="44076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3579">
            <a:extLst>
              <a:ext uri="{FF2B5EF4-FFF2-40B4-BE49-F238E27FC236}">
                <a16:creationId xmlns:a16="http://schemas.microsoft.com/office/drawing/2014/main" id="{B64F504B-9F19-4BB6-95D8-07F6E3C8F8BF}"/>
              </a:ext>
            </a:extLst>
          </p:cNvPr>
          <p:cNvSpPr>
            <a:spLocks noGrp="1"/>
          </p:cNvSpPr>
          <p:nvPr/>
        </p:nvSpPr>
        <p:spPr>
          <a:xfrm>
            <a:off x="2450306" y="45005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3583">
            <a:extLst>
              <a:ext uri="{FF2B5EF4-FFF2-40B4-BE49-F238E27FC236}">
                <a16:creationId xmlns:a16="http://schemas.microsoft.com/office/drawing/2014/main" id="{B0519C04-5F41-45B1-892D-2AAEC2451B29}"/>
              </a:ext>
            </a:extLst>
          </p:cNvPr>
          <p:cNvSpPr>
            <a:spLocks noGrp="1"/>
          </p:cNvSpPr>
          <p:nvPr/>
        </p:nvSpPr>
        <p:spPr>
          <a:xfrm>
            <a:off x="4521994" y="16216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3584">
            <a:extLst>
              <a:ext uri="{FF2B5EF4-FFF2-40B4-BE49-F238E27FC236}">
                <a16:creationId xmlns:a16="http://schemas.microsoft.com/office/drawing/2014/main" id="{AB5F6DDF-F880-44C9-A39C-6EE8B20A2A1A}"/>
              </a:ext>
            </a:extLst>
          </p:cNvPr>
          <p:cNvSpPr>
            <a:spLocks noGrp="1"/>
          </p:cNvSpPr>
          <p:nvPr/>
        </p:nvSpPr>
        <p:spPr>
          <a:xfrm>
            <a:off x="4521994" y="17145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3585">
            <a:extLst>
              <a:ext uri="{FF2B5EF4-FFF2-40B4-BE49-F238E27FC236}">
                <a16:creationId xmlns:a16="http://schemas.microsoft.com/office/drawing/2014/main" id="{E2B344C7-3F7D-4FC9-AEE9-D3D905328B5D}"/>
              </a:ext>
            </a:extLst>
          </p:cNvPr>
          <p:cNvSpPr>
            <a:spLocks noGrp="1"/>
          </p:cNvSpPr>
          <p:nvPr/>
        </p:nvSpPr>
        <p:spPr>
          <a:xfrm>
            <a:off x="4521994" y="18073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9" name="connector_3586">
            <a:extLst>
              <a:ext uri="{FF2B5EF4-FFF2-40B4-BE49-F238E27FC236}">
                <a16:creationId xmlns:a16="http://schemas.microsoft.com/office/drawing/2014/main" id="{6C1D71C2-1BCE-40D1-976D-88E20238FC32}"/>
              </a:ext>
            </a:extLst>
          </p:cNvPr>
          <p:cNvSpPr>
            <a:spLocks noGrp="1"/>
          </p:cNvSpPr>
          <p:nvPr/>
        </p:nvSpPr>
        <p:spPr>
          <a:xfrm>
            <a:off x="4521994" y="19002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0" name="connector_3587">
            <a:extLst>
              <a:ext uri="{FF2B5EF4-FFF2-40B4-BE49-F238E27FC236}">
                <a16:creationId xmlns:a16="http://schemas.microsoft.com/office/drawing/2014/main" id="{8E6054BE-8AE3-443D-8615-B9FFA1CF27CE}"/>
              </a:ext>
            </a:extLst>
          </p:cNvPr>
          <p:cNvSpPr>
            <a:spLocks noGrp="1"/>
          </p:cNvSpPr>
          <p:nvPr/>
        </p:nvSpPr>
        <p:spPr>
          <a:xfrm>
            <a:off x="4521994" y="19931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1" name="connector_3588">
            <a:extLst>
              <a:ext uri="{FF2B5EF4-FFF2-40B4-BE49-F238E27FC236}">
                <a16:creationId xmlns:a16="http://schemas.microsoft.com/office/drawing/2014/main" id="{9A4440B9-3E79-421A-B33A-E035C011457B}"/>
              </a:ext>
            </a:extLst>
          </p:cNvPr>
          <p:cNvSpPr>
            <a:spLocks noGrp="1"/>
          </p:cNvSpPr>
          <p:nvPr/>
        </p:nvSpPr>
        <p:spPr>
          <a:xfrm>
            <a:off x="4521994" y="20859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2" name="connector_3589">
            <a:extLst>
              <a:ext uri="{FF2B5EF4-FFF2-40B4-BE49-F238E27FC236}">
                <a16:creationId xmlns:a16="http://schemas.microsoft.com/office/drawing/2014/main" id="{5FE4DF04-6A8D-4BC6-90C2-DCBFFF33BD85}"/>
              </a:ext>
            </a:extLst>
          </p:cNvPr>
          <p:cNvSpPr>
            <a:spLocks noGrp="1"/>
          </p:cNvSpPr>
          <p:nvPr/>
        </p:nvSpPr>
        <p:spPr>
          <a:xfrm>
            <a:off x="4521994" y="21788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3" name="connector_3590">
            <a:extLst>
              <a:ext uri="{FF2B5EF4-FFF2-40B4-BE49-F238E27FC236}">
                <a16:creationId xmlns:a16="http://schemas.microsoft.com/office/drawing/2014/main" id="{8B0860EF-04D9-4008-9C9A-2D81C67F03CE}"/>
              </a:ext>
            </a:extLst>
          </p:cNvPr>
          <p:cNvSpPr>
            <a:spLocks noGrp="1"/>
          </p:cNvSpPr>
          <p:nvPr/>
        </p:nvSpPr>
        <p:spPr>
          <a:xfrm>
            <a:off x="4521994" y="22717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4" name="connector_3591">
            <a:extLst>
              <a:ext uri="{FF2B5EF4-FFF2-40B4-BE49-F238E27FC236}">
                <a16:creationId xmlns:a16="http://schemas.microsoft.com/office/drawing/2014/main" id="{AC049235-F313-41BE-A170-575FF9AD1AC5}"/>
              </a:ext>
            </a:extLst>
          </p:cNvPr>
          <p:cNvSpPr>
            <a:spLocks noGrp="1"/>
          </p:cNvSpPr>
          <p:nvPr/>
        </p:nvSpPr>
        <p:spPr>
          <a:xfrm>
            <a:off x="4521994" y="23645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5" name="connector_3592">
            <a:extLst>
              <a:ext uri="{FF2B5EF4-FFF2-40B4-BE49-F238E27FC236}">
                <a16:creationId xmlns:a16="http://schemas.microsoft.com/office/drawing/2014/main" id="{378F3DBF-295E-413B-B9DD-E8B3371420FA}"/>
              </a:ext>
            </a:extLst>
          </p:cNvPr>
          <p:cNvSpPr>
            <a:spLocks noGrp="1"/>
          </p:cNvSpPr>
          <p:nvPr/>
        </p:nvSpPr>
        <p:spPr>
          <a:xfrm>
            <a:off x="4521994" y="24574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6" name="connector_3593">
            <a:extLst>
              <a:ext uri="{FF2B5EF4-FFF2-40B4-BE49-F238E27FC236}">
                <a16:creationId xmlns:a16="http://schemas.microsoft.com/office/drawing/2014/main" id="{F4E8CF6A-F056-44AB-9117-F6DAA0F4A96B}"/>
              </a:ext>
            </a:extLst>
          </p:cNvPr>
          <p:cNvSpPr>
            <a:spLocks noGrp="1"/>
          </p:cNvSpPr>
          <p:nvPr/>
        </p:nvSpPr>
        <p:spPr>
          <a:xfrm>
            <a:off x="4521994" y="25503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7" name="connector_3594">
            <a:extLst>
              <a:ext uri="{FF2B5EF4-FFF2-40B4-BE49-F238E27FC236}">
                <a16:creationId xmlns:a16="http://schemas.microsoft.com/office/drawing/2014/main" id="{0A1847FA-CD42-4AF5-96BE-A90AAA50DEE0}"/>
              </a:ext>
            </a:extLst>
          </p:cNvPr>
          <p:cNvSpPr>
            <a:spLocks noGrp="1"/>
          </p:cNvSpPr>
          <p:nvPr/>
        </p:nvSpPr>
        <p:spPr>
          <a:xfrm>
            <a:off x="4521994" y="26431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8" name="connector_3595">
            <a:extLst>
              <a:ext uri="{FF2B5EF4-FFF2-40B4-BE49-F238E27FC236}">
                <a16:creationId xmlns:a16="http://schemas.microsoft.com/office/drawing/2014/main" id="{F86160BF-F4FE-4135-B5B9-6D607731C272}"/>
              </a:ext>
            </a:extLst>
          </p:cNvPr>
          <p:cNvSpPr>
            <a:spLocks noGrp="1"/>
          </p:cNvSpPr>
          <p:nvPr/>
        </p:nvSpPr>
        <p:spPr>
          <a:xfrm>
            <a:off x="4521994" y="27360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59" name="connector_3596">
            <a:extLst>
              <a:ext uri="{FF2B5EF4-FFF2-40B4-BE49-F238E27FC236}">
                <a16:creationId xmlns:a16="http://schemas.microsoft.com/office/drawing/2014/main" id="{61D667A1-9224-4772-B764-153241685E65}"/>
              </a:ext>
            </a:extLst>
          </p:cNvPr>
          <p:cNvSpPr>
            <a:spLocks noGrp="1"/>
          </p:cNvSpPr>
          <p:nvPr/>
        </p:nvSpPr>
        <p:spPr>
          <a:xfrm>
            <a:off x="4521994" y="28289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0" name="connector_3597">
            <a:extLst>
              <a:ext uri="{FF2B5EF4-FFF2-40B4-BE49-F238E27FC236}">
                <a16:creationId xmlns:a16="http://schemas.microsoft.com/office/drawing/2014/main" id="{1A3D07B2-4219-4CC6-BAD3-05F08E917C5A}"/>
              </a:ext>
            </a:extLst>
          </p:cNvPr>
          <p:cNvSpPr>
            <a:spLocks noGrp="1"/>
          </p:cNvSpPr>
          <p:nvPr/>
        </p:nvSpPr>
        <p:spPr>
          <a:xfrm>
            <a:off x="4521994" y="29217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1" name="connector_3598">
            <a:extLst>
              <a:ext uri="{FF2B5EF4-FFF2-40B4-BE49-F238E27FC236}">
                <a16:creationId xmlns:a16="http://schemas.microsoft.com/office/drawing/2014/main" id="{24C47222-7783-4E7A-92C6-EE0F8ABE9443}"/>
              </a:ext>
            </a:extLst>
          </p:cNvPr>
          <p:cNvSpPr>
            <a:spLocks noGrp="1"/>
          </p:cNvSpPr>
          <p:nvPr/>
        </p:nvSpPr>
        <p:spPr>
          <a:xfrm>
            <a:off x="4521994" y="30146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2" name="connector_3599">
            <a:extLst>
              <a:ext uri="{FF2B5EF4-FFF2-40B4-BE49-F238E27FC236}">
                <a16:creationId xmlns:a16="http://schemas.microsoft.com/office/drawing/2014/main" id="{B0F6EEB0-1989-4332-B5E0-6892FF96601A}"/>
              </a:ext>
            </a:extLst>
          </p:cNvPr>
          <p:cNvSpPr>
            <a:spLocks noGrp="1"/>
          </p:cNvSpPr>
          <p:nvPr/>
        </p:nvSpPr>
        <p:spPr>
          <a:xfrm>
            <a:off x="4521994" y="31075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3" name="connector_3600">
            <a:extLst>
              <a:ext uri="{FF2B5EF4-FFF2-40B4-BE49-F238E27FC236}">
                <a16:creationId xmlns:a16="http://schemas.microsoft.com/office/drawing/2014/main" id="{B92E6EF7-9F2A-483C-9CC9-C36738F444B1}"/>
              </a:ext>
            </a:extLst>
          </p:cNvPr>
          <p:cNvSpPr>
            <a:spLocks noGrp="1"/>
          </p:cNvSpPr>
          <p:nvPr/>
        </p:nvSpPr>
        <p:spPr>
          <a:xfrm>
            <a:off x="4521994" y="32004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4" name="connector_3601">
            <a:extLst>
              <a:ext uri="{FF2B5EF4-FFF2-40B4-BE49-F238E27FC236}">
                <a16:creationId xmlns:a16="http://schemas.microsoft.com/office/drawing/2014/main" id="{05973E3C-9BA5-41EB-81EF-B7E588EBD4DA}"/>
              </a:ext>
            </a:extLst>
          </p:cNvPr>
          <p:cNvSpPr>
            <a:spLocks noGrp="1"/>
          </p:cNvSpPr>
          <p:nvPr/>
        </p:nvSpPr>
        <p:spPr>
          <a:xfrm>
            <a:off x="4521994" y="32932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5" name="connector_3602">
            <a:extLst>
              <a:ext uri="{FF2B5EF4-FFF2-40B4-BE49-F238E27FC236}">
                <a16:creationId xmlns:a16="http://schemas.microsoft.com/office/drawing/2014/main" id="{FBBF29B8-8537-4D34-8D4D-A8241B4B56F6}"/>
              </a:ext>
            </a:extLst>
          </p:cNvPr>
          <p:cNvSpPr>
            <a:spLocks noGrp="1"/>
          </p:cNvSpPr>
          <p:nvPr/>
        </p:nvSpPr>
        <p:spPr>
          <a:xfrm>
            <a:off x="4521994" y="33861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6" name="connector_3603">
            <a:extLst>
              <a:ext uri="{FF2B5EF4-FFF2-40B4-BE49-F238E27FC236}">
                <a16:creationId xmlns:a16="http://schemas.microsoft.com/office/drawing/2014/main" id="{657CAC0D-B4EB-443D-A0AE-84BBC0386B8F}"/>
              </a:ext>
            </a:extLst>
          </p:cNvPr>
          <p:cNvSpPr>
            <a:spLocks noGrp="1"/>
          </p:cNvSpPr>
          <p:nvPr/>
        </p:nvSpPr>
        <p:spPr>
          <a:xfrm>
            <a:off x="4521994" y="34790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7" name="connector_3604">
            <a:extLst>
              <a:ext uri="{FF2B5EF4-FFF2-40B4-BE49-F238E27FC236}">
                <a16:creationId xmlns:a16="http://schemas.microsoft.com/office/drawing/2014/main" id="{BBB6AEBB-68A7-4947-A323-47F5E80DBBF4}"/>
              </a:ext>
            </a:extLst>
          </p:cNvPr>
          <p:cNvSpPr>
            <a:spLocks noGrp="1"/>
          </p:cNvSpPr>
          <p:nvPr/>
        </p:nvSpPr>
        <p:spPr>
          <a:xfrm>
            <a:off x="4521994" y="35718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8" name="connector_3605">
            <a:extLst>
              <a:ext uri="{FF2B5EF4-FFF2-40B4-BE49-F238E27FC236}">
                <a16:creationId xmlns:a16="http://schemas.microsoft.com/office/drawing/2014/main" id="{0D07CE28-6D0B-4664-AA17-99D6B1F056E7}"/>
              </a:ext>
            </a:extLst>
          </p:cNvPr>
          <p:cNvSpPr>
            <a:spLocks noGrp="1"/>
          </p:cNvSpPr>
          <p:nvPr/>
        </p:nvSpPr>
        <p:spPr>
          <a:xfrm>
            <a:off x="4521994" y="36647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69" name="connector_3606">
            <a:extLst>
              <a:ext uri="{FF2B5EF4-FFF2-40B4-BE49-F238E27FC236}">
                <a16:creationId xmlns:a16="http://schemas.microsoft.com/office/drawing/2014/main" id="{0E2C4991-E3C3-4C94-A88F-49ACF9CE3039}"/>
              </a:ext>
            </a:extLst>
          </p:cNvPr>
          <p:cNvSpPr>
            <a:spLocks noGrp="1"/>
          </p:cNvSpPr>
          <p:nvPr/>
        </p:nvSpPr>
        <p:spPr>
          <a:xfrm>
            <a:off x="4521994" y="37576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0" name="connector_3607">
            <a:extLst>
              <a:ext uri="{FF2B5EF4-FFF2-40B4-BE49-F238E27FC236}">
                <a16:creationId xmlns:a16="http://schemas.microsoft.com/office/drawing/2014/main" id="{9D22EC6D-9D69-44C6-8767-D0F6F5C7ACA9}"/>
              </a:ext>
            </a:extLst>
          </p:cNvPr>
          <p:cNvSpPr>
            <a:spLocks noGrp="1"/>
          </p:cNvSpPr>
          <p:nvPr/>
        </p:nvSpPr>
        <p:spPr>
          <a:xfrm>
            <a:off x="4521994" y="38504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1" name="connector_3608">
            <a:extLst>
              <a:ext uri="{FF2B5EF4-FFF2-40B4-BE49-F238E27FC236}">
                <a16:creationId xmlns:a16="http://schemas.microsoft.com/office/drawing/2014/main" id="{19CF8949-F5D5-4FFF-B3F4-EC845F61C30E}"/>
              </a:ext>
            </a:extLst>
          </p:cNvPr>
          <p:cNvSpPr>
            <a:spLocks noGrp="1"/>
          </p:cNvSpPr>
          <p:nvPr/>
        </p:nvSpPr>
        <p:spPr>
          <a:xfrm>
            <a:off x="4521994" y="39433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2" name="connector_3609">
            <a:extLst>
              <a:ext uri="{FF2B5EF4-FFF2-40B4-BE49-F238E27FC236}">
                <a16:creationId xmlns:a16="http://schemas.microsoft.com/office/drawing/2014/main" id="{905457D8-40BA-4C79-89ED-4585D1F4FD9A}"/>
              </a:ext>
            </a:extLst>
          </p:cNvPr>
          <p:cNvSpPr>
            <a:spLocks noGrp="1"/>
          </p:cNvSpPr>
          <p:nvPr/>
        </p:nvSpPr>
        <p:spPr>
          <a:xfrm>
            <a:off x="4521994" y="40362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3" name="connector_3610">
            <a:extLst>
              <a:ext uri="{FF2B5EF4-FFF2-40B4-BE49-F238E27FC236}">
                <a16:creationId xmlns:a16="http://schemas.microsoft.com/office/drawing/2014/main" id="{885C9F84-452E-471D-A8DC-62FB6B77EC11}"/>
              </a:ext>
            </a:extLst>
          </p:cNvPr>
          <p:cNvSpPr>
            <a:spLocks noGrp="1"/>
          </p:cNvSpPr>
          <p:nvPr/>
        </p:nvSpPr>
        <p:spPr>
          <a:xfrm>
            <a:off x="4521994" y="41290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4" name="connector_3611">
            <a:extLst>
              <a:ext uri="{FF2B5EF4-FFF2-40B4-BE49-F238E27FC236}">
                <a16:creationId xmlns:a16="http://schemas.microsoft.com/office/drawing/2014/main" id="{425530AE-A370-40E7-B386-FFCD45C17AEA}"/>
              </a:ext>
            </a:extLst>
          </p:cNvPr>
          <p:cNvSpPr>
            <a:spLocks noGrp="1"/>
          </p:cNvSpPr>
          <p:nvPr/>
        </p:nvSpPr>
        <p:spPr>
          <a:xfrm>
            <a:off x="4521994" y="42219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5" name="connector_3612">
            <a:extLst>
              <a:ext uri="{FF2B5EF4-FFF2-40B4-BE49-F238E27FC236}">
                <a16:creationId xmlns:a16="http://schemas.microsoft.com/office/drawing/2014/main" id="{3A7962FC-6A91-43DC-927C-72B018FDC0D1}"/>
              </a:ext>
            </a:extLst>
          </p:cNvPr>
          <p:cNvSpPr>
            <a:spLocks noGrp="1"/>
          </p:cNvSpPr>
          <p:nvPr/>
        </p:nvSpPr>
        <p:spPr>
          <a:xfrm>
            <a:off x="4521994" y="43148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6" name="connector_3613">
            <a:extLst>
              <a:ext uri="{FF2B5EF4-FFF2-40B4-BE49-F238E27FC236}">
                <a16:creationId xmlns:a16="http://schemas.microsoft.com/office/drawing/2014/main" id="{BC159142-06C3-4694-9358-623A62297401}"/>
              </a:ext>
            </a:extLst>
          </p:cNvPr>
          <p:cNvSpPr>
            <a:spLocks noGrp="1"/>
          </p:cNvSpPr>
          <p:nvPr/>
        </p:nvSpPr>
        <p:spPr>
          <a:xfrm>
            <a:off x="4521994" y="44076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77" name="connector_3614">
            <a:extLst>
              <a:ext uri="{FF2B5EF4-FFF2-40B4-BE49-F238E27FC236}">
                <a16:creationId xmlns:a16="http://schemas.microsoft.com/office/drawing/2014/main" id="{B5FB69CA-BEDA-42EB-884F-EE8AFAE61319}"/>
              </a:ext>
            </a:extLst>
          </p:cNvPr>
          <p:cNvSpPr>
            <a:spLocks noGrp="1"/>
          </p:cNvSpPr>
          <p:nvPr/>
        </p:nvSpPr>
        <p:spPr>
          <a:xfrm>
            <a:off x="4521994" y="45005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1" name="connector_3618">
            <a:extLst>
              <a:ext uri="{FF2B5EF4-FFF2-40B4-BE49-F238E27FC236}">
                <a16:creationId xmlns:a16="http://schemas.microsoft.com/office/drawing/2014/main" id="{B76E980B-F96A-46B8-94A9-B934460C22CF}"/>
              </a:ext>
            </a:extLst>
          </p:cNvPr>
          <p:cNvSpPr>
            <a:spLocks noGrp="1"/>
          </p:cNvSpPr>
          <p:nvPr/>
        </p:nvSpPr>
        <p:spPr>
          <a:xfrm>
            <a:off x="6600825" y="16216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2" name="connector_3619">
            <a:extLst>
              <a:ext uri="{FF2B5EF4-FFF2-40B4-BE49-F238E27FC236}">
                <a16:creationId xmlns:a16="http://schemas.microsoft.com/office/drawing/2014/main" id="{AE6F3662-0D98-4756-AFBE-211D0621A49A}"/>
              </a:ext>
            </a:extLst>
          </p:cNvPr>
          <p:cNvSpPr>
            <a:spLocks noGrp="1"/>
          </p:cNvSpPr>
          <p:nvPr/>
        </p:nvSpPr>
        <p:spPr>
          <a:xfrm>
            <a:off x="6600825" y="17145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3" name="connector_3620">
            <a:extLst>
              <a:ext uri="{FF2B5EF4-FFF2-40B4-BE49-F238E27FC236}">
                <a16:creationId xmlns:a16="http://schemas.microsoft.com/office/drawing/2014/main" id="{4D985F50-482C-4775-957C-BC8FFFB9F27A}"/>
              </a:ext>
            </a:extLst>
          </p:cNvPr>
          <p:cNvSpPr>
            <a:spLocks noGrp="1"/>
          </p:cNvSpPr>
          <p:nvPr/>
        </p:nvSpPr>
        <p:spPr>
          <a:xfrm>
            <a:off x="6600825" y="18073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4" name="connector_3621">
            <a:extLst>
              <a:ext uri="{FF2B5EF4-FFF2-40B4-BE49-F238E27FC236}">
                <a16:creationId xmlns:a16="http://schemas.microsoft.com/office/drawing/2014/main" id="{91D4C1DE-1688-4653-883B-F1B50A4A41E1}"/>
              </a:ext>
            </a:extLst>
          </p:cNvPr>
          <p:cNvSpPr>
            <a:spLocks noGrp="1"/>
          </p:cNvSpPr>
          <p:nvPr/>
        </p:nvSpPr>
        <p:spPr>
          <a:xfrm>
            <a:off x="6600825" y="19002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5" name="connector_3622">
            <a:extLst>
              <a:ext uri="{FF2B5EF4-FFF2-40B4-BE49-F238E27FC236}">
                <a16:creationId xmlns:a16="http://schemas.microsoft.com/office/drawing/2014/main" id="{D6F5665C-B23E-4B0F-B80F-071BD6C6BBBC}"/>
              </a:ext>
            </a:extLst>
          </p:cNvPr>
          <p:cNvSpPr>
            <a:spLocks noGrp="1"/>
          </p:cNvSpPr>
          <p:nvPr/>
        </p:nvSpPr>
        <p:spPr>
          <a:xfrm>
            <a:off x="6600825" y="19931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6" name="connector_3623">
            <a:extLst>
              <a:ext uri="{FF2B5EF4-FFF2-40B4-BE49-F238E27FC236}">
                <a16:creationId xmlns:a16="http://schemas.microsoft.com/office/drawing/2014/main" id="{2B09DD06-F38E-4481-BAAF-D9F6D5852FEA}"/>
              </a:ext>
            </a:extLst>
          </p:cNvPr>
          <p:cNvSpPr>
            <a:spLocks noGrp="1"/>
          </p:cNvSpPr>
          <p:nvPr/>
        </p:nvSpPr>
        <p:spPr>
          <a:xfrm>
            <a:off x="6600825" y="20859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7" name="connector_3624">
            <a:extLst>
              <a:ext uri="{FF2B5EF4-FFF2-40B4-BE49-F238E27FC236}">
                <a16:creationId xmlns:a16="http://schemas.microsoft.com/office/drawing/2014/main" id="{471BA2DB-E726-40B3-BACA-5DBF75FC0111}"/>
              </a:ext>
            </a:extLst>
          </p:cNvPr>
          <p:cNvSpPr>
            <a:spLocks noGrp="1"/>
          </p:cNvSpPr>
          <p:nvPr/>
        </p:nvSpPr>
        <p:spPr>
          <a:xfrm>
            <a:off x="6600825" y="21788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8" name="connector_3625">
            <a:extLst>
              <a:ext uri="{FF2B5EF4-FFF2-40B4-BE49-F238E27FC236}">
                <a16:creationId xmlns:a16="http://schemas.microsoft.com/office/drawing/2014/main" id="{E66BE4F1-24F5-400B-B190-4DA8ED7EFAE3}"/>
              </a:ext>
            </a:extLst>
          </p:cNvPr>
          <p:cNvSpPr>
            <a:spLocks noGrp="1"/>
          </p:cNvSpPr>
          <p:nvPr/>
        </p:nvSpPr>
        <p:spPr>
          <a:xfrm>
            <a:off x="6600825" y="22717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9" name="connector_3626">
            <a:extLst>
              <a:ext uri="{FF2B5EF4-FFF2-40B4-BE49-F238E27FC236}">
                <a16:creationId xmlns:a16="http://schemas.microsoft.com/office/drawing/2014/main" id="{9B12766C-8082-4263-9604-0AC80BC87D81}"/>
              </a:ext>
            </a:extLst>
          </p:cNvPr>
          <p:cNvSpPr>
            <a:spLocks noGrp="1"/>
          </p:cNvSpPr>
          <p:nvPr/>
        </p:nvSpPr>
        <p:spPr>
          <a:xfrm>
            <a:off x="6600825" y="23645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0" name="connector_3627">
            <a:extLst>
              <a:ext uri="{FF2B5EF4-FFF2-40B4-BE49-F238E27FC236}">
                <a16:creationId xmlns:a16="http://schemas.microsoft.com/office/drawing/2014/main" id="{362EC061-1333-4240-B3A8-953351545658}"/>
              </a:ext>
            </a:extLst>
          </p:cNvPr>
          <p:cNvSpPr>
            <a:spLocks noGrp="1"/>
          </p:cNvSpPr>
          <p:nvPr/>
        </p:nvSpPr>
        <p:spPr>
          <a:xfrm>
            <a:off x="6600825" y="24574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1" name="connector_3628">
            <a:extLst>
              <a:ext uri="{FF2B5EF4-FFF2-40B4-BE49-F238E27FC236}">
                <a16:creationId xmlns:a16="http://schemas.microsoft.com/office/drawing/2014/main" id="{7276506B-2301-43E7-9CF8-9B3005F35919}"/>
              </a:ext>
            </a:extLst>
          </p:cNvPr>
          <p:cNvSpPr>
            <a:spLocks noGrp="1"/>
          </p:cNvSpPr>
          <p:nvPr/>
        </p:nvSpPr>
        <p:spPr>
          <a:xfrm>
            <a:off x="6600825" y="25503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2" name="connector_3629">
            <a:extLst>
              <a:ext uri="{FF2B5EF4-FFF2-40B4-BE49-F238E27FC236}">
                <a16:creationId xmlns:a16="http://schemas.microsoft.com/office/drawing/2014/main" id="{8E47B632-BFDB-4E77-A1DC-4F4178472A80}"/>
              </a:ext>
            </a:extLst>
          </p:cNvPr>
          <p:cNvSpPr>
            <a:spLocks noGrp="1"/>
          </p:cNvSpPr>
          <p:nvPr/>
        </p:nvSpPr>
        <p:spPr>
          <a:xfrm>
            <a:off x="6600825" y="26431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3" name="connector_3630">
            <a:extLst>
              <a:ext uri="{FF2B5EF4-FFF2-40B4-BE49-F238E27FC236}">
                <a16:creationId xmlns:a16="http://schemas.microsoft.com/office/drawing/2014/main" id="{C856098B-8E09-4ED4-BEB8-FB82EAB56294}"/>
              </a:ext>
            </a:extLst>
          </p:cNvPr>
          <p:cNvSpPr>
            <a:spLocks noGrp="1"/>
          </p:cNvSpPr>
          <p:nvPr/>
        </p:nvSpPr>
        <p:spPr>
          <a:xfrm>
            <a:off x="6600825" y="27360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4" name="connector_3631">
            <a:extLst>
              <a:ext uri="{FF2B5EF4-FFF2-40B4-BE49-F238E27FC236}">
                <a16:creationId xmlns:a16="http://schemas.microsoft.com/office/drawing/2014/main" id="{77E0EBF1-4F29-43CB-8450-798A48F8BB5B}"/>
              </a:ext>
            </a:extLst>
          </p:cNvPr>
          <p:cNvSpPr>
            <a:spLocks noGrp="1"/>
          </p:cNvSpPr>
          <p:nvPr/>
        </p:nvSpPr>
        <p:spPr>
          <a:xfrm>
            <a:off x="6600825" y="28289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5" name="connector_3632">
            <a:extLst>
              <a:ext uri="{FF2B5EF4-FFF2-40B4-BE49-F238E27FC236}">
                <a16:creationId xmlns:a16="http://schemas.microsoft.com/office/drawing/2014/main" id="{720838C6-9596-4499-ADF0-551F2778C9CC}"/>
              </a:ext>
            </a:extLst>
          </p:cNvPr>
          <p:cNvSpPr>
            <a:spLocks noGrp="1"/>
          </p:cNvSpPr>
          <p:nvPr/>
        </p:nvSpPr>
        <p:spPr>
          <a:xfrm>
            <a:off x="6600825" y="29217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6" name="connector_3633">
            <a:extLst>
              <a:ext uri="{FF2B5EF4-FFF2-40B4-BE49-F238E27FC236}">
                <a16:creationId xmlns:a16="http://schemas.microsoft.com/office/drawing/2014/main" id="{1BE3692A-D81B-4CC4-A15F-34F691E66233}"/>
              </a:ext>
            </a:extLst>
          </p:cNvPr>
          <p:cNvSpPr>
            <a:spLocks noGrp="1"/>
          </p:cNvSpPr>
          <p:nvPr/>
        </p:nvSpPr>
        <p:spPr>
          <a:xfrm>
            <a:off x="6600825" y="30146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7" name="connector_3634">
            <a:extLst>
              <a:ext uri="{FF2B5EF4-FFF2-40B4-BE49-F238E27FC236}">
                <a16:creationId xmlns:a16="http://schemas.microsoft.com/office/drawing/2014/main" id="{5E98885A-410F-44F0-BBD1-FDC68DDDAC9D}"/>
              </a:ext>
            </a:extLst>
          </p:cNvPr>
          <p:cNvSpPr>
            <a:spLocks noGrp="1"/>
          </p:cNvSpPr>
          <p:nvPr/>
        </p:nvSpPr>
        <p:spPr>
          <a:xfrm>
            <a:off x="6600825" y="310753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8" name="connector_3635">
            <a:extLst>
              <a:ext uri="{FF2B5EF4-FFF2-40B4-BE49-F238E27FC236}">
                <a16:creationId xmlns:a16="http://schemas.microsoft.com/office/drawing/2014/main" id="{829F8F57-CAB4-4AB3-82EE-D1BD765BF0C4}"/>
              </a:ext>
            </a:extLst>
          </p:cNvPr>
          <p:cNvSpPr>
            <a:spLocks noGrp="1"/>
          </p:cNvSpPr>
          <p:nvPr/>
        </p:nvSpPr>
        <p:spPr>
          <a:xfrm>
            <a:off x="6600825" y="320040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9" name="connector_3636">
            <a:extLst>
              <a:ext uri="{FF2B5EF4-FFF2-40B4-BE49-F238E27FC236}">
                <a16:creationId xmlns:a16="http://schemas.microsoft.com/office/drawing/2014/main" id="{40A522FD-C0A6-4160-B63A-7F1DA2071C24}"/>
              </a:ext>
            </a:extLst>
          </p:cNvPr>
          <p:cNvSpPr>
            <a:spLocks noGrp="1"/>
          </p:cNvSpPr>
          <p:nvPr/>
        </p:nvSpPr>
        <p:spPr>
          <a:xfrm>
            <a:off x="6600825" y="329326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0" name="connector_3637">
            <a:extLst>
              <a:ext uri="{FF2B5EF4-FFF2-40B4-BE49-F238E27FC236}">
                <a16:creationId xmlns:a16="http://schemas.microsoft.com/office/drawing/2014/main" id="{B1CD6620-ECC2-4A9A-AF3A-60D6E77ACBB3}"/>
              </a:ext>
            </a:extLst>
          </p:cNvPr>
          <p:cNvSpPr>
            <a:spLocks noGrp="1"/>
          </p:cNvSpPr>
          <p:nvPr/>
        </p:nvSpPr>
        <p:spPr>
          <a:xfrm>
            <a:off x="6600825" y="338613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1" name="connector_3638">
            <a:extLst>
              <a:ext uri="{FF2B5EF4-FFF2-40B4-BE49-F238E27FC236}">
                <a16:creationId xmlns:a16="http://schemas.microsoft.com/office/drawing/2014/main" id="{04152183-83F4-47DD-9B34-9A901EB5E735}"/>
              </a:ext>
            </a:extLst>
          </p:cNvPr>
          <p:cNvSpPr>
            <a:spLocks noGrp="1"/>
          </p:cNvSpPr>
          <p:nvPr/>
        </p:nvSpPr>
        <p:spPr>
          <a:xfrm>
            <a:off x="6600825" y="347900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2" name="connector_3639">
            <a:extLst>
              <a:ext uri="{FF2B5EF4-FFF2-40B4-BE49-F238E27FC236}">
                <a16:creationId xmlns:a16="http://schemas.microsoft.com/office/drawing/2014/main" id="{93E01B6D-3BF0-4DD5-95A6-A6096BD50671}"/>
              </a:ext>
            </a:extLst>
          </p:cNvPr>
          <p:cNvSpPr>
            <a:spLocks noGrp="1"/>
          </p:cNvSpPr>
          <p:nvPr/>
        </p:nvSpPr>
        <p:spPr>
          <a:xfrm>
            <a:off x="6600825" y="357187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3" name="connector_3640">
            <a:extLst>
              <a:ext uri="{FF2B5EF4-FFF2-40B4-BE49-F238E27FC236}">
                <a16:creationId xmlns:a16="http://schemas.microsoft.com/office/drawing/2014/main" id="{5EB9148A-7981-4E4D-871C-8B29B9933DA2}"/>
              </a:ext>
            </a:extLst>
          </p:cNvPr>
          <p:cNvSpPr>
            <a:spLocks noGrp="1"/>
          </p:cNvSpPr>
          <p:nvPr/>
        </p:nvSpPr>
        <p:spPr>
          <a:xfrm>
            <a:off x="6600825" y="366474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4" name="connector_3641">
            <a:extLst>
              <a:ext uri="{FF2B5EF4-FFF2-40B4-BE49-F238E27FC236}">
                <a16:creationId xmlns:a16="http://schemas.microsoft.com/office/drawing/2014/main" id="{EDD0FAE6-A489-4B42-9B1F-10443D928EEB}"/>
              </a:ext>
            </a:extLst>
          </p:cNvPr>
          <p:cNvSpPr>
            <a:spLocks noGrp="1"/>
          </p:cNvSpPr>
          <p:nvPr/>
        </p:nvSpPr>
        <p:spPr>
          <a:xfrm>
            <a:off x="6600825" y="375761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5" name="connector_3642">
            <a:extLst>
              <a:ext uri="{FF2B5EF4-FFF2-40B4-BE49-F238E27FC236}">
                <a16:creationId xmlns:a16="http://schemas.microsoft.com/office/drawing/2014/main" id="{7E174B7C-B6BA-4AB3-A01A-B8D5C4E43359}"/>
              </a:ext>
            </a:extLst>
          </p:cNvPr>
          <p:cNvSpPr>
            <a:spLocks noGrp="1"/>
          </p:cNvSpPr>
          <p:nvPr/>
        </p:nvSpPr>
        <p:spPr>
          <a:xfrm>
            <a:off x="6600825" y="385048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6" name="connector_3643">
            <a:extLst>
              <a:ext uri="{FF2B5EF4-FFF2-40B4-BE49-F238E27FC236}">
                <a16:creationId xmlns:a16="http://schemas.microsoft.com/office/drawing/2014/main" id="{4CD8BF1E-8386-4997-8323-013F4E855B82}"/>
              </a:ext>
            </a:extLst>
          </p:cNvPr>
          <p:cNvSpPr>
            <a:spLocks noGrp="1"/>
          </p:cNvSpPr>
          <p:nvPr/>
        </p:nvSpPr>
        <p:spPr>
          <a:xfrm>
            <a:off x="6600825" y="394335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7" name="connector_3644">
            <a:extLst>
              <a:ext uri="{FF2B5EF4-FFF2-40B4-BE49-F238E27FC236}">
                <a16:creationId xmlns:a16="http://schemas.microsoft.com/office/drawing/2014/main" id="{0ACBEDB3-D083-4540-986F-654361EF1680}"/>
              </a:ext>
            </a:extLst>
          </p:cNvPr>
          <p:cNvSpPr>
            <a:spLocks noGrp="1"/>
          </p:cNvSpPr>
          <p:nvPr/>
        </p:nvSpPr>
        <p:spPr>
          <a:xfrm>
            <a:off x="6600825" y="4036219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8" name="connector_3645">
            <a:extLst>
              <a:ext uri="{FF2B5EF4-FFF2-40B4-BE49-F238E27FC236}">
                <a16:creationId xmlns:a16="http://schemas.microsoft.com/office/drawing/2014/main" id="{F605AB47-831D-4386-928D-499E0138D8F1}"/>
              </a:ext>
            </a:extLst>
          </p:cNvPr>
          <p:cNvSpPr>
            <a:spLocks noGrp="1"/>
          </p:cNvSpPr>
          <p:nvPr/>
        </p:nvSpPr>
        <p:spPr>
          <a:xfrm>
            <a:off x="6600825" y="412908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9" name="connector_3646">
            <a:extLst>
              <a:ext uri="{FF2B5EF4-FFF2-40B4-BE49-F238E27FC236}">
                <a16:creationId xmlns:a16="http://schemas.microsoft.com/office/drawing/2014/main" id="{956CB394-ED6A-49D0-857B-677BD6046FCA}"/>
              </a:ext>
            </a:extLst>
          </p:cNvPr>
          <p:cNvSpPr>
            <a:spLocks noGrp="1"/>
          </p:cNvSpPr>
          <p:nvPr/>
        </p:nvSpPr>
        <p:spPr>
          <a:xfrm>
            <a:off x="6600825" y="422195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0" name="connector_3647">
            <a:extLst>
              <a:ext uri="{FF2B5EF4-FFF2-40B4-BE49-F238E27FC236}">
                <a16:creationId xmlns:a16="http://schemas.microsoft.com/office/drawing/2014/main" id="{5C57F419-3F5B-46D3-A0BD-40FD926DECB2}"/>
              </a:ext>
            </a:extLst>
          </p:cNvPr>
          <p:cNvSpPr>
            <a:spLocks noGrp="1"/>
          </p:cNvSpPr>
          <p:nvPr/>
        </p:nvSpPr>
        <p:spPr>
          <a:xfrm>
            <a:off x="6600825" y="431482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1" name="connector_3648">
            <a:extLst>
              <a:ext uri="{FF2B5EF4-FFF2-40B4-BE49-F238E27FC236}">
                <a16:creationId xmlns:a16="http://schemas.microsoft.com/office/drawing/2014/main" id="{52FDFFD1-1FCE-4D61-A774-FEF0538F3282}"/>
              </a:ext>
            </a:extLst>
          </p:cNvPr>
          <p:cNvSpPr>
            <a:spLocks noGrp="1"/>
          </p:cNvSpPr>
          <p:nvPr/>
        </p:nvSpPr>
        <p:spPr>
          <a:xfrm>
            <a:off x="6600825" y="4407694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2" name="connector_3649">
            <a:extLst>
              <a:ext uri="{FF2B5EF4-FFF2-40B4-BE49-F238E27FC236}">
                <a16:creationId xmlns:a16="http://schemas.microsoft.com/office/drawing/2014/main" id="{37211C45-4EEB-4EA9-8085-7B89603AED34}"/>
              </a:ext>
            </a:extLst>
          </p:cNvPr>
          <p:cNvSpPr>
            <a:spLocks noGrp="1"/>
          </p:cNvSpPr>
          <p:nvPr/>
        </p:nvSpPr>
        <p:spPr>
          <a:xfrm>
            <a:off x="6600825" y="450056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6" name="text_3654_环境能否运行？">
            <a:extLst>
              <a:ext uri="{FF2B5EF4-FFF2-40B4-BE49-F238E27FC236}">
                <a16:creationId xmlns:a16="http://schemas.microsoft.com/office/drawing/2014/main" id="{874C99F7-E755-4225-A16F-448E2172C004}"/>
              </a:ext>
            </a:extLst>
          </p:cNvPr>
          <p:cNvSpPr>
            <a:spLocks noGrp="1"/>
          </p:cNvSpPr>
          <p:nvPr/>
        </p:nvSpPr>
        <p:spPr>
          <a:xfrm>
            <a:off x="571500" y="1964532"/>
            <a:ext cx="1843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环境能否运行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17" name="text_3656_平台理解是否正确？">
            <a:extLst>
              <a:ext uri="{FF2B5EF4-FFF2-40B4-BE49-F238E27FC236}">
                <a16:creationId xmlns:a16="http://schemas.microsoft.com/office/drawing/2014/main" id="{8A0AC28A-F0BA-4901-9B72-CC3284836AAA}"/>
              </a:ext>
            </a:extLst>
          </p:cNvPr>
          <p:cNvSpPr>
            <a:spLocks noGrp="1"/>
          </p:cNvSpPr>
          <p:nvPr/>
        </p:nvSpPr>
        <p:spPr>
          <a:xfrm>
            <a:off x="2650331" y="1964532"/>
            <a:ext cx="1843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平台理解是否正确</a:t>
            </a:r>
            <a:r>
              <a:rPr sz="1294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？</a:t>
            </a:r>
          </a:p>
        </p:txBody>
      </p:sp>
      <p:sp>
        <p:nvSpPr>
          <p:cNvPr id="118" name="text_3658_能否完成真实开发？">
            <a:extLst>
              <a:ext uri="{FF2B5EF4-FFF2-40B4-BE49-F238E27FC236}">
                <a16:creationId xmlns:a16="http://schemas.microsoft.com/office/drawing/2014/main" id="{950CD426-F39D-4B34-9DB2-B24EB2521085}"/>
              </a:ext>
            </a:extLst>
          </p:cNvPr>
          <p:cNvSpPr>
            <a:spLocks noGrp="1"/>
          </p:cNvSpPr>
          <p:nvPr/>
        </p:nvSpPr>
        <p:spPr>
          <a:xfrm>
            <a:off x="4729162" y="1964532"/>
            <a:ext cx="1843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能否完成真实开发？</a:t>
            </a:r>
          </a:p>
        </p:txBody>
      </p:sp>
      <p:sp>
        <p:nvSpPr>
          <p:cNvPr id="119" name="text_3660_验证为何未通过？">
            <a:extLst>
              <a:ext uri="{FF2B5EF4-FFF2-40B4-BE49-F238E27FC236}">
                <a16:creationId xmlns:a16="http://schemas.microsoft.com/office/drawing/2014/main" id="{78D16644-EFC4-4F1E-A248-D20442BC9F40}"/>
              </a:ext>
            </a:extLst>
          </p:cNvPr>
          <p:cNvSpPr>
            <a:spLocks noGrp="1"/>
          </p:cNvSpPr>
          <p:nvPr/>
        </p:nvSpPr>
        <p:spPr>
          <a:xfrm>
            <a:off x="6807994" y="1964532"/>
            <a:ext cx="1843088" cy="207169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验证为何未通过？</a:t>
            </a:r>
          </a:p>
        </p:txBody>
      </p:sp>
      <p:sp>
        <p:nvSpPr>
          <p:cNvPr id="120" name="text_3662_环境检查">
            <a:extLst>
              <a:ext uri="{FF2B5EF4-FFF2-40B4-BE49-F238E27FC236}">
                <a16:creationId xmlns:a16="http://schemas.microsoft.com/office/drawing/2014/main" id="{D0C178B6-9C35-4CD1-A48D-A5EE74564FD4}"/>
              </a:ext>
            </a:extLst>
          </p:cNvPr>
          <p:cNvSpPr>
            <a:spLocks noGrp="1"/>
          </p:cNvSpPr>
          <p:nvPr/>
        </p:nvSpPr>
        <p:spPr>
          <a:xfrm>
            <a:off x="564357" y="23360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环境检查</a:t>
            </a:r>
          </a:p>
        </p:txBody>
      </p:sp>
      <p:sp>
        <p:nvSpPr>
          <p:cNvPr id="121" name="text_3664_设备识别、驱动 / Runtime">
            <a:extLst>
              <a:ext uri="{FF2B5EF4-FFF2-40B4-BE49-F238E27FC236}">
                <a16:creationId xmlns:a16="http://schemas.microsoft.com/office/drawing/2014/main" id="{6AAC2A21-DC9D-4AFF-AAF0-2C73F752E75C}"/>
              </a:ext>
            </a:extLst>
          </p:cNvPr>
          <p:cNvSpPr>
            <a:spLocks noGrp="1"/>
          </p:cNvSpPr>
          <p:nvPr/>
        </p:nvSpPr>
        <p:spPr>
          <a:xfrm>
            <a:off x="571501" y="26003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设备识别、驱动 / Runtime</a:t>
            </a:r>
          </a:p>
        </p:txBody>
      </p:sp>
      <p:sp>
        <p:nvSpPr>
          <p:cNvPr id="122" name="text_3666_编译器与版本">
            <a:extLst>
              <a:ext uri="{FF2B5EF4-FFF2-40B4-BE49-F238E27FC236}">
                <a16:creationId xmlns:a16="http://schemas.microsoft.com/office/drawing/2014/main" id="{57F80881-9CFD-420B-BE34-64D1E79788A0}"/>
              </a:ext>
            </a:extLst>
          </p:cNvPr>
          <p:cNvSpPr>
            <a:spLocks noGrp="1"/>
          </p:cNvSpPr>
          <p:nvPr/>
        </p:nvSpPr>
        <p:spPr>
          <a:xfrm>
            <a:off x="571501" y="27932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编译器与版本</a:t>
            </a:r>
          </a:p>
        </p:txBody>
      </p:sp>
      <p:sp>
        <p:nvSpPr>
          <p:cNvPr id="123" name="text_3668_基础 API">
            <a:extLst>
              <a:ext uri="{FF2B5EF4-FFF2-40B4-BE49-F238E27FC236}">
                <a16:creationId xmlns:a16="http://schemas.microsoft.com/office/drawing/2014/main" id="{A1018775-9547-43A9-B252-E6FBCF17EE53}"/>
              </a:ext>
            </a:extLst>
          </p:cNvPr>
          <p:cNvSpPr>
            <a:spLocks noGrp="1"/>
          </p:cNvSpPr>
          <p:nvPr/>
        </p:nvSpPr>
        <p:spPr>
          <a:xfrm>
            <a:off x="564357" y="307895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 API</a:t>
            </a:r>
          </a:p>
        </p:txBody>
      </p:sp>
      <p:sp>
        <p:nvSpPr>
          <p:cNvPr id="124" name="text_3670_基础算子、内存分配与拷贝">
            <a:extLst>
              <a:ext uri="{FF2B5EF4-FFF2-40B4-BE49-F238E27FC236}">
                <a16:creationId xmlns:a16="http://schemas.microsoft.com/office/drawing/2014/main" id="{8E37A4FA-7265-4FE2-8E02-7787B9F71994}"/>
              </a:ext>
            </a:extLst>
          </p:cNvPr>
          <p:cNvSpPr>
            <a:spLocks noGrp="1"/>
          </p:cNvSpPr>
          <p:nvPr/>
        </p:nvSpPr>
        <p:spPr>
          <a:xfrm>
            <a:off x="571501" y="334327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基础算子、内存分配与拷贝</a:t>
            </a:r>
          </a:p>
        </p:txBody>
      </p:sp>
      <p:sp>
        <p:nvSpPr>
          <p:cNvPr id="125" name="text_3672_简单 Kernel 编译和运行">
            <a:extLst>
              <a:ext uri="{FF2B5EF4-FFF2-40B4-BE49-F238E27FC236}">
                <a16:creationId xmlns:a16="http://schemas.microsoft.com/office/drawing/2014/main" id="{0203228B-A3E7-40BB-8C28-72AC5FAA8E2D}"/>
              </a:ext>
            </a:extLst>
          </p:cNvPr>
          <p:cNvSpPr>
            <a:spLocks noGrp="1"/>
          </p:cNvSpPr>
          <p:nvPr/>
        </p:nvSpPr>
        <p:spPr>
          <a:xfrm>
            <a:off x="571501" y="353615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简单 Kernel 编译和运行</a:t>
            </a:r>
          </a:p>
        </p:txBody>
      </p:sp>
      <p:sp>
        <p:nvSpPr>
          <p:cNvPr id="126" name="text_3674_示例测试">
            <a:extLst>
              <a:ext uri="{FF2B5EF4-FFF2-40B4-BE49-F238E27FC236}">
                <a16:creationId xmlns:a16="http://schemas.microsoft.com/office/drawing/2014/main" id="{5260D1EE-465F-41F8-B692-F2385371B13E}"/>
              </a:ext>
            </a:extLst>
          </p:cNvPr>
          <p:cNvSpPr>
            <a:spLocks noGrp="1"/>
          </p:cNvSpPr>
          <p:nvPr/>
        </p:nvSpPr>
        <p:spPr>
          <a:xfrm>
            <a:off x="564357" y="38219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示例测试</a:t>
            </a:r>
          </a:p>
        </p:txBody>
      </p:sp>
      <p:sp>
        <p:nvSpPr>
          <p:cNvPr id="127" name="text_3676_向量加法、简单矩阵运算">
            <a:extLst>
              <a:ext uri="{FF2B5EF4-FFF2-40B4-BE49-F238E27FC236}">
                <a16:creationId xmlns:a16="http://schemas.microsoft.com/office/drawing/2014/main" id="{ACD6093C-0AE1-42C0-9B1C-53DD7EA32C00}"/>
              </a:ext>
            </a:extLst>
          </p:cNvPr>
          <p:cNvSpPr>
            <a:spLocks noGrp="1"/>
          </p:cNvSpPr>
          <p:nvPr/>
        </p:nvSpPr>
        <p:spPr>
          <a:xfrm>
            <a:off x="571501" y="40862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向量加法、简单矩阵运算</a:t>
            </a:r>
          </a:p>
        </p:txBody>
      </p:sp>
      <p:sp>
        <p:nvSpPr>
          <p:cNvPr id="128" name="text_3678_检查结果正确性">
            <a:extLst>
              <a:ext uri="{FF2B5EF4-FFF2-40B4-BE49-F238E27FC236}">
                <a16:creationId xmlns:a16="http://schemas.microsoft.com/office/drawing/2014/main" id="{B65FB771-A598-4399-B276-BA16CD46020C}"/>
              </a:ext>
            </a:extLst>
          </p:cNvPr>
          <p:cNvSpPr>
            <a:spLocks noGrp="1"/>
          </p:cNvSpPr>
          <p:nvPr/>
        </p:nvSpPr>
        <p:spPr>
          <a:xfrm>
            <a:off x="571501" y="42791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检查结果正确性</a:t>
            </a:r>
          </a:p>
        </p:txBody>
      </p:sp>
      <p:sp>
        <p:nvSpPr>
          <p:cNvPr id="129" name="text_3680_内存与计算行为">
            <a:extLst>
              <a:ext uri="{FF2B5EF4-FFF2-40B4-BE49-F238E27FC236}">
                <a16:creationId xmlns:a16="http://schemas.microsoft.com/office/drawing/2014/main" id="{422CAAA9-27A7-4985-8A28-93716EFEBEEA}"/>
              </a:ext>
            </a:extLst>
          </p:cNvPr>
          <p:cNvSpPr>
            <a:spLocks noGrp="1"/>
          </p:cNvSpPr>
          <p:nvPr/>
        </p:nvSpPr>
        <p:spPr>
          <a:xfrm>
            <a:off x="2643188" y="23360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内存与计算行为</a:t>
            </a:r>
          </a:p>
        </p:txBody>
      </p:sp>
      <p:sp>
        <p:nvSpPr>
          <p:cNvPr id="130" name="text_3682_片上 / 片外带宽、访存延迟">
            <a:extLst>
              <a:ext uri="{FF2B5EF4-FFF2-40B4-BE49-F238E27FC236}">
                <a16:creationId xmlns:a16="http://schemas.microsoft.com/office/drawing/2014/main" id="{5E1EE621-9E00-4B15-A894-0D343764E8BB}"/>
              </a:ext>
            </a:extLst>
          </p:cNvPr>
          <p:cNvSpPr>
            <a:spLocks noGrp="1"/>
          </p:cNvSpPr>
          <p:nvPr/>
        </p:nvSpPr>
        <p:spPr>
          <a:xfrm>
            <a:off x="2650332" y="26003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片上 / 片外带宽、访存延迟</a:t>
            </a:r>
          </a:p>
        </p:txBody>
      </p:sp>
      <p:sp>
        <p:nvSpPr>
          <p:cNvPr id="131" name="text_3684_峰值算力、数据类型与瓶颈">
            <a:extLst>
              <a:ext uri="{FF2B5EF4-FFF2-40B4-BE49-F238E27FC236}">
                <a16:creationId xmlns:a16="http://schemas.microsoft.com/office/drawing/2014/main" id="{E08681ED-FB50-46B4-87D9-52BE3AD2E9D6}"/>
              </a:ext>
            </a:extLst>
          </p:cNvPr>
          <p:cNvSpPr>
            <a:spLocks noGrp="1"/>
          </p:cNvSpPr>
          <p:nvPr/>
        </p:nvSpPr>
        <p:spPr>
          <a:xfrm>
            <a:off x="2650332" y="27932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峰值算力、数据类型与瓶颈</a:t>
            </a:r>
          </a:p>
        </p:txBody>
      </p:sp>
      <p:sp>
        <p:nvSpPr>
          <p:cNvPr id="132" name="text_3686_Tile 与并行策略">
            <a:extLst>
              <a:ext uri="{FF2B5EF4-FFF2-40B4-BE49-F238E27FC236}">
                <a16:creationId xmlns:a16="http://schemas.microsoft.com/office/drawing/2014/main" id="{696D83B3-F450-4FEF-9D5E-EC24FF185744}"/>
              </a:ext>
            </a:extLst>
          </p:cNvPr>
          <p:cNvSpPr>
            <a:spLocks noGrp="1"/>
          </p:cNvSpPr>
          <p:nvPr/>
        </p:nvSpPr>
        <p:spPr>
          <a:xfrm>
            <a:off x="2643188" y="307895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Tile 与并行策略</a:t>
            </a:r>
          </a:p>
        </p:txBody>
      </p:sp>
      <p:sp>
        <p:nvSpPr>
          <p:cNvPr id="133" name="text_3688_Block / Tile 配置对比">
            <a:extLst>
              <a:ext uri="{FF2B5EF4-FFF2-40B4-BE49-F238E27FC236}">
                <a16:creationId xmlns:a16="http://schemas.microsoft.com/office/drawing/2014/main" id="{7B993CE2-0979-43CF-A1AE-97C637E6550D}"/>
              </a:ext>
            </a:extLst>
          </p:cNvPr>
          <p:cNvSpPr>
            <a:spLocks noGrp="1"/>
          </p:cNvSpPr>
          <p:nvPr/>
        </p:nvSpPr>
        <p:spPr>
          <a:xfrm>
            <a:off x="2650332" y="334327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Block / Tile 配置对比</a:t>
            </a:r>
          </a:p>
        </p:txBody>
      </p:sp>
      <p:sp>
        <p:nvSpPr>
          <p:cNvPr id="134" name="text_3690_占用率、资源与规模变化">
            <a:extLst>
              <a:ext uri="{FF2B5EF4-FFF2-40B4-BE49-F238E27FC236}">
                <a16:creationId xmlns:a16="http://schemas.microsoft.com/office/drawing/2014/main" id="{2552645C-8C66-4921-9AFB-3C9EE8617ED5}"/>
              </a:ext>
            </a:extLst>
          </p:cNvPr>
          <p:cNvSpPr>
            <a:spLocks noGrp="1"/>
          </p:cNvSpPr>
          <p:nvPr/>
        </p:nvSpPr>
        <p:spPr>
          <a:xfrm>
            <a:off x="2650332" y="353615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占用率、资源与规模变化</a:t>
            </a:r>
          </a:p>
        </p:txBody>
      </p:sp>
      <p:sp>
        <p:nvSpPr>
          <p:cNvPr id="135" name="text_3692_Profiler 分析">
            <a:extLst>
              <a:ext uri="{FF2B5EF4-FFF2-40B4-BE49-F238E27FC236}">
                <a16:creationId xmlns:a16="http://schemas.microsoft.com/office/drawing/2014/main" id="{20274C23-C711-4DC7-BE21-B55FF8BEAB87}"/>
              </a:ext>
            </a:extLst>
          </p:cNvPr>
          <p:cNvSpPr>
            <a:spLocks noGrp="1"/>
          </p:cNvSpPr>
          <p:nvPr/>
        </p:nvSpPr>
        <p:spPr>
          <a:xfrm>
            <a:off x="2643188" y="38219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Profiler 分析</a:t>
            </a:r>
          </a:p>
        </p:txBody>
      </p:sp>
      <p:sp>
        <p:nvSpPr>
          <p:cNvPr id="136" name="text_3694_关键计数器、时间分布">
            <a:extLst>
              <a:ext uri="{FF2B5EF4-FFF2-40B4-BE49-F238E27FC236}">
                <a16:creationId xmlns:a16="http://schemas.microsoft.com/office/drawing/2014/main" id="{892FB017-0B5C-405B-9172-2A1498A09A80}"/>
              </a:ext>
            </a:extLst>
          </p:cNvPr>
          <p:cNvSpPr>
            <a:spLocks noGrp="1"/>
          </p:cNvSpPr>
          <p:nvPr/>
        </p:nvSpPr>
        <p:spPr>
          <a:xfrm>
            <a:off x="2650332" y="40862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关键计数器、时间分布</a:t>
            </a:r>
          </a:p>
        </p:txBody>
      </p:sp>
      <p:sp>
        <p:nvSpPr>
          <p:cNvPr id="137" name="text_3696_定位计算 / 访存瓶颈">
            <a:extLst>
              <a:ext uri="{FF2B5EF4-FFF2-40B4-BE49-F238E27FC236}">
                <a16:creationId xmlns:a16="http://schemas.microsoft.com/office/drawing/2014/main" id="{FC3A53A8-7F64-4B2C-81CE-29DD450AAB47}"/>
              </a:ext>
            </a:extLst>
          </p:cNvPr>
          <p:cNvSpPr>
            <a:spLocks noGrp="1"/>
          </p:cNvSpPr>
          <p:nvPr/>
        </p:nvSpPr>
        <p:spPr>
          <a:xfrm>
            <a:off x="2650332" y="42791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定位计算 / 访存瓶颈</a:t>
            </a:r>
          </a:p>
        </p:txBody>
      </p:sp>
      <p:sp>
        <p:nvSpPr>
          <p:cNvPr id="138" name="text_3698_LayerNorm">
            <a:extLst>
              <a:ext uri="{FF2B5EF4-FFF2-40B4-BE49-F238E27FC236}">
                <a16:creationId xmlns:a16="http://schemas.microsoft.com/office/drawing/2014/main" id="{1DF32517-6CDD-4AE6-9727-5A985B68DD86}"/>
              </a:ext>
            </a:extLst>
          </p:cNvPr>
          <p:cNvSpPr>
            <a:spLocks noGrp="1"/>
          </p:cNvSpPr>
          <p:nvPr/>
        </p:nvSpPr>
        <p:spPr>
          <a:xfrm>
            <a:off x="4722019" y="23360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</a:p>
        </p:txBody>
      </p:sp>
      <p:sp>
        <p:nvSpPr>
          <p:cNvPr id="139" name="text_3700_静态 / 动态 Shape">
            <a:extLst>
              <a:ext uri="{FF2B5EF4-FFF2-40B4-BE49-F238E27FC236}">
                <a16:creationId xmlns:a16="http://schemas.microsoft.com/office/drawing/2014/main" id="{29EC010E-C55D-4DE6-87FC-FBD7588261C7}"/>
              </a:ext>
            </a:extLst>
          </p:cNvPr>
          <p:cNvSpPr>
            <a:spLocks noGrp="1"/>
          </p:cNvSpPr>
          <p:nvPr/>
        </p:nvSpPr>
        <p:spPr>
          <a:xfrm>
            <a:off x="4729163" y="26003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静态 / 动态 Shape</a:t>
            </a:r>
          </a:p>
        </p:txBody>
      </p:sp>
      <p:sp>
        <p:nvSpPr>
          <p:cNvPr id="140" name="text_3702_与 PyTorch 对比、性能分析">
            <a:extLst>
              <a:ext uri="{FF2B5EF4-FFF2-40B4-BE49-F238E27FC236}">
                <a16:creationId xmlns:a16="http://schemas.microsoft.com/office/drawing/2014/main" id="{EA04630D-F5EA-49F6-9197-16ED1071AF67}"/>
              </a:ext>
            </a:extLst>
          </p:cNvPr>
          <p:cNvSpPr>
            <a:spLocks noGrp="1"/>
          </p:cNvSpPr>
          <p:nvPr/>
        </p:nvSpPr>
        <p:spPr>
          <a:xfrm>
            <a:off x="4729163" y="27932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与 PyTorch 对比、性能分析</a:t>
            </a:r>
          </a:p>
        </p:txBody>
      </p:sp>
      <p:sp>
        <p:nvSpPr>
          <p:cNvPr id="141" name="text_3704_Softmax">
            <a:extLst>
              <a:ext uri="{FF2B5EF4-FFF2-40B4-BE49-F238E27FC236}">
                <a16:creationId xmlns:a16="http://schemas.microsoft.com/office/drawing/2014/main" id="{D84928A7-D3AC-4DBF-8B70-ED083BE81818}"/>
              </a:ext>
            </a:extLst>
          </p:cNvPr>
          <p:cNvSpPr>
            <a:spLocks noGrp="1"/>
          </p:cNvSpPr>
          <p:nvPr/>
        </p:nvSpPr>
        <p:spPr>
          <a:xfrm>
            <a:off x="4722019" y="307895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</a:p>
        </p:txBody>
      </p:sp>
      <p:sp>
        <p:nvSpPr>
          <p:cNvPr id="142" name="text_3706_因果 / Mask、大规模 Shape">
            <a:extLst>
              <a:ext uri="{FF2B5EF4-FFF2-40B4-BE49-F238E27FC236}">
                <a16:creationId xmlns:a16="http://schemas.microsoft.com/office/drawing/2014/main" id="{CFD93105-E0A8-44CB-AE61-214A092AA057}"/>
              </a:ext>
            </a:extLst>
          </p:cNvPr>
          <p:cNvSpPr>
            <a:spLocks noGrp="1"/>
          </p:cNvSpPr>
          <p:nvPr/>
        </p:nvSpPr>
        <p:spPr>
          <a:xfrm>
            <a:off x="4729163" y="334327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因果 / Mask、大规模 Shape</a:t>
            </a:r>
          </a:p>
        </p:txBody>
      </p:sp>
      <p:sp>
        <p:nvSpPr>
          <p:cNvPr id="143" name="text_3708_性能与显存占用对比">
            <a:extLst>
              <a:ext uri="{FF2B5EF4-FFF2-40B4-BE49-F238E27FC236}">
                <a16:creationId xmlns:a16="http://schemas.microsoft.com/office/drawing/2014/main" id="{3DE059FD-5809-4524-BAED-F3800248BB57}"/>
              </a:ext>
            </a:extLst>
          </p:cNvPr>
          <p:cNvSpPr>
            <a:spLocks noGrp="1"/>
          </p:cNvSpPr>
          <p:nvPr/>
        </p:nvSpPr>
        <p:spPr>
          <a:xfrm>
            <a:off x="4729163" y="353615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性能与显存占用对比</a:t>
            </a:r>
          </a:p>
        </p:txBody>
      </p:sp>
      <p:sp>
        <p:nvSpPr>
          <p:cNvPr id="144" name="text_3710_MatMul">
            <a:extLst>
              <a:ext uri="{FF2B5EF4-FFF2-40B4-BE49-F238E27FC236}">
                <a16:creationId xmlns:a16="http://schemas.microsoft.com/office/drawing/2014/main" id="{F4887802-F933-41EB-8875-DB8A9FA55A99}"/>
              </a:ext>
            </a:extLst>
          </p:cNvPr>
          <p:cNvSpPr>
            <a:spLocks noGrp="1"/>
          </p:cNvSpPr>
          <p:nvPr/>
        </p:nvSpPr>
        <p:spPr>
          <a:xfrm>
            <a:off x="4722019" y="38219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</a:p>
        </p:txBody>
      </p:sp>
      <p:sp>
        <p:nvSpPr>
          <p:cNvPr id="145" name="text_3712_不同矩阵规模与数值精度">
            <a:extLst>
              <a:ext uri="{FF2B5EF4-FFF2-40B4-BE49-F238E27FC236}">
                <a16:creationId xmlns:a16="http://schemas.microsoft.com/office/drawing/2014/main" id="{39A0BCA3-3942-4F83-B3A8-B82FF0D0005D}"/>
              </a:ext>
            </a:extLst>
          </p:cNvPr>
          <p:cNvSpPr>
            <a:spLocks noGrp="1"/>
          </p:cNvSpPr>
          <p:nvPr/>
        </p:nvSpPr>
        <p:spPr>
          <a:xfrm>
            <a:off x="4729163" y="40862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不同矩阵规模与数值精度</a:t>
            </a:r>
          </a:p>
        </p:txBody>
      </p:sp>
      <p:sp>
        <p:nvSpPr>
          <p:cNvPr id="146" name="text_3714_性能及并行策略对比">
            <a:extLst>
              <a:ext uri="{FF2B5EF4-FFF2-40B4-BE49-F238E27FC236}">
                <a16:creationId xmlns:a16="http://schemas.microsoft.com/office/drawing/2014/main" id="{BF39D5E8-05B4-45F0-B95C-EC419CFD76D3}"/>
              </a:ext>
            </a:extLst>
          </p:cNvPr>
          <p:cNvSpPr>
            <a:spLocks noGrp="1"/>
          </p:cNvSpPr>
          <p:nvPr/>
        </p:nvSpPr>
        <p:spPr>
          <a:xfrm>
            <a:off x="4729163" y="42791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性能及并行策略对比</a:t>
            </a:r>
          </a:p>
        </p:txBody>
      </p:sp>
      <p:sp>
        <p:nvSpPr>
          <p:cNvPr id="147" name="text_3716_环境 / 工具问题">
            <a:extLst>
              <a:ext uri="{FF2B5EF4-FFF2-40B4-BE49-F238E27FC236}">
                <a16:creationId xmlns:a16="http://schemas.microsoft.com/office/drawing/2014/main" id="{A8A72FA5-5684-4528-AAC4-ACFB58E1A282}"/>
              </a:ext>
            </a:extLst>
          </p:cNvPr>
          <p:cNvSpPr>
            <a:spLocks noGrp="1"/>
          </p:cNvSpPr>
          <p:nvPr/>
        </p:nvSpPr>
        <p:spPr>
          <a:xfrm>
            <a:off x="6800850" y="23360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环境 / 工具问题</a:t>
            </a:r>
          </a:p>
        </p:txBody>
      </p:sp>
      <p:sp>
        <p:nvSpPr>
          <p:cNvPr id="148" name="text_3718_驱动版本、依赖与硬件可用性">
            <a:extLst>
              <a:ext uri="{FF2B5EF4-FFF2-40B4-BE49-F238E27FC236}">
                <a16:creationId xmlns:a16="http://schemas.microsoft.com/office/drawing/2014/main" id="{2E600E36-6217-4394-B6ED-A0BFAECFA4BC}"/>
              </a:ext>
            </a:extLst>
          </p:cNvPr>
          <p:cNvSpPr>
            <a:spLocks noGrp="1"/>
          </p:cNvSpPr>
          <p:nvPr/>
        </p:nvSpPr>
        <p:spPr>
          <a:xfrm>
            <a:off x="6807994" y="26003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驱动版本、依赖与硬件可用性</a:t>
            </a:r>
          </a:p>
        </p:txBody>
      </p:sp>
      <p:sp>
        <p:nvSpPr>
          <p:cNvPr id="149" name="text_3720_编译 / 运行错误 → 修复环境">
            <a:extLst>
              <a:ext uri="{FF2B5EF4-FFF2-40B4-BE49-F238E27FC236}">
                <a16:creationId xmlns:a16="http://schemas.microsoft.com/office/drawing/2014/main" id="{27CCA632-75E7-4CD8-A57E-6F3A172E003E}"/>
              </a:ext>
            </a:extLst>
          </p:cNvPr>
          <p:cNvSpPr>
            <a:spLocks noGrp="1"/>
          </p:cNvSpPr>
          <p:nvPr/>
        </p:nvSpPr>
        <p:spPr>
          <a:xfrm>
            <a:off x="6807994" y="27932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编译 / 运行错误 → 修复环境</a:t>
            </a:r>
          </a:p>
        </p:txBody>
      </p:sp>
      <p:sp>
        <p:nvSpPr>
          <p:cNvPr id="150" name="text_3722_平台知识问题">
            <a:extLst>
              <a:ext uri="{FF2B5EF4-FFF2-40B4-BE49-F238E27FC236}">
                <a16:creationId xmlns:a16="http://schemas.microsoft.com/office/drawing/2014/main" id="{A8F4BF02-35E0-4B39-96C3-D17DFD20F19C}"/>
              </a:ext>
            </a:extLst>
          </p:cNvPr>
          <p:cNvSpPr>
            <a:spLocks noGrp="1"/>
          </p:cNvSpPr>
          <p:nvPr/>
        </p:nvSpPr>
        <p:spPr>
          <a:xfrm>
            <a:off x="6800850" y="307895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平台知识问题</a:t>
            </a:r>
          </a:p>
        </p:txBody>
      </p:sp>
      <p:sp>
        <p:nvSpPr>
          <p:cNvPr id="151" name="text_3724_API、访存 / 计算理解偏差">
            <a:extLst>
              <a:ext uri="{FF2B5EF4-FFF2-40B4-BE49-F238E27FC236}">
                <a16:creationId xmlns:a16="http://schemas.microsoft.com/office/drawing/2014/main" id="{F99F32DA-B8A4-46EC-85B8-83DF8B984434}"/>
              </a:ext>
            </a:extLst>
          </p:cNvPr>
          <p:cNvSpPr>
            <a:spLocks noGrp="1"/>
          </p:cNvSpPr>
          <p:nvPr/>
        </p:nvSpPr>
        <p:spPr>
          <a:xfrm>
            <a:off x="6807994" y="334327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API、访存 / 计算理解偏差</a:t>
            </a:r>
          </a:p>
        </p:txBody>
      </p:sp>
      <p:sp>
        <p:nvSpPr>
          <p:cNvPr id="152" name="text_3726_硬件与 Profiler → 补充知识">
            <a:extLst>
              <a:ext uri="{FF2B5EF4-FFF2-40B4-BE49-F238E27FC236}">
                <a16:creationId xmlns:a16="http://schemas.microsoft.com/office/drawing/2014/main" id="{2F0B7710-5C69-427B-96D7-8DCD9221A405}"/>
              </a:ext>
            </a:extLst>
          </p:cNvPr>
          <p:cNvSpPr>
            <a:spLocks noGrp="1"/>
          </p:cNvSpPr>
          <p:nvPr/>
        </p:nvSpPr>
        <p:spPr>
          <a:xfrm>
            <a:off x="6807994" y="353615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硬件与 Profiler → 补充知识</a:t>
            </a:r>
          </a:p>
        </p:txBody>
      </p:sp>
      <p:sp>
        <p:nvSpPr>
          <p:cNvPr id="153" name="text_3728_其他问题">
            <a:extLst>
              <a:ext uri="{FF2B5EF4-FFF2-40B4-BE49-F238E27FC236}">
                <a16:creationId xmlns:a16="http://schemas.microsoft.com/office/drawing/2014/main" id="{47F41597-274F-48AA-AA27-4E85DFEFEA6F}"/>
              </a:ext>
            </a:extLst>
          </p:cNvPr>
          <p:cNvSpPr>
            <a:spLocks noGrp="1"/>
          </p:cNvSpPr>
          <p:nvPr/>
        </p:nvSpPr>
        <p:spPr>
          <a:xfrm>
            <a:off x="6800850" y="3821906"/>
            <a:ext cx="1864519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7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81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其他问题</a:t>
            </a:r>
          </a:p>
        </p:txBody>
      </p:sp>
      <p:sp>
        <p:nvSpPr>
          <p:cNvPr id="154" name="text_3730_用例不充分、性能评估不准">
            <a:extLst>
              <a:ext uri="{FF2B5EF4-FFF2-40B4-BE49-F238E27FC236}">
                <a16:creationId xmlns:a16="http://schemas.microsoft.com/office/drawing/2014/main" id="{3A038E2F-5E71-4545-A7C2-C44A55B3B9A8}"/>
              </a:ext>
            </a:extLst>
          </p:cNvPr>
          <p:cNvSpPr>
            <a:spLocks noGrp="1"/>
          </p:cNvSpPr>
          <p:nvPr/>
        </p:nvSpPr>
        <p:spPr>
          <a:xfrm>
            <a:off x="6807994" y="4086226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用例不充分、性能评估不准</a:t>
            </a:r>
          </a:p>
        </p:txBody>
      </p:sp>
      <p:sp>
        <p:nvSpPr>
          <p:cNvPr id="155" name="text_3732_完善测试用例与评估规则">
            <a:extLst>
              <a:ext uri="{FF2B5EF4-FFF2-40B4-BE49-F238E27FC236}">
                <a16:creationId xmlns:a16="http://schemas.microsoft.com/office/drawing/2014/main" id="{85152BB6-B72F-4CC6-AC38-6F04EA703F36}"/>
              </a:ext>
            </a:extLst>
          </p:cNvPr>
          <p:cNvSpPr>
            <a:spLocks noGrp="1"/>
          </p:cNvSpPr>
          <p:nvPr/>
        </p:nvSpPr>
        <p:spPr>
          <a:xfrm>
            <a:off x="6807994" y="4279107"/>
            <a:ext cx="1850231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35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13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完善测试用例与评估规则</a:t>
            </a:r>
          </a:p>
        </p:txBody>
      </p:sp>
      <p:sp>
        <p:nvSpPr>
          <p:cNvPr id="168" name="object_3753">
            <a:extLst>
              <a:ext uri="{FF2B5EF4-FFF2-40B4-BE49-F238E27FC236}">
                <a16:creationId xmlns:a16="http://schemas.microsoft.com/office/drawing/2014/main" id="{D185D4A6-0393-4172-A6E9-36F6E52CD3D1}"/>
              </a:ext>
            </a:extLst>
          </p:cNvPr>
          <p:cNvSpPr>
            <a:spLocks noGrp="1"/>
          </p:cNvSpPr>
          <p:nvPr/>
        </p:nvSpPr>
        <p:spPr>
          <a:xfrm>
            <a:off x="596908" y="5443536"/>
            <a:ext cx="1478756" cy="32861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69" name="text_3755_问题修正">
            <a:extLst>
              <a:ext uri="{FF2B5EF4-FFF2-40B4-BE49-F238E27FC236}">
                <a16:creationId xmlns:a16="http://schemas.microsoft.com/office/drawing/2014/main" id="{3429EF91-42BE-4A6A-A450-987939884AE6}"/>
              </a:ext>
            </a:extLst>
          </p:cNvPr>
          <p:cNvSpPr>
            <a:spLocks noGrp="1"/>
          </p:cNvSpPr>
          <p:nvPr/>
        </p:nvSpPr>
        <p:spPr>
          <a:xfrm>
            <a:off x="646914" y="5464968"/>
            <a:ext cx="13787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问题修正</a:t>
            </a:r>
          </a:p>
        </p:txBody>
      </p:sp>
      <p:sp>
        <p:nvSpPr>
          <p:cNvPr id="170" name="text_3757_根据定位结果修改">
            <a:extLst>
              <a:ext uri="{FF2B5EF4-FFF2-40B4-BE49-F238E27FC236}">
                <a16:creationId xmlns:a16="http://schemas.microsoft.com/office/drawing/2014/main" id="{811BD107-D39C-45D2-96DC-D5CF0D7FC196}"/>
              </a:ext>
            </a:extLst>
          </p:cNvPr>
          <p:cNvSpPr>
            <a:spLocks noGrp="1"/>
          </p:cNvSpPr>
          <p:nvPr/>
        </p:nvSpPr>
        <p:spPr>
          <a:xfrm>
            <a:off x="654058" y="5593555"/>
            <a:ext cx="1364456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1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根据定位结果修改</a:t>
            </a:r>
          </a:p>
        </p:txBody>
      </p:sp>
      <p:sp>
        <p:nvSpPr>
          <p:cNvPr id="171" name="connector_3758">
            <a:extLst>
              <a:ext uri="{FF2B5EF4-FFF2-40B4-BE49-F238E27FC236}">
                <a16:creationId xmlns:a16="http://schemas.microsoft.com/office/drawing/2014/main" id="{114BE0A2-5C8C-4E86-88E1-B4AED314B7EF}"/>
              </a:ext>
            </a:extLst>
          </p:cNvPr>
          <p:cNvSpPr>
            <a:spLocks noGrp="1"/>
          </p:cNvSpPr>
          <p:nvPr/>
        </p:nvSpPr>
        <p:spPr>
          <a:xfrm>
            <a:off x="2089951" y="5600699"/>
            <a:ext cx="128588" cy="14288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2" name="connector_3759">
            <a:extLst>
              <a:ext uri="{FF2B5EF4-FFF2-40B4-BE49-F238E27FC236}">
                <a16:creationId xmlns:a16="http://schemas.microsoft.com/office/drawing/2014/main" id="{1130BC92-D98A-49D6-8C72-AB5CD5AB3AEC}"/>
              </a:ext>
            </a:extLst>
          </p:cNvPr>
          <p:cNvSpPr>
            <a:spLocks noGrp="1"/>
          </p:cNvSpPr>
          <p:nvPr/>
        </p:nvSpPr>
        <p:spPr>
          <a:xfrm>
            <a:off x="2160367" y="557672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3" name="object_3760">
            <a:extLst>
              <a:ext uri="{FF2B5EF4-FFF2-40B4-BE49-F238E27FC236}">
                <a16:creationId xmlns:a16="http://schemas.microsoft.com/office/drawing/2014/main" id="{186EA47B-EE69-4FAF-A584-2D4446BA45DA}"/>
              </a:ext>
            </a:extLst>
          </p:cNvPr>
          <p:cNvSpPr>
            <a:spLocks noGrp="1"/>
          </p:cNvSpPr>
          <p:nvPr/>
        </p:nvSpPr>
        <p:spPr>
          <a:xfrm>
            <a:off x="2239971" y="5443536"/>
            <a:ext cx="1478756" cy="32861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74" name="text_3762_更新代码与资源">
            <a:extLst>
              <a:ext uri="{FF2B5EF4-FFF2-40B4-BE49-F238E27FC236}">
                <a16:creationId xmlns:a16="http://schemas.microsoft.com/office/drawing/2014/main" id="{ACCA6EFA-D907-4B48-8E91-83A321BD63C0}"/>
              </a:ext>
            </a:extLst>
          </p:cNvPr>
          <p:cNvSpPr>
            <a:spLocks noGrp="1"/>
          </p:cNvSpPr>
          <p:nvPr/>
        </p:nvSpPr>
        <p:spPr>
          <a:xfrm>
            <a:off x="2289977" y="5464968"/>
            <a:ext cx="13787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更新代码与资源</a:t>
            </a:r>
          </a:p>
        </p:txBody>
      </p:sp>
      <p:sp>
        <p:nvSpPr>
          <p:cNvPr id="175" name="text_3764_补充知识 / 调整实现">
            <a:extLst>
              <a:ext uri="{FF2B5EF4-FFF2-40B4-BE49-F238E27FC236}">
                <a16:creationId xmlns:a16="http://schemas.microsoft.com/office/drawing/2014/main" id="{6308A8B9-5915-45AA-B148-BF925DE82B93}"/>
              </a:ext>
            </a:extLst>
          </p:cNvPr>
          <p:cNvSpPr>
            <a:spLocks noGrp="1"/>
          </p:cNvSpPr>
          <p:nvPr/>
        </p:nvSpPr>
        <p:spPr>
          <a:xfrm>
            <a:off x="2297121" y="5593555"/>
            <a:ext cx="1364456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1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补充知识 / 调整实现</a:t>
            </a:r>
          </a:p>
        </p:txBody>
      </p:sp>
      <p:sp>
        <p:nvSpPr>
          <p:cNvPr id="176" name="connector_3765">
            <a:extLst>
              <a:ext uri="{FF2B5EF4-FFF2-40B4-BE49-F238E27FC236}">
                <a16:creationId xmlns:a16="http://schemas.microsoft.com/office/drawing/2014/main" id="{BE261CEB-E638-4C08-B8A3-A6DD9A5C6390}"/>
              </a:ext>
            </a:extLst>
          </p:cNvPr>
          <p:cNvSpPr>
            <a:spLocks noGrp="1"/>
          </p:cNvSpPr>
          <p:nvPr/>
        </p:nvSpPr>
        <p:spPr>
          <a:xfrm>
            <a:off x="3733014" y="5600699"/>
            <a:ext cx="128588" cy="14288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7" name="connector_3766">
            <a:extLst>
              <a:ext uri="{FF2B5EF4-FFF2-40B4-BE49-F238E27FC236}">
                <a16:creationId xmlns:a16="http://schemas.microsoft.com/office/drawing/2014/main" id="{08EFCAC1-2146-40C1-8B7F-B1AAE4EC66ED}"/>
              </a:ext>
            </a:extLst>
          </p:cNvPr>
          <p:cNvSpPr>
            <a:spLocks noGrp="1"/>
          </p:cNvSpPr>
          <p:nvPr/>
        </p:nvSpPr>
        <p:spPr>
          <a:xfrm>
            <a:off x="3803430" y="557672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78" name="object_3767">
            <a:extLst>
              <a:ext uri="{FF2B5EF4-FFF2-40B4-BE49-F238E27FC236}">
                <a16:creationId xmlns:a16="http://schemas.microsoft.com/office/drawing/2014/main" id="{37E6D591-E706-4AF5-87B8-8B5FA6EF6F7A}"/>
              </a:ext>
            </a:extLst>
          </p:cNvPr>
          <p:cNvSpPr>
            <a:spLocks noGrp="1"/>
          </p:cNvSpPr>
          <p:nvPr/>
        </p:nvSpPr>
        <p:spPr>
          <a:xfrm>
            <a:off x="3883033" y="5443536"/>
            <a:ext cx="1478756" cy="32861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79" name="text_3769_Re-test">
            <a:extLst>
              <a:ext uri="{FF2B5EF4-FFF2-40B4-BE49-F238E27FC236}">
                <a16:creationId xmlns:a16="http://schemas.microsoft.com/office/drawing/2014/main" id="{112E136F-B869-4326-8671-3696234E33AA}"/>
              </a:ext>
            </a:extLst>
          </p:cNvPr>
          <p:cNvSpPr>
            <a:spLocks noGrp="1"/>
          </p:cNvSpPr>
          <p:nvPr/>
        </p:nvSpPr>
        <p:spPr>
          <a:xfrm>
            <a:off x="3933039" y="5464968"/>
            <a:ext cx="13787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Re-test</a:t>
            </a:r>
          </a:p>
        </p:txBody>
      </p:sp>
      <p:sp>
        <p:nvSpPr>
          <p:cNvPr id="180" name="text_3771_重新验证 L1 / L2 / L3">
            <a:extLst>
              <a:ext uri="{FF2B5EF4-FFF2-40B4-BE49-F238E27FC236}">
                <a16:creationId xmlns:a16="http://schemas.microsoft.com/office/drawing/2014/main" id="{07AC74F0-2796-41BB-87B6-0E20CDCFCF5D}"/>
              </a:ext>
            </a:extLst>
          </p:cNvPr>
          <p:cNvSpPr>
            <a:spLocks noGrp="1"/>
          </p:cNvSpPr>
          <p:nvPr/>
        </p:nvSpPr>
        <p:spPr>
          <a:xfrm>
            <a:off x="3940183" y="5593555"/>
            <a:ext cx="1364456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1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重新验证 L1 / L2 / L3</a:t>
            </a:r>
          </a:p>
        </p:txBody>
      </p:sp>
      <p:sp>
        <p:nvSpPr>
          <p:cNvPr id="181" name="connector_3772">
            <a:extLst>
              <a:ext uri="{FF2B5EF4-FFF2-40B4-BE49-F238E27FC236}">
                <a16:creationId xmlns:a16="http://schemas.microsoft.com/office/drawing/2014/main" id="{3FBAB297-3A11-4D68-A2A4-254543A56AC3}"/>
              </a:ext>
            </a:extLst>
          </p:cNvPr>
          <p:cNvSpPr>
            <a:spLocks noGrp="1"/>
          </p:cNvSpPr>
          <p:nvPr/>
        </p:nvSpPr>
        <p:spPr>
          <a:xfrm>
            <a:off x="5376076" y="5600699"/>
            <a:ext cx="128588" cy="14288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2" name="connector_3773">
            <a:extLst>
              <a:ext uri="{FF2B5EF4-FFF2-40B4-BE49-F238E27FC236}">
                <a16:creationId xmlns:a16="http://schemas.microsoft.com/office/drawing/2014/main" id="{E6A36DA5-7ABC-408B-ADB9-EEE214246006}"/>
              </a:ext>
            </a:extLst>
          </p:cNvPr>
          <p:cNvSpPr>
            <a:spLocks noGrp="1"/>
          </p:cNvSpPr>
          <p:nvPr/>
        </p:nvSpPr>
        <p:spPr>
          <a:xfrm>
            <a:off x="5446492" y="557672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3" name="object_3774">
            <a:extLst>
              <a:ext uri="{FF2B5EF4-FFF2-40B4-BE49-F238E27FC236}">
                <a16:creationId xmlns:a16="http://schemas.microsoft.com/office/drawing/2014/main" id="{816E5A5F-3603-4DAC-85B5-B5CD146C4221}"/>
              </a:ext>
            </a:extLst>
          </p:cNvPr>
          <p:cNvSpPr>
            <a:spLocks noGrp="1"/>
          </p:cNvSpPr>
          <p:nvPr/>
        </p:nvSpPr>
        <p:spPr>
          <a:xfrm>
            <a:off x="5526096" y="5443536"/>
            <a:ext cx="1478756" cy="32861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84" name="text_3776_检查结果">
            <a:extLst>
              <a:ext uri="{FF2B5EF4-FFF2-40B4-BE49-F238E27FC236}">
                <a16:creationId xmlns:a16="http://schemas.microsoft.com/office/drawing/2014/main" id="{DF5AEAFE-5DE4-4430-8AB6-D36DC09E02A8}"/>
              </a:ext>
            </a:extLst>
          </p:cNvPr>
          <p:cNvSpPr>
            <a:spLocks noGrp="1"/>
          </p:cNvSpPr>
          <p:nvPr/>
        </p:nvSpPr>
        <p:spPr>
          <a:xfrm>
            <a:off x="5576102" y="5464968"/>
            <a:ext cx="13787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检查结果</a:t>
            </a:r>
          </a:p>
        </p:txBody>
      </p:sp>
      <p:sp>
        <p:nvSpPr>
          <p:cNvPr id="185" name="text_3778_FAIL 继续修正">
            <a:extLst>
              <a:ext uri="{FF2B5EF4-FFF2-40B4-BE49-F238E27FC236}">
                <a16:creationId xmlns:a16="http://schemas.microsoft.com/office/drawing/2014/main" id="{BCBAC129-FB1F-4086-85A4-1E53086B2211}"/>
              </a:ext>
            </a:extLst>
          </p:cNvPr>
          <p:cNvSpPr>
            <a:spLocks noGrp="1"/>
          </p:cNvSpPr>
          <p:nvPr/>
        </p:nvSpPr>
        <p:spPr>
          <a:xfrm>
            <a:off x="5583246" y="5593555"/>
            <a:ext cx="1364456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1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FAIL 继续修正</a:t>
            </a:r>
          </a:p>
        </p:txBody>
      </p:sp>
      <p:sp>
        <p:nvSpPr>
          <p:cNvPr id="186" name="connector_3779">
            <a:extLst>
              <a:ext uri="{FF2B5EF4-FFF2-40B4-BE49-F238E27FC236}">
                <a16:creationId xmlns:a16="http://schemas.microsoft.com/office/drawing/2014/main" id="{FC7B43E3-49E5-4EA7-8C8A-02BFEFD29C97}"/>
              </a:ext>
            </a:extLst>
          </p:cNvPr>
          <p:cNvSpPr>
            <a:spLocks noGrp="1"/>
          </p:cNvSpPr>
          <p:nvPr/>
        </p:nvSpPr>
        <p:spPr>
          <a:xfrm>
            <a:off x="7019139" y="5600699"/>
            <a:ext cx="128588" cy="14288"/>
          </a:xfrm>
          <a:custGeom>
            <a:avLst/>
            <a:gdLst/>
            <a:ahLst/>
            <a:cxnLst/>
            <a:rect l="0" t="0" r="0" b="0"/>
            <a:pathLst>
              <a:path w="171450" h="19050">
                <a:moveTo>
                  <a:pt x="9525" y="9525"/>
                </a:moveTo>
                <a:lnTo>
                  <a:pt x="1619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7" name="connector_3780">
            <a:extLst>
              <a:ext uri="{FF2B5EF4-FFF2-40B4-BE49-F238E27FC236}">
                <a16:creationId xmlns:a16="http://schemas.microsoft.com/office/drawing/2014/main" id="{17829A96-2F40-4CDC-8915-EF4D72D8BDF3}"/>
              </a:ext>
            </a:extLst>
          </p:cNvPr>
          <p:cNvSpPr>
            <a:spLocks noGrp="1"/>
          </p:cNvSpPr>
          <p:nvPr/>
        </p:nvSpPr>
        <p:spPr>
          <a:xfrm>
            <a:off x="7089555" y="5576725"/>
            <a:ext cx="58172" cy="62236"/>
          </a:xfrm>
          <a:custGeom>
            <a:avLst/>
            <a:gdLst/>
            <a:ahLst/>
            <a:cxnLst/>
            <a:rect l="0" t="0" r="0" b="0"/>
            <a:pathLst>
              <a:path w="77563" h="82981">
                <a:moveTo>
                  <a:pt x="9525" y="73456"/>
                </a:moveTo>
                <a:lnTo>
                  <a:pt x="68038" y="41491"/>
                </a:lnTo>
                <a:lnTo>
                  <a:pt x="9525" y="9525"/>
                </a:lnTo>
              </a:path>
            </a:pathLst>
          </a:custGeom>
          <a:noFill/>
          <a:ln w="19050">
            <a:solidFill>
              <a:srgbClr val="D7000F"/>
            </a:solidFill>
          </a:ln>
        </p:spPr>
      </p:sp>
      <p:sp>
        <p:nvSpPr>
          <p:cNvPr id="188" name="object_3781">
            <a:extLst>
              <a:ext uri="{FF2B5EF4-FFF2-40B4-BE49-F238E27FC236}">
                <a16:creationId xmlns:a16="http://schemas.microsoft.com/office/drawing/2014/main" id="{72154ABB-21D5-4412-8F20-B1FF5B627828}"/>
              </a:ext>
            </a:extLst>
          </p:cNvPr>
          <p:cNvSpPr>
            <a:spLocks noGrp="1"/>
          </p:cNvSpPr>
          <p:nvPr/>
        </p:nvSpPr>
        <p:spPr>
          <a:xfrm>
            <a:off x="7169158" y="5443536"/>
            <a:ext cx="1478756" cy="328613"/>
          </a:xfrm>
          <a:prstGeom prst="rect">
            <a:avLst/>
          </a:prstGeom>
          <a:solidFill>
            <a:srgbClr val="FFFFFF"/>
          </a:solidFill>
          <a:ln w="17145">
            <a:solidFill>
              <a:srgbClr val="D7000F"/>
            </a:solidFill>
          </a:ln>
        </p:spPr>
      </p:sp>
      <p:sp>
        <p:nvSpPr>
          <p:cNvPr id="189" name="text_3783_稳定可用的 Skill">
            <a:extLst>
              <a:ext uri="{FF2B5EF4-FFF2-40B4-BE49-F238E27FC236}">
                <a16:creationId xmlns:a16="http://schemas.microsoft.com/office/drawing/2014/main" id="{9228AFBE-FA40-4BFD-A8F1-D2DCA3378833}"/>
              </a:ext>
            </a:extLst>
          </p:cNvPr>
          <p:cNvSpPr>
            <a:spLocks noGrp="1"/>
          </p:cNvSpPr>
          <p:nvPr/>
        </p:nvSpPr>
        <p:spPr>
          <a:xfrm>
            <a:off x="7219164" y="5464968"/>
            <a:ext cx="1378744" cy="178594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313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985" b="1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稳定可用的 Skill</a:t>
            </a:r>
          </a:p>
        </p:txBody>
      </p:sp>
      <p:sp>
        <p:nvSpPr>
          <p:cNvPr id="190" name="text_3785_PASS 后复用与扩展">
            <a:extLst>
              <a:ext uri="{FF2B5EF4-FFF2-40B4-BE49-F238E27FC236}">
                <a16:creationId xmlns:a16="http://schemas.microsoft.com/office/drawing/2014/main" id="{1B88B5C0-4338-4CEA-BA0B-B9F21AD0AF58}"/>
              </a:ext>
            </a:extLst>
          </p:cNvPr>
          <p:cNvSpPr>
            <a:spLocks noGrp="1"/>
          </p:cNvSpPr>
          <p:nvPr/>
        </p:nvSpPr>
        <p:spPr>
          <a:xfrm>
            <a:off x="7226308" y="5593555"/>
            <a:ext cx="1364456" cy="157163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0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816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PASS 后复用与扩展</a:t>
            </a:r>
          </a:p>
        </p:txBody>
      </p:sp>
      <p:sp>
        <p:nvSpPr>
          <p:cNvPr id="191" name="text_3787_逐层验证环境、平台行为和算子开发能力，定位问题后">
            <a:extLst>
              <a:ext uri="{FF2B5EF4-FFF2-40B4-BE49-F238E27FC236}">
                <a16:creationId xmlns:a16="http://schemas.microsoft.com/office/drawing/2014/main" id="{BF9F8DD8-9BAF-4C46-8515-573EEF04AD59}"/>
              </a:ext>
            </a:extLst>
          </p:cNvPr>
          <p:cNvSpPr>
            <a:spLocks noGrp="1"/>
          </p:cNvSpPr>
          <p:nvPr/>
        </p:nvSpPr>
        <p:spPr>
          <a:xfrm>
            <a:off x="542925" y="6136480"/>
            <a:ext cx="812244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逐层验证环境、平台行为和算子开发能力，定位问题后更新并重新测试</a:t>
            </a:r>
            <a:r>
              <a:rPr sz="1294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192" name="矩形 191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43" name="灯片编号占位符 42">
            <a:extLst>
              <a:ext uri="{FF2B5EF4-FFF2-40B4-BE49-F238E27FC236}">
                <a16:creationId xmlns:a16="http://schemas.microsoft.com/office/drawing/2014/main" id="{9BF69850-1F5F-58D3-7CB2-1210A9A40E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40318404"/>
      </p:ext>
    </p:extLst>
  </p:cSld>
  <p:clrMapOvr>
    <a:masterClrMapping/>
  </p:clrMapOvr>
  <p:transition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DB7BD-AF18-4E0A-868D-7D796A76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264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实习任务三</a:t>
            </a:r>
            <a:r>
              <a:rPr lang="zh-CN" altLang="en-US" dirty="0">
                <a:solidFill>
                  <a:srgbClr val="111315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：</a:t>
            </a:r>
            <a:r>
              <a:rPr sz="1950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四类算子</a:t>
            </a:r>
            <a:r>
              <a:rPr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 Skill </a:t>
            </a:r>
            <a:r>
              <a:rPr dirty="0" err="1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的实践验证结果</a:t>
            </a:r>
            <a:endParaRPr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3" name="text_3790_相对 PyTorch 加速比">
            <a:extLst>
              <a:ext uri="{FF2B5EF4-FFF2-40B4-BE49-F238E27FC236}">
                <a16:creationId xmlns:a16="http://schemas.microsoft.com/office/drawing/2014/main" id="{3D0503E4-4F1E-48F3-A232-4930459B91D7}"/>
              </a:ext>
            </a:extLst>
          </p:cNvPr>
          <p:cNvSpPr>
            <a:spLocks noGrp="1"/>
          </p:cNvSpPr>
          <p:nvPr/>
        </p:nvSpPr>
        <p:spPr>
          <a:xfrm>
            <a:off x="563754" y="1412775"/>
            <a:ext cx="4922044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202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相对</a:t>
            </a:r>
            <a:r>
              <a:rPr sz="151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PyTorch</a:t>
            </a:r>
            <a:r>
              <a:rPr sz="1519" b="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加速比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4" name="connector_3791">
            <a:extLst>
              <a:ext uri="{FF2B5EF4-FFF2-40B4-BE49-F238E27FC236}">
                <a16:creationId xmlns:a16="http://schemas.microsoft.com/office/drawing/2014/main" id="{FB478AE8-3107-4D0F-B9D2-05AFEA5AB677}"/>
              </a:ext>
            </a:extLst>
          </p:cNvPr>
          <p:cNvSpPr>
            <a:spLocks noGrp="1"/>
          </p:cNvSpPr>
          <p:nvPr/>
        </p:nvSpPr>
        <p:spPr>
          <a:xfrm>
            <a:off x="544621" y="1748532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5" name="text_3794_实验设置与结果分析">
            <a:extLst>
              <a:ext uri="{FF2B5EF4-FFF2-40B4-BE49-F238E27FC236}">
                <a16:creationId xmlns:a16="http://schemas.microsoft.com/office/drawing/2014/main" id="{F0A626C2-B49A-4B4A-858E-D972705AA006}"/>
              </a:ext>
            </a:extLst>
          </p:cNvPr>
          <p:cNvSpPr>
            <a:spLocks noGrp="1"/>
          </p:cNvSpPr>
          <p:nvPr/>
        </p:nvSpPr>
        <p:spPr>
          <a:xfrm>
            <a:off x="6116746" y="1401667"/>
            <a:ext cx="2214563" cy="300038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875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sz="1580" b="1" dirty="0" err="1">
                <a:solidFill>
                  <a:srgbClr val="000000"/>
                </a:solidFill>
                <a:latin typeface="Times New Roman" panose="02020603050405020304" pitchFamily="18" charset="0"/>
                <a:ea typeface="Arial"/>
                <a:cs typeface="Times New Roman" panose="02020603050405020304" pitchFamily="18" charset="0"/>
              </a:rPr>
              <a:t>实验设置与结果分析</a:t>
            </a:r>
            <a:endParaRPr sz="1580" b="1" dirty="0">
              <a:solidFill>
                <a:srgbClr val="000000"/>
              </a:solidFill>
              <a:latin typeface="Times New Roman" panose="02020603050405020304" pitchFamily="18" charset="0"/>
              <a:ea typeface="Arial"/>
              <a:cs typeface="Times New Roman" panose="02020603050405020304" pitchFamily="18" charset="0"/>
            </a:endParaRPr>
          </a:p>
        </p:txBody>
      </p:sp>
      <p:sp>
        <p:nvSpPr>
          <p:cNvPr id="6" name="connector_3795">
            <a:extLst>
              <a:ext uri="{FF2B5EF4-FFF2-40B4-BE49-F238E27FC236}">
                <a16:creationId xmlns:a16="http://schemas.microsoft.com/office/drawing/2014/main" id="{DF94E079-CFE8-4F12-B7E7-E2129E467E31}"/>
              </a:ext>
            </a:extLst>
          </p:cNvPr>
          <p:cNvSpPr>
            <a:spLocks noGrp="1"/>
          </p:cNvSpPr>
          <p:nvPr/>
        </p:nvSpPr>
        <p:spPr>
          <a:xfrm>
            <a:off x="6116746" y="1748532"/>
            <a:ext cx="1557338" cy="14288"/>
          </a:xfrm>
          <a:custGeom>
            <a:avLst/>
            <a:gdLst/>
            <a:ahLst/>
            <a:cxnLst/>
            <a:rect l="0" t="0" r="0" b="0"/>
            <a:pathLst>
              <a:path w="2076450" h="19050">
                <a:moveTo>
                  <a:pt x="9525" y="9525"/>
                </a:moveTo>
                <a:lnTo>
                  <a:pt x="2066925" y="9525"/>
                </a:lnTo>
              </a:path>
            </a:pathLst>
          </a:custGeom>
          <a:noFill/>
          <a:ln w="16193">
            <a:solidFill>
              <a:srgbClr val="D7000F"/>
            </a:solidFill>
          </a:ln>
        </p:spPr>
      </p:sp>
      <p:sp>
        <p:nvSpPr>
          <p:cNvPr id="7" name="connector_3796">
            <a:extLst>
              <a:ext uri="{FF2B5EF4-FFF2-40B4-BE49-F238E27FC236}">
                <a16:creationId xmlns:a16="http://schemas.microsoft.com/office/drawing/2014/main" id="{3C80B647-6E97-43D1-ACBB-F991390ACF64}"/>
              </a:ext>
            </a:extLst>
          </p:cNvPr>
          <p:cNvSpPr>
            <a:spLocks noGrp="1"/>
          </p:cNvSpPr>
          <p:nvPr/>
        </p:nvSpPr>
        <p:spPr>
          <a:xfrm>
            <a:off x="5945296" y="151278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8" name="connector_3797">
            <a:extLst>
              <a:ext uri="{FF2B5EF4-FFF2-40B4-BE49-F238E27FC236}">
                <a16:creationId xmlns:a16="http://schemas.microsoft.com/office/drawing/2014/main" id="{940992B7-2124-4CFC-8078-5E485D03B86F}"/>
              </a:ext>
            </a:extLst>
          </p:cNvPr>
          <p:cNvSpPr>
            <a:spLocks noGrp="1"/>
          </p:cNvSpPr>
          <p:nvPr/>
        </p:nvSpPr>
        <p:spPr>
          <a:xfrm>
            <a:off x="5945296" y="160565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9" name="connector_3798">
            <a:extLst>
              <a:ext uri="{FF2B5EF4-FFF2-40B4-BE49-F238E27FC236}">
                <a16:creationId xmlns:a16="http://schemas.microsoft.com/office/drawing/2014/main" id="{8208C304-6CF5-477F-BF4F-2EA5B2F96A32}"/>
              </a:ext>
            </a:extLst>
          </p:cNvPr>
          <p:cNvSpPr>
            <a:spLocks noGrp="1"/>
          </p:cNvSpPr>
          <p:nvPr/>
        </p:nvSpPr>
        <p:spPr>
          <a:xfrm>
            <a:off x="5945296" y="169852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0" name="connector_3799">
            <a:extLst>
              <a:ext uri="{FF2B5EF4-FFF2-40B4-BE49-F238E27FC236}">
                <a16:creationId xmlns:a16="http://schemas.microsoft.com/office/drawing/2014/main" id="{400AA290-D706-423F-8F01-34613C91E2E0}"/>
              </a:ext>
            </a:extLst>
          </p:cNvPr>
          <p:cNvSpPr>
            <a:spLocks noGrp="1"/>
          </p:cNvSpPr>
          <p:nvPr/>
        </p:nvSpPr>
        <p:spPr>
          <a:xfrm>
            <a:off x="5945296" y="179139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1" name="connector_3800">
            <a:extLst>
              <a:ext uri="{FF2B5EF4-FFF2-40B4-BE49-F238E27FC236}">
                <a16:creationId xmlns:a16="http://schemas.microsoft.com/office/drawing/2014/main" id="{99DAD57B-142F-40F4-B809-F247EC5F8CA4}"/>
              </a:ext>
            </a:extLst>
          </p:cNvPr>
          <p:cNvSpPr>
            <a:spLocks noGrp="1"/>
          </p:cNvSpPr>
          <p:nvPr/>
        </p:nvSpPr>
        <p:spPr>
          <a:xfrm>
            <a:off x="5945296" y="188426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2" name="connector_3801">
            <a:extLst>
              <a:ext uri="{FF2B5EF4-FFF2-40B4-BE49-F238E27FC236}">
                <a16:creationId xmlns:a16="http://schemas.microsoft.com/office/drawing/2014/main" id="{6BB6DE7F-D6D7-4F06-8FC8-B31A8D74B875}"/>
              </a:ext>
            </a:extLst>
          </p:cNvPr>
          <p:cNvSpPr>
            <a:spLocks noGrp="1"/>
          </p:cNvSpPr>
          <p:nvPr/>
        </p:nvSpPr>
        <p:spPr>
          <a:xfrm>
            <a:off x="5945296" y="197713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3" name="connector_3802">
            <a:extLst>
              <a:ext uri="{FF2B5EF4-FFF2-40B4-BE49-F238E27FC236}">
                <a16:creationId xmlns:a16="http://schemas.microsoft.com/office/drawing/2014/main" id="{181FB81E-C43A-437B-AC50-43BED1941831}"/>
              </a:ext>
            </a:extLst>
          </p:cNvPr>
          <p:cNvSpPr>
            <a:spLocks noGrp="1"/>
          </p:cNvSpPr>
          <p:nvPr/>
        </p:nvSpPr>
        <p:spPr>
          <a:xfrm>
            <a:off x="5945296" y="207000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4" name="connector_3803">
            <a:extLst>
              <a:ext uri="{FF2B5EF4-FFF2-40B4-BE49-F238E27FC236}">
                <a16:creationId xmlns:a16="http://schemas.microsoft.com/office/drawing/2014/main" id="{EF321EE8-567E-488A-833A-C4BB693ED3B4}"/>
              </a:ext>
            </a:extLst>
          </p:cNvPr>
          <p:cNvSpPr>
            <a:spLocks noGrp="1"/>
          </p:cNvSpPr>
          <p:nvPr/>
        </p:nvSpPr>
        <p:spPr>
          <a:xfrm>
            <a:off x="5945296" y="216287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5" name="connector_3804">
            <a:extLst>
              <a:ext uri="{FF2B5EF4-FFF2-40B4-BE49-F238E27FC236}">
                <a16:creationId xmlns:a16="http://schemas.microsoft.com/office/drawing/2014/main" id="{F9A3C6F6-EB41-4ADE-9BA2-455A8A931898}"/>
              </a:ext>
            </a:extLst>
          </p:cNvPr>
          <p:cNvSpPr>
            <a:spLocks noGrp="1"/>
          </p:cNvSpPr>
          <p:nvPr/>
        </p:nvSpPr>
        <p:spPr>
          <a:xfrm>
            <a:off x="5945296" y="225573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6" name="connector_3805">
            <a:extLst>
              <a:ext uri="{FF2B5EF4-FFF2-40B4-BE49-F238E27FC236}">
                <a16:creationId xmlns:a16="http://schemas.microsoft.com/office/drawing/2014/main" id="{BC08678F-5ADF-4BAC-A6E7-9A4F91F07811}"/>
              </a:ext>
            </a:extLst>
          </p:cNvPr>
          <p:cNvSpPr>
            <a:spLocks noGrp="1"/>
          </p:cNvSpPr>
          <p:nvPr/>
        </p:nvSpPr>
        <p:spPr>
          <a:xfrm>
            <a:off x="5945296" y="234860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7" name="connector_3806">
            <a:extLst>
              <a:ext uri="{FF2B5EF4-FFF2-40B4-BE49-F238E27FC236}">
                <a16:creationId xmlns:a16="http://schemas.microsoft.com/office/drawing/2014/main" id="{29EE29CE-CDC2-4084-9DAA-18A5C5994279}"/>
              </a:ext>
            </a:extLst>
          </p:cNvPr>
          <p:cNvSpPr>
            <a:spLocks noGrp="1"/>
          </p:cNvSpPr>
          <p:nvPr/>
        </p:nvSpPr>
        <p:spPr>
          <a:xfrm>
            <a:off x="5945296" y="244147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8" name="connector_3807">
            <a:extLst>
              <a:ext uri="{FF2B5EF4-FFF2-40B4-BE49-F238E27FC236}">
                <a16:creationId xmlns:a16="http://schemas.microsoft.com/office/drawing/2014/main" id="{3F5CB2F9-0A94-4280-BB03-C2C1070014A1}"/>
              </a:ext>
            </a:extLst>
          </p:cNvPr>
          <p:cNvSpPr>
            <a:spLocks noGrp="1"/>
          </p:cNvSpPr>
          <p:nvPr/>
        </p:nvSpPr>
        <p:spPr>
          <a:xfrm>
            <a:off x="5945296" y="253434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19" name="connector_3808">
            <a:extLst>
              <a:ext uri="{FF2B5EF4-FFF2-40B4-BE49-F238E27FC236}">
                <a16:creationId xmlns:a16="http://schemas.microsoft.com/office/drawing/2014/main" id="{55A46FF2-71E2-4E19-99EA-C21BE2891137}"/>
              </a:ext>
            </a:extLst>
          </p:cNvPr>
          <p:cNvSpPr>
            <a:spLocks noGrp="1"/>
          </p:cNvSpPr>
          <p:nvPr/>
        </p:nvSpPr>
        <p:spPr>
          <a:xfrm>
            <a:off x="5945296" y="262721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0" name="connector_3809">
            <a:extLst>
              <a:ext uri="{FF2B5EF4-FFF2-40B4-BE49-F238E27FC236}">
                <a16:creationId xmlns:a16="http://schemas.microsoft.com/office/drawing/2014/main" id="{9FB736A5-E352-44E2-B5F4-0F12D5DA1FC3}"/>
              </a:ext>
            </a:extLst>
          </p:cNvPr>
          <p:cNvSpPr>
            <a:spLocks noGrp="1"/>
          </p:cNvSpPr>
          <p:nvPr/>
        </p:nvSpPr>
        <p:spPr>
          <a:xfrm>
            <a:off x="5945296" y="272008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1" name="connector_3810">
            <a:extLst>
              <a:ext uri="{FF2B5EF4-FFF2-40B4-BE49-F238E27FC236}">
                <a16:creationId xmlns:a16="http://schemas.microsoft.com/office/drawing/2014/main" id="{0B7108D5-7EEA-4C5D-BB99-C6DE2279A091}"/>
              </a:ext>
            </a:extLst>
          </p:cNvPr>
          <p:cNvSpPr>
            <a:spLocks noGrp="1"/>
          </p:cNvSpPr>
          <p:nvPr/>
        </p:nvSpPr>
        <p:spPr>
          <a:xfrm>
            <a:off x="5945296" y="281295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2" name="connector_3811">
            <a:extLst>
              <a:ext uri="{FF2B5EF4-FFF2-40B4-BE49-F238E27FC236}">
                <a16:creationId xmlns:a16="http://schemas.microsoft.com/office/drawing/2014/main" id="{A905316D-7651-405F-8D1E-0F6C9DB12BF0}"/>
              </a:ext>
            </a:extLst>
          </p:cNvPr>
          <p:cNvSpPr>
            <a:spLocks noGrp="1"/>
          </p:cNvSpPr>
          <p:nvPr/>
        </p:nvSpPr>
        <p:spPr>
          <a:xfrm>
            <a:off x="5945296" y="290582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3" name="connector_3812">
            <a:extLst>
              <a:ext uri="{FF2B5EF4-FFF2-40B4-BE49-F238E27FC236}">
                <a16:creationId xmlns:a16="http://schemas.microsoft.com/office/drawing/2014/main" id="{2FF2EA83-068E-498A-B241-E667A08EBDBE}"/>
              </a:ext>
            </a:extLst>
          </p:cNvPr>
          <p:cNvSpPr>
            <a:spLocks noGrp="1"/>
          </p:cNvSpPr>
          <p:nvPr/>
        </p:nvSpPr>
        <p:spPr>
          <a:xfrm>
            <a:off x="5945296" y="299868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4" name="connector_3813">
            <a:extLst>
              <a:ext uri="{FF2B5EF4-FFF2-40B4-BE49-F238E27FC236}">
                <a16:creationId xmlns:a16="http://schemas.microsoft.com/office/drawing/2014/main" id="{9C2A9C14-5C23-4CC1-866F-124EC24B7222}"/>
              </a:ext>
            </a:extLst>
          </p:cNvPr>
          <p:cNvSpPr>
            <a:spLocks noGrp="1"/>
          </p:cNvSpPr>
          <p:nvPr/>
        </p:nvSpPr>
        <p:spPr>
          <a:xfrm>
            <a:off x="5945296" y="309155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5" name="connector_3814">
            <a:extLst>
              <a:ext uri="{FF2B5EF4-FFF2-40B4-BE49-F238E27FC236}">
                <a16:creationId xmlns:a16="http://schemas.microsoft.com/office/drawing/2014/main" id="{BCEA88D4-DC83-4538-8C95-7972241CE68A}"/>
              </a:ext>
            </a:extLst>
          </p:cNvPr>
          <p:cNvSpPr>
            <a:spLocks noGrp="1"/>
          </p:cNvSpPr>
          <p:nvPr/>
        </p:nvSpPr>
        <p:spPr>
          <a:xfrm>
            <a:off x="5945296" y="318442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6" name="connector_3815">
            <a:extLst>
              <a:ext uri="{FF2B5EF4-FFF2-40B4-BE49-F238E27FC236}">
                <a16:creationId xmlns:a16="http://schemas.microsoft.com/office/drawing/2014/main" id="{825DFDA5-78DE-449E-BE75-628226159CC0}"/>
              </a:ext>
            </a:extLst>
          </p:cNvPr>
          <p:cNvSpPr>
            <a:spLocks noGrp="1"/>
          </p:cNvSpPr>
          <p:nvPr/>
        </p:nvSpPr>
        <p:spPr>
          <a:xfrm>
            <a:off x="5945296" y="327729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7" name="connector_3816">
            <a:extLst>
              <a:ext uri="{FF2B5EF4-FFF2-40B4-BE49-F238E27FC236}">
                <a16:creationId xmlns:a16="http://schemas.microsoft.com/office/drawing/2014/main" id="{6020AA79-2DC1-4E16-A5D4-BD0857E89EB6}"/>
              </a:ext>
            </a:extLst>
          </p:cNvPr>
          <p:cNvSpPr>
            <a:spLocks noGrp="1"/>
          </p:cNvSpPr>
          <p:nvPr/>
        </p:nvSpPr>
        <p:spPr>
          <a:xfrm>
            <a:off x="5945296" y="337016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8" name="connector_3817">
            <a:extLst>
              <a:ext uri="{FF2B5EF4-FFF2-40B4-BE49-F238E27FC236}">
                <a16:creationId xmlns:a16="http://schemas.microsoft.com/office/drawing/2014/main" id="{715883B3-B1C6-413E-B8F9-9C067AAB4F05}"/>
              </a:ext>
            </a:extLst>
          </p:cNvPr>
          <p:cNvSpPr>
            <a:spLocks noGrp="1"/>
          </p:cNvSpPr>
          <p:nvPr/>
        </p:nvSpPr>
        <p:spPr>
          <a:xfrm>
            <a:off x="5945296" y="346303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29" name="connector_3818">
            <a:extLst>
              <a:ext uri="{FF2B5EF4-FFF2-40B4-BE49-F238E27FC236}">
                <a16:creationId xmlns:a16="http://schemas.microsoft.com/office/drawing/2014/main" id="{95753E88-62B1-4075-B0F3-11392C904997}"/>
              </a:ext>
            </a:extLst>
          </p:cNvPr>
          <p:cNvSpPr>
            <a:spLocks noGrp="1"/>
          </p:cNvSpPr>
          <p:nvPr/>
        </p:nvSpPr>
        <p:spPr>
          <a:xfrm>
            <a:off x="5945296" y="355590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0" name="connector_3819">
            <a:extLst>
              <a:ext uri="{FF2B5EF4-FFF2-40B4-BE49-F238E27FC236}">
                <a16:creationId xmlns:a16="http://schemas.microsoft.com/office/drawing/2014/main" id="{6FCC6299-5096-4DED-8A81-755789435FF2}"/>
              </a:ext>
            </a:extLst>
          </p:cNvPr>
          <p:cNvSpPr>
            <a:spLocks noGrp="1"/>
          </p:cNvSpPr>
          <p:nvPr/>
        </p:nvSpPr>
        <p:spPr>
          <a:xfrm>
            <a:off x="5945296" y="364877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1" name="connector_3820">
            <a:extLst>
              <a:ext uri="{FF2B5EF4-FFF2-40B4-BE49-F238E27FC236}">
                <a16:creationId xmlns:a16="http://schemas.microsoft.com/office/drawing/2014/main" id="{DD1178DF-9747-4B7B-90ED-CB9120B0920E}"/>
              </a:ext>
            </a:extLst>
          </p:cNvPr>
          <p:cNvSpPr>
            <a:spLocks noGrp="1"/>
          </p:cNvSpPr>
          <p:nvPr/>
        </p:nvSpPr>
        <p:spPr>
          <a:xfrm>
            <a:off x="5945296" y="374163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2" name="connector_3821">
            <a:extLst>
              <a:ext uri="{FF2B5EF4-FFF2-40B4-BE49-F238E27FC236}">
                <a16:creationId xmlns:a16="http://schemas.microsoft.com/office/drawing/2014/main" id="{91959CF5-3509-4C95-86B0-BE598DF6EC65}"/>
              </a:ext>
            </a:extLst>
          </p:cNvPr>
          <p:cNvSpPr>
            <a:spLocks noGrp="1"/>
          </p:cNvSpPr>
          <p:nvPr/>
        </p:nvSpPr>
        <p:spPr>
          <a:xfrm>
            <a:off x="5945296" y="383450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3" name="connector_3822">
            <a:extLst>
              <a:ext uri="{FF2B5EF4-FFF2-40B4-BE49-F238E27FC236}">
                <a16:creationId xmlns:a16="http://schemas.microsoft.com/office/drawing/2014/main" id="{35523191-33F3-423C-9AA7-EF8E225ACC71}"/>
              </a:ext>
            </a:extLst>
          </p:cNvPr>
          <p:cNvSpPr>
            <a:spLocks noGrp="1"/>
          </p:cNvSpPr>
          <p:nvPr/>
        </p:nvSpPr>
        <p:spPr>
          <a:xfrm>
            <a:off x="5945296" y="392737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4" name="connector_3823">
            <a:extLst>
              <a:ext uri="{FF2B5EF4-FFF2-40B4-BE49-F238E27FC236}">
                <a16:creationId xmlns:a16="http://schemas.microsoft.com/office/drawing/2014/main" id="{2C49ADC6-527A-4AF6-8E12-CA57D8B0D96A}"/>
              </a:ext>
            </a:extLst>
          </p:cNvPr>
          <p:cNvSpPr>
            <a:spLocks noGrp="1"/>
          </p:cNvSpPr>
          <p:nvPr/>
        </p:nvSpPr>
        <p:spPr>
          <a:xfrm>
            <a:off x="5945296" y="402024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5" name="connector_3824">
            <a:extLst>
              <a:ext uri="{FF2B5EF4-FFF2-40B4-BE49-F238E27FC236}">
                <a16:creationId xmlns:a16="http://schemas.microsoft.com/office/drawing/2014/main" id="{A42B2D71-BF99-4CD4-900B-82A28F7B29FF}"/>
              </a:ext>
            </a:extLst>
          </p:cNvPr>
          <p:cNvSpPr>
            <a:spLocks noGrp="1"/>
          </p:cNvSpPr>
          <p:nvPr/>
        </p:nvSpPr>
        <p:spPr>
          <a:xfrm>
            <a:off x="5945296" y="411311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6" name="connector_3825">
            <a:extLst>
              <a:ext uri="{FF2B5EF4-FFF2-40B4-BE49-F238E27FC236}">
                <a16:creationId xmlns:a16="http://schemas.microsoft.com/office/drawing/2014/main" id="{55712117-1ADA-4460-9B3C-27D9C0AEC906}"/>
              </a:ext>
            </a:extLst>
          </p:cNvPr>
          <p:cNvSpPr>
            <a:spLocks noGrp="1"/>
          </p:cNvSpPr>
          <p:nvPr/>
        </p:nvSpPr>
        <p:spPr>
          <a:xfrm>
            <a:off x="5945296" y="420598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7" name="connector_3826">
            <a:extLst>
              <a:ext uri="{FF2B5EF4-FFF2-40B4-BE49-F238E27FC236}">
                <a16:creationId xmlns:a16="http://schemas.microsoft.com/office/drawing/2014/main" id="{B7792CB2-6CCB-43D1-ABF2-493A5C4A0945}"/>
              </a:ext>
            </a:extLst>
          </p:cNvPr>
          <p:cNvSpPr>
            <a:spLocks noGrp="1"/>
          </p:cNvSpPr>
          <p:nvPr/>
        </p:nvSpPr>
        <p:spPr>
          <a:xfrm>
            <a:off x="5945296" y="429885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8" name="connector_3827">
            <a:extLst>
              <a:ext uri="{FF2B5EF4-FFF2-40B4-BE49-F238E27FC236}">
                <a16:creationId xmlns:a16="http://schemas.microsoft.com/office/drawing/2014/main" id="{057997DB-DD39-4184-9337-30D5142E62C9}"/>
              </a:ext>
            </a:extLst>
          </p:cNvPr>
          <p:cNvSpPr>
            <a:spLocks noGrp="1"/>
          </p:cNvSpPr>
          <p:nvPr/>
        </p:nvSpPr>
        <p:spPr>
          <a:xfrm>
            <a:off x="5945296" y="439172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39" name="connector_3828">
            <a:extLst>
              <a:ext uri="{FF2B5EF4-FFF2-40B4-BE49-F238E27FC236}">
                <a16:creationId xmlns:a16="http://schemas.microsoft.com/office/drawing/2014/main" id="{530FF3DF-15AA-4B5F-90FC-CD1E3C08BD0D}"/>
              </a:ext>
            </a:extLst>
          </p:cNvPr>
          <p:cNvSpPr>
            <a:spLocks noGrp="1"/>
          </p:cNvSpPr>
          <p:nvPr/>
        </p:nvSpPr>
        <p:spPr>
          <a:xfrm>
            <a:off x="5945296" y="448458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0" name="connector_3829">
            <a:extLst>
              <a:ext uri="{FF2B5EF4-FFF2-40B4-BE49-F238E27FC236}">
                <a16:creationId xmlns:a16="http://schemas.microsoft.com/office/drawing/2014/main" id="{16349E89-AAC0-417A-BA1A-0ED8B56AF565}"/>
              </a:ext>
            </a:extLst>
          </p:cNvPr>
          <p:cNvSpPr>
            <a:spLocks noGrp="1"/>
          </p:cNvSpPr>
          <p:nvPr/>
        </p:nvSpPr>
        <p:spPr>
          <a:xfrm>
            <a:off x="5945296" y="457745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1" name="connector_3830">
            <a:extLst>
              <a:ext uri="{FF2B5EF4-FFF2-40B4-BE49-F238E27FC236}">
                <a16:creationId xmlns:a16="http://schemas.microsoft.com/office/drawing/2014/main" id="{1E5670AC-F9E7-41DC-8A46-B6150D0E994C}"/>
              </a:ext>
            </a:extLst>
          </p:cNvPr>
          <p:cNvSpPr>
            <a:spLocks noGrp="1"/>
          </p:cNvSpPr>
          <p:nvPr/>
        </p:nvSpPr>
        <p:spPr>
          <a:xfrm>
            <a:off x="5945296" y="4670326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2" name="connector_3831">
            <a:extLst>
              <a:ext uri="{FF2B5EF4-FFF2-40B4-BE49-F238E27FC236}">
                <a16:creationId xmlns:a16="http://schemas.microsoft.com/office/drawing/2014/main" id="{6E4B9FFD-61F6-4953-B978-06528AA4B869}"/>
              </a:ext>
            </a:extLst>
          </p:cNvPr>
          <p:cNvSpPr>
            <a:spLocks noGrp="1"/>
          </p:cNvSpPr>
          <p:nvPr/>
        </p:nvSpPr>
        <p:spPr>
          <a:xfrm>
            <a:off x="5945296" y="4763195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3" name="connector_3832">
            <a:extLst>
              <a:ext uri="{FF2B5EF4-FFF2-40B4-BE49-F238E27FC236}">
                <a16:creationId xmlns:a16="http://schemas.microsoft.com/office/drawing/2014/main" id="{2B117B75-8FE5-481E-9749-72B1A6C849B3}"/>
              </a:ext>
            </a:extLst>
          </p:cNvPr>
          <p:cNvSpPr>
            <a:spLocks noGrp="1"/>
          </p:cNvSpPr>
          <p:nvPr/>
        </p:nvSpPr>
        <p:spPr>
          <a:xfrm>
            <a:off x="5945296" y="4856063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4" name="connector_3833">
            <a:extLst>
              <a:ext uri="{FF2B5EF4-FFF2-40B4-BE49-F238E27FC236}">
                <a16:creationId xmlns:a16="http://schemas.microsoft.com/office/drawing/2014/main" id="{C4DA1EAB-FFFC-431A-8E67-90C226A49413}"/>
              </a:ext>
            </a:extLst>
          </p:cNvPr>
          <p:cNvSpPr>
            <a:spLocks noGrp="1"/>
          </p:cNvSpPr>
          <p:nvPr/>
        </p:nvSpPr>
        <p:spPr>
          <a:xfrm>
            <a:off x="5945296" y="4948932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5" name="connector_3834">
            <a:extLst>
              <a:ext uri="{FF2B5EF4-FFF2-40B4-BE49-F238E27FC236}">
                <a16:creationId xmlns:a16="http://schemas.microsoft.com/office/drawing/2014/main" id="{B26A920E-2B23-4DD1-B39A-85B64FD37031}"/>
              </a:ext>
            </a:extLst>
          </p:cNvPr>
          <p:cNvSpPr>
            <a:spLocks noGrp="1"/>
          </p:cNvSpPr>
          <p:nvPr/>
        </p:nvSpPr>
        <p:spPr>
          <a:xfrm>
            <a:off x="5945296" y="5041801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6" name="connector_3835">
            <a:extLst>
              <a:ext uri="{FF2B5EF4-FFF2-40B4-BE49-F238E27FC236}">
                <a16:creationId xmlns:a16="http://schemas.microsoft.com/office/drawing/2014/main" id="{1C148A15-3B36-49DD-9550-CF441C20BD7C}"/>
              </a:ext>
            </a:extLst>
          </p:cNvPr>
          <p:cNvSpPr>
            <a:spLocks noGrp="1"/>
          </p:cNvSpPr>
          <p:nvPr/>
        </p:nvSpPr>
        <p:spPr>
          <a:xfrm>
            <a:off x="5945296" y="5134670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7" name="connector_3836">
            <a:extLst>
              <a:ext uri="{FF2B5EF4-FFF2-40B4-BE49-F238E27FC236}">
                <a16:creationId xmlns:a16="http://schemas.microsoft.com/office/drawing/2014/main" id="{808DC46E-FF9E-4CCF-93B5-4ACB7270F451}"/>
              </a:ext>
            </a:extLst>
          </p:cNvPr>
          <p:cNvSpPr>
            <a:spLocks noGrp="1"/>
          </p:cNvSpPr>
          <p:nvPr/>
        </p:nvSpPr>
        <p:spPr>
          <a:xfrm>
            <a:off x="5945296" y="5227538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sp>
        <p:nvSpPr>
          <p:cNvPr id="48" name="connector_3837">
            <a:extLst>
              <a:ext uri="{FF2B5EF4-FFF2-40B4-BE49-F238E27FC236}">
                <a16:creationId xmlns:a16="http://schemas.microsoft.com/office/drawing/2014/main" id="{CEF7A3B2-0449-4685-BDBB-61A1AF89199C}"/>
              </a:ext>
            </a:extLst>
          </p:cNvPr>
          <p:cNvSpPr>
            <a:spLocks noGrp="1"/>
          </p:cNvSpPr>
          <p:nvPr/>
        </p:nvSpPr>
        <p:spPr>
          <a:xfrm>
            <a:off x="5945296" y="5320407"/>
            <a:ext cx="14288" cy="71438"/>
          </a:xfrm>
          <a:custGeom>
            <a:avLst/>
            <a:gdLst/>
            <a:ahLst/>
            <a:cxnLst/>
            <a:rect l="0" t="0" r="0" b="0"/>
            <a:pathLst>
              <a:path w="19050" h="95250">
                <a:moveTo>
                  <a:pt x="9525" y="9525"/>
                </a:moveTo>
                <a:lnTo>
                  <a:pt x="9525" y="85725"/>
                </a:lnTo>
              </a:path>
            </a:pathLst>
          </a:custGeom>
          <a:noFill/>
          <a:ln w="19050">
            <a:solidFill>
              <a:srgbClr val="D9D9D9"/>
            </a:solidFill>
          </a:ln>
        </p:spPr>
      </p:sp>
      <p:graphicFrame>
        <p:nvGraphicFramePr>
          <p:cNvPr id="122" name="表格 121"/>
          <p:cNvGraphicFramePr/>
          <p:nvPr>
            <p:extLst>
              <p:ext uri="{D42A27DB-BD31-4B8C-83A1-F6EECF244321}">
                <p14:modId xmlns:p14="http://schemas.microsoft.com/office/powerpoint/2010/main" val="3602011640"/>
              </p:ext>
            </p:extLst>
          </p:nvPr>
        </p:nvGraphicFramePr>
        <p:xfrm>
          <a:off x="566053" y="1848545"/>
          <a:ext cx="5236370" cy="1164430"/>
        </p:xfrm>
        <a:graphic>
          <a:graphicData uri="http://schemas.openxmlformats.org/drawingml/2006/table">
            <a:tbl>
              <a:tblPr/>
              <a:tblGrid>
                <a:gridCol w="146618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567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232886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Skill / 算子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LayerNorm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Softmax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MatMul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2F2F2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32886"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MLU Triton</a:t>
                      </a:r>
                      <a:r>
                        <a:rPr lang="zh-CN" altLang="en-US"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（新版）</a:t>
                      </a:r>
                      <a:endParaRPr sz="1100" b="0" dirty="0">
                        <a:solidFill>
                          <a:srgbClr val="000000"/>
                        </a:solidFill>
                        <a:latin typeface="Times New Roman" panose="02020603050405020304" pitchFamily="18" charset="0"/>
                        <a:ea typeface="Arial"/>
                        <a:cs typeface="Times New Roman" panose="02020603050405020304" pitchFamily="18" charset="0"/>
                      </a:endParaRP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 dirty="0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1.00×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1.23×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0.45×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288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BANG C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0.01×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0.05×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0.33×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3288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GPU Triton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1.43×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6</a:t>
                      </a:r>
                      <a:r>
                        <a:rPr sz="11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32886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CUDA C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1.45×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D7000F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1.06×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CF0F1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0.</a:t>
                      </a:r>
                      <a:r>
                        <a:rPr lang="en-US" sz="11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5</a:t>
                      </a:r>
                      <a:r>
                        <a:rPr sz="1100" b="0" dirty="0" smtClean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3</a:t>
                      </a:r>
                      <a:r>
                        <a:rPr sz="1100" b="0" dirty="0">
                          <a:solidFill>
                            <a:srgbClr val="000000"/>
                          </a:solidFill>
                          <a:latin typeface="Times New Roman" panose="02020603050405020304" pitchFamily="18" charset="0"/>
                          <a:ea typeface="Arial"/>
                          <a:cs typeface="Times New Roman" panose="02020603050405020304" pitchFamily="18" charset="0"/>
                        </a:rPr>
                        <a:t>×</a:t>
                      </a:r>
                    </a:p>
                  </a:txBody>
                  <a:tcPr marL="28575" marR="28575" marT="14288" marB="14288" anchor="ctr">
                    <a:lnL w="7620">
                      <a:solidFill>
                        <a:srgbClr val="D9D9D9"/>
                      </a:solidFill>
                    </a:lnL>
                    <a:lnR w="7620">
                      <a:solidFill>
                        <a:srgbClr val="D9D9D9"/>
                      </a:solidFill>
                    </a:lnR>
                    <a:lnT w="7620">
                      <a:solidFill>
                        <a:srgbClr val="D9D9D9"/>
                      </a:solidFill>
                    </a:lnT>
                    <a:lnB w="7620">
                      <a:solidFill>
                        <a:srgbClr val="D9D9D9"/>
                      </a:solidFill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53" name="text_3839_开发耗时（小时，从需求输入到通过验证）">
            <a:extLst>
              <a:ext uri="{FF2B5EF4-FFF2-40B4-BE49-F238E27FC236}">
                <a16:creationId xmlns:a16="http://schemas.microsoft.com/office/drawing/2014/main" id="{84094D75-E3FD-484F-BC75-337402FC4795}"/>
              </a:ext>
            </a:extLst>
          </p:cNvPr>
          <p:cNvSpPr>
            <a:spLocks noGrp="1"/>
          </p:cNvSpPr>
          <p:nvPr/>
        </p:nvSpPr>
        <p:spPr>
          <a:xfrm>
            <a:off x="572209" y="3448745"/>
            <a:ext cx="5229225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65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38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开发耗时（小时，从需求输入到通过验证</a:t>
            </a:r>
            <a:r>
              <a:rPr sz="1238" b="1" dirty="0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</a:t>
            </a:r>
          </a:p>
        </p:txBody>
      </p:sp>
      <p:graphicFrame>
        <p:nvGraphicFramePr>
          <p:cNvPr id="127" name="Chart"/>
          <p:cNvGraphicFramePr/>
          <p:nvPr>
            <p:extLst>
              <p:ext uri="{D42A27DB-BD31-4B8C-83A1-F6EECF244321}">
                <p14:modId xmlns:p14="http://schemas.microsoft.com/office/powerpoint/2010/main" val="3178061574"/>
              </p:ext>
            </p:extLst>
          </p:nvPr>
        </p:nvGraphicFramePr>
        <p:xfrm>
          <a:off x="587483" y="3786374"/>
          <a:ext cx="5264944" cy="2003647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55" name="text_3841_统一测试设置">
            <a:extLst>
              <a:ext uri="{FF2B5EF4-FFF2-40B4-BE49-F238E27FC236}">
                <a16:creationId xmlns:a16="http://schemas.microsoft.com/office/drawing/2014/main" id="{8CFF1FB7-994E-4DFD-AC68-3922EDE2D53A}"/>
              </a:ext>
            </a:extLst>
          </p:cNvPr>
          <p:cNvSpPr>
            <a:spLocks noGrp="1"/>
          </p:cNvSpPr>
          <p:nvPr/>
        </p:nvSpPr>
        <p:spPr>
          <a:xfrm>
            <a:off x="6131034" y="1855689"/>
            <a:ext cx="2528888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统一测试设置</a:t>
            </a:r>
          </a:p>
        </p:txBody>
      </p:sp>
      <p:sp>
        <p:nvSpPr>
          <p:cNvPr id="56" name="text_3843_平台：寒武纪 MLU、NVIDIA GPU">
            <a:extLst>
              <a:ext uri="{FF2B5EF4-FFF2-40B4-BE49-F238E27FC236}">
                <a16:creationId xmlns:a16="http://schemas.microsoft.com/office/drawing/2014/main" id="{AC1F755E-1ADB-4AC1-92C2-BF93571B9DB4}"/>
              </a:ext>
            </a:extLst>
          </p:cNvPr>
          <p:cNvSpPr>
            <a:spLocks noGrp="1"/>
          </p:cNvSpPr>
          <p:nvPr/>
        </p:nvSpPr>
        <p:spPr>
          <a:xfrm>
            <a:off x="6126386" y="2076053"/>
            <a:ext cx="2507456" cy="94694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04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平台：寒武纪</a:t>
            </a:r>
            <a:r>
              <a:rPr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MLU、NVIDIA GPU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编程模型：</a:t>
            </a:r>
            <a:r>
              <a:rPr lang="en-US" altLang="zh-CN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Triton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CUDA C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算子：</a:t>
            </a:r>
            <a:r>
              <a:rPr lang="en-US" altLang="zh-CN" sz="104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04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041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：典型静态 </a:t>
            </a:r>
            <a:r>
              <a:rPr lang="en-US" altLang="zh-CN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/ 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动态 </a:t>
            </a:r>
            <a:r>
              <a:rPr lang="en-US" altLang="zh-CN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Shape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041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388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精度：</a:t>
            </a:r>
            <a:r>
              <a:rPr lang="en-US" altLang="zh-CN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FP16 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计算，</a:t>
            </a:r>
            <a:r>
              <a:rPr lang="en-US" altLang="zh-CN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FP32 </a:t>
            </a:r>
            <a:r>
              <a:rPr lang="zh-CN" altLang="en-US" sz="1041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累加。</a:t>
            </a:r>
          </a:p>
        </p:txBody>
      </p:sp>
      <p:sp>
        <p:nvSpPr>
          <p:cNvPr id="61" name="connector_3852">
            <a:extLst>
              <a:ext uri="{FF2B5EF4-FFF2-40B4-BE49-F238E27FC236}">
                <a16:creationId xmlns:a16="http://schemas.microsoft.com/office/drawing/2014/main" id="{CEEE67E7-7874-4603-A89F-62DBE00BECA4}"/>
              </a:ext>
            </a:extLst>
          </p:cNvPr>
          <p:cNvSpPr>
            <a:spLocks noGrp="1"/>
          </p:cNvSpPr>
          <p:nvPr/>
        </p:nvSpPr>
        <p:spPr>
          <a:xfrm>
            <a:off x="6131034" y="3134420"/>
            <a:ext cx="2536031" cy="14288"/>
          </a:xfrm>
          <a:custGeom>
            <a:avLst/>
            <a:gdLst/>
            <a:ahLst/>
            <a:cxnLst/>
            <a:rect l="0" t="0" r="0" b="0"/>
            <a:pathLst>
              <a:path w="3381375" h="19050">
                <a:moveTo>
                  <a:pt x="9525" y="9525"/>
                </a:moveTo>
                <a:lnTo>
                  <a:pt x="3371850" y="9525"/>
                </a:lnTo>
              </a:path>
            </a:pathLst>
          </a:custGeom>
          <a:noFill/>
          <a:ln w="14288">
            <a:solidFill>
              <a:srgbClr val="D9D9D9"/>
            </a:solidFill>
          </a:ln>
        </p:spPr>
      </p:sp>
      <p:sp>
        <p:nvSpPr>
          <p:cNvPr id="62" name="text_3854_方法具备跨平台复用性">
            <a:extLst>
              <a:ext uri="{FF2B5EF4-FFF2-40B4-BE49-F238E27FC236}">
                <a16:creationId xmlns:a16="http://schemas.microsoft.com/office/drawing/2014/main" id="{10FBF139-8AE0-404B-9444-FFAF30C7837D}"/>
              </a:ext>
            </a:extLst>
          </p:cNvPr>
          <p:cNvSpPr>
            <a:spLocks noGrp="1"/>
          </p:cNvSpPr>
          <p:nvPr/>
        </p:nvSpPr>
        <p:spPr>
          <a:xfrm>
            <a:off x="6138178" y="3234432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方法具备跨平台复用性</a:t>
            </a:r>
          </a:p>
        </p:txBody>
      </p:sp>
      <p:sp>
        <p:nvSpPr>
          <p:cNvPr id="63" name="text_3856_四类 Skill 均完成算子开发与验证。">
            <a:extLst>
              <a:ext uri="{FF2B5EF4-FFF2-40B4-BE49-F238E27FC236}">
                <a16:creationId xmlns:a16="http://schemas.microsoft.com/office/drawing/2014/main" id="{BAE0D7AF-B4E2-4789-A092-03D0552A4111}"/>
              </a:ext>
            </a:extLst>
          </p:cNvPr>
          <p:cNvSpPr>
            <a:spLocks noGrp="1"/>
          </p:cNvSpPr>
          <p:nvPr/>
        </p:nvSpPr>
        <p:spPr>
          <a:xfrm>
            <a:off x="6141750" y="3481677"/>
            <a:ext cx="2507456" cy="58936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四类</a:t>
            </a:r>
            <a:r>
              <a:rPr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Skill </a:t>
            </a: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均完成算子开发与验证</a:t>
            </a: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部分 </a:t>
            </a:r>
            <a:r>
              <a:rPr lang="en-US" altLang="zh-CN"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LayerNorm</a:t>
            </a:r>
            <a:r>
              <a:rPr lang="en-US" altLang="zh-CN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/ </a:t>
            </a:r>
            <a:r>
              <a:rPr lang="en-US" altLang="zh-CN"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Softmax</a:t>
            </a:r>
            <a:r>
              <a:rPr lang="en-US" altLang="zh-CN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达到；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或超过 </a:t>
            </a:r>
            <a:r>
              <a:rPr lang="en-US" altLang="zh-CN"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PyTorch</a:t>
            </a: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基线性能。</a:t>
            </a:r>
          </a:p>
        </p:txBody>
      </p:sp>
      <p:sp>
        <p:nvSpPr>
          <p:cNvPr id="66" name="text_3862_性能差距仍需补足">
            <a:extLst>
              <a:ext uri="{FF2B5EF4-FFF2-40B4-BE49-F238E27FC236}">
                <a16:creationId xmlns:a16="http://schemas.microsoft.com/office/drawing/2014/main" id="{B6B28731-BF9B-4A3F-A272-C7D390E07228}"/>
              </a:ext>
            </a:extLst>
          </p:cNvPr>
          <p:cNvSpPr>
            <a:spLocks noGrp="1"/>
          </p:cNvSpPr>
          <p:nvPr/>
        </p:nvSpPr>
        <p:spPr>
          <a:xfrm>
            <a:off x="6138178" y="4155976"/>
            <a:ext cx="2521744" cy="200025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725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294" b="1" dirty="0" err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性能差距</a:t>
            </a:r>
            <a:endParaRPr sz="1294" b="1" dirty="0">
              <a:solidFill>
                <a:srgbClr val="D7000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7" name="text_3864_MatMul 加速比均低于 1×。">
            <a:extLst>
              <a:ext uri="{FF2B5EF4-FFF2-40B4-BE49-F238E27FC236}">
                <a16:creationId xmlns:a16="http://schemas.microsoft.com/office/drawing/2014/main" id="{F8DBC509-C153-4A58-88AE-AC70045DDD8B}"/>
              </a:ext>
            </a:extLst>
          </p:cNvPr>
          <p:cNvSpPr>
            <a:spLocks noGrp="1"/>
          </p:cNvSpPr>
          <p:nvPr/>
        </p:nvSpPr>
        <p:spPr>
          <a:xfrm>
            <a:off x="6145322" y="4388148"/>
            <a:ext cx="2626562" cy="800100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marL="171450" indent="-171450" algn="l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MatMul</a:t>
            </a:r>
            <a:r>
              <a:rPr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sz="1125" dirty="0" err="1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加速比均低于</a:t>
            </a:r>
            <a:r>
              <a:rPr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1×</a:t>
            </a: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en-US" altLang="zh-CN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BANG C </a:t>
            </a: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的三类算子均低于基线；</a:t>
            </a: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继续补充 </a:t>
            </a:r>
            <a:r>
              <a:rPr lang="en-US" altLang="zh-CN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Tiling / Memory / Compute</a:t>
            </a: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；</a:t>
            </a:r>
            <a:endParaRPr lang="en-US" altLang="zh-CN" sz="1125" dirty="0">
              <a:solidFill>
                <a:srgbClr val="242424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1450" indent="-171450">
              <a:buFont typeface="Wingdings" panose="05000000000000000000" pitchFamily="2" charset="2"/>
              <a:buChar char="p"/>
              <a:defRPr sz="1500" b="0">
                <a:solidFill>
                  <a:srgbClr val="242424"/>
                </a:solidFill>
                <a:latin typeface="Arial"/>
                <a:ea typeface="Arial"/>
                <a:cs typeface="Arial"/>
              </a:defRPr>
            </a:pP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知识与高性能 </a:t>
            </a:r>
            <a:r>
              <a:rPr lang="en-US" altLang="zh-CN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125" dirty="0">
                <a:solidFill>
                  <a:srgbClr val="242424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。</a:t>
            </a:r>
          </a:p>
        </p:txBody>
      </p:sp>
      <p:sp>
        <p:nvSpPr>
          <p:cNvPr id="71" name="text_3872_以实验反馈完善 Platform Profile">
            <a:extLst>
              <a:ext uri="{FF2B5EF4-FFF2-40B4-BE49-F238E27FC236}">
                <a16:creationId xmlns:a16="http://schemas.microsoft.com/office/drawing/2014/main" id="{E38CF88B-6E14-4AAB-BB17-6C0E07C1A393}"/>
              </a:ext>
            </a:extLst>
          </p:cNvPr>
          <p:cNvSpPr>
            <a:spLocks noGrp="1"/>
          </p:cNvSpPr>
          <p:nvPr/>
        </p:nvSpPr>
        <p:spPr>
          <a:xfrm>
            <a:off x="6138178" y="5306120"/>
            <a:ext cx="2521744" cy="19288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l">
              <a:defRPr sz="1500" b="1">
                <a:solidFill>
                  <a:srgbClr val="D7000F"/>
                </a:solidFill>
                <a:latin typeface="Arial"/>
                <a:ea typeface="Arial"/>
                <a:cs typeface="Arial"/>
              </a:defRPr>
            </a:pPr>
            <a:r>
              <a:rPr sz="1125" b="1">
                <a:solidFill>
                  <a:srgbClr val="D7000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以实验反馈完善 Platform Profile</a:t>
            </a:r>
          </a:p>
        </p:txBody>
      </p:sp>
      <p:sp>
        <p:nvSpPr>
          <p:cNvPr id="72" name="text_3874_通用方法已支持四类 Skill 开发，性能优化仍">
            <a:extLst>
              <a:ext uri="{FF2B5EF4-FFF2-40B4-BE49-F238E27FC236}">
                <a16:creationId xmlns:a16="http://schemas.microsoft.com/office/drawing/2014/main" id="{18070612-ECA8-4589-9E6C-44AA457C7D7B}"/>
              </a:ext>
            </a:extLst>
          </p:cNvPr>
          <p:cNvSpPr>
            <a:spLocks noGrp="1"/>
          </p:cNvSpPr>
          <p:nvPr/>
        </p:nvSpPr>
        <p:spPr>
          <a:xfrm>
            <a:off x="568813" y="6321318"/>
            <a:ext cx="8122444" cy="250031"/>
          </a:xfrm>
          <a:prstGeom prst="rect">
            <a:avLst/>
          </a:prstGeom>
          <a:noFill/>
          <a:ln w="9525">
            <a:noFill/>
          </a:ln>
        </p:spPr>
        <p:txBody>
          <a:bodyPr wrap="none" lIns="0" tIns="0" rIns="0" bIns="0" anchor="ctr">
            <a:noAutofit/>
          </a:bodyPr>
          <a:lstStyle/>
          <a:p>
            <a:pPr algn="ctr">
              <a:defRPr sz="1725" b="1">
                <a:solidFill>
                  <a:srgbClr val="FF0000"/>
                </a:solidFill>
                <a:latin typeface="Arial"/>
                <a:ea typeface="Arial"/>
                <a:cs typeface="Arial"/>
              </a:defRPr>
            </a:pPr>
            <a:r>
              <a:rPr sz="1294" b="1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通用方法已支持四类 Skill 开发，性能优化仍需结合平台知识与实验反馈。</a:t>
            </a:r>
          </a:p>
        </p:txBody>
      </p:sp>
      <p:sp>
        <p:nvSpPr>
          <p:cNvPr id="75" name="矩形 74"/>
          <p:cNvSpPr/>
          <p:nvPr/>
        </p:nvSpPr>
        <p:spPr>
          <a:xfrm>
            <a:off x="1388061" y="6597107"/>
            <a:ext cx="6599967" cy="21929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Yang, J., Jimenez, C. E., </a:t>
            </a:r>
            <a:r>
              <a:rPr lang="en-US" altLang="zh-CN" sz="825" dirty="0" err="1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Wettig</a:t>
            </a:r>
            <a:r>
              <a:rPr lang="en-US" altLang="zh-CN" sz="825" dirty="0">
                <a:solidFill>
                  <a:schemeClr val="tx1">
                    <a:lumMod val="65000"/>
                    <a:lumOff val="3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, A., et al. SWE-agent: Agent-Computer Interfaces Enable Automated Software Engineering. arXiv:2405.15793, 2024.</a:t>
            </a:r>
          </a:p>
        </p:txBody>
      </p:sp>
      <p:sp>
        <p:nvSpPr>
          <p:cNvPr id="49" name="灯片编号占位符 48">
            <a:extLst>
              <a:ext uri="{FF2B5EF4-FFF2-40B4-BE49-F238E27FC236}">
                <a16:creationId xmlns:a16="http://schemas.microsoft.com/office/drawing/2014/main" id="{0D4A52AD-132A-22DE-1593-2740E6A266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481195979"/>
      </p:ext>
    </p:extLst>
  </p:cSld>
  <p:clrMapOvr>
    <a:masterClrMapping/>
  </p:clrMapOvr>
  <p:transition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7EDB7BD-AF18-4E0A-868D-7D796A763DC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 vert="horz" wrap="none" lIns="0" tIns="0" rIns="0" bIns="0" numCol="1" anchor="ctr" anchorCtr="0" compatLnSpc="1">
            <a:noAutofit/>
          </a:bodyPr>
          <a:lstStyle/>
          <a:p>
            <a:pPr>
              <a:defRPr sz="2600" b="1">
                <a:solidFill>
                  <a:srgbClr val="000000"/>
                </a:solidFill>
                <a:latin typeface="Arial"/>
                <a:ea typeface="Arial"/>
                <a:cs typeface="Arial"/>
              </a:defRPr>
            </a:pPr>
            <a:r>
              <a:rPr lang="zh-CN" altLang="en-US" dirty="0">
                <a:solidFill>
                  <a:srgbClr val="000000"/>
                </a:solidFill>
                <a:latin typeface="Times New Roman" panose="02020603050405020304" pitchFamily="18" charset="0"/>
                <a:ea typeface="+mn-ea"/>
                <a:cs typeface="Times New Roman" panose="02020603050405020304" pitchFamily="18" charset="0"/>
              </a:rPr>
              <a:t>实习期间工作总结和个人发展计划</a:t>
            </a:r>
            <a:endParaRPr sz="1950" dirty="0">
              <a:solidFill>
                <a:srgbClr val="000000"/>
              </a:solidFill>
              <a:latin typeface="Times New Roman" panose="02020603050405020304" pitchFamily="18" charset="0"/>
              <a:ea typeface="+mn-ea"/>
              <a:cs typeface="Times New Roman" panose="02020603050405020304" pitchFamily="18" charset="0"/>
            </a:endParaRPr>
          </a:p>
        </p:txBody>
      </p:sp>
      <p:sp>
        <p:nvSpPr>
          <p:cNvPr id="76" name="文本框 75"/>
          <p:cNvSpPr txBox="1"/>
          <p:nvPr/>
        </p:nvSpPr>
        <p:spPr>
          <a:xfrm>
            <a:off x="624364" y="1687831"/>
            <a:ext cx="7961948" cy="4076699"/>
          </a:xfrm>
          <a:prstGeom prst="rect">
            <a:avLst/>
          </a:prstGeom>
          <a:noFill/>
        </p:spPr>
        <p:txBody>
          <a:bodyPr wrap="square" rtlCol="0">
            <a:noAutofit/>
          </a:bodyPr>
          <a:lstStyle/>
          <a:p>
            <a:pPr>
              <a:lnSpc>
                <a:spcPct val="150000"/>
              </a:lnSpc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工作总结：</a:t>
            </a:r>
          </a:p>
          <a:p>
            <a:pPr>
              <a:lnSpc>
                <a:spcPct val="150000"/>
              </a:lnSpc>
            </a:pP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围绕算子开发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的工程化、动态化与跨平台化开展工作：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完成现有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的流程优化与知识解耦；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构建动态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算子从基础支持、自动选参到多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Kernel Family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的演进方案；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总结形成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Workflow + Platform Profile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的跨平台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开发方法，并在多种编程模型下完成实践验证。</a:t>
            </a: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sz="15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个人发展计划：</a:t>
            </a:r>
            <a:endParaRPr lang="en-US" altLang="zh-CN" sz="15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完善动态算子能力 继续验证和优化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Multi-Kernel Family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Dispatch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与自动搜索机制，提升不同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Shape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下的性能稳定性；</a:t>
            </a:r>
          </a:p>
          <a:p>
            <a:pPr marL="285750" indent="-285750">
              <a:lnSpc>
                <a:spcPct val="150000"/>
              </a:lnSpc>
              <a:buFont typeface="Wingdings" panose="05000000000000000000" pitchFamily="2" charset="2"/>
              <a:buChar char="p"/>
            </a:pP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结合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Profiler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和实际算子开发结果，持续补充高性能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、优化规则和硬件经验，提升 </a:t>
            </a:r>
            <a:r>
              <a:rPr lang="en-US" altLang="zh-CN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Skill </a:t>
            </a:r>
            <a:r>
              <a:rPr lang="zh-CN" altLang="en-US" sz="1350" dirty="0">
                <a:latin typeface="Times New Roman" panose="02020603050405020304" pitchFamily="18" charset="0"/>
                <a:cs typeface="Times New Roman" panose="02020603050405020304" pitchFamily="18" charset="0"/>
              </a:rPr>
              <a:t>自动优化能力。 </a:t>
            </a:r>
          </a:p>
          <a:p>
            <a:pPr>
              <a:lnSpc>
                <a:spcPct val="150000"/>
              </a:lnSpc>
            </a:pPr>
            <a:endParaRPr lang="zh-CN" altLang="en-US" sz="135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D47F6E89-AF8E-AA5E-EFF9-46A630C14E3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3621AC1-4C4D-435F-BACF-B518BC126F02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44436404"/>
      </p:ext>
    </p:extLst>
  </p:cSld>
  <p:clrMapOvr>
    <a:masterClrMapping/>
  </p:clrMapOvr>
  <p:transition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9"/>
          <p:cNvSpPr txBox="1">
            <a:spLocks noChangeArrowheads="1"/>
          </p:cNvSpPr>
          <p:nvPr/>
        </p:nvSpPr>
        <p:spPr bwMode="auto">
          <a:xfrm>
            <a:off x="2051050" y="2492375"/>
            <a:ext cx="4962525" cy="1785938"/>
          </a:xfrm>
          <a:prstGeom prst="rect">
            <a:avLst/>
          </a:prstGeom>
          <a:noFill/>
          <a:ln w="9525">
            <a:noFill/>
            <a:miter lim="800000"/>
          </a:ln>
        </p:spPr>
        <p:txBody>
          <a:bodyPr vert="horz" wrap="square" lIns="91440" tIns="45720" rIns="91440" bIns="45720" numCol="1" anchor="t" anchorCtr="0" compatLnSpc="1"/>
          <a:lstStyle>
            <a:lvl1pPr marL="342900" indent="-3429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n"/>
              <a:defRPr sz="26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742950" indent="-28575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p"/>
              <a:defRPr sz="2200">
                <a:solidFill>
                  <a:schemeClr val="tx1"/>
                </a:solidFill>
                <a:latin typeface="+mn-lt"/>
                <a:ea typeface="+mn-ea"/>
              </a:defRPr>
            </a:lvl2pPr>
            <a:lvl3pPr marL="11430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Ø"/>
              <a:defRPr sz="2400">
                <a:solidFill>
                  <a:schemeClr val="tx1"/>
                </a:solidFill>
                <a:latin typeface="+mn-lt"/>
                <a:ea typeface="+mn-ea"/>
              </a:defRPr>
            </a:lvl3pPr>
            <a:lvl4pPr marL="16002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Wingdings" panose="05000000000000000000" pitchFamily="2" charset="2"/>
              <a:buChar char="§"/>
              <a:defRPr sz="1600">
                <a:solidFill>
                  <a:schemeClr val="tx1"/>
                </a:solidFill>
                <a:latin typeface="+mn-lt"/>
                <a:ea typeface="+mn-ea"/>
              </a:defRPr>
            </a:lvl4pPr>
            <a:lvl5pPr marL="2057400" indent="-228600" algn="l" rtl="0" eaLnBrk="0" fontAlgn="base" hangingPunct="0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5pPr>
            <a:lvl6pPr marL="25146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6pPr>
            <a:lvl7pPr marL="29718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7pPr>
            <a:lvl8pPr marL="34290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8pPr>
            <a:lvl9pPr marL="3886200" indent="-228600" algn="l" rtl="0" fontAlgn="base">
              <a:lnSpc>
                <a:spcPct val="120000"/>
              </a:lnSpc>
              <a:spcBef>
                <a:spcPct val="20000"/>
              </a:spcBef>
              <a:spcAft>
                <a:spcPct val="0"/>
              </a:spcAft>
              <a:buClr>
                <a:srgbClr val="FF0000"/>
              </a:buClr>
              <a:buFont typeface="Arial" panose="020B0604020202020204" pitchFamily="34" charset="0"/>
              <a:buChar char="-"/>
              <a:defRPr sz="1400">
                <a:solidFill>
                  <a:schemeClr val="tx1"/>
                </a:solidFill>
                <a:latin typeface="+mn-lt"/>
                <a:ea typeface="+mn-ea"/>
              </a:defRPr>
            </a:lvl9pPr>
          </a:lstStyle>
          <a:p>
            <a:pPr algn="ctr">
              <a:buFont typeface="Wingdings" panose="05000000000000000000" pitchFamily="2" charset="2"/>
              <a:buNone/>
            </a:pPr>
            <a:r>
              <a:rPr lang="zh-CN" altLang="en-US" sz="9600" kern="0"/>
              <a:t>谢谢！</a:t>
            </a:r>
            <a:endParaRPr lang="en-US" altLang="zh-CN" sz="9600" kern="0"/>
          </a:p>
        </p:txBody>
      </p:sp>
      <p:pic>
        <p:nvPicPr>
          <p:cNvPr id="4" name="Picture 2" descr="D:\PPT\新PPT样式\bg封底.jpg"/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0" y="0"/>
            <a:ext cx="9144000" cy="6858000"/>
          </a:xfrm>
          <a:prstGeom prst="rect">
            <a:avLst/>
          </a:prstGeom>
          <a:gradFill flip="none" rotWithShape="1">
            <a:gsLst>
              <a:gs pos="0">
                <a:schemeClr val="tx1">
                  <a:lumMod val="50000"/>
                  <a:lumOff val="50000"/>
                </a:schemeClr>
              </a:gs>
              <a:gs pos="50000">
                <a:schemeClr val="bg1">
                  <a:lumMod val="50000"/>
                  <a:shade val="67500"/>
                  <a:satMod val="115000"/>
                </a:schemeClr>
              </a:gs>
              <a:gs pos="100000">
                <a:schemeClr val="bg1">
                  <a:lumMod val="50000"/>
                  <a:shade val="100000"/>
                  <a:satMod val="115000"/>
                </a:schemeClr>
              </a:gs>
            </a:gsLst>
            <a:path path="circle">
              <a:fillToRect l="100000" t="100000"/>
            </a:path>
            <a:tileRect r="-100000" b="-100000"/>
          </a:gradFill>
          <a:ln w="9525">
            <a:noFill/>
            <a:miter lim="800000"/>
            <a:headEnd/>
            <a:tailEnd/>
          </a:ln>
        </p:spPr>
      </p:pic>
      <p:grpSp>
        <p:nvGrpSpPr>
          <p:cNvPr id="5" name="组合 4"/>
          <p:cNvGrpSpPr/>
          <p:nvPr/>
        </p:nvGrpSpPr>
        <p:grpSpPr>
          <a:xfrm>
            <a:off x="323528" y="3933056"/>
            <a:ext cx="8496950" cy="1728192"/>
            <a:chOff x="323528" y="3933056"/>
            <a:chExt cx="8496950" cy="1728192"/>
          </a:xfrm>
        </p:grpSpPr>
        <p:sp>
          <p:nvSpPr>
            <p:cNvPr id="7" name="任意多边形 6"/>
            <p:cNvSpPr/>
            <p:nvPr/>
          </p:nvSpPr>
          <p:spPr>
            <a:xfrm>
              <a:off x="323528" y="3933056"/>
              <a:ext cx="8496950" cy="1728192"/>
            </a:xfrm>
            <a:custGeom>
              <a:avLst/>
              <a:gdLst>
                <a:gd name="connsiteX0" fmla="*/ 7 w 6336704"/>
                <a:gd name="connsiteY0" fmla="*/ 660109 h 1728192"/>
                <a:gd name="connsiteX1" fmla="*/ 3168352 w 6336704"/>
                <a:gd name="connsiteY1" fmla="*/ 0 h 1728192"/>
                <a:gd name="connsiteX2" fmla="*/ 6336697 w 6336704"/>
                <a:gd name="connsiteY2" fmla="*/ 660109 h 1728192"/>
                <a:gd name="connsiteX3" fmla="*/ 5126503 w 6336704"/>
                <a:gd name="connsiteY3" fmla="*/ 1728186 h 1728192"/>
                <a:gd name="connsiteX4" fmla="*/ 1210201 w 6336704"/>
                <a:gd name="connsiteY4" fmla="*/ 1728186 h 1728192"/>
                <a:gd name="connsiteX5" fmla="*/ 7 w 6336704"/>
                <a:gd name="connsiteY5" fmla="*/ 660109 h 1728192"/>
                <a:gd name="connsiteX0-1" fmla="*/ 7 w 6336697"/>
                <a:gd name="connsiteY0-2" fmla="*/ 660109 h 1728192"/>
                <a:gd name="connsiteX1-3" fmla="*/ 3168352 w 6336697"/>
                <a:gd name="connsiteY1-4" fmla="*/ 0 h 1728192"/>
                <a:gd name="connsiteX2-5" fmla="*/ 6336697 w 6336697"/>
                <a:gd name="connsiteY2-6" fmla="*/ 660109 h 1728192"/>
                <a:gd name="connsiteX3-7" fmla="*/ 5126503 w 6336697"/>
                <a:gd name="connsiteY3-8" fmla="*/ 1728186 h 1728192"/>
                <a:gd name="connsiteX4-9" fmla="*/ 0 w 6336697"/>
                <a:gd name="connsiteY4-10" fmla="*/ 1728192 h 1728192"/>
                <a:gd name="connsiteX5-11" fmla="*/ 7 w 6336697"/>
                <a:gd name="connsiteY5-12" fmla="*/ 660109 h 1728192"/>
                <a:gd name="connsiteX0-13" fmla="*/ 7 w 6336697"/>
                <a:gd name="connsiteY0-14" fmla="*/ 156053 h 1224136"/>
                <a:gd name="connsiteX1-15" fmla="*/ 5544617 w 6336697"/>
                <a:gd name="connsiteY1-16" fmla="*/ 0 h 1224136"/>
                <a:gd name="connsiteX2-17" fmla="*/ 6336697 w 6336697"/>
                <a:gd name="connsiteY2-18" fmla="*/ 156053 h 1224136"/>
                <a:gd name="connsiteX3-19" fmla="*/ 5126503 w 6336697"/>
                <a:gd name="connsiteY3-20" fmla="*/ 1224130 h 1224136"/>
                <a:gd name="connsiteX4-21" fmla="*/ 0 w 6336697"/>
                <a:gd name="connsiteY4-22" fmla="*/ 1224136 h 1224136"/>
                <a:gd name="connsiteX5-23" fmla="*/ 7 w 6336697"/>
                <a:gd name="connsiteY5-24" fmla="*/ 156053 h 1224136"/>
                <a:gd name="connsiteX0-25" fmla="*/ 7 w 6336705"/>
                <a:gd name="connsiteY0-26" fmla="*/ 156053 h 1224136"/>
                <a:gd name="connsiteX1-27" fmla="*/ 5544617 w 6336705"/>
                <a:gd name="connsiteY1-28" fmla="*/ 0 h 1224136"/>
                <a:gd name="connsiteX2-29" fmla="*/ 6336697 w 6336705"/>
                <a:gd name="connsiteY2-30" fmla="*/ 156053 h 1224136"/>
                <a:gd name="connsiteX3-31" fmla="*/ 6336705 w 6336705"/>
                <a:gd name="connsiteY3-32" fmla="*/ 1224136 h 1224136"/>
                <a:gd name="connsiteX4-33" fmla="*/ 0 w 6336705"/>
                <a:gd name="connsiteY4-34" fmla="*/ 1224136 h 1224136"/>
                <a:gd name="connsiteX5-35" fmla="*/ 7 w 6336705"/>
                <a:gd name="connsiteY5-36" fmla="*/ 156053 h 1224136"/>
                <a:gd name="connsiteX0-37" fmla="*/ 7 w 6336708"/>
                <a:gd name="connsiteY0-38" fmla="*/ 156053 h 1224136"/>
                <a:gd name="connsiteX1-39" fmla="*/ 5544617 w 6336708"/>
                <a:gd name="connsiteY1-40" fmla="*/ 0 h 1224136"/>
                <a:gd name="connsiteX2-41" fmla="*/ 6336705 w 6336708"/>
                <a:gd name="connsiteY2-42" fmla="*/ 504056 h 1224136"/>
                <a:gd name="connsiteX3-43" fmla="*/ 6336705 w 6336708"/>
                <a:gd name="connsiteY3-44" fmla="*/ 1224136 h 1224136"/>
                <a:gd name="connsiteX4-45" fmla="*/ 0 w 6336708"/>
                <a:gd name="connsiteY4-46" fmla="*/ 1224136 h 1224136"/>
                <a:gd name="connsiteX5-47" fmla="*/ 7 w 6336708"/>
                <a:gd name="connsiteY5-48" fmla="*/ 156053 h 1224136"/>
                <a:gd name="connsiteX0-49" fmla="*/ 7 w 6336708"/>
                <a:gd name="connsiteY0-50" fmla="*/ 12037 h 1080120"/>
                <a:gd name="connsiteX1-51" fmla="*/ 5544616 w 6336708"/>
                <a:gd name="connsiteY1-52" fmla="*/ 0 h 1080120"/>
                <a:gd name="connsiteX2-53" fmla="*/ 6336705 w 6336708"/>
                <a:gd name="connsiteY2-54" fmla="*/ 360040 h 1080120"/>
                <a:gd name="connsiteX3-55" fmla="*/ 6336705 w 6336708"/>
                <a:gd name="connsiteY3-56" fmla="*/ 1080120 h 1080120"/>
                <a:gd name="connsiteX4-57" fmla="*/ 0 w 6336708"/>
                <a:gd name="connsiteY4-58" fmla="*/ 1080120 h 1080120"/>
                <a:gd name="connsiteX5-59" fmla="*/ 7 w 6336708"/>
                <a:gd name="connsiteY5-60" fmla="*/ 12037 h 1080120"/>
                <a:gd name="connsiteX0-61" fmla="*/ 7 w 7403286"/>
                <a:gd name="connsiteY0-62" fmla="*/ 12037 h 1080120"/>
                <a:gd name="connsiteX1-63" fmla="*/ 5544616 w 7403286"/>
                <a:gd name="connsiteY1-64" fmla="*/ 0 h 1080120"/>
                <a:gd name="connsiteX2-65" fmla="*/ 7403283 w 7403286"/>
                <a:gd name="connsiteY2-66" fmla="*/ 450050 h 1080120"/>
                <a:gd name="connsiteX3-67" fmla="*/ 6336705 w 7403286"/>
                <a:gd name="connsiteY3-68" fmla="*/ 1080120 h 1080120"/>
                <a:gd name="connsiteX4-69" fmla="*/ 0 w 7403286"/>
                <a:gd name="connsiteY4-70" fmla="*/ 1080120 h 1080120"/>
                <a:gd name="connsiteX5-71" fmla="*/ 7 w 7403286"/>
                <a:gd name="connsiteY5-72" fmla="*/ 12037 h 1080120"/>
                <a:gd name="connsiteX0-73" fmla="*/ 7 w 7403286"/>
                <a:gd name="connsiteY0-74" fmla="*/ 12037 h 1080120"/>
                <a:gd name="connsiteX1-75" fmla="*/ 5544616 w 7403286"/>
                <a:gd name="connsiteY1-76" fmla="*/ 0 h 1080120"/>
                <a:gd name="connsiteX2-77" fmla="*/ 7403283 w 7403286"/>
                <a:gd name="connsiteY2-78" fmla="*/ 450050 h 1080120"/>
                <a:gd name="connsiteX3-79" fmla="*/ 7403283 w 7403286"/>
                <a:gd name="connsiteY3-80" fmla="*/ 1080120 h 1080120"/>
                <a:gd name="connsiteX4-81" fmla="*/ 0 w 7403286"/>
                <a:gd name="connsiteY4-82" fmla="*/ 1080120 h 1080120"/>
                <a:gd name="connsiteX5-83" fmla="*/ 7 w 7403286"/>
                <a:gd name="connsiteY5-84" fmla="*/ 12037 h 1080120"/>
                <a:gd name="connsiteX0-85" fmla="*/ 7 w 7403286"/>
                <a:gd name="connsiteY0-86" fmla="*/ 12037 h 1080120"/>
                <a:gd name="connsiteX1-87" fmla="*/ 6713146 w 7403286"/>
                <a:gd name="connsiteY1-88" fmla="*/ 0 h 1080120"/>
                <a:gd name="connsiteX2-89" fmla="*/ 7403283 w 7403286"/>
                <a:gd name="connsiteY2-90" fmla="*/ 450050 h 1080120"/>
                <a:gd name="connsiteX3-91" fmla="*/ 7403283 w 7403286"/>
                <a:gd name="connsiteY3-92" fmla="*/ 1080120 h 1080120"/>
                <a:gd name="connsiteX4-93" fmla="*/ 0 w 7403286"/>
                <a:gd name="connsiteY4-94" fmla="*/ 1080120 h 1080120"/>
                <a:gd name="connsiteX5-95" fmla="*/ 7 w 7403286"/>
                <a:gd name="connsiteY5-96" fmla="*/ 12037 h 1080120"/>
                <a:gd name="connsiteX0-97" fmla="*/ 7 w 7403286"/>
                <a:gd name="connsiteY0-98" fmla="*/ 12037 h 1080120"/>
                <a:gd name="connsiteX1-99" fmla="*/ 6713146 w 7403286"/>
                <a:gd name="connsiteY1-100" fmla="*/ 0 h 1080120"/>
                <a:gd name="connsiteX2-101" fmla="*/ 7403283 w 7403286"/>
                <a:gd name="connsiteY2-102" fmla="*/ 450050 h 1080120"/>
                <a:gd name="connsiteX3-103" fmla="*/ 7403283 w 7403286"/>
                <a:gd name="connsiteY3-104" fmla="*/ 1080120 h 1080120"/>
                <a:gd name="connsiteX4-105" fmla="*/ 0 w 7403286"/>
                <a:gd name="connsiteY4-106" fmla="*/ 1080120 h 1080120"/>
                <a:gd name="connsiteX5-107" fmla="*/ 7 w 7403286"/>
                <a:gd name="connsiteY5-108" fmla="*/ 12037 h 1080120"/>
                <a:gd name="connsiteX0-109" fmla="*/ 7 w 7403286"/>
                <a:gd name="connsiteY0-110" fmla="*/ 12037 h 1080120"/>
                <a:gd name="connsiteX1-111" fmla="*/ 6713146 w 7403286"/>
                <a:gd name="connsiteY1-112" fmla="*/ 0 h 1080120"/>
                <a:gd name="connsiteX2-113" fmla="*/ 7403283 w 7403286"/>
                <a:gd name="connsiteY2-114" fmla="*/ 450050 h 1080120"/>
                <a:gd name="connsiteX3-115" fmla="*/ 7403283 w 7403286"/>
                <a:gd name="connsiteY3-116" fmla="*/ 1080120 h 1080120"/>
                <a:gd name="connsiteX4-117" fmla="*/ 0 w 7403286"/>
                <a:gd name="connsiteY4-118" fmla="*/ 1080120 h 1080120"/>
                <a:gd name="connsiteX5-119" fmla="*/ 7 w 7403286"/>
                <a:gd name="connsiteY5-120" fmla="*/ 12037 h 1080120"/>
                <a:gd name="connsiteX0-121" fmla="*/ 7 w 7403286"/>
                <a:gd name="connsiteY0-122" fmla="*/ 12037 h 1125125"/>
                <a:gd name="connsiteX1-123" fmla="*/ 6713146 w 7403286"/>
                <a:gd name="connsiteY1-124" fmla="*/ 0 h 1125125"/>
                <a:gd name="connsiteX2-125" fmla="*/ 7403283 w 7403286"/>
                <a:gd name="connsiteY2-126" fmla="*/ 450050 h 1125125"/>
                <a:gd name="connsiteX3-127" fmla="*/ 7403283 w 7403286"/>
                <a:gd name="connsiteY3-128" fmla="*/ 1080120 h 1125125"/>
                <a:gd name="connsiteX4-129" fmla="*/ 0 w 7403286"/>
                <a:gd name="connsiteY4-130" fmla="*/ 1125125 h 1125125"/>
                <a:gd name="connsiteX5-131" fmla="*/ 7 w 7403286"/>
                <a:gd name="connsiteY5-132" fmla="*/ 12037 h 1125125"/>
                <a:gd name="connsiteX0-133" fmla="*/ 7 w 7403286"/>
                <a:gd name="connsiteY0-134" fmla="*/ 12037 h 1080120"/>
                <a:gd name="connsiteX1-135" fmla="*/ 6713146 w 7403286"/>
                <a:gd name="connsiteY1-136" fmla="*/ 0 h 1080120"/>
                <a:gd name="connsiteX2-137" fmla="*/ 7403283 w 7403286"/>
                <a:gd name="connsiteY2-138" fmla="*/ 450050 h 1080120"/>
                <a:gd name="connsiteX3-139" fmla="*/ 7403283 w 7403286"/>
                <a:gd name="connsiteY3-140" fmla="*/ 1080120 h 1080120"/>
                <a:gd name="connsiteX4-141" fmla="*/ 0 w 7403286"/>
                <a:gd name="connsiteY4-142" fmla="*/ 1080120 h 1080120"/>
                <a:gd name="connsiteX5-143" fmla="*/ 7 w 7403286"/>
                <a:gd name="connsiteY5-144" fmla="*/ 12037 h 1080120"/>
                <a:gd name="connsiteX0-145" fmla="*/ 2 w 7403288"/>
                <a:gd name="connsiteY0-146" fmla="*/ 0 h 1080120"/>
                <a:gd name="connsiteX1-147" fmla="*/ 6713148 w 7403288"/>
                <a:gd name="connsiteY1-148" fmla="*/ 0 h 1080120"/>
                <a:gd name="connsiteX2-149" fmla="*/ 7403285 w 7403288"/>
                <a:gd name="connsiteY2-150" fmla="*/ 450050 h 1080120"/>
                <a:gd name="connsiteX3-151" fmla="*/ 7403285 w 7403288"/>
                <a:gd name="connsiteY3-152" fmla="*/ 1080120 h 1080120"/>
                <a:gd name="connsiteX4-153" fmla="*/ 2 w 7403288"/>
                <a:gd name="connsiteY4-154" fmla="*/ 1080120 h 1080120"/>
                <a:gd name="connsiteX5-155" fmla="*/ 2 w 7403288"/>
                <a:gd name="connsiteY5-156" fmla="*/ 0 h 1080120"/>
              </a:gdLst>
              <a:ahLst/>
              <a:cxnLst>
                <a:cxn ang="0">
                  <a:pos x="connsiteX0-1" y="connsiteY0-2"/>
                </a:cxn>
                <a:cxn ang="0">
                  <a:pos x="connsiteX1-3" y="connsiteY1-4"/>
                </a:cxn>
                <a:cxn ang="0">
                  <a:pos x="connsiteX2-5" y="connsiteY2-6"/>
                </a:cxn>
                <a:cxn ang="0">
                  <a:pos x="connsiteX3-7" y="connsiteY3-8"/>
                </a:cxn>
                <a:cxn ang="0">
                  <a:pos x="connsiteX4-9" y="connsiteY4-10"/>
                </a:cxn>
                <a:cxn ang="0">
                  <a:pos x="connsiteX5-11" y="connsiteY5-12"/>
                </a:cxn>
              </a:cxnLst>
              <a:rect l="l" t="t" r="r" b="b"/>
              <a:pathLst>
                <a:path w="7403288" h="1080120">
                  <a:moveTo>
                    <a:pt x="2" y="0"/>
                  </a:moveTo>
                  <a:lnTo>
                    <a:pt x="6713148" y="0"/>
                  </a:lnTo>
                  <a:lnTo>
                    <a:pt x="7403285" y="450050"/>
                  </a:lnTo>
                  <a:cubicBezTo>
                    <a:pt x="7403288" y="806078"/>
                    <a:pt x="7403282" y="724092"/>
                    <a:pt x="7403285" y="1080120"/>
                  </a:cubicBezTo>
                  <a:lnTo>
                    <a:pt x="2" y="1080120"/>
                  </a:lnTo>
                  <a:cubicBezTo>
                    <a:pt x="4" y="724092"/>
                    <a:pt x="0" y="356028"/>
                    <a:pt x="2" y="0"/>
                  </a:cubicBezTo>
                  <a:close/>
                </a:path>
              </a:pathLst>
            </a:custGeom>
            <a:gradFill flip="none" rotWithShape="1">
              <a:gsLst>
                <a:gs pos="0">
                  <a:schemeClr val="tx1">
                    <a:lumMod val="50000"/>
                    <a:lumOff val="50000"/>
                  </a:schemeClr>
                </a:gs>
                <a:gs pos="50000">
                  <a:schemeClr val="bg1">
                    <a:lumMod val="50000"/>
                    <a:shade val="67500"/>
                    <a:satMod val="115000"/>
                  </a:schemeClr>
                </a:gs>
                <a:gs pos="100000">
                  <a:schemeClr val="bg1">
                    <a:lumMod val="50000"/>
                    <a:shade val="100000"/>
                    <a:satMod val="115000"/>
                  </a:schemeClr>
                </a:gs>
              </a:gsLst>
              <a:path path="shape">
                <a:fillToRect l="50000" t="50000" r="50000" b="50000"/>
              </a:path>
              <a:tileRect/>
            </a:gra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>
                <a:lnSpc>
                  <a:spcPct val="125000"/>
                </a:lnSpc>
                <a:spcAft>
                  <a:spcPts val="0"/>
                </a:spcAft>
              </a:pPr>
              <a:endParaRPr lang="zh-CN" altLang="en-US"/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683568" y="4149080"/>
              <a:ext cx="4032448" cy="130805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公司总部：杭州市滨江区阡陌路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555</a:t>
              </a: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号</a:t>
              </a:r>
              <a:endParaRPr lang="en-US" altLang="zh-CN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股票代码：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002415</a:t>
              </a:r>
            </a:p>
            <a:p>
              <a:pPr>
                <a:spcAft>
                  <a:spcPts val="600"/>
                </a:spcAft>
              </a:pPr>
              <a:r>
                <a:rPr lang="zh-CN" altLang="en-US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客服电话：</a:t>
              </a: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400-700-5998</a:t>
              </a:r>
            </a:p>
            <a:p>
              <a:pPr>
                <a:spcAft>
                  <a:spcPts val="600"/>
                </a:spcAft>
              </a:pPr>
              <a:r>
                <a:rPr lang="en-US" altLang="zh-CN" sz="1600" b="1">
                  <a:solidFill>
                    <a:schemeClr val="bg1">
                      <a:lumMod val="95000"/>
                    </a:schemeClr>
                  </a:solidFill>
                  <a:latin typeface="微软雅黑" panose="020B0503020204020204" pitchFamily="34" charset="-122"/>
                  <a:ea typeface="微软雅黑" panose="020B0503020204020204" pitchFamily="34" charset="-122"/>
                </a:rPr>
                <a:t>www.hikvision.com</a:t>
              </a:r>
              <a:endParaRPr lang="zh-CN" altLang="en-US" sz="1600" b="1">
                <a:solidFill>
                  <a:schemeClr val="bg1">
                    <a:lumMod val="95000"/>
                  </a:schemeClr>
                </a:solidFill>
                <a:latin typeface="微软雅黑" panose="020B0503020204020204" pitchFamily="34" charset="-122"/>
                <a:ea typeface="微软雅黑" panose="020B0503020204020204" pitchFamily="34" charset="-122"/>
              </a:endParaRPr>
            </a:p>
          </p:txBody>
        </p:sp>
      </p:grpSp>
    </p:spTree>
  </p:cSld>
  <p:clrMapOvr>
    <a:masterClrMapping/>
  </p:clrMapOvr>
  <p:transition/>
</p:sld>
</file>

<file path=ppt/theme/theme1.xml><?xml version="1.0" encoding="utf-8"?>
<a:theme xmlns:a="http://schemas.openxmlformats.org/drawingml/2006/main" name="04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04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活力">
      <a:fillStyleLst>
        <a:solidFill>
          <a:schemeClr val="phClr"/>
        </a:solidFill>
        <a:gradFill rotWithShape="1">
          <a:gsLst>
            <a:gs pos="0">
              <a:schemeClr val="phClr">
                <a:tint val="10000"/>
                <a:satMod val="300000"/>
              </a:schemeClr>
            </a:gs>
            <a:gs pos="34000">
              <a:schemeClr val="phClr">
                <a:tint val="13500"/>
                <a:satMod val="250000"/>
              </a:schemeClr>
            </a:gs>
            <a:gs pos="100000">
              <a:schemeClr val="phClr">
                <a:tint val="60000"/>
                <a:satMod val="200000"/>
              </a:schemeClr>
            </a:gs>
          </a:gsLst>
          <a:path path="circle">
            <a:fillToRect l="50000" t="155000" r="50000" b="-55000"/>
          </a:path>
        </a:gradFill>
        <a:gradFill rotWithShape="1">
          <a:gsLst>
            <a:gs pos="0">
              <a:schemeClr val="phClr">
                <a:tint val="60000"/>
                <a:satMod val="160000"/>
              </a:schemeClr>
            </a:gs>
            <a:gs pos="46000">
              <a:schemeClr val="phClr">
                <a:tint val="86000"/>
                <a:satMod val="160000"/>
              </a:schemeClr>
            </a:gs>
            <a:gs pos="100000">
              <a:schemeClr val="phClr">
                <a:shade val="40000"/>
                <a:satMod val="160000"/>
              </a:schemeClr>
            </a:gs>
          </a:gsLst>
          <a:path path="circle">
            <a:fillToRect l="50000" t="155000" r="50000" b="-55000"/>
          </a:path>
        </a:gradFill>
      </a:fillStyleLst>
      <a:lnStyleLst>
        <a:ln w="9525" cap="flat" cmpd="sng" algn="ctr">
          <a:solidFill>
            <a:schemeClr val="phClr">
              <a:satMod val="120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63500" dist="25400" dir="14700000" algn="t" rotWithShape="0">
              <a:srgbClr val="000000">
                <a:alpha val="5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50800" dist="38100" dir="14700000" algn="t" rotWithShape="0">
              <a:srgbClr val="000000">
                <a:alpha val="60000"/>
              </a:srgbClr>
            </a:outerShdw>
          </a:effectLst>
          <a:scene3d>
            <a:camera prst="orthographicFront" fov="0">
              <a:rot lat="0" lon="0" rev="0"/>
            </a:camera>
            <a:lightRig rig="contrasting" dir="t">
              <a:rot lat="0" lon="0" rev="3600000"/>
            </a:lightRig>
          </a:scene3d>
          <a:sp3d prstMaterial="plastic">
            <a:bevelT w="127000" h="38200" prst="relaxedInset"/>
            <a:contourClr>
              <a:schemeClr val="phClr"/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04 1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AEDEF"/>
        </a:accent5>
        <a:accent6>
          <a:srgbClr val="2D2D8A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2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3"/>
        </a:accent5>
        <a:accent6>
          <a:srgbClr val="E78A5C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3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9B9E7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4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CFAF7"/>
        </a:accent3>
        <a:accent4>
          <a:srgbClr val="000000"/>
        </a:accent4>
        <a:accent5>
          <a:srgbClr val="FFFFFF"/>
        </a:accent5>
        <a:accent6>
          <a:srgbClr val="7FB3E7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5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9B9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04 6">
        <a:dk1>
          <a:srgbClr val="005A58"/>
        </a:dk1>
        <a:lt1>
          <a:srgbClr val="FFFFFF"/>
        </a:lt1>
        <a:dk2>
          <a:srgbClr val="008080"/>
        </a:dk2>
        <a:lt2>
          <a:srgbClr val="FFFF99"/>
        </a:lt2>
        <a:accent1>
          <a:srgbClr val="006462"/>
        </a:accent1>
        <a:accent2>
          <a:srgbClr val="6D6FC7"/>
        </a:accent2>
        <a:accent3>
          <a:srgbClr val="AAC0C0"/>
        </a:accent3>
        <a:accent4>
          <a:srgbClr val="DADADA"/>
        </a:accent4>
        <a:accent5>
          <a:srgbClr val="AAB8B7"/>
        </a:accent5>
        <a:accent6>
          <a:srgbClr val="6264B4"/>
        </a:accent6>
        <a:hlink>
          <a:srgbClr val="00FFFF"/>
        </a:hlink>
        <a:folHlink>
          <a:srgbClr val="00FF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7">
        <a:dk1>
          <a:srgbClr val="5C1F00"/>
        </a:dk1>
        <a:lt1>
          <a:srgbClr val="FFFFFF"/>
        </a:lt1>
        <a:dk2>
          <a:srgbClr val="800000"/>
        </a:dk2>
        <a:lt2>
          <a:srgbClr val="DFD293"/>
        </a:lt2>
        <a:accent1>
          <a:srgbClr val="CC3300"/>
        </a:accent1>
        <a:accent2>
          <a:srgbClr val="BE7960"/>
        </a:accent2>
        <a:accent3>
          <a:srgbClr val="C0AAAA"/>
        </a:accent3>
        <a:accent4>
          <a:srgbClr val="DADADA"/>
        </a:accent4>
        <a:accent5>
          <a:srgbClr val="E2ADAA"/>
        </a:accent5>
        <a:accent6>
          <a:srgbClr val="AC6D56"/>
        </a:accent6>
        <a:hlink>
          <a:srgbClr val="FFFF99"/>
        </a:hlink>
        <a:folHlink>
          <a:srgbClr val="D3A21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8">
        <a:dk1>
          <a:srgbClr val="003366"/>
        </a:dk1>
        <a:lt1>
          <a:srgbClr val="FFFFFF"/>
        </a:lt1>
        <a:dk2>
          <a:srgbClr val="000099"/>
        </a:dk2>
        <a:lt2>
          <a:srgbClr val="CCFFFF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ADADA"/>
        </a:accent4>
        <a:accent5>
          <a:srgbClr val="ADB8E2"/>
        </a:accent5>
        <a:accent6>
          <a:srgbClr val="009F00"/>
        </a:accent6>
        <a:hlink>
          <a:srgbClr val="66CCFF"/>
        </a:hlink>
        <a:folHlink>
          <a:srgbClr val="FFE701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9">
        <a:dk1>
          <a:srgbClr val="336699"/>
        </a:dk1>
        <a:lt1>
          <a:srgbClr val="FFFFFF"/>
        </a:lt1>
        <a:dk2>
          <a:srgbClr val="000000"/>
        </a:dk2>
        <a:lt2>
          <a:srgbClr val="E3EBF1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ADADA"/>
        </a:accent4>
        <a:accent5>
          <a:srgbClr val="AAADCA"/>
        </a:accent5>
        <a:accent6>
          <a:srgbClr val="3F7D43"/>
        </a:accent6>
        <a:hlink>
          <a:srgbClr val="66CCFF"/>
        </a:hlink>
        <a:folHlink>
          <a:srgbClr val="F0E5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0">
        <a:dk1>
          <a:srgbClr val="777777"/>
        </a:dk1>
        <a:lt1>
          <a:srgbClr val="FFFFFF"/>
        </a:lt1>
        <a:dk2>
          <a:srgbClr val="686B5D"/>
        </a:dk2>
        <a:lt2>
          <a:srgbClr val="D1D1CB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ADADA"/>
        </a:accent4>
        <a:accent5>
          <a:srgbClr val="C6C6C1"/>
        </a:accent5>
        <a:accent6>
          <a:srgbClr val="738F98"/>
        </a:accent6>
        <a:hlink>
          <a:srgbClr val="FFCC66"/>
        </a:hlink>
        <a:folHlink>
          <a:srgbClr val="E9DCB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1">
        <a:dk1>
          <a:srgbClr val="3E3E5C"/>
        </a:dk1>
        <a:lt1>
          <a:srgbClr val="FFFFFF"/>
        </a:lt1>
        <a:dk2>
          <a:srgbClr val="666699"/>
        </a:dk2>
        <a:lt2>
          <a:srgbClr val="FFFFFF"/>
        </a:lt2>
        <a:accent1>
          <a:srgbClr val="60597B"/>
        </a:accent1>
        <a:accent2>
          <a:srgbClr val="6666FF"/>
        </a:accent2>
        <a:accent3>
          <a:srgbClr val="B8B8CA"/>
        </a:accent3>
        <a:accent4>
          <a:srgbClr val="DADADA"/>
        </a:accent4>
        <a:accent5>
          <a:srgbClr val="B6B5BF"/>
        </a:accent5>
        <a:accent6>
          <a:srgbClr val="5C5CE7"/>
        </a:accent6>
        <a:hlink>
          <a:srgbClr val="99CCFF"/>
        </a:hlink>
        <a:folHlink>
          <a:srgbClr val="FFFF99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04 12">
        <a:dk1>
          <a:srgbClr val="2D2015"/>
        </a:dk1>
        <a:lt1>
          <a:srgbClr val="FFFFFF"/>
        </a:lt1>
        <a:dk2>
          <a:srgbClr val="523E26"/>
        </a:dk2>
        <a:lt2>
          <a:srgbClr val="DFC08D"/>
        </a:lt2>
        <a:accent1>
          <a:srgbClr val="8C7B70"/>
        </a:accent1>
        <a:accent2>
          <a:srgbClr val="8F5F2F"/>
        </a:accent2>
        <a:accent3>
          <a:srgbClr val="B3AFAC"/>
        </a:accent3>
        <a:accent4>
          <a:srgbClr val="DADADA"/>
        </a:accent4>
        <a:accent5>
          <a:srgbClr val="C5BFBB"/>
        </a:accent5>
        <a:accent6>
          <a:srgbClr val="81552A"/>
        </a:accent6>
        <a:hlink>
          <a:srgbClr val="CCB400"/>
        </a:hlink>
        <a:folHlink>
          <a:srgbClr val="8C9EA0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14254</TotalTime>
  <Words>3651</Words>
  <Application>Microsoft Office PowerPoint</Application>
  <PresentationFormat>全屏显示(4:3)</PresentationFormat>
  <Paragraphs>834</Paragraphs>
  <Slides>21</Slides>
  <Notes>21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0" baseType="lpstr">
      <vt:lpstr>黑体</vt:lpstr>
      <vt:lpstr>宋体</vt:lpstr>
      <vt:lpstr>Microsoft YaHei</vt:lpstr>
      <vt:lpstr>Microsoft YaHei</vt:lpstr>
      <vt:lpstr>Arial</vt:lpstr>
      <vt:lpstr>Calibri</vt:lpstr>
      <vt:lpstr>Times New Roman</vt:lpstr>
      <vt:lpstr>Wingdings</vt:lpstr>
      <vt:lpstr>04</vt:lpstr>
      <vt:lpstr>转正答辩</vt:lpstr>
      <vt:lpstr>目录</vt:lpstr>
      <vt:lpstr>自我介绍</vt:lpstr>
      <vt:lpstr>实习任务一：寒武纪算子开发SKILL优化</vt:lpstr>
      <vt:lpstr>优化①：资料统一管理与按需加载</vt:lpstr>
      <vt:lpstr>优化②：上下文优化</vt:lpstr>
      <vt:lpstr>优化③：Profile 驱动的按需优化</vt:lpstr>
      <vt:lpstr>优化④：按修改范围选择验证深度</vt:lpstr>
      <vt:lpstr>优化⑤：中间产物复用与断点续跑</vt:lpstr>
      <vt:lpstr>实习任务二：从静态到动态</vt:lpstr>
      <vt:lpstr>实习任务二：现有方法与解决思路</vt:lpstr>
      <vt:lpstr>实习任务二： V1 动态支持与 V2 自动选参</vt:lpstr>
      <vt:lpstr>实习任务二： V3 多 Kernel 结构适配</vt:lpstr>
      <vt:lpstr>实习任务二： V3实际开发结构</vt:lpstr>
      <vt:lpstr>实习任务二：最终 Skill 架构与能力总结</vt:lpstr>
      <vt:lpstr>实习任务三： 算子开发 Skill 指南</vt:lpstr>
      <vt:lpstr>实习任务三：新平台算子 Skill 开发流程</vt:lpstr>
      <vt:lpstr>实习任务三：分层验证与问题定位</vt:lpstr>
      <vt:lpstr>实习任务三： 四类算子 Skill 的实践验证结果</vt:lpstr>
      <vt:lpstr>实习期间工作总结和个人发展计划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2015年供应链任职资格宣贯</dc:title>
  <dc:creator>俞璐3</dc:creator>
  <cp:lastModifiedBy>霍子昂</cp:lastModifiedBy>
  <cp:revision>668</cp:revision>
  <dcterms:created xsi:type="dcterms:W3CDTF">2015-03-26T10:14:00Z</dcterms:created>
  <dcterms:modified xsi:type="dcterms:W3CDTF">2026-09-17T12:00:30Z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2052-10.1.0.7400</vt:lpwstr>
  </property>
  <property fmtid="{D5CDD505-2E9C-101B-9397-08002B2CF9AE}" pid="3" name="KSORubyTemplateID">
    <vt:lpwstr>8</vt:lpwstr>
  </property>
</Properties>
</file>