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sldIdLst>
    <p:sldId id="274" r:id="rId2"/>
    <p:sldId id="1753" r:id="rId3"/>
    <p:sldId id="1774" r:id="rId4"/>
    <p:sldId id="1789" r:id="rId5"/>
    <p:sldId id="1790" r:id="rId6"/>
    <p:sldId id="1791" r:id="rId7"/>
    <p:sldId id="1792" r:id="rId8"/>
    <p:sldId id="1793" r:id="rId9"/>
    <p:sldId id="1795" r:id="rId10"/>
    <p:sldId id="1763" r:id="rId11"/>
    <p:sldId id="1782" r:id="rId12"/>
    <p:sldId id="1785" r:id="rId13"/>
    <p:sldId id="1786" r:id="rId14"/>
    <p:sldId id="1787" r:id="rId15"/>
    <p:sldId id="1788" r:id="rId16"/>
    <p:sldId id="1796" r:id="rId17"/>
    <p:sldId id="1797" r:id="rId18"/>
    <p:sldId id="1799" r:id="rId19"/>
    <p:sldId id="1800"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2" pos="7256" userDrawn="1">
          <p15:clr>
            <a:srgbClr val="A4A3A4"/>
          </p15:clr>
        </p15:guide>
        <p15:guide id="3" orient="horz" pos="4065" userDrawn="1">
          <p15:clr>
            <a:srgbClr val="A4A3A4"/>
          </p15:clr>
        </p15:guide>
        <p15:guide id="4" orient="horz" pos="504" userDrawn="1">
          <p15:clr>
            <a:srgbClr val="A4A3A4"/>
          </p15:clr>
        </p15:guide>
        <p15:guide id="5" orient="horz" pos="3997" userDrawn="1">
          <p15:clr>
            <a:srgbClr val="A4A3A4"/>
          </p15:clr>
        </p15:guide>
        <p15:guide id="6" orient="horz" pos="3929"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oblin Huang" initials="GH" lastIdx="4" clrIdx="0">
    <p:extLst>
      <p:ext uri="{19B8F6BF-5375-455C-9EA6-DF929625EA0E}">
        <p15:presenceInfo xmlns:p15="http://schemas.microsoft.com/office/powerpoint/2012/main" userId="Goblin Hua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6C6C6"/>
    <a:srgbClr val="C00000"/>
    <a:srgbClr val="D7000F"/>
    <a:srgbClr val="727171"/>
    <a:srgbClr val="717171"/>
    <a:srgbClr val="8C8B8C"/>
    <a:srgbClr val="595959"/>
    <a:srgbClr val="E2E2E2"/>
    <a:srgbClr val="A9A9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12" autoAdjust="0"/>
    <p:restoredTop sz="86916" autoAdjust="0"/>
  </p:normalViewPr>
  <p:slideViewPr>
    <p:cSldViewPr snapToGrid="0">
      <p:cViewPr varScale="1">
        <p:scale>
          <a:sx n="100" d="100"/>
          <a:sy n="100" d="100"/>
        </p:scale>
        <p:origin x="1368" y="48"/>
      </p:cViewPr>
      <p:guideLst>
        <p:guide pos="415"/>
        <p:guide pos="7256"/>
        <p:guide orient="horz" pos="4065"/>
        <p:guide orient="horz" pos="504"/>
        <p:guide orient="horz" pos="3997"/>
        <p:guide orient="horz" pos="3929"/>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1072"/>
    </p:cViewPr>
  </p:sorterViewPr>
  <p:notesViewPr>
    <p:cSldViewPr snapToGrid="0">
      <p:cViewPr varScale="1">
        <p:scale>
          <a:sx n="50" d="100"/>
          <a:sy n="50" d="100"/>
        </p:scale>
        <p:origin x="2708" y="2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title>
      <c:tx>
        <c:rich>
          <a:bodyPr/>
          <a:lstStyle/>
          <a:p>
            <a:r>
              <a:rPr lang="en-US" sz="1275" b="1">
                <a:solidFill>
                  <a:srgbClr val="000000"/>
                </a:solidFill>
                <a:latin typeface="Arial"/>
                <a:ea typeface="Arial"/>
                <a:cs typeface="Arial"/>
              </a:rPr>
              <a:t>LayerNorm</a:t>
            </a:r>
          </a:p>
        </c:rich>
      </c:tx>
      <c:layout/>
      <c:overlay val="0"/>
    </c:title>
    <c:autoTitleDeleted val="0"/>
    <c:plotArea>
      <c:layout/>
      <c:barChart>
        <c:barDir val="col"/>
        <c:grouping val="clustered"/>
        <c:varyColors val="0"/>
        <c:ser>
          <c:idx val="0"/>
          <c:order val="0"/>
          <c:tx>
            <c:v>LayerNorm</c:v>
          </c:tx>
          <c:spPr>
            <a:solidFill>
              <a:srgbClr val="D7000F"/>
            </a:solidFill>
          </c:spPr>
          <c:invertIfNegative val="1"/>
          <c:dPt>
            <c:idx val="0"/>
            <c:invertIfNegative val="0"/>
            <c:bubble3D val="0"/>
            <c:extLst>
              <c:ext xmlns:c16="http://schemas.microsoft.com/office/drawing/2014/chart" uri="{C3380CC4-5D6E-409C-BE32-E72D297353CC}">
                <c16:uniqueId val="{00000001-0AA4-4405-B1AC-AF263C1F7A7B}"/>
              </c:ext>
            </c:extLst>
          </c:dPt>
          <c:dPt>
            <c:idx val="1"/>
            <c:invertIfNegative val="0"/>
            <c:bubble3D val="0"/>
            <c:spPr>
              <a:solidFill>
                <a:srgbClr val="9B9B9B"/>
              </a:solidFill>
            </c:spPr>
            <c:extLst>
              <c:ext xmlns:c16="http://schemas.microsoft.com/office/drawing/2014/chart" uri="{C3380CC4-5D6E-409C-BE32-E72D297353CC}">
                <c16:uniqueId val="{00000003-0AA4-4405-B1AC-AF263C1F7A7B}"/>
              </c:ext>
            </c:extLst>
          </c:dPt>
          <c:dPt>
            <c:idx val="2"/>
            <c:invertIfNegative val="0"/>
            <c:bubble3D val="0"/>
            <c:spPr>
              <a:solidFill>
                <a:srgbClr val="595959"/>
              </a:solidFill>
            </c:spPr>
            <c:extLst>
              <c:ext xmlns:c16="http://schemas.microsoft.com/office/drawing/2014/chart" uri="{C3380CC4-5D6E-409C-BE32-E72D297353CC}">
                <c16:uniqueId val="{00000005-0AA4-4405-B1AC-AF263C1F7A7B}"/>
              </c:ext>
            </c:extLst>
          </c:dPt>
          <c:dPt>
            <c:idx val="3"/>
            <c:invertIfNegative val="0"/>
            <c:bubble3D val="0"/>
            <c:spPr>
              <a:solidFill>
                <a:srgbClr val="F19BA2"/>
              </a:solidFill>
            </c:spPr>
            <c:extLst>
              <c:ext xmlns:c16="http://schemas.microsoft.com/office/drawing/2014/chart" uri="{C3380CC4-5D6E-409C-BE32-E72D297353CC}">
                <c16:uniqueId val="{00000007-0AA4-4405-B1AC-AF263C1F7A7B}"/>
              </c:ext>
            </c:extLst>
          </c:dPt>
          <c:dLbls>
            <c:spPr>
              <a:noFill/>
              <a:ln>
                <a:noFill/>
              </a:ln>
              <a:effectLst/>
            </c:spPr>
            <c:txPr>
              <a:bodyPr anchorCtr="1"/>
              <a:lstStyle/>
              <a:p>
                <a:pPr>
                  <a:defRPr sz="938">
                    <a:solidFill>
                      <a:srgbClr val="000000"/>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Data'!$A$2:$A$5</c:f>
              <c:strCache>
                <c:ptCount val="4"/>
                <c:pt idx="0">
                  <c:v>MLU Triton</c:v>
                </c:pt>
                <c:pt idx="1">
                  <c:v>BANG C</c:v>
                </c:pt>
                <c:pt idx="2">
                  <c:v>GPU Triton</c:v>
                </c:pt>
                <c:pt idx="3">
                  <c:v>CUDA C</c:v>
                </c:pt>
              </c:strCache>
            </c:strRef>
          </c:cat>
          <c:val>
            <c:numRef>
              <c:f>'Chart Data'!$B$2:$B$5</c:f>
              <c:numCache>
                <c:formatCode>0.00</c:formatCode>
                <c:ptCount val="4"/>
                <c:pt idx="0">
                  <c:v>1</c:v>
                </c:pt>
                <c:pt idx="1">
                  <c:v>0.01</c:v>
                </c:pt>
                <c:pt idx="2">
                  <c:v>1.43</c:v>
                </c:pt>
                <c:pt idx="3">
                  <c:v>1.45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0AA4-4405-B1AC-AF263C1F7A7B}"/>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D9D9"/>
            </a:solidFill>
          </a:ln>
        </c:spPr>
        <c:txPr>
          <a:bodyPr anchorCtr="1"/>
          <a:lstStyle/>
          <a:p>
            <a:pPr>
              <a:defRPr sz="863">
                <a:solidFill>
                  <a:srgbClr val="242424"/>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2"/>
          <c:min val="0"/>
        </c:scaling>
        <c:delete val="0"/>
        <c:axPos val="l"/>
        <c:majorGridlines>
          <c:spPr>
            <a:ln w="4763">
              <a:solidFill>
                <a:srgbClr val="D9D9D9"/>
              </a:solidFill>
            </a:ln>
          </c:spPr>
        </c:majorGridlines>
        <c:numFmt formatCode="0.00" sourceLinked="1"/>
        <c:majorTickMark val="none"/>
        <c:minorTickMark val="none"/>
        <c:tickLblPos val="nextTo"/>
        <c:spPr>
          <a:ln w="9525">
            <a:solidFill>
              <a:srgbClr val="D9D9D9"/>
            </a:solidFill>
          </a:ln>
        </c:spPr>
        <c:txPr>
          <a:bodyPr anchorCtr="1"/>
          <a:lstStyle/>
          <a:p>
            <a:pPr>
              <a:defRPr sz="900">
                <a:solidFill>
                  <a:srgbClr val="242424"/>
                </a:solidFill>
                <a:latin typeface="Arial"/>
                <a:ea typeface="Arial"/>
                <a:cs typeface="Arial"/>
              </a:defRPr>
            </a:pPr>
            <a:endParaRPr lang="zh-CN"/>
          </a:p>
        </c:txPr>
        <c:crossAx val="48650112"/>
        <c:crosses val="autoZero"/>
        <c:crossBetween val="between"/>
        <c:majorUnit val="0.5"/>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title>
      <c:tx>
        <c:rich>
          <a:bodyPr/>
          <a:lstStyle/>
          <a:p>
            <a:r>
              <a:rPr lang="en-US" sz="1275" b="1">
                <a:solidFill>
                  <a:srgbClr val="000000"/>
                </a:solidFill>
                <a:latin typeface="Arial"/>
                <a:ea typeface="Arial"/>
                <a:cs typeface="Arial"/>
              </a:rPr>
              <a:t>Softmax</a:t>
            </a:r>
          </a:p>
        </c:rich>
      </c:tx>
      <c:layout/>
      <c:overlay val="0"/>
    </c:title>
    <c:autoTitleDeleted val="0"/>
    <c:plotArea>
      <c:layout/>
      <c:barChart>
        <c:barDir val="col"/>
        <c:grouping val="clustered"/>
        <c:varyColors val="0"/>
        <c:ser>
          <c:idx val="0"/>
          <c:order val="0"/>
          <c:tx>
            <c:v>Softmax</c:v>
          </c:tx>
          <c:spPr>
            <a:solidFill>
              <a:srgbClr val="D7000F"/>
            </a:solidFill>
          </c:spPr>
          <c:invertIfNegative val="1"/>
          <c:dPt>
            <c:idx val="0"/>
            <c:invertIfNegative val="0"/>
            <c:bubble3D val="0"/>
            <c:extLst>
              <c:ext xmlns:c16="http://schemas.microsoft.com/office/drawing/2014/chart" uri="{C3380CC4-5D6E-409C-BE32-E72D297353CC}">
                <c16:uniqueId val="{00000001-AC5C-4BD9-AC7B-E1E6B8E7A955}"/>
              </c:ext>
            </c:extLst>
          </c:dPt>
          <c:dPt>
            <c:idx val="1"/>
            <c:invertIfNegative val="0"/>
            <c:bubble3D val="0"/>
            <c:spPr>
              <a:solidFill>
                <a:srgbClr val="9B9B9B"/>
              </a:solidFill>
            </c:spPr>
            <c:extLst>
              <c:ext xmlns:c16="http://schemas.microsoft.com/office/drawing/2014/chart" uri="{C3380CC4-5D6E-409C-BE32-E72D297353CC}">
                <c16:uniqueId val="{00000003-AC5C-4BD9-AC7B-E1E6B8E7A955}"/>
              </c:ext>
            </c:extLst>
          </c:dPt>
          <c:dPt>
            <c:idx val="2"/>
            <c:invertIfNegative val="0"/>
            <c:bubble3D val="0"/>
            <c:spPr>
              <a:solidFill>
                <a:srgbClr val="595959"/>
              </a:solidFill>
            </c:spPr>
            <c:extLst>
              <c:ext xmlns:c16="http://schemas.microsoft.com/office/drawing/2014/chart" uri="{C3380CC4-5D6E-409C-BE32-E72D297353CC}">
                <c16:uniqueId val="{00000005-AC5C-4BD9-AC7B-E1E6B8E7A955}"/>
              </c:ext>
            </c:extLst>
          </c:dPt>
          <c:dPt>
            <c:idx val="3"/>
            <c:invertIfNegative val="0"/>
            <c:bubble3D val="0"/>
            <c:spPr>
              <a:solidFill>
                <a:srgbClr val="F19BA2"/>
              </a:solidFill>
            </c:spPr>
            <c:extLst>
              <c:ext xmlns:c16="http://schemas.microsoft.com/office/drawing/2014/chart" uri="{C3380CC4-5D6E-409C-BE32-E72D297353CC}">
                <c16:uniqueId val="{00000007-AC5C-4BD9-AC7B-E1E6B8E7A955}"/>
              </c:ext>
            </c:extLst>
          </c:dPt>
          <c:dLbls>
            <c:spPr>
              <a:noFill/>
              <a:ln>
                <a:noFill/>
              </a:ln>
              <a:effectLst/>
            </c:spPr>
            <c:txPr>
              <a:bodyPr anchorCtr="1"/>
              <a:lstStyle/>
              <a:p>
                <a:pPr>
                  <a:defRPr sz="938">
                    <a:solidFill>
                      <a:srgbClr val="000000"/>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Data'!$A$2:$A$5</c:f>
              <c:strCache>
                <c:ptCount val="4"/>
                <c:pt idx="0">
                  <c:v>MLU Triton</c:v>
                </c:pt>
                <c:pt idx="1">
                  <c:v>BANG C</c:v>
                </c:pt>
                <c:pt idx="2">
                  <c:v>GPU Triton</c:v>
                </c:pt>
                <c:pt idx="3">
                  <c:v>CUDA C</c:v>
                </c:pt>
              </c:strCache>
            </c:strRef>
          </c:cat>
          <c:val>
            <c:numRef>
              <c:f>'Chart Data'!$B$2:$B$5</c:f>
              <c:numCache>
                <c:formatCode>0.00</c:formatCode>
                <c:ptCount val="4"/>
                <c:pt idx="0">
                  <c:v>1.23</c:v>
                </c:pt>
                <c:pt idx="1">
                  <c:v>0.05</c:v>
                </c:pt>
                <c:pt idx="2">
                  <c:v>1.06</c:v>
                </c:pt>
                <c:pt idx="3">
                  <c:v>1.06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AC5C-4BD9-AC7B-E1E6B8E7A955}"/>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D9D9"/>
            </a:solidFill>
          </a:ln>
        </c:spPr>
        <c:txPr>
          <a:bodyPr anchorCtr="1"/>
          <a:lstStyle/>
          <a:p>
            <a:pPr>
              <a:defRPr sz="863">
                <a:solidFill>
                  <a:srgbClr val="242424"/>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2"/>
          <c:min val="0"/>
        </c:scaling>
        <c:delete val="0"/>
        <c:axPos val="l"/>
        <c:majorGridlines>
          <c:spPr>
            <a:ln w="4763">
              <a:solidFill>
                <a:srgbClr val="D9D9D9"/>
              </a:solidFill>
            </a:ln>
          </c:spPr>
        </c:majorGridlines>
        <c:numFmt formatCode="0.00" sourceLinked="1"/>
        <c:majorTickMark val="none"/>
        <c:minorTickMark val="none"/>
        <c:tickLblPos val="nextTo"/>
        <c:spPr>
          <a:ln w="9525">
            <a:solidFill>
              <a:srgbClr val="D9D9D9"/>
            </a:solidFill>
          </a:ln>
        </c:spPr>
        <c:txPr>
          <a:bodyPr anchorCtr="1"/>
          <a:lstStyle/>
          <a:p>
            <a:pPr>
              <a:defRPr sz="900">
                <a:solidFill>
                  <a:srgbClr val="242424"/>
                </a:solidFill>
                <a:latin typeface="Arial"/>
                <a:ea typeface="Arial"/>
                <a:cs typeface="Arial"/>
              </a:defRPr>
            </a:pPr>
            <a:endParaRPr lang="zh-CN"/>
          </a:p>
        </c:txPr>
        <c:crossAx val="48650112"/>
        <c:crosses val="autoZero"/>
        <c:crossBetween val="between"/>
        <c:majorUnit val="0.5"/>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title>
      <c:tx>
        <c:rich>
          <a:bodyPr/>
          <a:lstStyle/>
          <a:p>
            <a:r>
              <a:rPr lang="en-US" sz="1275" b="1">
                <a:solidFill>
                  <a:srgbClr val="000000"/>
                </a:solidFill>
                <a:latin typeface="Arial"/>
                <a:ea typeface="Arial"/>
                <a:cs typeface="Arial"/>
              </a:rPr>
              <a:t>MatMul</a:t>
            </a:r>
          </a:p>
        </c:rich>
      </c:tx>
      <c:layout/>
      <c:overlay val="0"/>
    </c:title>
    <c:autoTitleDeleted val="0"/>
    <c:plotArea>
      <c:layout/>
      <c:barChart>
        <c:barDir val="col"/>
        <c:grouping val="clustered"/>
        <c:varyColors val="0"/>
        <c:ser>
          <c:idx val="0"/>
          <c:order val="0"/>
          <c:tx>
            <c:v>MatMul</c:v>
          </c:tx>
          <c:spPr>
            <a:solidFill>
              <a:srgbClr val="D7000F"/>
            </a:solidFill>
          </c:spPr>
          <c:invertIfNegative val="1"/>
          <c:dPt>
            <c:idx val="0"/>
            <c:invertIfNegative val="0"/>
            <c:bubble3D val="0"/>
            <c:extLst>
              <c:ext xmlns:c16="http://schemas.microsoft.com/office/drawing/2014/chart" uri="{C3380CC4-5D6E-409C-BE32-E72D297353CC}">
                <c16:uniqueId val="{00000001-3D84-4133-A106-AB711B495571}"/>
              </c:ext>
            </c:extLst>
          </c:dPt>
          <c:dPt>
            <c:idx val="1"/>
            <c:invertIfNegative val="0"/>
            <c:bubble3D val="0"/>
            <c:spPr>
              <a:solidFill>
                <a:srgbClr val="9B9B9B"/>
              </a:solidFill>
            </c:spPr>
            <c:extLst>
              <c:ext xmlns:c16="http://schemas.microsoft.com/office/drawing/2014/chart" uri="{C3380CC4-5D6E-409C-BE32-E72D297353CC}">
                <c16:uniqueId val="{00000003-3D84-4133-A106-AB711B495571}"/>
              </c:ext>
            </c:extLst>
          </c:dPt>
          <c:dPt>
            <c:idx val="2"/>
            <c:invertIfNegative val="0"/>
            <c:bubble3D val="0"/>
            <c:spPr>
              <a:solidFill>
                <a:srgbClr val="595959"/>
              </a:solidFill>
            </c:spPr>
            <c:extLst>
              <c:ext xmlns:c16="http://schemas.microsoft.com/office/drawing/2014/chart" uri="{C3380CC4-5D6E-409C-BE32-E72D297353CC}">
                <c16:uniqueId val="{00000005-3D84-4133-A106-AB711B495571}"/>
              </c:ext>
            </c:extLst>
          </c:dPt>
          <c:dPt>
            <c:idx val="3"/>
            <c:invertIfNegative val="0"/>
            <c:bubble3D val="0"/>
            <c:spPr>
              <a:solidFill>
                <a:srgbClr val="F19BA2"/>
              </a:solidFill>
            </c:spPr>
            <c:extLst>
              <c:ext xmlns:c16="http://schemas.microsoft.com/office/drawing/2014/chart" uri="{C3380CC4-5D6E-409C-BE32-E72D297353CC}">
                <c16:uniqueId val="{00000007-3D84-4133-A106-AB711B495571}"/>
              </c:ext>
            </c:extLst>
          </c:dPt>
          <c:dLbls>
            <c:spPr>
              <a:noFill/>
              <a:ln>
                <a:noFill/>
              </a:ln>
              <a:effectLst/>
            </c:spPr>
            <c:txPr>
              <a:bodyPr anchorCtr="1"/>
              <a:lstStyle/>
              <a:p>
                <a:pPr>
                  <a:defRPr sz="938">
                    <a:solidFill>
                      <a:srgbClr val="000000"/>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Data'!$A$2:$A$5</c:f>
              <c:strCache>
                <c:ptCount val="4"/>
                <c:pt idx="0">
                  <c:v>MLU Triton</c:v>
                </c:pt>
                <c:pt idx="1">
                  <c:v>BANG C</c:v>
                </c:pt>
                <c:pt idx="2">
                  <c:v>GPU Triton</c:v>
                </c:pt>
                <c:pt idx="3">
                  <c:v>CUDA C</c:v>
                </c:pt>
              </c:strCache>
            </c:strRef>
          </c:cat>
          <c:val>
            <c:numRef>
              <c:f>'Chart Data'!$B$2:$B$5</c:f>
              <c:numCache>
                <c:formatCode>0.00</c:formatCode>
                <c:ptCount val="4"/>
                <c:pt idx="0">
                  <c:v>0.45</c:v>
                </c:pt>
                <c:pt idx="1">
                  <c:v>0.33</c:v>
                </c:pt>
                <c:pt idx="2">
                  <c:v>0.53</c:v>
                </c:pt>
                <c:pt idx="3">
                  <c:v>0.33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3D84-4133-A106-AB711B495571}"/>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D9D9"/>
            </a:solidFill>
          </a:ln>
        </c:spPr>
        <c:txPr>
          <a:bodyPr anchorCtr="1"/>
          <a:lstStyle/>
          <a:p>
            <a:pPr>
              <a:defRPr sz="863">
                <a:solidFill>
                  <a:srgbClr val="242424"/>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2"/>
          <c:min val="0"/>
        </c:scaling>
        <c:delete val="0"/>
        <c:axPos val="l"/>
        <c:majorGridlines>
          <c:spPr>
            <a:ln w="4763">
              <a:solidFill>
                <a:srgbClr val="D9D9D9"/>
              </a:solidFill>
            </a:ln>
          </c:spPr>
        </c:majorGridlines>
        <c:numFmt formatCode="0.00" sourceLinked="1"/>
        <c:majorTickMark val="none"/>
        <c:minorTickMark val="none"/>
        <c:tickLblPos val="nextTo"/>
        <c:spPr>
          <a:ln w="9525">
            <a:solidFill>
              <a:srgbClr val="D9D9D9"/>
            </a:solidFill>
          </a:ln>
        </c:spPr>
        <c:txPr>
          <a:bodyPr anchorCtr="1"/>
          <a:lstStyle/>
          <a:p>
            <a:pPr>
              <a:defRPr sz="900">
                <a:solidFill>
                  <a:srgbClr val="242424"/>
                </a:solidFill>
                <a:latin typeface="Arial"/>
                <a:ea typeface="Arial"/>
                <a:cs typeface="Arial"/>
              </a:defRPr>
            </a:pPr>
            <a:endParaRPr lang="zh-CN"/>
          </a:p>
        </c:txPr>
        <c:crossAx val="48650112"/>
        <c:crosses val="autoZero"/>
        <c:crossBetween val="between"/>
        <c:majorUnit val="0.5"/>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LayerNorm</c:v>
          </c:tx>
          <c:spPr>
            <a:solidFill>
              <a:srgbClr val="D7000F"/>
            </a:solidFill>
          </c:spPr>
          <c:invertIfNegative val="1"/>
          <c:dLbls>
            <c:spPr>
              <a:noFill/>
              <a:ln>
                <a:noFill/>
              </a:ln>
              <a:effectLst/>
            </c:spPr>
            <c:txPr>
              <a:bodyPr anchorCtr="1"/>
              <a:lstStyle/>
              <a:p>
                <a:pPr>
                  <a:defRPr sz="938">
                    <a:solidFill>
                      <a:srgbClr val="000000"/>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Data'!$A$2:$A$5</c:f>
              <c:strCache>
                <c:ptCount val="4"/>
                <c:pt idx="0">
                  <c:v>MLU Triton</c:v>
                </c:pt>
                <c:pt idx="1">
                  <c:v>BANG C</c:v>
                </c:pt>
                <c:pt idx="2">
                  <c:v>GPU Triton</c:v>
                </c:pt>
                <c:pt idx="3">
                  <c:v>CUDA C</c:v>
                </c:pt>
              </c:strCache>
            </c:strRef>
          </c:cat>
          <c:val>
            <c:numRef>
              <c:f>'Chart Data'!$B$2:$B$5</c:f>
              <c:numCache>
                <c:formatCode>0.0</c:formatCode>
                <c:ptCount val="4"/>
                <c:pt idx="0">
                  <c:v>1</c:v>
                </c:pt>
                <c:pt idx="1">
                  <c:v>3.5</c:v>
                </c:pt>
                <c:pt idx="2">
                  <c:v>0.8</c:v>
                </c:pt>
                <c:pt idx="3">
                  <c:v>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36-418B-8CFB-10AFD841DEC9}"/>
            </c:ext>
          </c:extLst>
        </c:ser>
        <c:ser>
          <c:idx val="1"/>
          <c:order val="1"/>
          <c:tx>
            <c:v>Softmax</c:v>
          </c:tx>
          <c:spPr>
            <a:solidFill>
              <a:srgbClr val="777777"/>
            </a:solidFill>
          </c:spPr>
          <c:invertIfNegative val="1"/>
          <c:dLbls>
            <c:spPr>
              <a:noFill/>
              <a:ln>
                <a:noFill/>
              </a:ln>
              <a:effectLst/>
            </c:spPr>
            <c:txPr>
              <a:bodyPr anchorCtr="1"/>
              <a:lstStyle/>
              <a:p>
                <a:pPr>
                  <a:defRPr sz="938">
                    <a:solidFill>
                      <a:srgbClr val="000000"/>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Data'!$C$2:$C$5</c:f>
              <c:strCache>
                <c:ptCount val="4"/>
                <c:pt idx="0">
                  <c:v>MLU Triton</c:v>
                </c:pt>
                <c:pt idx="1">
                  <c:v>BANG C</c:v>
                </c:pt>
                <c:pt idx="2">
                  <c:v>GPU Triton</c:v>
                </c:pt>
                <c:pt idx="3">
                  <c:v>CUDA C</c:v>
                </c:pt>
              </c:strCache>
            </c:strRef>
          </c:cat>
          <c:val>
            <c:numRef>
              <c:f>'Chart Data'!$D$2:$D$5</c:f>
              <c:numCache>
                <c:formatCode>0.0</c:formatCode>
                <c:ptCount val="4"/>
                <c:pt idx="0">
                  <c:v>1.2</c:v>
                </c:pt>
                <c:pt idx="1">
                  <c:v>3.2</c:v>
                </c:pt>
                <c:pt idx="2">
                  <c:v>1</c:v>
                </c:pt>
                <c:pt idx="3">
                  <c:v>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7136-418B-8CFB-10AFD841DEC9}"/>
            </c:ext>
          </c:extLst>
        </c:ser>
        <c:ser>
          <c:idx val="2"/>
          <c:order val="2"/>
          <c:tx>
            <c:v>MatMul</c:v>
          </c:tx>
          <c:spPr>
            <a:solidFill>
              <a:srgbClr val="F19BA2"/>
            </a:solidFill>
          </c:spPr>
          <c:invertIfNegative val="1"/>
          <c:dLbls>
            <c:spPr>
              <a:noFill/>
              <a:ln>
                <a:noFill/>
              </a:ln>
              <a:effectLst/>
            </c:spPr>
            <c:txPr>
              <a:bodyPr anchorCtr="1"/>
              <a:lstStyle/>
              <a:p>
                <a:pPr>
                  <a:defRPr sz="938">
                    <a:solidFill>
                      <a:srgbClr val="000000"/>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'Chart Data'!$E$2:$E$5</c:f>
              <c:strCache>
                <c:ptCount val="4"/>
                <c:pt idx="0">
                  <c:v>MLU Triton</c:v>
                </c:pt>
                <c:pt idx="1">
                  <c:v>BANG C</c:v>
                </c:pt>
                <c:pt idx="2">
                  <c:v>GPU Triton</c:v>
                </c:pt>
                <c:pt idx="3">
                  <c:v>CUDA C</c:v>
                </c:pt>
              </c:strCache>
            </c:strRef>
          </c:cat>
          <c:val>
            <c:numRef>
              <c:f>'Chart Data'!$F$2:$F$5</c:f>
              <c:numCache>
                <c:formatCode>0.0</c:formatCode>
                <c:ptCount val="4"/>
                <c:pt idx="0">
                  <c:v>1.8</c:v>
                </c:pt>
                <c:pt idx="1">
                  <c:v>4</c:v>
                </c:pt>
                <c:pt idx="2">
                  <c:v>1.6</c:v>
                </c:pt>
                <c:pt idx="3">
                  <c:v>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7136-418B-8CFB-10AFD841DEC9}"/>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D9D9"/>
            </a:solidFill>
          </a:ln>
        </c:spPr>
        <c:txPr>
          <a:bodyPr anchorCtr="1"/>
          <a:lstStyle/>
          <a:p>
            <a:pPr>
              <a:defRPr sz="863">
                <a:solidFill>
                  <a:srgbClr val="242424"/>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4.5"/>
          <c:min val="0"/>
        </c:scaling>
        <c:delete val="0"/>
        <c:axPos val="l"/>
        <c:majorGridlines>
          <c:spPr>
            <a:ln w="4763">
              <a:solidFill>
                <a:srgbClr val="D9D9D9"/>
              </a:solidFill>
            </a:ln>
          </c:spPr>
        </c:majorGridlines>
        <c:numFmt formatCode="0.0" sourceLinked="1"/>
        <c:majorTickMark val="none"/>
        <c:minorTickMark val="none"/>
        <c:tickLblPos val="nextTo"/>
        <c:spPr>
          <a:ln w="9525">
            <a:solidFill>
              <a:srgbClr val="D9D9D9"/>
            </a:solidFill>
          </a:ln>
        </c:spPr>
        <c:txPr>
          <a:bodyPr anchorCtr="1"/>
          <a:lstStyle/>
          <a:p>
            <a:pPr>
              <a:defRPr sz="900">
                <a:solidFill>
                  <a:srgbClr val="242424"/>
                </a:solidFill>
                <a:latin typeface="Arial"/>
                <a:ea typeface="Arial"/>
                <a:cs typeface="Arial"/>
              </a:defRPr>
            </a:pPr>
            <a:endParaRPr lang="zh-CN"/>
          </a:p>
        </c:txPr>
        <c:crossAx val="48650112"/>
        <c:crosses val="autoZero"/>
        <c:crossBetween val="between"/>
        <c:majorUnit val="1"/>
      </c:valAx>
      <c:spPr>
        <a:solidFill>
          <a:srgbClr val="FFFFFF"/>
        </a:solidFill>
      </c:spPr>
    </c:plotArea>
    <c:legend>
      <c:legendPos val="t"/>
      <c:layout/>
      <c:overlay val="0"/>
      <c:txPr>
        <a:bodyPr anchorCtr="1"/>
        <a:lstStyle/>
        <a:p>
          <a:pPr>
            <a:defRPr sz="975">
              <a:solidFill>
                <a:srgbClr val="242424"/>
              </a:solidFill>
              <a:latin typeface="Arial"/>
              <a:ea typeface="Arial"/>
              <a:cs typeface="Arial"/>
            </a:defRPr>
          </a:pPr>
          <a:endParaRPr lang="zh-CN"/>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1E732A-CD46-4F2B-AECD-8E8B1A877803}" type="datetimeFigureOut">
              <a:rPr lang="zh-CN" altLang="en-US" smtClean="0"/>
              <a:t>2026/9/16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0F7BE-16CD-4F2A-A360-0B281A81F73F}" type="slidenum">
              <a:rPr lang="zh-CN" altLang="en-US" smtClean="0"/>
              <a:t>‹#›</a:t>
            </a:fld>
            <a:endParaRPr lang="zh-CN" altLang="en-US"/>
          </a:p>
        </p:txBody>
      </p:sp>
    </p:spTree>
    <p:extLst>
      <p:ext uri="{BB962C8B-B14F-4D97-AF65-F5344CB8AC3E}">
        <p14:creationId xmlns:p14="http://schemas.microsoft.com/office/powerpoint/2010/main" val="3075424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solidFill>
                  <a:srgbClr val="000000"/>
                </a:solidFill>
                <a:effectLst/>
                <a:latin typeface="Calibri" panose="020F0502020204030204" pitchFamily="34" charset="0"/>
                <a:ea typeface="微软雅黑" panose="020B0503020204020204" pitchFamily="34" charset="-122"/>
              </a:rPr>
              <a:t>各位领导、各位</a:t>
            </a:r>
            <a:r>
              <a:rPr lang="zh-CN" altLang="en-US" sz="1800" dirty="0">
                <a:solidFill>
                  <a:srgbClr val="000000"/>
                </a:solidFill>
                <a:effectLst/>
                <a:latin typeface="Calibri" panose="020F0502020204030204" pitchFamily="34" charset="0"/>
                <a:ea typeface="微软雅黑" panose="020B0503020204020204" pitchFamily="34" charset="-122"/>
              </a:rPr>
              <a:t>主管、带教</a:t>
            </a:r>
            <a:r>
              <a:rPr lang="zh-CN" altLang="zh-CN" sz="1800" dirty="0">
                <a:solidFill>
                  <a:srgbClr val="000000"/>
                </a:solidFill>
                <a:effectLst/>
                <a:latin typeface="Calibri" panose="020F0502020204030204" pitchFamily="34" charset="0"/>
                <a:ea typeface="微软雅黑" panose="020B0503020204020204" pitchFamily="34" charset="-122"/>
              </a:rPr>
              <a:t>，</a:t>
            </a:r>
            <a:r>
              <a:rPr lang="zh-CN" altLang="en-US" sz="1800" dirty="0">
                <a:solidFill>
                  <a:srgbClr val="000000"/>
                </a:solidFill>
                <a:effectLst/>
                <a:latin typeface="Calibri" panose="020F0502020204030204" pitchFamily="34" charset="0"/>
                <a:ea typeface="微软雅黑" panose="020B0503020204020204" pitchFamily="34" charset="-122"/>
              </a:rPr>
              <a:t>大家上午好</a:t>
            </a:r>
            <a:r>
              <a:rPr lang="zh-CN" altLang="zh-CN" sz="1800" dirty="0">
                <a:solidFill>
                  <a:srgbClr val="000000"/>
                </a:solidFill>
                <a:effectLst/>
                <a:latin typeface="Calibri" panose="020F0502020204030204" pitchFamily="34" charset="0"/>
                <a:ea typeface="微软雅黑" panose="020B0503020204020204" pitchFamily="34" charset="-122"/>
              </a:rPr>
              <a:t>。我</a:t>
            </a:r>
            <a:r>
              <a:rPr lang="zh-CN" altLang="en-US" sz="1800" dirty="0">
                <a:solidFill>
                  <a:srgbClr val="000000"/>
                </a:solidFill>
                <a:effectLst/>
                <a:latin typeface="Calibri" panose="020F0502020204030204" pitchFamily="34" charset="0"/>
                <a:ea typeface="微软雅黑" panose="020B0503020204020204" pitchFamily="34" charset="-122"/>
              </a:rPr>
              <a:t>叫</a:t>
            </a:r>
            <a:r>
              <a:rPr lang="zh-CN" altLang="zh-CN" sz="1800" dirty="0">
                <a:solidFill>
                  <a:srgbClr val="000000"/>
                </a:solidFill>
                <a:effectLst/>
                <a:latin typeface="Calibri" panose="020F0502020204030204" pitchFamily="34" charset="0"/>
                <a:ea typeface="微软雅黑" panose="020B0503020204020204" pitchFamily="34" charset="-122"/>
              </a:rPr>
              <a:t>强树浩。下面由我汇报在机芯一体机组实习期间的阶段工作、个人成长以及后续安排。</a:t>
            </a:r>
          </a:p>
          <a:p>
            <a:endParaRPr lang="zh-CN" altLang="en-US" dirty="0"/>
          </a:p>
        </p:txBody>
      </p:sp>
      <p:sp>
        <p:nvSpPr>
          <p:cNvPr id="4" name="灯片编号占位符 3"/>
          <p:cNvSpPr>
            <a:spLocks noGrp="1"/>
          </p:cNvSpPr>
          <p:nvPr>
            <p:ph type="sldNum" sz="quarter" idx="5"/>
          </p:nvPr>
        </p:nvSpPr>
        <p:spPr/>
        <p:txBody>
          <a:bodyPr/>
          <a:lstStyle/>
          <a:p>
            <a:fld id="{2FB0F7BE-16CD-4F2A-A360-0B281A81F73F}" type="slidenum">
              <a:rPr lang="zh-CN" altLang="en-US" smtClean="0"/>
              <a:t>1</a:t>
            </a:fld>
            <a:endParaRPr lang="zh-CN" altLang="en-US"/>
          </a:p>
        </p:txBody>
      </p:sp>
    </p:spTree>
    <p:extLst>
      <p:ext uri="{BB962C8B-B14F-4D97-AF65-F5344CB8AC3E}">
        <p14:creationId xmlns:p14="http://schemas.microsoft.com/office/powerpoint/2010/main" val="2262377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spcAft>
                <a:spcPts val="600"/>
              </a:spcAft>
            </a:pPr>
            <a:r>
              <a:rPr lang="zh-CN" altLang="zh-CN" sz="1800" dirty="0">
                <a:solidFill>
                  <a:srgbClr val="000000"/>
                </a:solidFill>
                <a:effectLst/>
                <a:latin typeface="Calibri" panose="020F0502020204030204" pitchFamily="34" charset="0"/>
                <a:ea typeface="微软雅黑" panose="020B0503020204020204" pitchFamily="34" charset="-122"/>
              </a:rPr>
              <a:t>我来自沈阳工业大学，目前为控制工程专业硕士研究生。自2026年7月1日起，我在机芯一体机组资源开发3组实习，岗位是嵌入式软件开发工程师。</a:t>
            </a:r>
          </a:p>
          <a:p>
            <a:pPr>
              <a:lnSpc>
                <a:spcPct val="125000"/>
              </a:lnSpc>
              <a:spcAft>
                <a:spcPts val="600"/>
              </a:spcAft>
            </a:pPr>
            <a:r>
              <a:rPr lang="zh-CN" altLang="zh-CN" sz="1800" dirty="0">
                <a:solidFill>
                  <a:srgbClr val="000000"/>
                </a:solidFill>
                <a:effectLst/>
                <a:latin typeface="Calibri" panose="020F0502020204030204" pitchFamily="34" charset="0"/>
                <a:ea typeface="微软雅黑" panose="020B0503020204020204" pitchFamily="34" charset="-122"/>
              </a:rPr>
              <a:t>实习工作主要围绕机芯一体机曲线业务展开，可以概括为三类：第一，Flash 数据异常排查；第二，校曲线实验数据处理和镜头数据采集；第三，根据实际业务需求开发配套上位机工具。</a:t>
            </a:r>
          </a:p>
          <a:p>
            <a:pPr>
              <a:lnSpc>
                <a:spcPct val="125000"/>
              </a:lnSpc>
              <a:spcAft>
                <a:spcPts val="600"/>
              </a:spcAft>
            </a:pPr>
            <a:r>
              <a:rPr lang="zh-CN" altLang="en-US" sz="1800" dirty="0">
                <a:solidFill>
                  <a:srgbClr val="000000"/>
                </a:solidFill>
                <a:effectLst/>
                <a:latin typeface="Calibri" panose="020F0502020204030204" pitchFamily="34" charset="0"/>
                <a:ea typeface="微软雅黑" panose="020B0503020204020204" pitchFamily="34" charset="-122"/>
              </a:rPr>
              <a:t>在实习期间</a:t>
            </a:r>
            <a:r>
              <a:rPr lang="zh-CN" altLang="zh-CN" sz="1800" dirty="0">
                <a:solidFill>
                  <a:srgbClr val="000000"/>
                </a:solidFill>
                <a:effectLst/>
                <a:latin typeface="Calibri" panose="020F0502020204030204" pitchFamily="34" charset="0"/>
                <a:ea typeface="微软雅黑" panose="020B0503020204020204" pitchFamily="34" charset="-122"/>
              </a:rPr>
              <a:t>，我完成了 Flash 异常的定位和原因分析；把镜头训练数据采集由人工操作推进为基于真实电机坐标回读验证的自动流程；并开发</a:t>
            </a:r>
            <a:r>
              <a:rPr lang="zh-CN" altLang="en-US" sz="1800" dirty="0">
                <a:solidFill>
                  <a:srgbClr val="000000"/>
                </a:solidFill>
                <a:effectLst/>
                <a:latin typeface="Calibri" panose="020F0502020204030204" pitchFamily="34" charset="0"/>
                <a:ea typeface="微软雅黑" panose="020B0503020204020204" pitchFamily="34" charset="-122"/>
              </a:rPr>
              <a:t>和</a:t>
            </a:r>
            <a:r>
              <a:rPr lang="zh-CN" altLang="zh-CN" sz="1800" dirty="0">
                <a:solidFill>
                  <a:srgbClr val="000000"/>
                </a:solidFill>
                <a:effectLst/>
                <a:latin typeface="Calibri" panose="020F0502020204030204" pitchFamily="34" charset="0"/>
                <a:ea typeface="微软雅黑" panose="020B0503020204020204" pitchFamily="34" charset="-122"/>
              </a:rPr>
              <a:t>推进了实验数据处理、曲线可视化以及多马达镜头坐标建模工具。其中第五项任务仍处于在研阶段，后面我会明确说明当前进度和未完成部分。</a:t>
            </a:r>
          </a:p>
          <a:p>
            <a:endParaRPr lang="zh-CN" altLang="en-US" dirty="0"/>
          </a:p>
        </p:txBody>
      </p:sp>
      <p:sp>
        <p:nvSpPr>
          <p:cNvPr id="4" name="灯片编号占位符 3"/>
          <p:cNvSpPr>
            <a:spLocks noGrp="1"/>
          </p:cNvSpPr>
          <p:nvPr>
            <p:ph type="sldNum" sz="quarter" idx="5"/>
          </p:nvPr>
        </p:nvSpPr>
        <p:spPr/>
        <p:txBody>
          <a:bodyPr/>
          <a:lstStyle/>
          <a:p>
            <a:fld id="{2FB0F7BE-16CD-4F2A-A360-0B281A81F73F}" type="slidenum">
              <a:rPr lang="zh-CN" altLang="en-US" smtClean="0"/>
              <a:t>2</a:t>
            </a:fld>
            <a:endParaRPr lang="zh-CN" altLang="en-US"/>
          </a:p>
        </p:txBody>
      </p:sp>
    </p:spTree>
    <p:extLst>
      <p:ext uri="{BB962C8B-B14F-4D97-AF65-F5344CB8AC3E}">
        <p14:creationId xmlns:p14="http://schemas.microsoft.com/office/powerpoint/2010/main" val="636705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solidFill>
                  <a:srgbClr val="000000"/>
                </a:solidFill>
                <a:effectLst/>
                <a:latin typeface="Calibri" panose="020F0502020204030204" pitchFamily="34" charset="0"/>
                <a:ea typeface="微软雅黑" panose="020B0503020204020204" pitchFamily="34" charset="-122"/>
              </a:rPr>
              <a:t>本次汇报分为三部分：首先汇报五项阶段工作任务；然后总结个人发展与收获；最后说明下一阶段的工作安排。</a:t>
            </a:r>
          </a:p>
          <a:p>
            <a:endParaRPr lang="zh-CN" altLang="en-US" dirty="0"/>
          </a:p>
        </p:txBody>
      </p:sp>
      <p:sp>
        <p:nvSpPr>
          <p:cNvPr id="4" name="灯片编号占位符 3"/>
          <p:cNvSpPr>
            <a:spLocks noGrp="1"/>
          </p:cNvSpPr>
          <p:nvPr>
            <p:ph type="sldNum" sz="quarter" idx="5"/>
          </p:nvPr>
        </p:nvSpPr>
        <p:spPr/>
        <p:txBody>
          <a:bodyPr/>
          <a:lstStyle/>
          <a:p>
            <a:fld id="{2FB0F7BE-16CD-4F2A-A360-0B281A81F73F}" type="slidenum">
              <a:rPr lang="zh-CN" altLang="en-US" smtClean="0"/>
              <a:t>3</a:t>
            </a:fld>
            <a:endParaRPr lang="zh-CN" altLang="en-US"/>
          </a:p>
        </p:txBody>
      </p:sp>
    </p:spTree>
    <p:extLst>
      <p:ext uri="{BB962C8B-B14F-4D97-AF65-F5344CB8AC3E}">
        <p14:creationId xmlns:p14="http://schemas.microsoft.com/office/powerpoint/2010/main" val="2535908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始版本重点解决“能否稳定做出来”，已经具备需求输入、Main、Code-Gen、Code-Review、Optimize、Kernel交付流程。新版优化保留主流程，改进知识共享、上下文组织、策略选择、验证分层、阶段缓存及平台迁移。原材料未给出成本和性能的实测数值，本汇报中的效率收益为方案目标与定性说明。</a:t>
            </a:r>
          </a:p>
          <a:p>
            <a:endParaRPr/>
          </a:p>
          <a:p>
            <a:r>
              <a:t>来源：用户提供《寒武纪Skill优化汇报_六页合并版.pptx》。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58117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旧版平台知识散落在 Code-Gen、Review、Optimize 的 primitive、rules、hardware、profiler 等资料中，导致同一知识多处维护、Agent 重复加载，迁移时需要逐个 Skill 修改。新版通过 Shared Layer 统一管理。</a:t>
            </a:r>
          </a:p>
          <a:p>
            <a:r>
              <a:t>共享资料：primitives.md（算子语义）、platform-rules.md（平台规则）、hardware.md（硬件说明）、profiler.md（性能采集）、optimization.md（优化策略）。</a:t>
            </a:r>
          </a:p>
          <a:p>
            <a:r>
              <a:t>Case 1 原图给出的路径为 share/mlu/references/primitives.md，架构图目录名为 shared/mlu，页面分别保留原材料的命名，实施时应统一。</a:t>
            </a:r>
          </a:p>
          <a:p>
            <a:r>
              <a:t>知识只维护一次、按需加载一次是目标，实际缓存及会话边界需在实现中保障。</a:t>
            </a:r>
          </a:p>
          <a:p>
            <a:endParaRPr/>
          </a:p>
          <a:p>
            <a:r>
              <a:t>来源：用户提供《寒武纪Skill优化汇报_六页合并版.pptx》。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98646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每个子步骤都需要重新读取资料 和理解上下文，一个子步骤中，读取理解资料的时间比实际工作的时间还长。</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12086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每一次都要加载上下文和 资料加载的开销。</a:t>
            </a:r>
            <a:endParaRPr lang="en-US" altLang="zh-CN" dirty="0" smtClean="0"/>
          </a:p>
          <a:p>
            <a:r>
              <a:rPr lang="zh-CN" altLang="en-US" dirty="0" smtClean="0"/>
              <a:t>只排除确定用不了的优化</a:t>
            </a:r>
            <a:endParaRPr lang="en-US" altLang="zh-CN" dirty="0" smtClean="0"/>
          </a:p>
          <a:p>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21171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L1检查文件结构和基础规范：Markdown、Python语法、JSON格式、引用与路径合法性、必需文件完整性。</a:t>
            </a:r>
          </a:p>
          <a:p>
            <a:r>
              <a:t>L2验证Skill行为：Routing、Mode Switch、Budget、State Machine、Cache命中与失效、Resume断点续跑、路径穿越防护、错误分类和Regression回归测试。</a:t>
            </a:r>
          </a:p>
          <a:p>
            <a:r>
              <a:t>L3在真实硬件环境执行Compile/Run、Accuracy、Benchmark、Profiler，以及硬件和工具链绑定验证，检查算子全流程能力。</a:t>
            </a:r>
          </a:p>
          <a:p>
            <a:r>
              <a:t>四类修改的建议验证范围及预期耗时完全沿用原材料。流程按修改范围选择累加验证层级，不能将文档变更与架构变更同等处理。</a:t>
            </a:r>
          </a:p>
          <a:p>
            <a:endParaRPr/>
          </a:p>
          <a:p>
            <a:r>
              <a:t>来源：用户提供《寒武纪Skill优化汇报_六页合并版.pptx》。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4389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每阶段产物都可供后续管理、查询及复用。Requirement记录可选需求文档与约束，Design记录算子语义、Shape、Axis、Mapping，Build记录Kernel、Wrapper、Test，Review记录Correctness与Fix Record，Optimize记录Benchmark、Profile与Best Config。</a:t>
            </a:r>
          </a:p>
          <a:p>
            <a:r>
              <a:t>Artifact Card字段包括Input、Fingerprint（输入/源码/规则版本摘要）、Output、Status及Validation &amp; Reuse（L1/L2/L3状态及Can Reuse/Need Rebuild）。分层验证决定验证多深，Artifact决定从哪里继续。</a:t>
            </a:r>
          </a:p>
          <a:p>
            <a:r>
              <a:t>在Design、Build成功而Review失败的例子中，原流程重新从头执行造成重复，使用有效Artifact后可命中前序缓存并从Review继续。仅修改Review Rule且不影响前序结果时，Design与Build仍可Reuse，Review与Optimize失效，直接从Review恢复。复用必须以Fingerprint和依赖有效性为依据。</a:t>
            </a:r>
          </a:p>
          <a:p>
            <a:endParaRPr/>
          </a:p>
          <a:p>
            <a:r>
              <a:t>来源：用户提供图片 ee4d9486-f883-4741-89af-c56a69cf740d.png。</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390709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spcAft>
                <a:spcPts val="600"/>
              </a:spcAft>
            </a:pPr>
            <a:r>
              <a:rPr lang="zh-CN" altLang="zh-CN" sz="1800" dirty="0">
                <a:solidFill>
                  <a:srgbClr val="000000"/>
                </a:solidFill>
                <a:effectLst/>
                <a:latin typeface="Calibri" panose="020F0502020204030204" pitchFamily="34" charset="0"/>
                <a:ea typeface="微软雅黑" panose="020B0503020204020204" pitchFamily="34" charset="-122"/>
              </a:rPr>
              <a:t>第二项任务是激光测距辅助无人机聚焦实验。我主要参与无人机飞行与不同距离条件下的数据采集，以及后续视频、测距日志和图像的整理。实验同时获得海康视频录像和激光测距终端日志，后续要根据有效测距数据找到对应时刻的视频画面，提取 UAV 图像用于整理和对比。</a:t>
            </a:r>
          </a:p>
          <a:p>
            <a:pPr>
              <a:lnSpc>
                <a:spcPct val="125000"/>
              </a:lnSpc>
              <a:spcAft>
                <a:spcPts val="600"/>
              </a:spcAft>
            </a:pPr>
            <a:r>
              <a:rPr lang="zh-CN" altLang="zh-CN" sz="1800" dirty="0">
                <a:solidFill>
                  <a:srgbClr val="000000"/>
                </a:solidFill>
                <a:effectLst/>
                <a:latin typeface="Calibri" panose="020F0502020204030204" pitchFamily="34" charset="0"/>
                <a:ea typeface="微软雅黑" panose="020B0503020204020204" pitchFamily="34" charset="-122"/>
              </a:rPr>
              <a:t>原始流程需要先查看日志、筛选有效数据，再到 VSPlayer 中人工定位画面、逐张截图和命名，最后通过 PPT 设置透明色完成叠加。实际使用中有三个问题：日志与视频时间需要人工对应；有效数据较多时取帧操作重复；天空背景变化使 PPT 透明色效果不稳定。</a:t>
            </a:r>
          </a:p>
          <a:p>
            <a:pPr>
              <a:lnSpc>
                <a:spcPct val="125000"/>
              </a:lnSpc>
              <a:spcAft>
                <a:spcPts val="600"/>
              </a:spcAft>
            </a:pPr>
            <a:r>
              <a:rPr lang="zh-CN" altLang="zh-CN" sz="1800" dirty="0">
                <a:solidFill>
                  <a:srgbClr val="000000"/>
                </a:solidFill>
                <a:effectLst/>
                <a:latin typeface="Calibri" panose="020F0502020204030204" pitchFamily="34" charset="0"/>
                <a:ea typeface="微软雅黑" panose="020B0503020204020204" pitchFamily="34" charset="-122"/>
              </a:rPr>
              <a:t>因此，我针对数据后处理环节开发了两套辅助上位机：一套完成视频与日志的自动对时、取帧和统一命名；另一套完成 UAV 背景透明化的批量处理。它们没有改变原有实验方案，主要是把重复的后处理步骤做成规范化工具，减少人工操作并提高数据对应的准确性。</a:t>
            </a:r>
          </a:p>
          <a:p>
            <a:endParaRPr lang="zh-CN" altLang="en-US" dirty="0"/>
          </a:p>
        </p:txBody>
      </p:sp>
      <p:sp>
        <p:nvSpPr>
          <p:cNvPr id="4" name="灯片编号占位符 3"/>
          <p:cNvSpPr>
            <a:spLocks noGrp="1"/>
          </p:cNvSpPr>
          <p:nvPr>
            <p:ph type="sldNum" sz="quarter" idx="5"/>
          </p:nvPr>
        </p:nvSpPr>
        <p:spPr/>
        <p:txBody>
          <a:bodyPr/>
          <a:lstStyle/>
          <a:p>
            <a:fld id="{2FB0F7BE-16CD-4F2A-A360-0B281A81F73F}" type="slidenum">
              <a:rPr lang="zh-CN" altLang="en-US" smtClean="0"/>
              <a:t>10</a:t>
            </a:fld>
            <a:endParaRPr lang="zh-CN" altLang="en-US"/>
          </a:p>
        </p:txBody>
      </p:sp>
    </p:spTree>
    <p:extLst>
      <p:ext uri="{BB962C8B-B14F-4D97-AF65-F5344CB8AC3E}">
        <p14:creationId xmlns:p14="http://schemas.microsoft.com/office/powerpoint/2010/main" val="1262238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spcAft>
                <a:spcPts val="600"/>
              </a:spcAft>
            </a:pPr>
            <a:r>
              <a:rPr lang="zh-CN" altLang="zh-CN" sz="1800" dirty="0">
                <a:solidFill>
                  <a:srgbClr val="000000"/>
                </a:solidFill>
                <a:effectLst/>
                <a:latin typeface="Calibri" panose="020F0502020204030204" pitchFamily="34" charset="0"/>
                <a:ea typeface="微软雅黑" panose="020B0503020204020204" pitchFamily="34" charset="-122"/>
              </a:rPr>
              <a:t>第二项任务是激光测距辅助无人机聚焦实验。我主要参与无人机飞行与不同距离条件下的数据采集，以及后续视频、测距日志和图像的整理。实验同时获得海康视频录像和激光测距终端日志，后续要根据有效测距数据找到对应时刻的视频画面，提取 UAV 图像用于整理和对比。</a:t>
            </a:r>
          </a:p>
          <a:p>
            <a:pPr>
              <a:lnSpc>
                <a:spcPct val="125000"/>
              </a:lnSpc>
              <a:spcAft>
                <a:spcPts val="600"/>
              </a:spcAft>
            </a:pPr>
            <a:r>
              <a:rPr lang="zh-CN" altLang="zh-CN" sz="1800" dirty="0">
                <a:solidFill>
                  <a:srgbClr val="000000"/>
                </a:solidFill>
                <a:effectLst/>
                <a:latin typeface="Calibri" panose="020F0502020204030204" pitchFamily="34" charset="0"/>
                <a:ea typeface="微软雅黑" panose="020B0503020204020204" pitchFamily="34" charset="-122"/>
              </a:rPr>
              <a:t>原始流程需要先查看日志、筛选有效数据，再到 VSPlayer 中人工定位画面、逐张截图和命名，最后通过 PPT 设置透明色完成叠加。实际使用中有三个问题：日志与视频时间需要人工对应；有效数据较多时取帧操作重复；天空背景变化使 PPT 透明色效果不稳定。</a:t>
            </a:r>
          </a:p>
          <a:p>
            <a:pPr>
              <a:lnSpc>
                <a:spcPct val="125000"/>
              </a:lnSpc>
              <a:spcAft>
                <a:spcPts val="600"/>
              </a:spcAft>
            </a:pPr>
            <a:r>
              <a:rPr lang="zh-CN" altLang="zh-CN" sz="1800" dirty="0">
                <a:solidFill>
                  <a:srgbClr val="000000"/>
                </a:solidFill>
                <a:effectLst/>
                <a:latin typeface="Calibri" panose="020F0502020204030204" pitchFamily="34" charset="0"/>
                <a:ea typeface="微软雅黑" panose="020B0503020204020204" pitchFamily="34" charset="-122"/>
              </a:rPr>
              <a:t>因此，我针对数据后处理环节开发了两套辅助上位机：一套完成视频与日志的自动对时、取帧和统一命名；另一套完成 UAV 背景透明化的批量处理。它们没有改变原有实验方案，主要是把重复的后处理步骤做成规范化工具，减少人工操作并提高数据对应的准确性。</a:t>
            </a:r>
          </a:p>
          <a:p>
            <a:endParaRPr lang="zh-CN" altLang="en-US" dirty="0"/>
          </a:p>
        </p:txBody>
      </p:sp>
      <p:sp>
        <p:nvSpPr>
          <p:cNvPr id="4" name="灯片编号占位符 3"/>
          <p:cNvSpPr>
            <a:spLocks noGrp="1"/>
          </p:cNvSpPr>
          <p:nvPr>
            <p:ph type="sldNum" sz="quarter" idx="5"/>
          </p:nvPr>
        </p:nvSpPr>
        <p:spPr/>
        <p:txBody>
          <a:bodyPr/>
          <a:lstStyle/>
          <a:p>
            <a:fld id="{2FB0F7BE-16CD-4F2A-A360-0B281A81F73F}" type="slidenum">
              <a:rPr lang="zh-CN" altLang="en-US" smtClean="0"/>
              <a:t>11</a:t>
            </a:fld>
            <a:endParaRPr lang="zh-CN" altLang="en-US"/>
          </a:p>
        </p:txBody>
      </p:sp>
    </p:spTree>
    <p:extLst>
      <p:ext uri="{BB962C8B-B14F-4D97-AF65-F5344CB8AC3E}">
        <p14:creationId xmlns:p14="http://schemas.microsoft.com/office/powerpoint/2010/main" val="1811290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在 V1 动态算子开发闭环的基础上，将经验驱动的参数搜索升级为标准化自动化流程。</a:t>
            </a:r>
          </a:p>
          <a:p>
            <a:r>
              <a:t>V1 定义输入范围与约束，生成覆盖支持域的动态 Kernel，验证边界、典型及随机 Shape，进行初步选参。</a:t>
            </a:r>
          </a:p>
          <a:p>
            <a:r>
              <a:t>V1 的主要问题是 Shape×Config 组合数量大、搜索与终止策略不统一、搜索中断或修改后结果不易复用。</a:t>
            </a:r>
          </a:p>
          <a:p>
            <a:r>
              <a:t>V2 构建搜索空间，在少量代表 Shape 上粗搜筛选 Top-K Config，再在完整 Shape 上精细优化，生成分派映射，完成全量正确性与性能验证后冻结部署。</a:t>
            </a:r>
          </a:p>
          <a:p>
            <a:r>
              <a:t>该阶段仍基于单一 Kernel 结构。配置表示例按用户图片逐项保留。</a:t>
            </a:r>
          </a:p>
          <a:p>
            <a:endParaRPr/>
          </a:p>
          <a:p>
            <a:r>
              <a:t>内容依据用户提供的图片与七页材料。参数为原材料示例，不代表实测最优值。</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11940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每一个</a:t>
            </a:r>
            <a:r>
              <a:rPr lang="en-US" altLang="zh-CN" dirty="0" smtClean="0"/>
              <a:t>kernel</a:t>
            </a:r>
            <a:r>
              <a:rPr lang="zh-CN" altLang="en-US" dirty="0" smtClean="0"/>
              <a:t>都有一个</a:t>
            </a:r>
            <a:r>
              <a:rPr lang="en-US" altLang="zh-CN" dirty="0" smtClean="0"/>
              <a:t>shape-</a:t>
            </a:r>
            <a:r>
              <a:rPr lang="en-US" altLang="zh-CN" dirty="0" err="1" smtClean="0"/>
              <a:t>config</a:t>
            </a:r>
            <a:r>
              <a:rPr lang="zh-CN" altLang="en-US" dirty="0" smtClean="0"/>
              <a:t>表</a:t>
            </a:r>
            <a:endParaRPr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82201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本页对应原材料第六页，按 Code Gen、Optimize、Runtime 组织工程流程。Family 例型和适用条件见上一页。性能、覆盖范围与开发效率为方法的定性预期，不引入未经测量的加速比。</a:t>
            </a:r>
          </a:p>
          <a:p>
            <a:endParaRPr/>
          </a:p>
          <a:p>
            <a:r>
              <a:t>5. V3：多 Kernel Family 结构适配，实现更高效的动态算子开发</a:t>
            </a:r>
          </a:p>
          <a:p>
            <a:r>
              <a:t>在 V2 的基础上，进一步引入多 Kernel Family 机制，根据不同 Shape 特征选择最合适的 Kernel 结构，再结合参数搜索，实现从“参数特化”到“结构特化”的升级。</a:t>
            </a:r>
          </a:p>
          <a:p>
            <a:r>
              <a:t>V2 的局限性：相同 Kernel 结构下的性能瓶颈</a:t>
            </a:r>
          </a:p>
          <a:p>
            <a:r>
              <a:t>!</a:t>
            </a:r>
          </a:p>
          <a:p>
            <a:r>
              <a:t>不同 Shape 的最优参数差异大</a:t>
            </a:r>
          </a:p>
          <a:p>
            <a:r>
              <a:t>仅调整 Config 仍可能性能不佳</a:t>
            </a:r>
          </a:p>
          <a:p>
            <a:r>
              <a:t>某些 Shape 需要完全不同的计算/调度结构</a:t>
            </a:r>
          </a:p>
          <a:p>
            <a:r>
              <a:t>Shape</a:t>
            </a:r>
          </a:p>
          <a:p>
            <a:r>
              <a:t>Config</a:t>
            </a:r>
          </a:p>
          <a:p>
            <a:r>
              <a:t>同一 Kernel 结构</a:t>
            </a:r>
          </a:p>
          <a:p>
            <a:r>
              <a:t>V3 的解决方案：多 Kernel Family + 参数搜索</a:t>
            </a:r>
          </a:p>
          <a:p>
            <a:r>
              <a:t>1</a:t>
            </a:r>
          </a:p>
          <a:p>
            <a:r>
              <a:t>Code Gen 阶段</a:t>
            </a:r>
          </a:p>
          <a:p>
            <a:r>
              <a:t>生成少量不同结构的 Kernel Family</a:t>
            </a:r>
          </a:p>
          <a:p>
            <a:r>
              <a:t>2</a:t>
            </a:r>
          </a:p>
          <a:p>
            <a:r>
              <a:t>Optimize 阶段</a:t>
            </a:r>
          </a:p>
          <a:p>
            <a:r>
              <a:t>同时进行 Family × Config × Shape 搜索</a:t>
            </a:r>
          </a:p>
          <a:p>
            <a:r>
              <a:t>3</a:t>
            </a:r>
          </a:p>
          <a:p>
            <a:r>
              <a:t>Runtime 运行时</a:t>
            </a:r>
          </a:p>
          <a:p>
            <a:r>
              <a:t>根据 Shape 选择合适的 Kernel Family</a:t>
            </a:r>
          </a:p>
          <a:p>
            <a:r>
              <a:t>和 Config</a:t>
            </a:r>
          </a:p>
          <a:p>
            <a:r>
              <a:t>Shape</a:t>
            </a:r>
          </a:p>
          <a:p>
            <a:r>
              <a:t>Dispatch</a:t>
            </a:r>
          </a:p>
          <a:p>
            <a:r>
              <a:t>Kernel Family A</a:t>
            </a:r>
          </a:p>
          <a:p>
            <a:r>
              <a:t>（如：小尺寸优化）</a:t>
            </a:r>
          </a:p>
          <a:p>
            <a:r>
              <a:t>Config</a:t>
            </a:r>
          </a:p>
          <a:p>
            <a:r>
              <a:t>Kernel Family B</a:t>
            </a:r>
          </a:p>
          <a:p>
            <a:r>
              <a:t>（如：分块/分 stage）</a:t>
            </a:r>
          </a:p>
          <a:p>
            <a:r>
              <a:t>Config</a:t>
            </a:r>
          </a:p>
          <a:p>
            <a:r>
              <a:t>Kernel Family C</a:t>
            </a:r>
          </a:p>
          <a:p>
            <a:r>
              <a:t>（如：整轴/特殊结构）</a:t>
            </a:r>
          </a:p>
          <a:p>
            <a:r>
              <a:t>Config</a:t>
            </a:r>
          </a:p>
          <a:p>
            <a:r>
              <a:t>Kernel Family 示例</a:t>
            </a:r>
          </a:p>
          <a:p>
            <a:r>
              <a:t>Small-Shape Kernel</a:t>
            </a:r>
          </a:p>
          <a:p>
            <a:r>
              <a:t>适用于小尺寸 Shape</a:t>
            </a:r>
          </a:p>
          <a:p>
            <a:r>
              <a:t>轻量级计算结构</a:t>
            </a:r>
          </a:p>
          <a:p>
            <a:r>
              <a:t>Whole-Axis Kernel</a:t>
            </a:r>
          </a:p>
          <a:p>
            <a:r>
              <a:t>适用于某一维较大 Shape</a:t>
            </a:r>
          </a:p>
          <a:p>
            <a:r>
              <a:t>采用整轴并行/归约</a:t>
            </a:r>
          </a:p>
          <a:p>
            <a:r>
              <a:t>Chunked Kernel</a:t>
            </a:r>
          </a:p>
          <a:p>
            <a:r>
              <a:t>适用于中等尺寸 Shape</a:t>
            </a:r>
          </a:p>
          <a:p>
            <a:r>
              <a:t>分块计算 + 循环调度</a:t>
            </a:r>
          </a:p>
          <a:p>
            <a:r>
              <a:t>Multi-Stage Kernel</a:t>
            </a:r>
          </a:p>
          <a:p>
            <a:r>
              <a:t>适用于复杂 Shape</a:t>
            </a:r>
          </a:p>
          <a:p>
            <a:r>
              <a:t>多阶段流水线结构</a:t>
            </a:r>
          </a:p>
          <a:p>
            <a:r>
              <a:t>V3 的核心优势</a:t>
            </a:r>
          </a:p>
          <a:p>
            <a:r>
              <a:t>性能更优</a:t>
            </a:r>
          </a:p>
          <a:p>
            <a:r>
              <a:t>不同 Shape 选择最合适的 Kernel 结构</a:t>
            </a:r>
          </a:p>
          <a:p>
            <a:r>
              <a:t>结合参数搜索，进一步提升性能上限</a:t>
            </a:r>
          </a:p>
          <a:p>
            <a:r>
              <a:t>减少无效计算和资源浪费</a:t>
            </a:r>
          </a:p>
          <a:p>
            <a:r>
              <a:t>适用范围更广</a:t>
            </a:r>
          </a:p>
          <a:p>
            <a:r>
              <a:t>覆盖更多类型的 Shape 和场景</a:t>
            </a:r>
          </a:p>
          <a:p>
            <a:r>
              <a:t>解决单一 Kernel 无法兼容的问题</a:t>
            </a:r>
          </a:p>
          <a:p>
            <a:r>
              <a:t>提升动态 Shape 的稳定性和鲁棒性</a:t>
            </a:r>
          </a:p>
          <a:p>
            <a:r>
              <a:t>工程化更完善</a:t>
            </a:r>
          </a:p>
          <a:p>
            <a:r>
              <a:t>统一的 Family 设计和搜索流程</a:t>
            </a:r>
          </a:p>
          <a:p>
            <a:r>
              <a:t>便于维护和扩展</a:t>
            </a:r>
          </a:p>
          <a:p>
            <a:r>
              <a:t>可复用到更多算子和平台</a:t>
            </a:r>
          </a:p>
          <a:p>
            <a:r>
              <a:t>»</a:t>
            </a:r>
          </a:p>
          <a:p>
            <a:r>
              <a:t>V3 让动态算子开发从“参数适配”升级为“结构适配”，通过多 Kernel Family 机制，真正实现了对不同 Shape 的高效适配。</a:t>
            </a:r>
          </a:p>
          <a:p>
            <a:endParaRPr/>
          </a:p>
          <a:p>
            <a:r>
              <a:t>内容依据用户提供的图片与七页材料。参数为原材料示例，不代表实测最优值。</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216145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最终 Skill 架构按用户输入、需求分析、Family 生成、参数搜索、验证回归、生成部署包组织。能力矩阵为原材料的定性归纳，非实测性能结果。原文开发效率的“显著提升”改为“进一步提升”，避免没有量化证据的强判断。</a:t>
            </a:r>
          </a:p>
          <a:p>
            <a:endParaRPr/>
          </a:p>
          <a:p>
            <a:r>
              <a:t>6. 最终成果：动态算子开发 Skill 架构与能力总结</a:t>
            </a:r>
          </a:p>
          <a:p>
            <a:r>
              <a:t>通过 V1 → V2 → V3 的逐步演进，形成了一套完整的动态算子开发 Skill，实现了从“单一静态 Shape”到“多 Shape、多 Kernel、自动化搜索”的工程化方案。</a:t>
            </a:r>
          </a:p>
          <a:p>
            <a:r>
              <a:t>演进路径回顾</a:t>
            </a:r>
          </a:p>
          <a:p>
            <a:r>
              <a:t>V1：基础动态支持</a:t>
            </a:r>
          </a:p>
          <a:p>
            <a:r>
              <a:t>定义 Shape Contract</a:t>
            </a:r>
          </a:p>
          <a:p>
            <a:r>
              <a:t>实现动态 Kernel</a:t>
            </a:r>
          </a:p>
          <a:p>
            <a:r>
              <a:t>正确性验证</a:t>
            </a:r>
          </a:p>
          <a:p>
            <a:r>
              <a:t>初步 Shape-aware Config</a:t>
            </a:r>
          </a:p>
          <a:p>
            <a:r>
              <a:t>能支持</a:t>
            </a:r>
          </a:p>
          <a:p>
            <a:r>
              <a:t>动态 Shape</a:t>
            </a:r>
          </a:p>
          <a:p>
            <a:r>
              <a:t>正确运行</a:t>
            </a:r>
          </a:p>
          <a:p>
            <a:r>
              <a:t>V2：自动化参数搜索</a:t>
            </a:r>
          </a:p>
          <a:p>
            <a:r>
              <a:t>标准化搜索流程</a:t>
            </a:r>
          </a:p>
          <a:p>
            <a:r>
              <a:t>自动化 Config Search</a:t>
            </a:r>
          </a:p>
          <a:p>
            <a:r>
              <a:t>性能评估与筛选</a:t>
            </a:r>
          </a:p>
          <a:p>
            <a:r>
              <a:t>生成最优 Config 映射</a:t>
            </a:r>
          </a:p>
          <a:p>
            <a:r>
              <a:t>会调参</a:t>
            </a:r>
          </a:p>
          <a:p>
            <a:r>
              <a:t>不同 Shape</a:t>
            </a:r>
          </a:p>
          <a:p>
            <a:r>
              <a:t>自动选择</a:t>
            </a:r>
          </a:p>
          <a:p>
            <a:r>
              <a:t>最优参数</a:t>
            </a:r>
          </a:p>
          <a:p>
            <a:r>
              <a:t>V3：多 Kernel 结构适配</a:t>
            </a:r>
          </a:p>
          <a:p>
            <a:r>
              <a:t>引入多 Kernel Family</a:t>
            </a:r>
          </a:p>
          <a:p>
            <a:r>
              <a:t>Family × Config 联合搜索</a:t>
            </a:r>
          </a:p>
          <a:p>
            <a:r>
              <a:t>形状特征驱动的调度策略</a:t>
            </a:r>
          </a:p>
          <a:p>
            <a:r>
              <a:t>面向 MLU 的硬件感知优化</a:t>
            </a:r>
          </a:p>
          <a:p>
            <a:r>
              <a:t>选结构</a:t>
            </a:r>
          </a:p>
          <a:p>
            <a:r>
              <a:t>不同 Shape</a:t>
            </a:r>
          </a:p>
          <a:p>
            <a:r>
              <a:t>选择最合适的</a:t>
            </a:r>
          </a:p>
          <a:p>
            <a:r>
              <a:t>Kernel + Config</a:t>
            </a:r>
          </a:p>
          <a:p>
            <a:r>
              <a:t>最终的动态算子开发 Skill 架构</a:t>
            </a:r>
          </a:p>
          <a:p>
            <a:r>
              <a:t>用户输入</a:t>
            </a:r>
          </a:p>
          <a:p>
            <a:r>
              <a:t>算子需求 + 动态 Shape 范围 + 目标平台</a:t>
            </a:r>
          </a:p>
          <a:p>
            <a:r>
              <a:t>1</a:t>
            </a:r>
          </a:p>
          <a:p>
            <a:r>
              <a:t>需求分析与 Shape 定义</a:t>
            </a:r>
          </a:p>
          <a:p>
            <a:r>
              <a:t>解析需求，生成 Shape Contract 和约束条件</a:t>
            </a:r>
          </a:p>
          <a:p>
            <a:r>
              <a:t>2</a:t>
            </a:r>
          </a:p>
          <a:p>
            <a:r>
              <a:t>Kernel Family 设计与生成</a:t>
            </a:r>
          </a:p>
          <a:p>
            <a:r>
              <a:t>根据 Shape 特征生成多种 Kernel 结构</a:t>
            </a:r>
          </a:p>
          <a:p>
            <a:r>
              <a:t>3</a:t>
            </a:r>
          </a:p>
          <a:p>
            <a:r>
              <a:t>参数搜索与性能评估</a:t>
            </a:r>
          </a:p>
          <a:p>
            <a:r>
              <a:t>自动化搜索 Config，评估并筛选最优组合</a:t>
            </a:r>
          </a:p>
          <a:p>
            <a:r>
              <a:t>4</a:t>
            </a:r>
          </a:p>
          <a:p>
            <a:r>
              <a:t>验证与回归</a:t>
            </a:r>
          </a:p>
          <a:p>
            <a:r>
              <a:t>多 Shape 全面测试，确保正确性与性能稳定</a:t>
            </a:r>
          </a:p>
          <a:p>
            <a:r>
              <a:t>5</a:t>
            </a:r>
          </a:p>
          <a:p>
            <a:r>
              <a:t>生成部署包</a:t>
            </a:r>
          </a:p>
          <a:p>
            <a:r>
              <a:t>输出最终 Kernel、调度逻辑与配置文件</a:t>
            </a:r>
          </a:p>
          <a:p>
            <a:r>
              <a:t>可部署的动态算子</a:t>
            </a:r>
          </a:p>
          <a:p>
            <a:r>
              <a:t>支持多 Shape / 多 Kernel / 自动调度 / 高性能</a:t>
            </a:r>
          </a:p>
          <a:p>
            <a:r>
              <a:t>关键能力对比</a:t>
            </a:r>
          </a:p>
          <a:p>
            <a:r>
              <a:t>最终成果的核心优势</a:t>
            </a:r>
          </a:p>
          <a:p>
            <a:r>
              <a:t>更强的通用性</a:t>
            </a:r>
          </a:p>
          <a:p>
            <a:r>
              <a:t>支持多 Shape、多场景</a:t>
            </a:r>
          </a:p>
          <a:p>
            <a:r>
              <a:t>适应不同业务需求</a:t>
            </a:r>
          </a:p>
          <a:p>
            <a:r>
              <a:t>更高的性能</a:t>
            </a:r>
          </a:p>
          <a:p>
            <a:r>
              <a:t>自动化选参 + 结构特化</a:t>
            </a:r>
          </a:p>
          <a:p>
            <a:r>
              <a:t>充分利用 MLU 硬件特性</a:t>
            </a:r>
          </a:p>
          <a:p>
            <a:r>
              <a:t>更高的开发效率</a:t>
            </a:r>
          </a:p>
          <a:p>
            <a:r>
              <a:t>标准化流程，减少人工调试</a:t>
            </a:r>
          </a:p>
          <a:p>
            <a:r>
              <a:t>可复用、可扩展的开发框架</a:t>
            </a:r>
          </a:p>
          <a:p>
            <a:r>
              <a:t>更好的工程落地</a:t>
            </a:r>
          </a:p>
          <a:p>
            <a:r>
              <a:t>完整的调度与部署方案</a:t>
            </a:r>
          </a:p>
          <a:p>
            <a:r>
              <a:t>便于后续维护和扩展</a:t>
            </a:r>
          </a:p>
          <a:p>
            <a:r>
              <a:t>»</a:t>
            </a:r>
          </a:p>
          <a:p>
            <a:r>
              <a:t>我们构建了一套面向实际业务场景的动态算子开发方案，实现了从“能运行”到“自动选参”再到“多 Kernel 结构适配”的完整能力闭环。</a:t>
            </a:r>
          </a:p>
          <a:p>
            <a:endParaRPr/>
          </a:p>
          <a:p>
            <a:r>
              <a:t>内容依据用户提供的图片与七页材料。参数为原材料示例，不代表实测最优值。</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90128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575" b="0">
                <a:solidFill>
                  <a:srgbClr val="242424"/>
                </a:solidFill>
                <a:latin typeface="Arial"/>
                <a:ea typeface="Arial"/>
                <a:cs typeface="Arial"/>
              </a:defRPr>
            </a:pPr>
            <a:r>
              <a:rPr lang="zh-CN" altLang="en-US" dirty="0" smtClean="0">
                <a:solidFill>
                  <a:srgbClr val="242424"/>
                </a:solidFill>
                <a:latin typeface="Arial"/>
                <a:ea typeface="Arial"/>
                <a:cs typeface="Arial"/>
              </a:rPr>
              <a:t>算子的开发流程具有通用性，但是由于</a:t>
            </a:r>
          </a:p>
          <a:p>
            <a:pPr>
              <a:defRPr sz="1575" b="0">
                <a:solidFill>
                  <a:srgbClr val="242424"/>
                </a:solidFill>
                <a:latin typeface="Arial"/>
                <a:ea typeface="Arial"/>
                <a:cs typeface="Arial"/>
              </a:defRPr>
            </a:pPr>
            <a:r>
              <a:rPr lang="zh-CN" altLang="en-US" dirty="0" smtClean="0">
                <a:solidFill>
                  <a:srgbClr val="242424"/>
                </a:solidFill>
                <a:latin typeface="Arial"/>
                <a:ea typeface="Arial"/>
                <a:cs typeface="Arial"/>
              </a:rPr>
              <a:t>硬件架构的差异和原</a:t>
            </a:r>
            <a:r>
              <a:rPr lang="en-US" altLang="zh-CN" dirty="0" smtClean="0">
                <a:solidFill>
                  <a:srgbClr val="242424"/>
                </a:solidFill>
                <a:latin typeface="Arial"/>
                <a:ea typeface="Arial"/>
                <a:cs typeface="Arial"/>
              </a:rPr>
              <a:t>skill</a:t>
            </a:r>
            <a:r>
              <a:rPr lang="zh-CN" altLang="en-US" dirty="0" smtClean="0">
                <a:solidFill>
                  <a:srgbClr val="242424"/>
                </a:solidFill>
                <a:latin typeface="Arial"/>
                <a:ea typeface="Arial"/>
                <a:cs typeface="Arial"/>
              </a:rPr>
              <a:t>流程与</a:t>
            </a:r>
          </a:p>
          <a:p>
            <a:pPr>
              <a:defRPr sz="1575" b="0">
                <a:solidFill>
                  <a:srgbClr val="242424"/>
                </a:solidFill>
                <a:latin typeface="Arial"/>
                <a:ea typeface="Arial"/>
                <a:cs typeface="Arial"/>
              </a:defRPr>
            </a:pPr>
            <a:r>
              <a:rPr lang="zh-CN" altLang="en-US" dirty="0" smtClean="0">
                <a:solidFill>
                  <a:srgbClr val="242424"/>
                </a:solidFill>
                <a:latin typeface="Arial"/>
                <a:ea typeface="Arial"/>
                <a:cs typeface="Arial"/>
              </a:rPr>
              <a:t>各种专属信息相互耦合，无法简单修改复用。</a:t>
            </a:r>
            <a:endParaRPr lang="zh-CN" altLang="en-US" dirty="0">
              <a:solidFill>
                <a:srgbClr val="242424"/>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68678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第一阶段明确目标平台（GPU、MLU、Ascend或其他）、编程后端（Triton、CUDA C、BANG C、Ascend C等）、环境版本及算子需求。精度示例为FP16、BF16、FP32，性能指标为相对基线或绝对值。第二阶段复用已验证的方法，不重新设计流程。第三阶段补齐可执行机制：执行阶段生成Kernel/Test/Script，经编译、运行、精度、性能Gate检查，PASS进入下一阶段，FAIL进入自动或人工Retry，也可Fallback；保留Artifact并利用Cache加速迭代。第四阶段按规范封装为&lt;platform&gt;-operator V0。第五阶段依次检查L1基础能力、L2平台行为、L3典型算子，并输出测试结果与问题清单。第六阶段根据结果持续优化，形成稳定、可恢复、可复用且工程规范完善的Skill。后续扩展算子类型、Shape、精度、平台及社区分享。验证失败时分别定位Workflow、Platform Knowledge、Optimization问题，修改流程、补充平台知识、完善优化规则后重新测试，直至满足要求。</a:t>
            </a:r>
          </a:p>
          <a:p>
            <a:endParaRPr/>
          </a:p>
          <a:p>
            <a:r>
              <a:t>来源：用户提供图片 02_新平台Skill开发_Task到StableSkill.png。</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01685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L1基础能力验证首先确认开发环境和基础工具链正常，能够编译运行简单Kernel，输出Environment Report。L2通过Microbenchmark验证内存带宽、延迟、计算峰值、数据类型、Tile和并行策略、资源占用、计数器、时间分布及瓶颈，确认Platform Profile准确性，输出Platform Behavior Report。L3开发LayerNorm、Softmax和MatMul，验证正确性、性能及开发效率，输出Kernel Result &amp; Benchmark。</a:t>
            </a:r>
          </a:p>
          <a:p>
            <a:r>
              <a:t>LayerNorm包含静态和动态Shape、与PyTorch正确性对比及性能测试；Softmax包含因果/Mask、大规模Shape、性能和显存占用；MatMul包含矩阵规模、精度、数值正确性与并行策略。</a:t>
            </a:r>
          </a:p>
          <a:p>
            <a:r>
              <a:t>失败或性能不达标时分类定位：环境与工具问题（驱动版本不兼容、依赖缺失、编译运行错误、硬件不可用）、平台知识问题（API理解、硬件特性、访存/计算聚合与Profiler口径）、其他问题（用例、性能评估等）。修正后更新代码与资源并Re-test；FAIL继续迭代，PASS形成稳定可用Skill。本页L1/L2/L3定义为本组新平台开发指南的验证分层。</a:t>
            </a:r>
          </a:p>
          <a:p>
            <a:endParaRPr/>
          </a:p>
          <a:p>
            <a:r>
              <a:t>来源：用户提供图片 04_Validation_Loop_分层验证与问题定位.png。</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5779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测试配置：统一测试集，LayerNorm、Softmax、MatMul；典型静态与动态Shape；FP16计算、FP32累加；指标包括相对PyTorch加速比、开发耗时及正确性。四类Skill为寒武纪MLU+Triton、寒武纪MLU+BANG C、NVIDIA GPU+Triton、NVIDIA GPU+CUDA C。</a:t>
            </a:r>
          </a:p>
          <a:p>
            <a:r>
              <a:t>性能（LayerNorm/Softmax/MatMul）：MLU Triton=1.00/1.23/0.45倍，BANG C=0.01/0.05/0.33倍，GPU Triton=1.43/1.06/0.53倍，CUDA C=1.45/1.06/0.33倍。加速比小于1表示慢于PyTorch基线。</a:t>
            </a:r>
          </a:p>
          <a:p>
            <a:r>
              <a:t>开发耗时从需求输入到通过验证，单位小时：MLU Triton=1.0/1.2/1.8，BANG C=3.5/3.2/4.0，GPU Triton=0.8/1.0/1.6，CUDA C=0.7/0.9/1.5。</a:t>
            </a:r>
          </a:p>
          <a:p>
            <a:r>
              <a:t>本组结果支持方法可复用、可迁移，但MatMul表现和BANG C整体性能暴露平台知识不足。通过定位问题、补充Platform Profile、优化规则及参考实现持续完善。具体设备型号、软件版本、完整Shape清单及统计口径未随图片提供，数值按原图报告，未独立复测。</a:t>
            </a:r>
          </a:p>
          <a:p>
            <a:endParaRPr/>
          </a:p>
          <a:p>
            <a:r>
              <a:t>来源：用户提供图片 05_指南实践验证_四类Skill结果.png。</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43058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F739C015-58DB-4C99-A24D-A02D56F4D7B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930" b="23680"/>
          <a:stretch/>
        </p:blipFill>
        <p:spPr>
          <a:xfrm>
            <a:off x="0" y="2101434"/>
            <a:ext cx="10737448" cy="4652463"/>
          </a:xfrm>
          <a:prstGeom prst="rect">
            <a:avLst/>
          </a:prstGeom>
        </p:spPr>
      </p:pic>
      <p:sp>
        <p:nvSpPr>
          <p:cNvPr id="8" name="任意多边形: 形状 7">
            <a:extLst>
              <a:ext uri="{FF2B5EF4-FFF2-40B4-BE49-F238E27FC236}">
                <a16:creationId xmlns:a16="http://schemas.microsoft.com/office/drawing/2014/main" id="{3BD35E0B-D0D6-4D91-BFF7-B2169F3CA2BC}"/>
              </a:ext>
            </a:extLst>
          </p:cNvPr>
          <p:cNvSpPr/>
          <p:nvPr userDrawn="1"/>
        </p:nvSpPr>
        <p:spPr>
          <a:xfrm>
            <a:off x="5744120" y="1"/>
            <a:ext cx="6447881" cy="6858001"/>
          </a:xfrm>
          <a:custGeom>
            <a:avLst/>
            <a:gdLst>
              <a:gd name="connsiteX0" fmla="*/ 1392437 w 6447881"/>
              <a:gd name="connsiteY0" fmla="*/ 0 h 6858001"/>
              <a:gd name="connsiteX1" fmla="*/ 6447881 w 6447881"/>
              <a:gd name="connsiteY1" fmla="*/ 0 h 6858001"/>
              <a:gd name="connsiteX2" fmla="*/ 6447881 w 6447881"/>
              <a:gd name="connsiteY2" fmla="*/ 6858001 h 6858001"/>
              <a:gd name="connsiteX3" fmla="*/ 1392438 w 6447881"/>
              <a:gd name="connsiteY3" fmla="*/ 6858001 h 6858001"/>
              <a:gd name="connsiteX4" fmla="*/ 1278782 w 6447881"/>
              <a:gd name="connsiteY4" fmla="*/ 6738792 h 6858001"/>
              <a:gd name="connsiteX5" fmla="*/ 0 w 6447881"/>
              <a:gd name="connsiteY5" fmla="*/ 3429000 h 6858001"/>
              <a:gd name="connsiteX6" fmla="*/ 1278782 w 6447881"/>
              <a:gd name="connsiteY6" fmla="*/ 11920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7881" h="6858001">
                <a:moveTo>
                  <a:pt x="1392437" y="0"/>
                </a:moveTo>
                <a:lnTo>
                  <a:pt x="6447881" y="0"/>
                </a:lnTo>
                <a:lnTo>
                  <a:pt x="6447881" y="6858001"/>
                </a:lnTo>
                <a:lnTo>
                  <a:pt x="1392438" y="6858001"/>
                </a:lnTo>
                <a:lnTo>
                  <a:pt x="1278782" y="6738792"/>
                </a:lnTo>
                <a:cubicBezTo>
                  <a:pt x="484253" y="5864615"/>
                  <a:pt x="0" y="4703360"/>
                  <a:pt x="0" y="3429000"/>
                </a:cubicBezTo>
                <a:cubicBezTo>
                  <a:pt x="0" y="2154641"/>
                  <a:pt x="484253" y="993385"/>
                  <a:pt x="1278782" y="119209"/>
                </a:cubicBezTo>
                <a:close/>
              </a:path>
            </a:pathLst>
          </a:custGeom>
          <a:solidFill>
            <a:srgbClr val="D7000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9" name="图片 8">
            <a:extLst>
              <a:ext uri="{FF2B5EF4-FFF2-40B4-BE49-F238E27FC236}">
                <a16:creationId xmlns:a16="http://schemas.microsoft.com/office/drawing/2014/main" id="{771B2315-46E2-4279-BB17-8A4997B77136}"/>
              </a:ext>
            </a:extLst>
          </p:cNvPr>
          <p:cNvPicPr>
            <a:picLocks noChangeAspect="1"/>
          </p:cNvPicPr>
          <p:nvPr userDrawn="1"/>
        </p:nvPicPr>
        <p:blipFill>
          <a:blip r:embed="rId3">
            <a:extLst>
              <a:ext uri="{28A0092B-C50C-407E-A947-70E740481C1C}">
                <a14:useLocalDpi xmlns:a14="http://schemas.microsoft.com/office/drawing/2010/main" val="0"/>
              </a:ext>
            </a:extLst>
          </a:blip>
          <a:srcRect l="39190" t="1021" r="18116" b="527"/>
          <a:stretch>
            <a:fillRect/>
          </a:stretch>
        </p:blipFill>
        <p:spPr>
          <a:xfrm>
            <a:off x="5925639" y="1"/>
            <a:ext cx="6266363" cy="6858000"/>
          </a:xfrm>
          <a:custGeom>
            <a:avLst/>
            <a:gdLst>
              <a:gd name="connsiteX0" fmla="*/ 1468957 w 6266363"/>
              <a:gd name="connsiteY0" fmla="*/ 0 h 6858000"/>
              <a:gd name="connsiteX1" fmla="*/ 6266363 w 6266363"/>
              <a:gd name="connsiteY1" fmla="*/ 0 h 6858000"/>
              <a:gd name="connsiteX2" fmla="*/ 6266363 w 6266363"/>
              <a:gd name="connsiteY2" fmla="*/ 6858000 h 6858000"/>
              <a:gd name="connsiteX3" fmla="*/ 1468959 w 6266363"/>
              <a:gd name="connsiteY3" fmla="*/ 6858000 h 6858000"/>
              <a:gd name="connsiteX4" fmla="*/ 1388608 w 6266363"/>
              <a:gd name="connsiteY4" fmla="*/ 6781394 h 6858000"/>
              <a:gd name="connsiteX5" fmla="*/ 0 w 6266363"/>
              <a:gd name="connsiteY5" fmla="*/ 3429000 h 6858000"/>
              <a:gd name="connsiteX6" fmla="*/ 1388608 w 6266363"/>
              <a:gd name="connsiteY6" fmla="*/ 76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6363" h="6858000">
                <a:moveTo>
                  <a:pt x="1468957" y="0"/>
                </a:moveTo>
                <a:lnTo>
                  <a:pt x="6266363" y="0"/>
                </a:lnTo>
                <a:lnTo>
                  <a:pt x="6266363" y="6858000"/>
                </a:lnTo>
                <a:lnTo>
                  <a:pt x="1468959" y="6858000"/>
                </a:lnTo>
                <a:lnTo>
                  <a:pt x="1388608" y="6781394"/>
                </a:lnTo>
                <a:cubicBezTo>
                  <a:pt x="530655" y="5923442"/>
                  <a:pt x="0" y="4738192"/>
                  <a:pt x="0" y="3429000"/>
                </a:cubicBezTo>
                <a:cubicBezTo>
                  <a:pt x="0" y="2119809"/>
                  <a:pt x="530656" y="934558"/>
                  <a:pt x="1388608" y="76606"/>
                </a:cubicBezTo>
                <a:close/>
              </a:path>
            </a:pathLst>
          </a:custGeom>
        </p:spPr>
      </p:pic>
      <p:grpSp>
        <p:nvGrpSpPr>
          <p:cNvPr id="10" name="组合 9">
            <a:extLst>
              <a:ext uri="{FF2B5EF4-FFF2-40B4-BE49-F238E27FC236}">
                <a16:creationId xmlns:a16="http://schemas.microsoft.com/office/drawing/2014/main" id="{005DD2FE-86F0-4FA9-A588-AEE610B920DB}"/>
              </a:ext>
            </a:extLst>
          </p:cNvPr>
          <p:cNvGrpSpPr/>
          <p:nvPr userDrawn="1"/>
        </p:nvGrpSpPr>
        <p:grpSpPr>
          <a:xfrm>
            <a:off x="5457993" y="-1617552"/>
            <a:ext cx="10093104" cy="10093104"/>
            <a:chOff x="5372265" y="-1617552"/>
            <a:chExt cx="10093104" cy="10093104"/>
          </a:xfrm>
        </p:grpSpPr>
        <p:sp>
          <p:nvSpPr>
            <p:cNvPr id="11" name="椭圆 10">
              <a:extLst>
                <a:ext uri="{FF2B5EF4-FFF2-40B4-BE49-F238E27FC236}">
                  <a16:creationId xmlns:a16="http://schemas.microsoft.com/office/drawing/2014/main" id="{E84C4B43-6143-4C5E-8C79-62C1C222B0F6}"/>
                </a:ext>
              </a:extLst>
            </p:cNvPr>
            <p:cNvSpPr/>
            <p:nvPr/>
          </p:nvSpPr>
          <p:spPr>
            <a:xfrm>
              <a:off x="5399580" y="2275565"/>
              <a:ext cx="183600" cy="183600"/>
            </a:xfrm>
            <a:prstGeom prst="ellipse">
              <a:avLst/>
            </a:prstGeom>
            <a:solidFill>
              <a:srgbClr val="D7000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弧形 11">
              <a:extLst>
                <a:ext uri="{FF2B5EF4-FFF2-40B4-BE49-F238E27FC236}">
                  <a16:creationId xmlns:a16="http://schemas.microsoft.com/office/drawing/2014/main" id="{F58797B0-813D-43F9-B534-7B5CEAB05266}"/>
                </a:ext>
              </a:extLst>
            </p:cNvPr>
            <p:cNvSpPr/>
            <p:nvPr/>
          </p:nvSpPr>
          <p:spPr>
            <a:xfrm rot="19355239">
              <a:off x="5372265" y="-1617552"/>
              <a:ext cx="10093104" cy="10093104"/>
            </a:xfrm>
            <a:prstGeom prst="arc">
              <a:avLst>
                <a:gd name="adj1" fmla="val 10480822"/>
                <a:gd name="adj2" fmla="val 13388850"/>
              </a:avLst>
            </a:prstGeom>
            <a:ln w="12700">
              <a:solidFill>
                <a:srgbClr val="72717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弧形 12">
              <a:extLst>
                <a:ext uri="{FF2B5EF4-FFF2-40B4-BE49-F238E27FC236}">
                  <a16:creationId xmlns:a16="http://schemas.microsoft.com/office/drawing/2014/main" id="{941554DA-8954-415C-8E94-11D50B739160}"/>
                </a:ext>
              </a:extLst>
            </p:cNvPr>
            <p:cNvSpPr/>
            <p:nvPr/>
          </p:nvSpPr>
          <p:spPr>
            <a:xfrm rot="3378363">
              <a:off x="5372265" y="-1617552"/>
              <a:ext cx="10093104" cy="10093104"/>
            </a:xfrm>
            <a:prstGeom prst="arc">
              <a:avLst>
                <a:gd name="adj1" fmla="val 8216217"/>
                <a:gd name="adj2" fmla="val 10007891"/>
              </a:avLst>
            </a:prstGeom>
            <a:ln w="12700">
              <a:solidFill>
                <a:srgbClr val="72717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
        <p:nvSpPr>
          <p:cNvPr id="18" name="任意多边形: 形状 17">
            <a:extLst>
              <a:ext uri="{FF2B5EF4-FFF2-40B4-BE49-F238E27FC236}">
                <a16:creationId xmlns:a16="http://schemas.microsoft.com/office/drawing/2014/main" id="{A43C21F7-19D9-445F-98D8-30F1F8E70FF1}"/>
              </a:ext>
            </a:extLst>
          </p:cNvPr>
          <p:cNvSpPr/>
          <p:nvPr userDrawn="1"/>
        </p:nvSpPr>
        <p:spPr>
          <a:xfrm rot="2640108">
            <a:off x="-718179" y="5229514"/>
            <a:ext cx="1783615" cy="1503488"/>
          </a:xfrm>
          <a:custGeom>
            <a:avLst/>
            <a:gdLst>
              <a:gd name="connsiteX0" fmla="*/ 0 w 1783615"/>
              <a:gd name="connsiteY0" fmla="*/ 79226 h 1503488"/>
              <a:gd name="connsiteX1" fmla="*/ 116190 w 1783615"/>
              <a:gd name="connsiteY1" fmla="*/ 40704 h 1503488"/>
              <a:gd name="connsiteX2" fmla="*/ 1406613 w 1783615"/>
              <a:gd name="connsiteY2" fmla="*/ 395244 h 1503488"/>
              <a:gd name="connsiteX3" fmla="*/ 1758984 w 1783615"/>
              <a:gd name="connsiteY3" fmla="*/ 994118 h 1503488"/>
              <a:gd name="connsiteX4" fmla="*/ 1783615 w 1783615"/>
              <a:gd name="connsiteY4" fmla="*/ 1109331 h 1503488"/>
              <a:gd name="connsiteX5" fmla="*/ 1375480 w 1783615"/>
              <a:gd name="connsiteY5" fmla="*/ 1503488 h 1503488"/>
              <a:gd name="connsiteX6" fmla="*/ 1350967 w 1783615"/>
              <a:gd name="connsiteY6" fmla="*/ 1478106 h 1503488"/>
              <a:gd name="connsiteX7" fmla="*/ 1356484 w 1783615"/>
              <a:gd name="connsiteY7" fmla="*/ 1444589 h 1503488"/>
              <a:gd name="connsiteX8" fmla="*/ 1089908 w 1783615"/>
              <a:gd name="connsiteY8" fmla="*/ 714601 h 1503488"/>
              <a:gd name="connsiteX9" fmla="*/ 490738 w 1783615"/>
              <a:gd name="connsiteY9" fmla="*/ 450844 h 1503488"/>
              <a:gd name="connsiteX10" fmla="*/ 361954 w 1783615"/>
              <a:gd name="connsiteY10" fmla="*/ 454017 h 150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3615" h="1503488">
                <a:moveTo>
                  <a:pt x="0" y="79226"/>
                </a:moveTo>
                <a:lnTo>
                  <a:pt x="116190" y="40704"/>
                </a:lnTo>
                <a:cubicBezTo>
                  <a:pt x="573845" y="-73853"/>
                  <a:pt x="1064745" y="56216"/>
                  <a:pt x="1406613" y="395244"/>
                </a:cubicBezTo>
                <a:cubicBezTo>
                  <a:pt x="1577547" y="564759"/>
                  <a:pt x="1696553" y="771966"/>
                  <a:pt x="1758984" y="994118"/>
                </a:cubicBezTo>
                <a:lnTo>
                  <a:pt x="1783615" y="1109331"/>
                </a:lnTo>
                <a:lnTo>
                  <a:pt x="1375480" y="1503488"/>
                </a:lnTo>
                <a:lnTo>
                  <a:pt x="1350967" y="1478106"/>
                </a:lnTo>
                <a:lnTo>
                  <a:pt x="1356484" y="1444589"/>
                </a:lnTo>
                <a:cubicBezTo>
                  <a:pt x="1380332" y="1178229"/>
                  <a:pt x="1286244" y="909306"/>
                  <a:pt x="1089908" y="714601"/>
                </a:cubicBezTo>
                <a:cubicBezTo>
                  <a:pt x="926295" y="552347"/>
                  <a:pt x="711736" y="461525"/>
                  <a:pt x="490738" y="450844"/>
                </a:cubicBezTo>
                <a:lnTo>
                  <a:pt x="361954" y="454017"/>
                </a:lnTo>
                <a:close/>
              </a:path>
            </a:pathLst>
          </a:custGeom>
          <a:solidFill>
            <a:srgbClr val="727171">
              <a:alpha val="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9" name="组合 18">
            <a:extLst>
              <a:ext uri="{FF2B5EF4-FFF2-40B4-BE49-F238E27FC236}">
                <a16:creationId xmlns:a16="http://schemas.microsoft.com/office/drawing/2014/main" id="{BF21C6B5-FBE3-48AF-874E-A7EBFC48313D}"/>
              </a:ext>
            </a:extLst>
          </p:cNvPr>
          <p:cNvGrpSpPr/>
          <p:nvPr userDrawn="1"/>
        </p:nvGrpSpPr>
        <p:grpSpPr>
          <a:xfrm rot="9328605">
            <a:off x="-2953853" y="4081333"/>
            <a:ext cx="4251748" cy="4248277"/>
            <a:chOff x="5364020" y="-1617552"/>
            <a:chExt cx="10101349" cy="10093104"/>
          </a:xfrm>
        </p:grpSpPr>
        <p:sp>
          <p:nvSpPr>
            <p:cNvPr id="20" name="椭圆 19">
              <a:extLst>
                <a:ext uri="{FF2B5EF4-FFF2-40B4-BE49-F238E27FC236}">
                  <a16:creationId xmlns:a16="http://schemas.microsoft.com/office/drawing/2014/main" id="{DD608F73-185E-4230-83C4-21DD1437D4E1}"/>
                </a:ext>
              </a:extLst>
            </p:cNvPr>
            <p:cNvSpPr/>
            <p:nvPr/>
          </p:nvSpPr>
          <p:spPr>
            <a:xfrm>
              <a:off x="5364020" y="2270485"/>
              <a:ext cx="243840" cy="243840"/>
            </a:xfrm>
            <a:prstGeom prst="ellipse">
              <a:avLst/>
            </a:prstGeom>
            <a:gradFill>
              <a:gsLst>
                <a:gs pos="0">
                  <a:srgbClr val="FD863D">
                    <a:alpha val="11000"/>
                  </a:srgbClr>
                </a:gs>
                <a:gs pos="100000">
                  <a:srgbClr val="F92864">
                    <a:alpha val="22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1" name="弧形 20">
              <a:extLst>
                <a:ext uri="{FF2B5EF4-FFF2-40B4-BE49-F238E27FC236}">
                  <a16:creationId xmlns:a16="http://schemas.microsoft.com/office/drawing/2014/main" id="{27C47DE8-3F23-4F3B-99CC-A703AAEA6497}"/>
                </a:ext>
              </a:extLst>
            </p:cNvPr>
            <p:cNvSpPr/>
            <p:nvPr/>
          </p:nvSpPr>
          <p:spPr>
            <a:xfrm rot="19355239">
              <a:off x="5372265" y="-1617552"/>
              <a:ext cx="10093104" cy="10093104"/>
            </a:xfrm>
            <a:prstGeom prst="arc">
              <a:avLst>
                <a:gd name="adj1" fmla="val 10480822"/>
                <a:gd name="adj2" fmla="val 13388850"/>
              </a:avLst>
            </a:prstGeom>
            <a:ln w="12700">
              <a:solidFill>
                <a:srgbClr val="727171">
                  <a:alpha val="21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弧形 21">
              <a:extLst>
                <a:ext uri="{FF2B5EF4-FFF2-40B4-BE49-F238E27FC236}">
                  <a16:creationId xmlns:a16="http://schemas.microsoft.com/office/drawing/2014/main" id="{CC28DE55-39D7-4EC1-98D6-FE9D7A16AF23}"/>
                </a:ext>
              </a:extLst>
            </p:cNvPr>
            <p:cNvSpPr/>
            <p:nvPr/>
          </p:nvSpPr>
          <p:spPr>
            <a:xfrm rot="3378363">
              <a:off x="5372265" y="-1617552"/>
              <a:ext cx="10093104" cy="10093104"/>
            </a:xfrm>
            <a:prstGeom prst="arc">
              <a:avLst>
                <a:gd name="adj1" fmla="val 8216217"/>
                <a:gd name="adj2" fmla="val 10007891"/>
              </a:avLst>
            </a:prstGeom>
            <a:ln w="12700">
              <a:solidFill>
                <a:srgbClr val="727171">
                  <a:alpha val="29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23" name="组合 2">
            <a:extLst>
              <a:ext uri="{FF2B5EF4-FFF2-40B4-BE49-F238E27FC236}">
                <a16:creationId xmlns:a16="http://schemas.microsoft.com/office/drawing/2014/main" id="{31EE5321-A12F-4375-855B-3FBF52465766}"/>
              </a:ext>
            </a:extLst>
          </p:cNvPr>
          <p:cNvGrpSpPr>
            <a:grpSpLocks/>
          </p:cNvGrpSpPr>
          <p:nvPr userDrawn="1"/>
        </p:nvGrpSpPr>
        <p:grpSpPr bwMode="auto">
          <a:xfrm>
            <a:off x="687070" y="3433989"/>
            <a:ext cx="1176793" cy="225427"/>
            <a:chOff x="7013933" y="1175360"/>
            <a:chExt cx="908745" cy="172255"/>
          </a:xfrm>
        </p:grpSpPr>
        <p:grpSp>
          <p:nvGrpSpPr>
            <p:cNvPr id="24" name="组合 116">
              <a:extLst>
                <a:ext uri="{FF2B5EF4-FFF2-40B4-BE49-F238E27FC236}">
                  <a16:creationId xmlns:a16="http://schemas.microsoft.com/office/drawing/2014/main" id="{58196B4E-11C6-41A4-923F-1AE8013D9B35}"/>
                </a:ext>
              </a:extLst>
            </p:cNvPr>
            <p:cNvGrpSpPr>
              <a:grpSpLocks/>
            </p:cNvGrpSpPr>
            <p:nvPr/>
          </p:nvGrpSpPr>
          <p:grpSpPr bwMode="auto">
            <a:xfrm>
              <a:off x="7507971" y="1175360"/>
              <a:ext cx="170400" cy="172254"/>
              <a:chOff x="6859759" y="1135407"/>
              <a:chExt cx="228134" cy="230616"/>
            </a:xfrm>
          </p:grpSpPr>
          <p:sp>
            <p:nvSpPr>
              <p:cNvPr id="35" name="Oval 83">
                <a:extLst>
                  <a:ext uri="{FF2B5EF4-FFF2-40B4-BE49-F238E27FC236}">
                    <a16:creationId xmlns:a16="http://schemas.microsoft.com/office/drawing/2014/main" id="{1BD20172-B8F1-42F7-A12E-2E287E1D36E6}"/>
                  </a:ext>
                </a:extLst>
              </p:cNvPr>
              <p:cNvSpPr>
                <a:spLocks noChangeArrowheads="1"/>
              </p:cNvSpPr>
              <p:nvPr/>
            </p:nvSpPr>
            <p:spPr bwMode="auto">
              <a:xfrm>
                <a:off x="6859759" y="1135407"/>
                <a:ext cx="228134" cy="230616"/>
              </a:xfrm>
              <a:prstGeom prst="ellipse">
                <a:avLst/>
              </a:prstGeom>
              <a:solidFill>
                <a:srgbClr val="7271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36" name="Freeform 85">
                <a:extLst>
                  <a:ext uri="{FF2B5EF4-FFF2-40B4-BE49-F238E27FC236}">
                    <a16:creationId xmlns:a16="http://schemas.microsoft.com/office/drawing/2014/main" id="{B73E6565-9B89-435A-B9C2-DCDB5C6D4126}"/>
                  </a:ext>
                </a:extLst>
              </p:cNvPr>
              <p:cNvSpPr>
                <a:spLocks noEditPoints="1"/>
              </p:cNvSpPr>
              <p:nvPr/>
            </p:nvSpPr>
            <p:spPr bwMode="auto">
              <a:xfrm>
                <a:off x="6935426" y="1195489"/>
                <a:ext cx="79899" cy="124388"/>
              </a:xfrm>
              <a:custGeom>
                <a:avLst/>
                <a:gdLst>
                  <a:gd name="T0" fmla="*/ 2147483647 w 9"/>
                  <a:gd name="T1" fmla="*/ 2147483647 h 14"/>
                  <a:gd name="T2" fmla="*/ 2147483647 w 9"/>
                  <a:gd name="T3" fmla="*/ 0 h 14"/>
                  <a:gd name="T4" fmla="*/ 2147483647 w 9"/>
                  <a:gd name="T5" fmla="*/ 0 h 14"/>
                  <a:gd name="T6" fmla="*/ 0 w 9"/>
                  <a:gd name="T7" fmla="*/ 2147483647 h 14"/>
                  <a:gd name="T8" fmla="*/ 2147483647 w 9"/>
                  <a:gd name="T9" fmla="*/ 2147483647 h 14"/>
                  <a:gd name="T10" fmla="*/ 2147483647 w 9"/>
                  <a:gd name="T11" fmla="*/ 2147483647 h 14"/>
                  <a:gd name="T12" fmla="*/ 2147483647 w 9"/>
                  <a:gd name="T13" fmla="*/ 2147483647 h 14"/>
                  <a:gd name="T14" fmla="*/ 2147483647 w 9"/>
                  <a:gd name="T15" fmla="*/ 2147483647 h 14"/>
                  <a:gd name="T16" fmla="*/ 2147483647 w 9"/>
                  <a:gd name="T17" fmla="*/ 2147483647 h 14"/>
                  <a:gd name="T18" fmla="*/ 2147483647 w 9"/>
                  <a:gd name="T19" fmla="*/ 2147483647 h 14"/>
                  <a:gd name="T20" fmla="*/ 2147483647 w 9"/>
                  <a:gd name="T21" fmla="*/ 2147483647 h 14"/>
                  <a:gd name="T22" fmla="*/ 2147483647 w 9"/>
                  <a:gd name="T23" fmla="*/ 2147483647 h 14"/>
                  <a:gd name="T24" fmla="*/ 2147483647 w 9"/>
                  <a:gd name="T25" fmla="*/ 2147483647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 h="14">
                    <a:moveTo>
                      <a:pt x="9" y="5"/>
                    </a:moveTo>
                    <a:cubicBezTo>
                      <a:pt x="9" y="2"/>
                      <a:pt x="7" y="0"/>
                      <a:pt x="5" y="0"/>
                    </a:cubicBezTo>
                    <a:cubicBezTo>
                      <a:pt x="5" y="0"/>
                      <a:pt x="5" y="0"/>
                      <a:pt x="5" y="0"/>
                    </a:cubicBezTo>
                    <a:cubicBezTo>
                      <a:pt x="2" y="0"/>
                      <a:pt x="0" y="2"/>
                      <a:pt x="0" y="5"/>
                    </a:cubicBezTo>
                    <a:cubicBezTo>
                      <a:pt x="0" y="8"/>
                      <a:pt x="5" y="14"/>
                      <a:pt x="5" y="14"/>
                    </a:cubicBezTo>
                    <a:cubicBezTo>
                      <a:pt x="5" y="14"/>
                      <a:pt x="5" y="14"/>
                      <a:pt x="5" y="14"/>
                    </a:cubicBezTo>
                    <a:cubicBezTo>
                      <a:pt x="5" y="14"/>
                      <a:pt x="5" y="14"/>
                      <a:pt x="5" y="14"/>
                    </a:cubicBezTo>
                    <a:cubicBezTo>
                      <a:pt x="5" y="14"/>
                      <a:pt x="9" y="8"/>
                      <a:pt x="9" y="5"/>
                    </a:cubicBezTo>
                    <a:close/>
                    <a:moveTo>
                      <a:pt x="3" y="4"/>
                    </a:moveTo>
                    <a:cubicBezTo>
                      <a:pt x="3" y="3"/>
                      <a:pt x="4" y="2"/>
                      <a:pt x="5" y="2"/>
                    </a:cubicBezTo>
                    <a:cubicBezTo>
                      <a:pt x="6" y="2"/>
                      <a:pt x="7" y="3"/>
                      <a:pt x="7" y="4"/>
                    </a:cubicBezTo>
                    <a:cubicBezTo>
                      <a:pt x="7" y="5"/>
                      <a:pt x="6" y="6"/>
                      <a:pt x="5" y="6"/>
                    </a:cubicBezTo>
                    <a:cubicBezTo>
                      <a:pt x="4" y="6"/>
                      <a:pt x="3" y="5"/>
                      <a:pt x="3" y="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 name="组合 118">
              <a:extLst>
                <a:ext uri="{FF2B5EF4-FFF2-40B4-BE49-F238E27FC236}">
                  <a16:creationId xmlns:a16="http://schemas.microsoft.com/office/drawing/2014/main" id="{3356D2F7-96EB-48CF-8BA0-6937E23C0A75}"/>
                </a:ext>
              </a:extLst>
            </p:cNvPr>
            <p:cNvGrpSpPr>
              <a:grpSpLocks/>
            </p:cNvGrpSpPr>
            <p:nvPr/>
          </p:nvGrpSpPr>
          <p:grpSpPr bwMode="auto">
            <a:xfrm>
              <a:off x="7257774" y="1175361"/>
              <a:ext cx="178357" cy="172253"/>
              <a:chOff x="6452659" y="1135410"/>
              <a:chExt cx="238787" cy="230615"/>
            </a:xfrm>
          </p:grpSpPr>
          <p:sp>
            <p:nvSpPr>
              <p:cNvPr id="33" name="Oval 89">
                <a:extLst>
                  <a:ext uri="{FF2B5EF4-FFF2-40B4-BE49-F238E27FC236}">
                    <a16:creationId xmlns:a16="http://schemas.microsoft.com/office/drawing/2014/main" id="{232DEE72-6A72-4754-ADE5-EC1742914B79}"/>
                  </a:ext>
                </a:extLst>
              </p:cNvPr>
              <p:cNvSpPr>
                <a:spLocks noChangeArrowheads="1"/>
              </p:cNvSpPr>
              <p:nvPr/>
            </p:nvSpPr>
            <p:spPr bwMode="auto">
              <a:xfrm>
                <a:off x="6451169" y="1135410"/>
                <a:ext cx="237982" cy="230616"/>
              </a:xfrm>
              <a:prstGeom prst="ellipse">
                <a:avLst/>
              </a:prstGeom>
              <a:solidFill>
                <a:srgbClr val="7271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34" name="Freeform 90">
                <a:extLst>
                  <a:ext uri="{FF2B5EF4-FFF2-40B4-BE49-F238E27FC236}">
                    <a16:creationId xmlns:a16="http://schemas.microsoft.com/office/drawing/2014/main" id="{472E8BED-D45F-4D57-BC6B-807102BA29DF}"/>
                  </a:ext>
                </a:extLst>
              </p:cNvPr>
              <p:cNvSpPr>
                <a:spLocks noEditPoints="1"/>
              </p:cNvSpPr>
              <p:nvPr/>
            </p:nvSpPr>
            <p:spPr bwMode="auto">
              <a:xfrm>
                <a:off x="6531650" y="1188070"/>
                <a:ext cx="79898" cy="116215"/>
              </a:xfrm>
              <a:custGeom>
                <a:avLst/>
                <a:gdLst>
                  <a:gd name="T0" fmla="*/ 2147483647 w 9"/>
                  <a:gd name="T1" fmla="*/ 0 h 13"/>
                  <a:gd name="T2" fmla="*/ 0 w 9"/>
                  <a:gd name="T3" fmla="*/ 2147483647 h 13"/>
                  <a:gd name="T4" fmla="*/ 0 w 9"/>
                  <a:gd name="T5" fmla="*/ 2147483647 h 13"/>
                  <a:gd name="T6" fmla="*/ 2147483647 w 9"/>
                  <a:gd name="T7" fmla="*/ 2147483647 h 13"/>
                  <a:gd name="T8" fmla="*/ 2147483647 w 9"/>
                  <a:gd name="T9" fmla="*/ 2147483647 h 13"/>
                  <a:gd name="T10" fmla="*/ 2147483647 w 9"/>
                  <a:gd name="T11" fmla="*/ 0 h 13"/>
                  <a:gd name="T12" fmla="*/ 2147483647 w 9"/>
                  <a:gd name="T13" fmla="*/ 2147483647 h 13"/>
                  <a:gd name="T14" fmla="*/ 2147483647 w 9"/>
                  <a:gd name="T15" fmla="*/ 2147483647 h 13"/>
                  <a:gd name="T16" fmla="*/ 2147483647 w 9"/>
                  <a:gd name="T17" fmla="*/ 2147483647 h 13"/>
                  <a:gd name="T18" fmla="*/ 2147483647 w 9"/>
                  <a:gd name="T19" fmla="*/ 2147483647 h 13"/>
                  <a:gd name="T20" fmla="*/ 2147483647 w 9"/>
                  <a:gd name="T21" fmla="*/ 2147483647 h 13"/>
                  <a:gd name="T22" fmla="*/ 2147483647 w 9"/>
                  <a:gd name="T23" fmla="*/ 2147483647 h 13"/>
                  <a:gd name="T24" fmla="*/ 2147483647 w 9"/>
                  <a:gd name="T25" fmla="*/ 2147483647 h 13"/>
                  <a:gd name="T26" fmla="*/ 2147483647 w 9"/>
                  <a:gd name="T27" fmla="*/ 2147483647 h 13"/>
                  <a:gd name="T28" fmla="*/ 2147483647 w 9"/>
                  <a:gd name="T29" fmla="*/ 2147483647 h 13"/>
                  <a:gd name="T30" fmla="*/ 2147483647 w 9"/>
                  <a:gd name="T31" fmla="*/ 2147483647 h 13"/>
                  <a:gd name="T32" fmla="*/ 2147483647 w 9"/>
                  <a:gd name="T33" fmla="*/ 2147483647 h 13"/>
                  <a:gd name="T34" fmla="*/ 2147483647 w 9"/>
                  <a:gd name="T35" fmla="*/ 2147483647 h 13"/>
                  <a:gd name="T36" fmla="*/ 2147483647 w 9"/>
                  <a:gd name="T37" fmla="*/ 2147483647 h 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 h="13">
                    <a:moveTo>
                      <a:pt x="5" y="0"/>
                    </a:moveTo>
                    <a:cubicBezTo>
                      <a:pt x="2" y="0"/>
                      <a:pt x="0" y="2"/>
                      <a:pt x="0" y="5"/>
                    </a:cubicBezTo>
                    <a:cubicBezTo>
                      <a:pt x="0" y="13"/>
                      <a:pt x="0" y="13"/>
                      <a:pt x="0" y="13"/>
                    </a:cubicBezTo>
                    <a:cubicBezTo>
                      <a:pt x="9" y="13"/>
                      <a:pt x="9" y="13"/>
                      <a:pt x="9" y="13"/>
                    </a:cubicBezTo>
                    <a:cubicBezTo>
                      <a:pt x="9" y="5"/>
                      <a:pt x="9" y="5"/>
                      <a:pt x="9" y="5"/>
                    </a:cubicBezTo>
                    <a:cubicBezTo>
                      <a:pt x="9" y="2"/>
                      <a:pt x="7" y="0"/>
                      <a:pt x="5" y="0"/>
                    </a:cubicBezTo>
                    <a:close/>
                    <a:moveTo>
                      <a:pt x="5" y="10"/>
                    </a:moveTo>
                    <a:cubicBezTo>
                      <a:pt x="5" y="11"/>
                      <a:pt x="5" y="11"/>
                      <a:pt x="5" y="11"/>
                    </a:cubicBezTo>
                    <a:cubicBezTo>
                      <a:pt x="5" y="11"/>
                      <a:pt x="5" y="12"/>
                      <a:pt x="5" y="12"/>
                    </a:cubicBezTo>
                    <a:cubicBezTo>
                      <a:pt x="4" y="12"/>
                      <a:pt x="4" y="11"/>
                      <a:pt x="4" y="11"/>
                    </a:cubicBezTo>
                    <a:cubicBezTo>
                      <a:pt x="4" y="10"/>
                      <a:pt x="4" y="10"/>
                      <a:pt x="4" y="10"/>
                    </a:cubicBezTo>
                    <a:cubicBezTo>
                      <a:pt x="3" y="9"/>
                      <a:pt x="3" y="9"/>
                      <a:pt x="3" y="8"/>
                    </a:cubicBezTo>
                    <a:cubicBezTo>
                      <a:pt x="3" y="7"/>
                      <a:pt x="3" y="6"/>
                      <a:pt x="5" y="6"/>
                    </a:cubicBezTo>
                    <a:cubicBezTo>
                      <a:pt x="6" y="6"/>
                      <a:pt x="6" y="7"/>
                      <a:pt x="6" y="8"/>
                    </a:cubicBezTo>
                    <a:cubicBezTo>
                      <a:pt x="6" y="9"/>
                      <a:pt x="6" y="9"/>
                      <a:pt x="5" y="10"/>
                    </a:cubicBezTo>
                    <a:close/>
                    <a:moveTo>
                      <a:pt x="1" y="5"/>
                    </a:moveTo>
                    <a:cubicBezTo>
                      <a:pt x="1" y="3"/>
                      <a:pt x="3" y="1"/>
                      <a:pt x="5" y="1"/>
                    </a:cubicBezTo>
                    <a:cubicBezTo>
                      <a:pt x="6" y="1"/>
                      <a:pt x="8" y="3"/>
                      <a:pt x="8" y="5"/>
                    </a:cubicBezTo>
                    <a:lnTo>
                      <a:pt x="1" y="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 name="组合 119">
              <a:extLst>
                <a:ext uri="{FF2B5EF4-FFF2-40B4-BE49-F238E27FC236}">
                  <a16:creationId xmlns:a16="http://schemas.microsoft.com/office/drawing/2014/main" id="{25EC359C-CD5F-4A3E-BABD-BCC11237EF69}"/>
                </a:ext>
              </a:extLst>
            </p:cNvPr>
            <p:cNvGrpSpPr>
              <a:grpSpLocks/>
            </p:cNvGrpSpPr>
            <p:nvPr/>
          </p:nvGrpSpPr>
          <p:grpSpPr bwMode="auto">
            <a:xfrm>
              <a:off x="7751248" y="1176075"/>
              <a:ext cx="171430" cy="171539"/>
              <a:chOff x="7258497" y="1136366"/>
              <a:chExt cx="229513" cy="229659"/>
            </a:xfrm>
          </p:grpSpPr>
          <p:sp>
            <p:nvSpPr>
              <p:cNvPr id="31" name="Oval 88">
                <a:extLst>
                  <a:ext uri="{FF2B5EF4-FFF2-40B4-BE49-F238E27FC236}">
                    <a16:creationId xmlns:a16="http://schemas.microsoft.com/office/drawing/2014/main" id="{8C71345C-2EF2-484A-BAF3-22622F6BEFAE}"/>
                  </a:ext>
                </a:extLst>
              </p:cNvPr>
              <p:cNvSpPr>
                <a:spLocks noChangeArrowheads="1"/>
              </p:cNvSpPr>
              <p:nvPr/>
            </p:nvSpPr>
            <p:spPr bwMode="auto">
              <a:xfrm>
                <a:off x="7257763" y="1135410"/>
                <a:ext cx="228135" cy="230617"/>
              </a:xfrm>
              <a:prstGeom prst="ellipse">
                <a:avLst/>
              </a:prstGeom>
              <a:solidFill>
                <a:srgbClr val="7271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p>
            </p:txBody>
          </p:sp>
          <p:sp>
            <p:nvSpPr>
              <p:cNvPr id="32" name="Freeform 91">
                <a:extLst>
                  <a:ext uri="{FF2B5EF4-FFF2-40B4-BE49-F238E27FC236}">
                    <a16:creationId xmlns:a16="http://schemas.microsoft.com/office/drawing/2014/main" id="{43C18DFA-98C8-44ED-BAA0-FEFDCBFB2FF8}"/>
                  </a:ext>
                </a:extLst>
              </p:cNvPr>
              <p:cNvSpPr>
                <a:spLocks/>
              </p:cNvSpPr>
              <p:nvPr/>
            </p:nvSpPr>
            <p:spPr bwMode="auto">
              <a:xfrm>
                <a:off x="7324929" y="1197150"/>
                <a:ext cx="106227" cy="107135"/>
              </a:xfrm>
              <a:custGeom>
                <a:avLst/>
                <a:gdLst>
                  <a:gd name="T0" fmla="*/ 0 w 117"/>
                  <a:gd name="T1" fmla="*/ 0 h 118"/>
                  <a:gd name="T2" fmla="*/ 0 w 117"/>
                  <a:gd name="T3" fmla="*/ 2147483647 h 118"/>
                  <a:gd name="T4" fmla="*/ 2147483647 w 117"/>
                  <a:gd name="T5" fmla="*/ 2147483647 h 118"/>
                  <a:gd name="T6" fmla="*/ 2147483647 w 117"/>
                  <a:gd name="T7" fmla="*/ 2147483647 h 118"/>
                  <a:gd name="T8" fmla="*/ 2147483647 w 117"/>
                  <a:gd name="T9" fmla="*/ 0 h 118"/>
                  <a:gd name="T10" fmla="*/ 2147483647 w 117"/>
                  <a:gd name="T11" fmla="*/ 2147483647 h 118"/>
                  <a:gd name="T12" fmla="*/ 0 w 117"/>
                  <a:gd name="T13" fmla="*/ 0 h 11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118">
                    <a:moveTo>
                      <a:pt x="0" y="0"/>
                    </a:moveTo>
                    <a:lnTo>
                      <a:pt x="0" y="98"/>
                    </a:lnTo>
                    <a:lnTo>
                      <a:pt x="58" y="118"/>
                    </a:lnTo>
                    <a:lnTo>
                      <a:pt x="117" y="98"/>
                    </a:lnTo>
                    <a:lnTo>
                      <a:pt x="117" y="0"/>
                    </a:lnTo>
                    <a:lnTo>
                      <a:pt x="58" y="2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7" name="组合 120">
              <a:extLst>
                <a:ext uri="{FF2B5EF4-FFF2-40B4-BE49-F238E27FC236}">
                  <a16:creationId xmlns:a16="http://schemas.microsoft.com/office/drawing/2014/main" id="{200D3619-5988-4761-B18C-62D3DF19518C}"/>
                </a:ext>
              </a:extLst>
            </p:cNvPr>
            <p:cNvGrpSpPr>
              <a:grpSpLocks/>
            </p:cNvGrpSpPr>
            <p:nvPr/>
          </p:nvGrpSpPr>
          <p:grpSpPr bwMode="auto">
            <a:xfrm>
              <a:off x="7013933" y="1175362"/>
              <a:ext cx="173257" cy="172253"/>
              <a:chOff x="6054069" y="942439"/>
              <a:chExt cx="231957" cy="230615"/>
            </a:xfrm>
          </p:grpSpPr>
          <p:sp>
            <p:nvSpPr>
              <p:cNvPr id="28" name="Freeform 92">
                <a:extLst>
                  <a:ext uri="{FF2B5EF4-FFF2-40B4-BE49-F238E27FC236}">
                    <a16:creationId xmlns:a16="http://schemas.microsoft.com/office/drawing/2014/main" id="{DD17D1B1-0B42-4AB0-B6D5-33068FF73939}"/>
                  </a:ext>
                </a:extLst>
              </p:cNvPr>
              <p:cNvSpPr>
                <a:spLocks noEditPoints="1"/>
              </p:cNvSpPr>
              <p:nvPr/>
            </p:nvSpPr>
            <p:spPr bwMode="auto">
              <a:xfrm>
                <a:off x="6107644" y="996006"/>
                <a:ext cx="132558" cy="124387"/>
              </a:xfrm>
              <a:custGeom>
                <a:avLst/>
                <a:gdLst>
                  <a:gd name="T0" fmla="*/ 0 w 146"/>
                  <a:gd name="T1" fmla="*/ 2147483647 h 137"/>
                  <a:gd name="T2" fmla="*/ 2147483647 w 146"/>
                  <a:gd name="T3" fmla="*/ 2147483647 h 137"/>
                  <a:gd name="T4" fmla="*/ 2147483647 w 146"/>
                  <a:gd name="T5" fmla="*/ 2147483647 h 137"/>
                  <a:gd name="T6" fmla="*/ 2147483647 w 146"/>
                  <a:gd name="T7" fmla="*/ 2147483647 h 137"/>
                  <a:gd name="T8" fmla="*/ 2147483647 w 146"/>
                  <a:gd name="T9" fmla="*/ 2147483647 h 137"/>
                  <a:gd name="T10" fmla="*/ 2147483647 w 146"/>
                  <a:gd name="T11" fmla="*/ 2147483647 h 137"/>
                  <a:gd name="T12" fmla="*/ 2147483647 w 146"/>
                  <a:gd name="T13" fmla="*/ 0 h 137"/>
                  <a:gd name="T14" fmla="*/ 0 w 146"/>
                  <a:gd name="T15" fmla="*/ 2147483647 h 137"/>
                  <a:gd name="T16" fmla="*/ 2147483647 w 146"/>
                  <a:gd name="T17" fmla="*/ 2147483647 h 137"/>
                  <a:gd name="T18" fmla="*/ 2147483647 w 146"/>
                  <a:gd name="T19" fmla="*/ 2147483647 h 137"/>
                  <a:gd name="T20" fmla="*/ 2147483647 w 146"/>
                  <a:gd name="T21" fmla="*/ 2147483647 h 137"/>
                  <a:gd name="T22" fmla="*/ 2147483647 w 146"/>
                  <a:gd name="T23" fmla="*/ 2147483647 h 137"/>
                  <a:gd name="T24" fmla="*/ 2147483647 w 146"/>
                  <a:gd name="T25" fmla="*/ 2147483647 h 1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6" h="137">
                    <a:moveTo>
                      <a:pt x="0" y="68"/>
                    </a:moveTo>
                    <a:lnTo>
                      <a:pt x="19" y="68"/>
                    </a:lnTo>
                    <a:lnTo>
                      <a:pt x="19" y="137"/>
                    </a:lnTo>
                    <a:lnTo>
                      <a:pt x="117" y="137"/>
                    </a:lnTo>
                    <a:lnTo>
                      <a:pt x="117" y="68"/>
                    </a:lnTo>
                    <a:lnTo>
                      <a:pt x="146" y="68"/>
                    </a:lnTo>
                    <a:lnTo>
                      <a:pt x="68" y="0"/>
                    </a:lnTo>
                    <a:lnTo>
                      <a:pt x="0" y="68"/>
                    </a:lnTo>
                    <a:close/>
                    <a:moveTo>
                      <a:pt x="87" y="107"/>
                    </a:moveTo>
                    <a:lnTo>
                      <a:pt x="48" y="107"/>
                    </a:lnTo>
                    <a:lnTo>
                      <a:pt x="48" y="68"/>
                    </a:lnTo>
                    <a:lnTo>
                      <a:pt x="87" y="68"/>
                    </a:lnTo>
                    <a:lnTo>
                      <a:pt x="87" y="107"/>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Rectangle 93">
                <a:extLst>
                  <a:ext uri="{FF2B5EF4-FFF2-40B4-BE49-F238E27FC236}">
                    <a16:creationId xmlns:a16="http://schemas.microsoft.com/office/drawing/2014/main" id="{016904A9-CFC9-4897-B58B-AD45E18F3FB4}"/>
                  </a:ext>
                </a:extLst>
              </p:cNvPr>
              <p:cNvSpPr>
                <a:spLocks noChangeArrowheads="1"/>
              </p:cNvSpPr>
              <p:nvPr/>
            </p:nvSpPr>
            <p:spPr bwMode="auto">
              <a:xfrm>
                <a:off x="6150902" y="1056122"/>
                <a:ext cx="37749" cy="37354"/>
              </a:xfrm>
              <a:prstGeom prst="rect">
                <a:avLst/>
              </a:prstGeom>
              <a:solidFill>
                <a:srgbClr val="7271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Freeform 94">
                <a:extLst>
                  <a:ext uri="{FF2B5EF4-FFF2-40B4-BE49-F238E27FC236}">
                    <a16:creationId xmlns:a16="http://schemas.microsoft.com/office/drawing/2014/main" id="{F1BB97A1-BCAC-46CA-AD65-B6142511C5EB}"/>
                  </a:ext>
                </a:extLst>
              </p:cNvPr>
              <p:cNvSpPr>
                <a:spLocks noEditPoints="1"/>
              </p:cNvSpPr>
              <p:nvPr/>
            </p:nvSpPr>
            <p:spPr bwMode="auto">
              <a:xfrm>
                <a:off x="6054069" y="942438"/>
                <a:ext cx="231414" cy="230616"/>
              </a:xfrm>
              <a:custGeom>
                <a:avLst/>
                <a:gdLst>
                  <a:gd name="T0" fmla="*/ 1022750916 w 26"/>
                  <a:gd name="T1" fmla="*/ 0 h 26"/>
                  <a:gd name="T2" fmla="*/ 0 w 26"/>
                  <a:gd name="T3" fmla="*/ 1022750916 h 26"/>
                  <a:gd name="T4" fmla="*/ 1022750916 w 26"/>
                  <a:gd name="T5" fmla="*/ 2045510701 h 26"/>
                  <a:gd name="T6" fmla="*/ 2045510701 w 26"/>
                  <a:gd name="T7" fmla="*/ 1022750916 h 26"/>
                  <a:gd name="T8" fmla="*/ 1022750916 w 26"/>
                  <a:gd name="T9" fmla="*/ 0 h 26"/>
                  <a:gd name="T10" fmla="*/ 1416126887 w 26"/>
                  <a:gd name="T11" fmla="*/ 1022750916 h 26"/>
                  <a:gd name="T12" fmla="*/ 1416126887 w 26"/>
                  <a:gd name="T13" fmla="*/ 1573468405 h 26"/>
                  <a:gd name="T14" fmla="*/ 629383814 w 26"/>
                  <a:gd name="T15" fmla="*/ 1573468405 h 26"/>
                  <a:gd name="T16" fmla="*/ 629383814 w 26"/>
                  <a:gd name="T17" fmla="*/ 1022750916 h 26"/>
                  <a:gd name="T18" fmla="*/ 472042296 w 26"/>
                  <a:gd name="T19" fmla="*/ 1022750916 h 26"/>
                  <a:gd name="T20" fmla="*/ 1022750916 w 26"/>
                  <a:gd name="T21" fmla="*/ 472042296 h 26"/>
                  <a:gd name="T22" fmla="*/ 1652143600 w 26"/>
                  <a:gd name="T23" fmla="*/ 1022750916 h 26"/>
                  <a:gd name="T24" fmla="*/ 1416126887 w 26"/>
                  <a:gd name="T25" fmla="*/ 1022750916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6" h="26">
                    <a:moveTo>
                      <a:pt x="13" y="0"/>
                    </a:moveTo>
                    <a:cubicBezTo>
                      <a:pt x="6" y="0"/>
                      <a:pt x="0" y="6"/>
                      <a:pt x="0" y="13"/>
                    </a:cubicBezTo>
                    <a:cubicBezTo>
                      <a:pt x="0" y="21"/>
                      <a:pt x="6" y="26"/>
                      <a:pt x="13" y="26"/>
                    </a:cubicBezTo>
                    <a:cubicBezTo>
                      <a:pt x="20" y="26"/>
                      <a:pt x="26" y="21"/>
                      <a:pt x="26" y="13"/>
                    </a:cubicBezTo>
                    <a:cubicBezTo>
                      <a:pt x="26" y="6"/>
                      <a:pt x="20" y="0"/>
                      <a:pt x="13" y="0"/>
                    </a:cubicBezTo>
                    <a:close/>
                    <a:moveTo>
                      <a:pt x="18" y="13"/>
                    </a:moveTo>
                    <a:cubicBezTo>
                      <a:pt x="18" y="20"/>
                      <a:pt x="18" y="20"/>
                      <a:pt x="18" y="20"/>
                    </a:cubicBezTo>
                    <a:cubicBezTo>
                      <a:pt x="8" y="20"/>
                      <a:pt x="8" y="20"/>
                      <a:pt x="8" y="20"/>
                    </a:cubicBezTo>
                    <a:cubicBezTo>
                      <a:pt x="8" y="13"/>
                      <a:pt x="8" y="13"/>
                      <a:pt x="8" y="13"/>
                    </a:cubicBezTo>
                    <a:cubicBezTo>
                      <a:pt x="6" y="13"/>
                      <a:pt x="6" y="13"/>
                      <a:pt x="6" y="13"/>
                    </a:cubicBezTo>
                    <a:cubicBezTo>
                      <a:pt x="13" y="6"/>
                      <a:pt x="13" y="6"/>
                      <a:pt x="13" y="6"/>
                    </a:cubicBezTo>
                    <a:cubicBezTo>
                      <a:pt x="21" y="13"/>
                      <a:pt x="21" y="13"/>
                      <a:pt x="21" y="13"/>
                    </a:cubicBezTo>
                    <a:lnTo>
                      <a:pt x="18" y="13"/>
                    </a:lnTo>
                    <a:close/>
                  </a:path>
                </a:pathLst>
              </a:custGeom>
              <a:solidFill>
                <a:srgbClr val="7271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grpSp>
      <p:sp>
        <p:nvSpPr>
          <p:cNvPr id="5" name="文本占位符 4">
            <a:extLst>
              <a:ext uri="{FF2B5EF4-FFF2-40B4-BE49-F238E27FC236}">
                <a16:creationId xmlns:a16="http://schemas.microsoft.com/office/drawing/2014/main" id="{FA1FA0B3-E01C-4402-A493-34972C427866}"/>
              </a:ext>
            </a:extLst>
          </p:cNvPr>
          <p:cNvSpPr>
            <a:spLocks noGrp="1"/>
          </p:cNvSpPr>
          <p:nvPr>
            <p:ph type="body" sz="quarter" idx="11" hasCustomPrompt="1"/>
          </p:nvPr>
        </p:nvSpPr>
        <p:spPr>
          <a:xfrm>
            <a:off x="577313" y="3096246"/>
            <a:ext cx="1959350" cy="313932"/>
          </a:xfrm>
        </p:spPr>
        <p:txBody>
          <a:bodyPr wrap="square" anchor="ctr">
            <a:spAutoFit/>
          </a:bodyPr>
          <a:lstStyle>
            <a:lvl1pPr marL="0" indent="0" algn="dist">
              <a:buFontTx/>
              <a:buNone/>
              <a:defRPr sz="1600" b="0">
                <a:solidFill>
                  <a:schemeClr val="tx1">
                    <a:lumMod val="50000"/>
                    <a:lumOff val="50000"/>
                  </a:schemeClr>
                </a:solidFill>
              </a:defRPr>
            </a:lvl1pPr>
            <a:lvl2pPr marL="457200" indent="0">
              <a:buFontTx/>
              <a:buNone/>
              <a:defRPr sz="1600"/>
            </a:lvl2pPr>
            <a:lvl3pPr marL="914400" indent="0">
              <a:buFontTx/>
              <a:buNone/>
              <a:defRPr sz="1600"/>
            </a:lvl3pPr>
            <a:lvl4pPr marL="1371600" indent="0">
              <a:buFontTx/>
              <a:buNone/>
              <a:defRPr sz="1600"/>
            </a:lvl4pPr>
            <a:lvl5pPr marL="1828800" indent="0">
              <a:buFontTx/>
              <a:buNone/>
              <a:defRPr sz="1600"/>
            </a:lvl5pPr>
          </a:lstStyle>
          <a:p>
            <a:pPr lvl="0"/>
            <a:r>
              <a:rPr lang="en-US" altLang="zh-CN" dirty="0"/>
              <a:t>Theme template</a:t>
            </a:r>
          </a:p>
        </p:txBody>
      </p:sp>
      <p:sp>
        <p:nvSpPr>
          <p:cNvPr id="45" name="标题 44">
            <a:extLst>
              <a:ext uri="{FF2B5EF4-FFF2-40B4-BE49-F238E27FC236}">
                <a16:creationId xmlns:a16="http://schemas.microsoft.com/office/drawing/2014/main" id="{5D8C9430-FD3D-4C78-A8E5-EAC2B8689D33}"/>
              </a:ext>
            </a:extLst>
          </p:cNvPr>
          <p:cNvSpPr>
            <a:spLocks noGrp="1"/>
          </p:cNvSpPr>
          <p:nvPr>
            <p:ph type="title" hasCustomPrompt="1"/>
          </p:nvPr>
        </p:nvSpPr>
        <p:spPr>
          <a:xfrm>
            <a:off x="577313" y="1916492"/>
            <a:ext cx="4831981" cy="738664"/>
          </a:xfrm>
        </p:spPr>
        <p:txBody>
          <a:bodyPr anchor="b">
            <a:normAutofit/>
          </a:bodyPr>
          <a:lstStyle>
            <a:lvl1pPr>
              <a:defRPr sz="4200" b="1">
                <a:solidFill>
                  <a:schemeClr val="accent1"/>
                </a:solidFill>
              </a:defRPr>
            </a:lvl1pPr>
          </a:lstStyle>
          <a:p>
            <a:r>
              <a:rPr lang="zh-CN" altLang="en-US" dirty="0"/>
              <a:t>海康威视</a:t>
            </a:r>
            <a:r>
              <a:rPr lang="en-US" altLang="zh-CN" dirty="0"/>
              <a:t>PPT</a:t>
            </a:r>
            <a:r>
              <a:rPr lang="zh-CN" altLang="en-US" dirty="0"/>
              <a:t>日常</a:t>
            </a:r>
          </a:p>
        </p:txBody>
      </p:sp>
      <p:sp>
        <p:nvSpPr>
          <p:cNvPr id="49" name="文本占位符 48">
            <a:extLst>
              <a:ext uri="{FF2B5EF4-FFF2-40B4-BE49-F238E27FC236}">
                <a16:creationId xmlns:a16="http://schemas.microsoft.com/office/drawing/2014/main" id="{1E4DF8A4-E314-45E4-B563-2B307FE379F4}"/>
              </a:ext>
            </a:extLst>
          </p:cNvPr>
          <p:cNvSpPr>
            <a:spLocks noGrp="1"/>
          </p:cNvSpPr>
          <p:nvPr>
            <p:ph type="body" sz="quarter" idx="10" hasCustomPrompt="1"/>
          </p:nvPr>
        </p:nvSpPr>
        <p:spPr>
          <a:xfrm>
            <a:off x="577313" y="2603218"/>
            <a:ext cx="4831981" cy="558800"/>
          </a:xfrm>
        </p:spPr>
        <p:txBody>
          <a:bodyPr anchor="b">
            <a:noAutofit/>
          </a:bodyPr>
          <a:lstStyle>
            <a:lvl1pPr marL="0" indent="0">
              <a:buFontTx/>
              <a:buNone/>
              <a:defRPr sz="3600" b="1">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dirty="0"/>
              <a:t>主题模板</a:t>
            </a:r>
          </a:p>
        </p:txBody>
      </p:sp>
      <p:sp>
        <p:nvSpPr>
          <p:cNvPr id="37" name="文本占位符 53">
            <a:extLst>
              <a:ext uri="{FF2B5EF4-FFF2-40B4-BE49-F238E27FC236}">
                <a16:creationId xmlns:a16="http://schemas.microsoft.com/office/drawing/2014/main" id="{CB3780AC-4712-40EE-A159-E7C9E326FA09}"/>
              </a:ext>
            </a:extLst>
          </p:cNvPr>
          <p:cNvSpPr>
            <a:spLocks noGrp="1"/>
          </p:cNvSpPr>
          <p:nvPr>
            <p:ph type="body" sz="quarter" idx="14" hasCustomPrompt="1"/>
          </p:nvPr>
        </p:nvSpPr>
        <p:spPr>
          <a:xfrm>
            <a:off x="577313" y="3849687"/>
            <a:ext cx="1959350" cy="258532"/>
          </a:xfrm>
        </p:spPr>
        <p:txBody>
          <a:bodyPr anchor="ctr">
            <a:spAutoFit/>
          </a:bodyPr>
          <a:lstStyle>
            <a:lvl1pPr marL="0" indent="0">
              <a:buFontTx/>
              <a:buNone/>
              <a:defRPr sz="1200" b="0">
                <a:solidFill>
                  <a:schemeClr val="tx1">
                    <a:lumMod val="65000"/>
                    <a:lumOff val="35000"/>
                  </a:schemeClr>
                </a:solidFill>
              </a:defRPr>
            </a:lvl1pPr>
            <a:lvl2pPr>
              <a:defRPr sz="1200"/>
            </a:lvl2pPr>
            <a:lvl3pPr>
              <a:defRPr sz="1200"/>
            </a:lvl3pPr>
            <a:lvl4pPr>
              <a:defRPr sz="1200"/>
            </a:lvl4pPr>
            <a:lvl5pPr>
              <a:defRPr sz="1200"/>
            </a:lvl5pPr>
          </a:lstStyle>
          <a:p>
            <a:pPr lvl="0"/>
            <a:r>
              <a:rPr lang="en-US" altLang="zh-CN" dirty="0"/>
              <a:t>Speaker name and title</a:t>
            </a:r>
          </a:p>
        </p:txBody>
      </p:sp>
      <p:sp>
        <p:nvSpPr>
          <p:cNvPr id="38" name="文本占位符 53">
            <a:extLst>
              <a:ext uri="{FF2B5EF4-FFF2-40B4-BE49-F238E27FC236}">
                <a16:creationId xmlns:a16="http://schemas.microsoft.com/office/drawing/2014/main" id="{9901D0D4-70B4-4FD6-B8E9-D634E7CB6E6C}"/>
              </a:ext>
            </a:extLst>
          </p:cNvPr>
          <p:cNvSpPr>
            <a:spLocks noGrp="1"/>
          </p:cNvSpPr>
          <p:nvPr>
            <p:ph type="body" sz="quarter" idx="15" hasCustomPrompt="1"/>
          </p:nvPr>
        </p:nvSpPr>
        <p:spPr>
          <a:xfrm>
            <a:off x="577313" y="4066238"/>
            <a:ext cx="1959350" cy="269068"/>
          </a:xfrm>
        </p:spPr>
        <p:txBody>
          <a:bodyPr anchor="ctr">
            <a:noAutofit/>
          </a:bodyPr>
          <a:lstStyle>
            <a:lvl1pPr marL="0" indent="0">
              <a:buFontTx/>
              <a:buNone/>
              <a:defRPr sz="1200" b="0">
                <a:solidFill>
                  <a:schemeClr val="tx1">
                    <a:lumMod val="65000"/>
                    <a:lumOff val="35000"/>
                  </a:schemeClr>
                </a:solidFill>
              </a:defRPr>
            </a:lvl1pPr>
            <a:lvl2pPr>
              <a:defRPr sz="1200"/>
            </a:lvl2pPr>
            <a:lvl3pPr>
              <a:defRPr sz="1200"/>
            </a:lvl3pPr>
            <a:lvl4pPr>
              <a:defRPr sz="1200"/>
            </a:lvl4pPr>
            <a:lvl5pPr>
              <a:defRPr sz="1200"/>
            </a:lvl5pPr>
          </a:lstStyle>
          <a:p>
            <a:pPr lvl="0"/>
            <a:r>
              <a:rPr lang="en-US" altLang="zh-CN" dirty="0"/>
              <a:t>Date &amp; Time</a:t>
            </a:r>
          </a:p>
        </p:txBody>
      </p:sp>
      <p:sp>
        <p:nvSpPr>
          <p:cNvPr id="43" name="文本占位符 53">
            <a:extLst>
              <a:ext uri="{FF2B5EF4-FFF2-40B4-BE49-F238E27FC236}">
                <a16:creationId xmlns:a16="http://schemas.microsoft.com/office/drawing/2014/main" id="{B16C2F15-9EB7-44AA-AE86-0508BA35E7A7}"/>
              </a:ext>
            </a:extLst>
          </p:cNvPr>
          <p:cNvSpPr>
            <a:spLocks noGrp="1"/>
          </p:cNvSpPr>
          <p:nvPr>
            <p:ph type="body" sz="quarter" idx="16" hasCustomPrompt="1"/>
          </p:nvPr>
        </p:nvSpPr>
        <p:spPr>
          <a:xfrm>
            <a:off x="577313" y="4406974"/>
            <a:ext cx="1959350" cy="269068"/>
          </a:xfrm>
        </p:spPr>
        <p:txBody>
          <a:bodyPr anchor="ctr">
            <a:noAutofit/>
          </a:bodyPr>
          <a:lstStyle>
            <a:lvl1pPr marL="0" indent="0">
              <a:buFontTx/>
              <a:buNone/>
              <a:defRPr sz="800" b="0">
                <a:solidFill>
                  <a:schemeClr val="tx1">
                    <a:lumMod val="50000"/>
                    <a:lumOff val="50000"/>
                  </a:schemeClr>
                </a:solidFill>
              </a:defRPr>
            </a:lvl1pPr>
            <a:lvl2pPr>
              <a:defRPr sz="1200"/>
            </a:lvl2pPr>
            <a:lvl3pPr>
              <a:defRPr sz="1200"/>
            </a:lvl3pPr>
            <a:lvl4pPr>
              <a:defRPr sz="1200"/>
            </a:lvl4pPr>
            <a:lvl5pPr>
              <a:defRPr sz="1200"/>
            </a:lvl5pPr>
          </a:lstStyle>
          <a:p>
            <a:pPr lvl="0"/>
            <a:r>
              <a:rPr lang="en-US" altLang="zh-CN" dirty="0"/>
              <a:t>2021.04   V1.0</a:t>
            </a:r>
          </a:p>
        </p:txBody>
      </p:sp>
      <p:pic>
        <p:nvPicPr>
          <p:cNvPr id="39" name="图片 38"/>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9809926" y="448282"/>
            <a:ext cx="1719470" cy="223895"/>
          </a:xfrm>
          <a:prstGeom prst="rect">
            <a:avLst/>
          </a:prstGeom>
        </p:spPr>
      </p:pic>
    </p:spTree>
    <p:extLst>
      <p:ext uri="{BB962C8B-B14F-4D97-AF65-F5344CB8AC3E}">
        <p14:creationId xmlns:p14="http://schemas.microsoft.com/office/powerpoint/2010/main" val="1102645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63A8C46-00EC-4C36-9486-ECFE3C701BAF}"/>
              </a:ext>
            </a:extLst>
          </p:cNvPr>
          <p:cNvPicPr>
            <a:picLocks noChangeAspect="1"/>
          </p:cNvPicPr>
          <p:nvPr userDrawn="1"/>
        </p:nvPicPr>
        <p:blipFill>
          <a:blip r:embed="rId2">
            <a:extLst>
              <a:ext uri="{28A0092B-C50C-407E-A947-70E740481C1C}">
                <a14:useLocalDpi xmlns:a14="http://schemas.microsoft.com/office/drawing/2010/main" val="0"/>
              </a:ext>
            </a:extLst>
          </a:blip>
          <a:srcRect l="28007" r="5223"/>
          <a:stretch>
            <a:fillRect/>
          </a:stretch>
        </p:blipFill>
        <p:spPr>
          <a:xfrm>
            <a:off x="4749194" y="0"/>
            <a:ext cx="7442807" cy="6858000"/>
          </a:xfrm>
          <a:custGeom>
            <a:avLst/>
            <a:gdLst>
              <a:gd name="connsiteX0" fmla="*/ 6510652 w 7442807"/>
              <a:gd name="connsiteY0" fmla="*/ 0 h 6858000"/>
              <a:gd name="connsiteX1" fmla="*/ 7163088 w 7442807"/>
              <a:gd name="connsiteY1" fmla="*/ 0 h 6858000"/>
              <a:gd name="connsiteX2" fmla="*/ 7442807 w 7442807"/>
              <a:gd name="connsiteY2" fmla="*/ 14125 h 6858000"/>
              <a:gd name="connsiteX3" fmla="*/ 7442807 w 7442807"/>
              <a:gd name="connsiteY3" fmla="*/ 6858000 h 6858000"/>
              <a:gd name="connsiteX4" fmla="*/ 0 w 7442807"/>
              <a:gd name="connsiteY4" fmla="*/ 6858000 h 6858000"/>
              <a:gd name="connsiteX5" fmla="*/ 33523 w 7442807"/>
              <a:gd name="connsiteY5" fmla="*/ 6194129 h 6858000"/>
              <a:gd name="connsiteX6" fmla="*/ 6248275 w 7442807"/>
              <a:gd name="connsiteY6" fmla="*/ 187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42807" h="6858000">
                <a:moveTo>
                  <a:pt x="6510652" y="0"/>
                </a:moveTo>
                <a:lnTo>
                  <a:pt x="7163088" y="0"/>
                </a:lnTo>
                <a:lnTo>
                  <a:pt x="7442807" y="14125"/>
                </a:lnTo>
                <a:lnTo>
                  <a:pt x="7442807" y="6858000"/>
                </a:lnTo>
                <a:lnTo>
                  <a:pt x="0" y="6858000"/>
                </a:lnTo>
                <a:lnTo>
                  <a:pt x="33523" y="6194129"/>
                </a:lnTo>
                <a:cubicBezTo>
                  <a:pt x="365445" y="2925738"/>
                  <a:pt x="2973934" y="330358"/>
                  <a:pt x="6248275" y="18702"/>
                </a:cubicBezTo>
                <a:close/>
              </a:path>
            </a:pathLst>
          </a:custGeom>
        </p:spPr>
      </p:pic>
      <p:sp>
        <p:nvSpPr>
          <p:cNvPr id="6" name="任意多边形: 形状 5">
            <a:extLst>
              <a:ext uri="{FF2B5EF4-FFF2-40B4-BE49-F238E27FC236}">
                <a16:creationId xmlns:a16="http://schemas.microsoft.com/office/drawing/2014/main" id="{A5B0A759-7613-43EB-8BA8-AEB129BF6292}"/>
              </a:ext>
            </a:extLst>
          </p:cNvPr>
          <p:cNvSpPr/>
          <p:nvPr userDrawn="1"/>
        </p:nvSpPr>
        <p:spPr>
          <a:xfrm rot="16200000">
            <a:off x="7616922" y="2282922"/>
            <a:ext cx="4344560" cy="4805596"/>
          </a:xfrm>
          <a:custGeom>
            <a:avLst/>
            <a:gdLst>
              <a:gd name="connsiteX0" fmla="*/ 4344560 w 4344560"/>
              <a:gd name="connsiteY0" fmla="*/ 4805596 h 4805596"/>
              <a:gd name="connsiteX1" fmla="*/ 2794197 w 4344560"/>
              <a:gd name="connsiteY1" fmla="*/ 4805596 h 4805596"/>
              <a:gd name="connsiteX2" fmla="*/ 2795233 w 4344560"/>
              <a:gd name="connsiteY2" fmla="*/ 4636800 h 4805596"/>
              <a:gd name="connsiteX3" fmla="*/ 2170386 w 4344560"/>
              <a:gd name="connsiteY3" fmla="*/ 2871775 h 4805596"/>
              <a:gd name="connsiteX4" fmla="*/ 137002 w 4344560"/>
              <a:gd name="connsiteY4" fmla="*/ 1578842 h 4805596"/>
              <a:gd name="connsiteX5" fmla="*/ 0 w 4344560"/>
              <a:gd name="connsiteY5" fmla="*/ 1556463 h 4805596"/>
              <a:gd name="connsiteX6" fmla="*/ 0 w 4344560"/>
              <a:gd name="connsiteY6" fmla="*/ 0 h 4805596"/>
              <a:gd name="connsiteX7" fmla="*/ 153586 w 4344560"/>
              <a:gd name="connsiteY7" fmla="*/ 15981 h 4805596"/>
              <a:gd name="connsiteX8" fmla="*/ 3420198 w 4344560"/>
              <a:gd name="connsiteY8" fmla="*/ 1962245 h 4805596"/>
              <a:gd name="connsiteX9" fmla="*/ 4338927 w 4344560"/>
              <a:gd name="connsiteY9" fmla="*/ 4557412 h 4805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44560" h="4805596">
                <a:moveTo>
                  <a:pt x="4344560" y="4805596"/>
                </a:moveTo>
                <a:lnTo>
                  <a:pt x="2794197" y="4805596"/>
                </a:lnTo>
                <a:lnTo>
                  <a:pt x="2795233" y="4636800"/>
                </a:lnTo>
                <a:cubicBezTo>
                  <a:pt x="2762864" y="4008190"/>
                  <a:pt x="2550192" y="3393678"/>
                  <a:pt x="2170386" y="2871775"/>
                </a:cubicBezTo>
                <a:cubicBezTo>
                  <a:pt x="1676638" y="2193303"/>
                  <a:pt x="947097" y="1735466"/>
                  <a:pt x="137002" y="1578842"/>
                </a:cubicBezTo>
                <a:lnTo>
                  <a:pt x="0" y="1556463"/>
                </a:lnTo>
                <a:lnTo>
                  <a:pt x="0" y="0"/>
                </a:lnTo>
                <a:lnTo>
                  <a:pt x="153586" y="15981"/>
                </a:lnTo>
                <a:cubicBezTo>
                  <a:pt x="1454487" y="189851"/>
                  <a:pt x="2638383" y="887931"/>
                  <a:pt x="3420198" y="1962245"/>
                </a:cubicBezTo>
                <a:cubicBezTo>
                  <a:pt x="3978638" y="2729613"/>
                  <a:pt x="4291335" y="3633149"/>
                  <a:pt x="4338927" y="4557412"/>
                </a:cubicBezTo>
                <a:close/>
              </a:path>
            </a:pathLst>
          </a:custGeom>
          <a:gradFill flip="none" rotWithShape="1">
            <a:gsLst>
              <a:gs pos="0">
                <a:srgbClr val="FD863D">
                  <a:alpha val="31000"/>
                </a:srgbClr>
              </a:gs>
              <a:gs pos="100000">
                <a:srgbClr val="F92864">
                  <a:alpha val="2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pSp>
        <p:nvGrpSpPr>
          <p:cNvPr id="7" name="组合 6">
            <a:extLst>
              <a:ext uri="{FF2B5EF4-FFF2-40B4-BE49-F238E27FC236}">
                <a16:creationId xmlns:a16="http://schemas.microsoft.com/office/drawing/2014/main" id="{C9639B62-9966-411F-90A3-22E48EE0B95F}"/>
              </a:ext>
            </a:extLst>
          </p:cNvPr>
          <p:cNvGrpSpPr/>
          <p:nvPr userDrawn="1"/>
        </p:nvGrpSpPr>
        <p:grpSpPr>
          <a:xfrm>
            <a:off x="4460862" y="-422031"/>
            <a:ext cx="14714521" cy="14714521"/>
            <a:chOff x="4460862" y="-593271"/>
            <a:chExt cx="14885761" cy="14885761"/>
          </a:xfrm>
        </p:grpSpPr>
        <p:sp>
          <p:nvSpPr>
            <p:cNvPr id="8" name="弧形 7">
              <a:extLst>
                <a:ext uri="{FF2B5EF4-FFF2-40B4-BE49-F238E27FC236}">
                  <a16:creationId xmlns:a16="http://schemas.microsoft.com/office/drawing/2014/main" id="{286FA6CF-2617-4AEA-8B6A-096BE9C4F92B}"/>
                </a:ext>
              </a:extLst>
            </p:cNvPr>
            <p:cNvSpPr/>
            <p:nvPr/>
          </p:nvSpPr>
          <p:spPr>
            <a:xfrm>
              <a:off x="4460862" y="-593271"/>
              <a:ext cx="14885761" cy="14885761"/>
            </a:xfrm>
            <a:prstGeom prst="arc">
              <a:avLst>
                <a:gd name="adj1" fmla="val 10802852"/>
                <a:gd name="adj2" fmla="val 13892665"/>
              </a:avLst>
            </a:prstGeom>
            <a:ln w="12700">
              <a:solidFill>
                <a:srgbClr val="72717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32BFC758-EB10-4DA2-BDCB-D40C15F1D998}"/>
                </a:ext>
              </a:extLst>
            </p:cNvPr>
            <p:cNvSpPr/>
            <p:nvPr/>
          </p:nvSpPr>
          <p:spPr>
            <a:xfrm>
              <a:off x="7264572" y="873530"/>
              <a:ext cx="185737" cy="185737"/>
            </a:xfrm>
            <a:prstGeom prst="ellipse">
              <a:avLst/>
            </a:prstGeom>
            <a:solidFill>
              <a:srgbClr val="D7000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sp>
        <p:nvSpPr>
          <p:cNvPr id="12" name="任意多边形: 形状 11">
            <a:extLst>
              <a:ext uri="{FF2B5EF4-FFF2-40B4-BE49-F238E27FC236}">
                <a16:creationId xmlns:a16="http://schemas.microsoft.com/office/drawing/2014/main" id="{B8086EE2-A755-447E-8423-BE502475A2B6}"/>
              </a:ext>
            </a:extLst>
          </p:cNvPr>
          <p:cNvSpPr/>
          <p:nvPr userDrawn="1"/>
        </p:nvSpPr>
        <p:spPr>
          <a:xfrm rot="2640108">
            <a:off x="-718179" y="5229514"/>
            <a:ext cx="1783615" cy="1503488"/>
          </a:xfrm>
          <a:custGeom>
            <a:avLst/>
            <a:gdLst>
              <a:gd name="connsiteX0" fmla="*/ 0 w 1783615"/>
              <a:gd name="connsiteY0" fmla="*/ 79226 h 1503488"/>
              <a:gd name="connsiteX1" fmla="*/ 116190 w 1783615"/>
              <a:gd name="connsiteY1" fmla="*/ 40704 h 1503488"/>
              <a:gd name="connsiteX2" fmla="*/ 1406613 w 1783615"/>
              <a:gd name="connsiteY2" fmla="*/ 395244 h 1503488"/>
              <a:gd name="connsiteX3" fmla="*/ 1758984 w 1783615"/>
              <a:gd name="connsiteY3" fmla="*/ 994118 h 1503488"/>
              <a:gd name="connsiteX4" fmla="*/ 1783615 w 1783615"/>
              <a:gd name="connsiteY4" fmla="*/ 1109331 h 1503488"/>
              <a:gd name="connsiteX5" fmla="*/ 1375480 w 1783615"/>
              <a:gd name="connsiteY5" fmla="*/ 1503488 h 1503488"/>
              <a:gd name="connsiteX6" fmla="*/ 1350967 w 1783615"/>
              <a:gd name="connsiteY6" fmla="*/ 1478106 h 1503488"/>
              <a:gd name="connsiteX7" fmla="*/ 1356484 w 1783615"/>
              <a:gd name="connsiteY7" fmla="*/ 1444589 h 1503488"/>
              <a:gd name="connsiteX8" fmla="*/ 1089908 w 1783615"/>
              <a:gd name="connsiteY8" fmla="*/ 714601 h 1503488"/>
              <a:gd name="connsiteX9" fmla="*/ 490738 w 1783615"/>
              <a:gd name="connsiteY9" fmla="*/ 450844 h 1503488"/>
              <a:gd name="connsiteX10" fmla="*/ 361954 w 1783615"/>
              <a:gd name="connsiteY10" fmla="*/ 454017 h 150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3615" h="1503488">
                <a:moveTo>
                  <a:pt x="0" y="79226"/>
                </a:moveTo>
                <a:lnTo>
                  <a:pt x="116190" y="40704"/>
                </a:lnTo>
                <a:cubicBezTo>
                  <a:pt x="573845" y="-73853"/>
                  <a:pt x="1064745" y="56216"/>
                  <a:pt x="1406613" y="395244"/>
                </a:cubicBezTo>
                <a:cubicBezTo>
                  <a:pt x="1577547" y="564759"/>
                  <a:pt x="1696553" y="771966"/>
                  <a:pt x="1758984" y="994118"/>
                </a:cubicBezTo>
                <a:lnTo>
                  <a:pt x="1783615" y="1109331"/>
                </a:lnTo>
                <a:lnTo>
                  <a:pt x="1375480" y="1503488"/>
                </a:lnTo>
                <a:lnTo>
                  <a:pt x="1350967" y="1478106"/>
                </a:lnTo>
                <a:lnTo>
                  <a:pt x="1356484" y="1444589"/>
                </a:lnTo>
                <a:cubicBezTo>
                  <a:pt x="1380332" y="1178229"/>
                  <a:pt x="1286244" y="909306"/>
                  <a:pt x="1089908" y="714601"/>
                </a:cubicBezTo>
                <a:cubicBezTo>
                  <a:pt x="926295" y="552347"/>
                  <a:pt x="711736" y="461525"/>
                  <a:pt x="490738" y="450844"/>
                </a:cubicBezTo>
                <a:lnTo>
                  <a:pt x="361954" y="454017"/>
                </a:lnTo>
                <a:close/>
              </a:path>
            </a:pathLst>
          </a:custGeom>
          <a:solidFill>
            <a:srgbClr val="727171">
              <a:alpha val="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9AA328CB-2F7E-4EEB-BF5E-2916BDD46D74}"/>
              </a:ext>
            </a:extLst>
          </p:cNvPr>
          <p:cNvGrpSpPr/>
          <p:nvPr userDrawn="1"/>
        </p:nvGrpSpPr>
        <p:grpSpPr>
          <a:xfrm rot="9328605">
            <a:off x="-2953853" y="4081333"/>
            <a:ext cx="4251748" cy="4248277"/>
            <a:chOff x="5364020" y="-1617552"/>
            <a:chExt cx="10101349" cy="10093104"/>
          </a:xfrm>
        </p:grpSpPr>
        <p:sp>
          <p:nvSpPr>
            <p:cNvPr id="14" name="椭圆 13">
              <a:extLst>
                <a:ext uri="{FF2B5EF4-FFF2-40B4-BE49-F238E27FC236}">
                  <a16:creationId xmlns:a16="http://schemas.microsoft.com/office/drawing/2014/main" id="{8D915D43-A65A-4288-A682-64E9436C3344}"/>
                </a:ext>
              </a:extLst>
            </p:cNvPr>
            <p:cNvSpPr/>
            <p:nvPr/>
          </p:nvSpPr>
          <p:spPr>
            <a:xfrm>
              <a:off x="5364020" y="2270485"/>
              <a:ext cx="243840" cy="243840"/>
            </a:xfrm>
            <a:prstGeom prst="ellipse">
              <a:avLst/>
            </a:prstGeom>
            <a:solidFill>
              <a:srgbClr val="727171">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弧形 14">
              <a:extLst>
                <a:ext uri="{FF2B5EF4-FFF2-40B4-BE49-F238E27FC236}">
                  <a16:creationId xmlns:a16="http://schemas.microsoft.com/office/drawing/2014/main" id="{7ACA62CD-EA35-495E-AAE2-40B33E6100F3}"/>
                </a:ext>
              </a:extLst>
            </p:cNvPr>
            <p:cNvSpPr/>
            <p:nvPr/>
          </p:nvSpPr>
          <p:spPr>
            <a:xfrm rot="19355239">
              <a:off x="5372265" y="-1617552"/>
              <a:ext cx="10093104" cy="10093104"/>
            </a:xfrm>
            <a:prstGeom prst="arc">
              <a:avLst>
                <a:gd name="adj1" fmla="val 10480822"/>
                <a:gd name="adj2" fmla="val 13388850"/>
              </a:avLst>
            </a:prstGeom>
            <a:ln w="12700">
              <a:solidFill>
                <a:srgbClr val="727171">
                  <a:alpha val="12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a:extLst>
                <a:ext uri="{FF2B5EF4-FFF2-40B4-BE49-F238E27FC236}">
                  <a16:creationId xmlns:a16="http://schemas.microsoft.com/office/drawing/2014/main" id="{10D45A69-21E7-40D6-88E1-4EF9F3C7AA46}"/>
                </a:ext>
              </a:extLst>
            </p:cNvPr>
            <p:cNvSpPr/>
            <p:nvPr/>
          </p:nvSpPr>
          <p:spPr>
            <a:xfrm rot="3378363">
              <a:off x="5372265" y="-1617552"/>
              <a:ext cx="10093104" cy="10093104"/>
            </a:xfrm>
            <a:prstGeom prst="arc">
              <a:avLst>
                <a:gd name="adj1" fmla="val 8216217"/>
                <a:gd name="adj2" fmla="val 10007891"/>
              </a:avLst>
            </a:prstGeom>
            <a:ln w="12700">
              <a:solidFill>
                <a:srgbClr val="727171">
                  <a:alpha val="12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 name="文本占位符 2">
            <a:extLst>
              <a:ext uri="{FF2B5EF4-FFF2-40B4-BE49-F238E27FC236}">
                <a16:creationId xmlns:a16="http://schemas.microsoft.com/office/drawing/2014/main" id="{68178131-C52F-4111-8460-59A654BF9B74}"/>
              </a:ext>
            </a:extLst>
          </p:cNvPr>
          <p:cNvSpPr>
            <a:spLocks noGrp="1"/>
          </p:cNvSpPr>
          <p:nvPr>
            <p:ph type="body" sz="quarter" idx="10" hasCustomPrompt="1"/>
          </p:nvPr>
        </p:nvSpPr>
        <p:spPr>
          <a:xfrm>
            <a:off x="459697" y="3303348"/>
            <a:ext cx="3756743" cy="584775"/>
          </a:xfrm>
        </p:spPr>
        <p:txBody>
          <a:bodyPr anchor="b">
            <a:noAutofit/>
          </a:bodyPr>
          <a:lstStyle>
            <a:lvl1pPr marL="0" indent="0">
              <a:buFontTx/>
              <a:buNone/>
              <a:defRPr sz="3200">
                <a:solidFill>
                  <a:schemeClr val="tx1">
                    <a:lumMod val="75000"/>
                    <a:lumOff val="25000"/>
                  </a:schemeClr>
                </a:solidFill>
              </a:defRPr>
            </a:lvl1pPr>
          </a:lstStyle>
          <a:p>
            <a:pPr lvl="0"/>
            <a:r>
              <a:rPr lang="zh-CN" altLang="en-US" dirty="0"/>
              <a:t>点击添加一级标题</a:t>
            </a:r>
          </a:p>
        </p:txBody>
      </p:sp>
      <p:sp>
        <p:nvSpPr>
          <p:cNvPr id="19" name="文本占位符 2">
            <a:extLst>
              <a:ext uri="{FF2B5EF4-FFF2-40B4-BE49-F238E27FC236}">
                <a16:creationId xmlns:a16="http://schemas.microsoft.com/office/drawing/2014/main" id="{5417CF50-E451-4060-8FE3-0ACC9139DFFD}"/>
              </a:ext>
            </a:extLst>
          </p:cNvPr>
          <p:cNvSpPr>
            <a:spLocks noGrp="1"/>
          </p:cNvSpPr>
          <p:nvPr>
            <p:ph type="body" sz="quarter" idx="11" hasCustomPrompt="1"/>
          </p:nvPr>
        </p:nvSpPr>
        <p:spPr>
          <a:xfrm>
            <a:off x="459697" y="3838766"/>
            <a:ext cx="3756743" cy="663002"/>
          </a:xfrm>
        </p:spPr>
        <p:txBody>
          <a:bodyPr anchor="b">
            <a:noAutofit/>
          </a:bodyPr>
          <a:lstStyle>
            <a:lvl1pPr marL="0" indent="0">
              <a:buFontTx/>
              <a:buNone/>
              <a:defRPr sz="1800" b="0">
                <a:solidFill>
                  <a:schemeClr val="tx1">
                    <a:lumMod val="75000"/>
                    <a:lumOff val="25000"/>
                  </a:schemeClr>
                </a:solidFill>
              </a:defRPr>
            </a:lvl1pPr>
          </a:lstStyle>
          <a:p>
            <a:pPr lvl="0"/>
            <a:r>
              <a:rPr lang="en-US" altLang="zh-CN" dirty="0"/>
              <a:t>Copy paste fonts. Choose the only option to retain text.</a:t>
            </a:r>
          </a:p>
        </p:txBody>
      </p:sp>
      <p:pic>
        <p:nvPicPr>
          <p:cNvPr id="22" name="图片 21"/>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09926" y="448282"/>
            <a:ext cx="1719470" cy="223895"/>
          </a:xfrm>
          <a:prstGeom prst="rect">
            <a:avLst/>
          </a:prstGeom>
        </p:spPr>
      </p:pic>
    </p:spTree>
    <p:extLst>
      <p:ext uri="{BB962C8B-B14F-4D97-AF65-F5344CB8AC3E}">
        <p14:creationId xmlns:p14="http://schemas.microsoft.com/office/powerpoint/2010/main" val="4094735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C36AE4-2569-4DDC-923F-D3487DDEC780}"/>
              </a:ext>
            </a:extLst>
          </p:cNvPr>
          <p:cNvSpPr>
            <a:spLocks noGrp="1"/>
          </p:cNvSpPr>
          <p:nvPr>
            <p:ph type="title" hasCustomPrompt="1"/>
          </p:nvPr>
        </p:nvSpPr>
        <p:spPr>
          <a:xfrm>
            <a:off x="666750" y="136526"/>
            <a:ext cx="10858500" cy="549274"/>
          </a:xfrm>
        </p:spPr>
        <p:txBody>
          <a:bodyPr/>
          <a:lstStyle/>
          <a:p>
            <a:r>
              <a:rPr lang="zh-CN" altLang="en-US" dirty="0"/>
              <a:t>单击此处编辑母版标题样式 </a:t>
            </a:r>
            <a:r>
              <a:rPr lang="en-US" altLang="zh-CN" dirty="0"/>
              <a:t>-26pt</a:t>
            </a:r>
            <a:endParaRPr lang="zh-CN" altLang="en-US" dirty="0"/>
          </a:p>
        </p:txBody>
      </p:sp>
      <p:sp>
        <p:nvSpPr>
          <p:cNvPr id="3" name="内容占位符 2">
            <a:extLst>
              <a:ext uri="{FF2B5EF4-FFF2-40B4-BE49-F238E27FC236}">
                <a16:creationId xmlns:a16="http://schemas.microsoft.com/office/drawing/2014/main" id="{7E6091BE-FB92-4D38-BED1-4B460001884C}"/>
              </a:ext>
            </a:extLst>
          </p:cNvPr>
          <p:cNvSpPr>
            <a:spLocks noGrp="1"/>
          </p:cNvSpPr>
          <p:nvPr>
            <p:ph idx="1" hasCustomPrompt="1"/>
          </p:nvPr>
        </p:nvSpPr>
        <p:spPr/>
        <p:txBody>
          <a:bodyPr/>
          <a:lstStyle/>
          <a:p>
            <a:r>
              <a:rPr lang="zh-CN" altLang="en-US" sz="2000" dirty="0"/>
              <a:t>一级标题</a:t>
            </a:r>
            <a:r>
              <a:rPr lang="ja-JP" altLang="en-US" sz="2000" dirty="0"/>
              <a:t> </a:t>
            </a:r>
            <a:r>
              <a:rPr lang="en-US" altLang="zh-CN" sz="2000" dirty="0"/>
              <a:t>-20pt</a:t>
            </a:r>
          </a:p>
          <a:p>
            <a:pPr lvl="1"/>
            <a:r>
              <a:rPr lang="zh-CN" altLang="en-US" sz="1800" dirty="0"/>
              <a:t>二级标题</a:t>
            </a:r>
            <a:r>
              <a:rPr lang="en-US" altLang="zh-CN" sz="1800" dirty="0"/>
              <a:t> -18pt</a:t>
            </a:r>
          </a:p>
          <a:p>
            <a:pPr lvl="2"/>
            <a:r>
              <a:rPr lang="zh-CN" altLang="en-US" sz="1600" dirty="0"/>
              <a:t>三级</a:t>
            </a:r>
            <a:r>
              <a:rPr lang="zh-CN" altLang="en-US" sz="100" dirty="0"/>
              <a:t> </a:t>
            </a:r>
            <a:r>
              <a:rPr lang="zh-CN" altLang="en-US" sz="1600" dirty="0"/>
              <a:t>标题</a:t>
            </a:r>
            <a:r>
              <a:rPr lang="en-US" altLang="zh-CN" sz="1600" dirty="0"/>
              <a:t> -16pt</a:t>
            </a:r>
          </a:p>
          <a:p>
            <a:pPr lvl="3"/>
            <a:r>
              <a:rPr lang="zh-CN" altLang="en-US" sz="1400" dirty="0"/>
              <a:t>四级标题</a:t>
            </a:r>
            <a:r>
              <a:rPr lang="en-US" altLang="zh-CN" sz="1400" dirty="0"/>
              <a:t> -14pt</a:t>
            </a:r>
          </a:p>
          <a:p>
            <a:pPr lvl="4"/>
            <a:r>
              <a:rPr lang="en-US" altLang="zh-CN" dirty="0"/>
              <a:t>…</a:t>
            </a:r>
          </a:p>
          <a:p>
            <a:pPr lvl="4"/>
            <a:r>
              <a:rPr lang="zh-CN" altLang="en-US" sz="1100" dirty="0"/>
              <a:t>正文</a:t>
            </a:r>
            <a:r>
              <a:rPr lang="en-US" altLang="zh-CN" sz="1100" dirty="0"/>
              <a:t> -11pt</a:t>
            </a:r>
            <a:endParaRPr lang="zh-CN" altLang="en-US" sz="1100" dirty="0"/>
          </a:p>
        </p:txBody>
      </p:sp>
      <p:sp>
        <p:nvSpPr>
          <p:cNvPr id="5" name="页脚占位符 4">
            <a:extLst>
              <a:ext uri="{FF2B5EF4-FFF2-40B4-BE49-F238E27FC236}">
                <a16:creationId xmlns:a16="http://schemas.microsoft.com/office/drawing/2014/main" id="{CE083596-9113-45F3-B468-09D20904A60F}"/>
              </a:ext>
            </a:extLst>
          </p:cNvPr>
          <p:cNvSpPr>
            <a:spLocks noGrp="1"/>
          </p:cNvSpPr>
          <p:nvPr>
            <p:ph type="ftr" sz="quarter" idx="11"/>
          </p:nvPr>
        </p:nvSpPr>
        <p:spPr>
          <a:xfrm>
            <a:off x="660400" y="6350000"/>
            <a:ext cx="4248978" cy="365125"/>
          </a:xfrm>
        </p:spPr>
        <p:txBody>
          <a:bodyPr/>
          <a:lstStyle>
            <a:lvl1pPr algn="l">
              <a:defRPr/>
            </a:lvl1pPr>
          </a:lstStyle>
          <a:p>
            <a:r>
              <a:rPr lang="en-US" altLang="zh-CN"/>
              <a:t>© </a:t>
            </a:r>
            <a:r>
              <a:rPr lang="zh-CN" altLang="en-US"/>
              <a:t>杭州海康威视数字技术股份有限公司版权所有</a:t>
            </a:r>
          </a:p>
        </p:txBody>
      </p:sp>
      <p:sp>
        <p:nvSpPr>
          <p:cNvPr id="6" name="灯片编号占位符 5">
            <a:extLst>
              <a:ext uri="{FF2B5EF4-FFF2-40B4-BE49-F238E27FC236}">
                <a16:creationId xmlns:a16="http://schemas.microsoft.com/office/drawing/2014/main" id="{8C7A283B-A93F-4CD2-9E77-F1F0C8854EDC}"/>
              </a:ext>
            </a:extLst>
          </p:cNvPr>
          <p:cNvSpPr>
            <a:spLocks noGrp="1"/>
          </p:cNvSpPr>
          <p:nvPr>
            <p:ph type="sldNum" sz="quarter" idx="12"/>
          </p:nvPr>
        </p:nvSpPr>
        <p:spPr/>
        <p:txBody>
          <a:bodyPr/>
          <a:lstStyle/>
          <a:p>
            <a:fld id="{E7C946CC-EE93-41DB-9128-F8894F1B0EE4}" type="slidenum">
              <a:rPr lang="zh-CN" altLang="en-US" smtClean="0"/>
              <a:t>‹#›</a:t>
            </a:fld>
            <a:endParaRPr lang="zh-CN" altLang="en-US"/>
          </a:p>
        </p:txBody>
      </p:sp>
    </p:spTree>
    <p:extLst>
      <p:ext uri="{BB962C8B-B14F-4D97-AF65-F5344CB8AC3E}">
        <p14:creationId xmlns:p14="http://schemas.microsoft.com/office/powerpoint/2010/main" val="2759834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D3E0E55-566E-4627-8388-058F207BC1A4}"/>
              </a:ext>
            </a:extLst>
          </p:cNvPr>
          <p:cNvSpPr>
            <a:spLocks noGrp="1"/>
          </p:cNvSpPr>
          <p:nvPr>
            <p:ph type="title" hasCustomPrompt="1"/>
          </p:nvPr>
        </p:nvSpPr>
        <p:spPr>
          <a:xfrm>
            <a:off x="666750" y="136526"/>
            <a:ext cx="10858500" cy="549274"/>
          </a:xfrm>
        </p:spPr>
        <p:txBody>
          <a:bodyPr/>
          <a:lstStyle/>
          <a:p>
            <a:r>
              <a:rPr lang="zh-CN" altLang="en-US" dirty="0"/>
              <a:t>单击此处编辑母版标题样式 </a:t>
            </a:r>
            <a:r>
              <a:rPr lang="en-US" altLang="zh-CN" dirty="0"/>
              <a:t>-26pt</a:t>
            </a:r>
            <a:endParaRPr lang="zh-CN" altLang="en-US" dirty="0"/>
          </a:p>
        </p:txBody>
      </p:sp>
      <p:sp>
        <p:nvSpPr>
          <p:cNvPr id="6" name="页脚占位符 2">
            <a:extLst>
              <a:ext uri="{FF2B5EF4-FFF2-40B4-BE49-F238E27FC236}">
                <a16:creationId xmlns:a16="http://schemas.microsoft.com/office/drawing/2014/main" id="{E06CCDB0-3E6B-40ED-999D-FA8C6ECB958A}"/>
              </a:ext>
            </a:extLst>
          </p:cNvPr>
          <p:cNvSpPr>
            <a:spLocks noGrp="1"/>
          </p:cNvSpPr>
          <p:nvPr>
            <p:ph type="ftr" sz="quarter" idx="10"/>
          </p:nvPr>
        </p:nvSpPr>
        <p:spPr>
          <a:xfrm>
            <a:off x="660400" y="6350000"/>
            <a:ext cx="4248978" cy="365125"/>
          </a:xfrm>
        </p:spPr>
        <p:txBody>
          <a:bodyPr/>
          <a:lstStyle/>
          <a:p>
            <a:r>
              <a:rPr lang="en-US" altLang="zh-CN" dirty="0"/>
              <a:t>© </a:t>
            </a:r>
            <a:r>
              <a:rPr lang="zh-CN" altLang="en-US" dirty="0"/>
              <a:t>杭州海康威视数字技术股份有限公司版权所有</a:t>
            </a:r>
          </a:p>
        </p:txBody>
      </p:sp>
      <p:sp>
        <p:nvSpPr>
          <p:cNvPr id="7" name="灯片编号占位符 3">
            <a:extLst>
              <a:ext uri="{FF2B5EF4-FFF2-40B4-BE49-F238E27FC236}">
                <a16:creationId xmlns:a16="http://schemas.microsoft.com/office/drawing/2014/main" id="{21BB0E83-C333-45D3-BB7F-9467DE9D137C}"/>
              </a:ext>
            </a:extLst>
          </p:cNvPr>
          <p:cNvSpPr>
            <a:spLocks noGrp="1"/>
          </p:cNvSpPr>
          <p:nvPr>
            <p:ph type="sldNum" sz="quarter" idx="11"/>
          </p:nvPr>
        </p:nvSpPr>
        <p:spPr>
          <a:xfrm>
            <a:off x="8686248" y="6356350"/>
            <a:ext cx="2832652" cy="365125"/>
          </a:xfrm>
        </p:spPr>
        <p:txBody>
          <a:bodyPr/>
          <a:lstStyle/>
          <a:p>
            <a:fld id="{E7C946CC-EE93-41DB-9128-F8894F1B0EE4}" type="slidenum">
              <a:rPr lang="zh-CN" altLang="en-US" smtClean="0"/>
              <a:t>‹#›</a:t>
            </a:fld>
            <a:endParaRPr lang="zh-CN" altLang="en-US"/>
          </a:p>
        </p:txBody>
      </p:sp>
    </p:spTree>
    <p:extLst>
      <p:ext uri="{BB962C8B-B14F-4D97-AF65-F5344CB8AC3E}">
        <p14:creationId xmlns:p14="http://schemas.microsoft.com/office/powerpoint/2010/main" val="1356850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71446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3B89D8BA-B4F4-4EA9-8BA0-B679C0C4E94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930" b="23680"/>
          <a:stretch/>
        </p:blipFill>
        <p:spPr>
          <a:xfrm>
            <a:off x="0" y="2101434"/>
            <a:ext cx="10737448" cy="4652463"/>
          </a:xfrm>
          <a:prstGeom prst="rect">
            <a:avLst/>
          </a:prstGeom>
        </p:spPr>
      </p:pic>
      <p:sp>
        <p:nvSpPr>
          <p:cNvPr id="55" name="任意多边形: 形状 54">
            <a:extLst>
              <a:ext uri="{FF2B5EF4-FFF2-40B4-BE49-F238E27FC236}">
                <a16:creationId xmlns:a16="http://schemas.microsoft.com/office/drawing/2014/main" id="{F1AD6D37-5369-4115-9113-0658A16613FD}"/>
              </a:ext>
            </a:extLst>
          </p:cNvPr>
          <p:cNvSpPr/>
          <p:nvPr userDrawn="1"/>
        </p:nvSpPr>
        <p:spPr>
          <a:xfrm>
            <a:off x="5744120" y="1"/>
            <a:ext cx="6447881" cy="6858001"/>
          </a:xfrm>
          <a:custGeom>
            <a:avLst/>
            <a:gdLst>
              <a:gd name="connsiteX0" fmla="*/ 1392437 w 6447881"/>
              <a:gd name="connsiteY0" fmla="*/ 0 h 6858001"/>
              <a:gd name="connsiteX1" fmla="*/ 6447881 w 6447881"/>
              <a:gd name="connsiteY1" fmla="*/ 0 h 6858001"/>
              <a:gd name="connsiteX2" fmla="*/ 6447881 w 6447881"/>
              <a:gd name="connsiteY2" fmla="*/ 6858001 h 6858001"/>
              <a:gd name="connsiteX3" fmla="*/ 1392438 w 6447881"/>
              <a:gd name="connsiteY3" fmla="*/ 6858001 h 6858001"/>
              <a:gd name="connsiteX4" fmla="*/ 1278782 w 6447881"/>
              <a:gd name="connsiteY4" fmla="*/ 6738792 h 6858001"/>
              <a:gd name="connsiteX5" fmla="*/ 0 w 6447881"/>
              <a:gd name="connsiteY5" fmla="*/ 3429000 h 6858001"/>
              <a:gd name="connsiteX6" fmla="*/ 1278782 w 6447881"/>
              <a:gd name="connsiteY6" fmla="*/ 119209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7881" h="6858001">
                <a:moveTo>
                  <a:pt x="1392437" y="0"/>
                </a:moveTo>
                <a:lnTo>
                  <a:pt x="6447881" y="0"/>
                </a:lnTo>
                <a:lnTo>
                  <a:pt x="6447881" y="6858001"/>
                </a:lnTo>
                <a:lnTo>
                  <a:pt x="1392438" y="6858001"/>
                </a:lnTo>
                <a:lnTo>
                  <a:pt x="1278782" y="6738792"/>
                </a:lnTo>
                <a:cubicBezTo>
                  <a:pt x="484253" y="5864615"/>
                  <a:pt x="0" y="4703360"/>
                  <a:pt x="0" y="3429000"/>
                </a:cubicBezTo>
                <a:cubicBezTo>
                  <a:pt x="0" y="2154641"/>
                  <a:pt x="484253" y="993385"/>
                  <a:pt x="1278782" y="119209"/>
                </a:cubicBezTo>
                <a:close/>
              </a:path>
            </a:pathLst>
          </a:custGeom>
          <a:solidFill>
            <a:srgbClr val="D7000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56" name="图片 55">
            <a:extLst>
              <a:ext uri="{FF2B5EF4-FFF2-40B4-BE49-F238E27FC236}">
                <a16:creationId xmlns:a16="http://schemas.microsoft.com/office/drawing/2014/main" id="{F89FDC4C-FD41-4364-8879-5365FB559F9C}"/>
              </a:ext>
            </a:extLst>
          </p:cNvPr>
          <p:cNvPicPr>
            <a:picLocks noChangeAspect="1"/>
          </p:cNvPicPr>
          <p:nvPr userDrawn="1"/>
        </p:nvPicPr>
        <p:blipFill>
          <a:blip r:embed="rId3">
            <a:extLst>
              <a:ext uri="{28A0092B-C50C-407E-A947-70E740481C1C}">
                <a14:useLocalDpi xmlns:a14="http://schemas.microsoft.com/office/drawing/2010/main" val="0"/>
              </a:ext>
            </a:extLst>
          </a:blip>
          <a:srcRect l="39190" t="1021" r="18116" b="527"/>
          <a:stretch>
            <a:fillRect/>
          </a:stretch>
        </p:blipFill>
        <p:spPr>
          <a:xfrm>
            <a:off x="5925639" y="1"/>
            <a:ext cx="6266363" cy="6858000"/>
          </a:xfrm>
          <a:custGeom>
            <a:avLst/>
            <a:gdLst>
              <a:gd name="connsiteX0" fmla="*/ 1468957 w 6266363"/>
              <a:gd name="connsiteY0" fmla="*/ 0 h 6858000"/>
              <a:gd name="connsiteX1" fmla="*/ 6266363 w 6266363"/>
              <a:gd name="connsiteY1" fmla="*/ 0 h 6858000"/>
              <a:gd name="connsiteX2" fmla="*/ 6266363 w 6266363"/>
              <a:gd name="connsiteY2" fmla="*/ 6858000 h 6858000"/>
              <a:gd name="connsiteX3" fmla="*/ 1468959 w 6266363"/>
              <a:gd name="connsiteY3" fmla="*/ 6858000 h 6858000"/>
              <a:gd name="connsiteX4" fmla="*/ 1388608 w 6266363"/>
              <a:gd name="connsiteY4" fmla="*/ 6781394 h 6858000"/>
              <a:gd name="connsiteX5" fmla="*/ 0 w 6266363"/>
              <a:gd name="connsiteY5" fmla="*/ 3429000 h 6858000"/>
              <a:gd name="connsiteX6" fmla="*/ 1388608 w 6266363"/>
              <a:gd name="connsiteY6" fmla="*/ 76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66363" h="6858000">
                <a:moveTo>
                  <a:pt x="1468957" y="0"/>
                </a:moveTo>
                <a:lnTo>
                  <a:pt x="6266363" y="0"/>
                </a:lnTo>
                <a:lnTo>
                  <a:pt x="6266363" y="6858000"/>
                </a:lnTo>
                <a:lnTo>
                  <a:pt x="1468959" y="6858000"/>
                </a:lnTo>
                <a:lnTo>
                  <a:pt x="1388608" y="6781394"/>
                </a:lnTo>
                <a:cubicBezTo>
                  <a:pt x="530655" y="5923442"/>
                  <a:pt x="0" y="4738192"/>
                  <a:pt x="0" y="3429000"/>
                </a:cubicBezTo>
                <a:cubicBezTo>
                  <a:pt x="0" y="2119809"/>
                  <a:pt x="530656" y="934558"/>
                  <a:pt x="1388608" y="76606"/>
                </a:cubicBezTo>
                <a:close/>
              </a:path>
            </a:pathLst>
          </a:custGeom>
        </p:spPr>
      </p:pic>
      <p:grpSp>
        <p:nvGrpSpPr>
          <p:cNvPr id="57" name="组合 56">
            <a:extLst>
              <a:ext uri="{FF2B5EF4-FFF2-40B4-BE49-F238E27FC236}">
                <a16:creationId xmlns:a16="http://schemas.microsoft.com/office/drawing/2014/main" id="{269751FD-B502-4118-B7F4-3FD1DADE11AF}"/>
              </a:ext>
            </a:extLst>
          </p:cNvPr>
          <p:cNvGrpSpPr/>
          <p:nvPr userDrawn="1"/>
        </p:nvGrpSpPr>
        <p:grpSpPr>
          <a:xfrm>
            <a:off x="5457993" y="-1617552"/>
            <a:ext cx="10093104" cy="10093104"/>
            <a:chOff x="5372265" y="-1617552"/>
            <a:chExt cx="10093104" cy="10093104"/>
          </a:xfrm>
        </p:grpSpPr>
        <p:sp>
          <p:nvSpPr>
            <p:cNvPr id="58" name="椭圆 57">
              <a:extLst>
                <a:ext uri="{FF2B5EF4-FFF2-40B4-BE49-F238E27FC236}">
                  <a16:creationId xmlns:a16="http://schemas.microsoft.com/office/drawing/2014/main" id="{BDD3CDAF-6AF9-4943-AEF9-E4D0B588C4EC}"/>
                </a:ext>
              </a:extLst>
            </p:cNvPr>
            <p:cNvSpPr/>
            <p:nvPr/>
          </p:nvSpPr>
          <p:spPr>
            <a:xfrm>
              <a:off x="5399580" y="2275565"/>
              <a:ext cx="183600" cy="183600"/>
            </a:xfrm>
            <a:prstGeom prst="ellipse">
              <a:avLst/>
            </a:prstGeom>
            <a:solidFill>
              <a:srgbClr val="D7000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9" name="弧形 58">
              <a:extLst>
                <a:ext uri="{FF2B5EF4-FFF2-40B4-BE49-F238E27FC236}">
                  <a16:creationId xmlns:a16="http://schemas.microsoft.com/office/drawing/2014/main" id="{17C5BF27-FC14-473B-BCE3-9450623B5A21}"/>
                </a:ext>
              </a:extLst>
            </p:cNvPr>
            <p:cNvSpPr/>
            <p:nvPr/>
          </p:nvSpPr>
          <p:spPr>
            <a:xfrm rot="19355239">
              <a:off x="5372265" y="-1617552"/>
              <a:ext cx="10093104" cy="10093104"/>
            </a:xfrm>
            <a:prstGeom prst="arc">
              <a:avLst>
                <a:gd name="adj1" fmla="val 10480822"/>
                <a:gd name="adj2" fmla="val 13388850"/>
              </a:avLst>
            </a:prstGeom>
            <a:ln w="12700">
              <a:solidFill>
                <a:srgbClr val="72717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0" name="弧形 59">
              <a:extLst>
                <a:ext uri="{FF2B5EF4-FFF2-40B4-BE49-F238E27FC236}">
                  <a16:creationId xmlns:a16="http://schemas.microsoft.com/office/drawing/2014/main" id="{9C768BA5-0C2E-4D0C-B01E-D54C808FF6BB}"/>
                </a:ext>
              </a:extLst>
            </p:cNvPr>
            <p:cNvSpPr/>
            <p:nvPr/>
          </p:nvSpPr>
          <p:spPr>
            <a:xfrm rot="3378363">
              <a:off x="5372265" y="-1617552"/>
              <a:ext cx="10093104" cy="10093104"/>
            </a:xfrm>
            <a:prstGeom prst="arc">
              <a:avLst>
                <a:gd name="adj1" fmla="val 8216217"/>
                <a:gd name="adj2" fmla="val 10007891"/>
              </a:avLst>
            </a:prstGeom>
            <a:ln w="12700">
              <a:solidFill>
                <a:srgbClr val="72717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
        <p:nvSpPr>
          <p:cNvPr id="61" name="任意多边形: 形状 60">
            <a:extLst>
              <a:ext uri="{FF2B5EF4-FFF2-40B4-BE49-F238E27FC236}">
                <a16:creationId xmlns:a16="http://schemas.microsoft.com/office/drawing/2014/main" id="{D81002CD-042C-4248-B4B0-7C31982C744A}"/>
              </a:ext>
            </a:extLst>
          </p:cNvPr>
          <p:cNvSpPr/>
          <p:nvPr userDrawn="1"/>
        </p:nvSpPr>
        <p:spPr>
          <a:xfrm rot="2640108">
            <a:off x="-718179" y="5229514"/>
            <a:ext cx="1783615" cy="1503488"/>
          </a:xfrm>
          <a:custGeom>
            <a:avLst/>
            <a:gdLst>
              <a:gd name="connsiteX0" fmla="*/ 0 w 1783615"/>
              <a:gd name="connsiteY0" fmla="*/ 79226 h 1503488"/>
              <a:gd name="connsiteX1" fmla="*/ 116190 w 1783615"/>
              <a:gd name="connsiteY1" fmla="*/ 40704 h 1503488"/>
              <a:gd name="connsiteX2" fmla="*/ 1406613 w 1783615"/>
              <a:gd name="connsiteY2" fmla="*/ 395244 h 1503488"/>
              <a:gd name="connsiteX3" fmla="*/ 1758984 w 1783615"/>
              <a:gd name="connsiteY3" fmla="*/ 994118 h 1503488"/>
              <a:gd name="connsiteX4" fmla="*/ 1783615 w 1783615"/>
              <a:gd name="connsiteY4" fmla="*/ 1109331 h 1503488"/>
              <a:gd name="connsiteX5" fmla="*/ 1375480 w 1783615"/>
              <a:gd name="connsiteY5" fmla="*/ 1503488 h 1503488"/>
              <a:gd name="connsiteX6" fmla="*/ 1350967 w 1783615"/>
              <a:gd name="connsiteY6" fmla="*/ 1478106 h 1503488"/>
              <a:gd name="connsiteX7" fmla="*/ 1356484 w 1783615"/>
              <a:gd name="connsiteY7" fmla="*/ 1444589 h 1503488"/>
              <a:gd name="connsiteX8" fmla="*/ 1089908 w 1783615"/>
              <a:gd name="connsiteY8" fmla="*/ 714601 h 1503488"/>
              <a:gd name="connsiteX9" fmla="*/ 490738 w 1783615"/>
              <a:gd name="connsiteY9" fmla="*/ 450844 h 1503488"/>
              <a:gd name="connsiteX10" fmla="*/ 361954 w 1783615"/>
              <a:gd name="connsiteY10" fmla="*/ 454017 h 150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3615" h="1503488">
                <a:moveTo>
                  <a:pt x="0" y="79226"/>
                </a:moveTo>
                <a:lnTo>
                  <a:pt x="116190" y="40704"/>
                </a:lnTo>
                <a:cubicBezTo>
                  <a:pt x="573845" y="-73853"/>
                  <a:pt x="1064745" y="56216"/>
                  <a:pt x="1406613" y="395244"/>
                </a:cubicBezTo>
                <a:cubicBezTo>
                  <a:pt x="1577547" y="564759"/>
                  <a:pt x="1696553" y="771966"/>
                  <a:pt x="1758984" y="994118"/>
                </a:cubicBezTo>
                <a:lnTo>
                  <a:pt x="1783615" y="1109331"/>
                </a:lnTo>
                <a:lnTo>
                  <a:pt x="1375480" y="1503488"/>
                </a:lnTo>
                <a:lnTo>
                  <a:pt x="1350967" y="1478106"/>
                </a:lnTo>
                <a:lnTo>
                  <a:pt x="1356484" y="1444589"/>
                </a:lnTo>
                <a:cubicBezTo>
                  <a:pt x="1380332" y="1178229"/>
                  <a:pt x="1286244" y="909306"/>
                  <a:pt x="1089908" y="714601"/>
                </a:cubicBezTo>
                <a:cubicBezTo>
                  <a:pt x="926295" y="552347"/>
                  <a:pt x="711736" y="461525"/>
                  <a:pt x="490738" y="450844"/>
                </a:cubicBezTo>
                <a:lnTo>
                  <a:pt x="361954" y="454017"/>
                </a:lnTo>
                <a:close/>
              </a:path>
            </a:pathLst>
          </a:custGeom>
          <a:solidFill>
            <a:srgbClr val="727171">
              <a:alpha val="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2" name="组合 61">
            <a:extLst>
              <a:ext uri="{FF2B5EF4-FFF2-40B4-BE49-F238E27FC236}">
                <a16:creationId xmlns:a16="http://schemas.microsoft.com/office/drawing/2014/main" id="{F3D4B63C-6D91-4980-B773-9943ABF85206}"/>
              </a:ext>
            </a:extLst>
          </p:cNvPr>
          <p:cNvGrpSpPr/>
          <p:nvPr userDrawn="1"/>
        </p:nvGrpSpPr>
        <p:grpSpPr>
          <a:xfrm rot="9328605">
            <a:off x="-2953853" y="4081333"/>
            <a:ext cx="4251748" cy="4248277"/>
            <a:chOff x="5364020" y="-1617552"/>
            <a:chExt cx="10101349" cy="10093104"/>
          </a:xfrm>
        </p:grpSpPr>
        <p:sp>
          <p:nvSpPr>
            <p:cNvPr id="63" name="椭圆 62">
              <a:extLst>
                <a:ext uri="{FF2B5EF4-FFF2-40B4-BE49-F238E27FC236}">
                  <a16:creationId xmlns:a16="http://schemas.microsoft.com/office/drawing/2014/main" id="{DCD2CECE-E354-4474-AF86-D8A17DA8588E}"/>
                </a:ext>
              </a:extLst>
            </p:cNvPr>
            <p:cNvSpPr/>
            <p:nvPr/>
          </p:nvSpPr>
          <p:spPr>
            <a:xfrm>
              <a:off x="5364020" y="2270485"/>
              <a:ext cx="243840" cy="243840"/>
            </a:xfrm>
            <a:prstGeom prst="ellipse">
              <a:avLst/>
            </a:prstGeom>
            <a:solidFill>
              <a:srgbClr val="D7000F">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4" name="弧形 63">
              <a:extLst>
                <a:ext uri="{FF2B5EF4-FFF2-40B4-BE49-F238E27FC236}">
                  <a16:creationId xmlns:a16="http://schemas.microsoft.com/office/drawing/2014/main" id="{3A67495D-FEDB-4C23-9ACE-896DA45B879D}"/>
                </a:ext>
              </a:extLst>
            </p:cNvPr>
            <p:cNvSpPr/>
            <p:nvPr/>
          </p:nvSpPr>
          <p:spPr>
            <a:xfrm rot="19355239">
              <a:off x="5372265" y="-1617552"/>
              <a:ext cx="10093104" cy="10093104"/>
            </a:xfrm>
            <a:prstGeom prst="arc">
              <a:avLst>
                <a:gd name="adj1" fmla="val 10480822"/>
                <a:gd name="adj2" fmla="val 13388850"/>
              </a:avLst>
            </a:prstGeom>
            <a:ln w="12700">
              <a:solidFill>
                <a:srgbClr val="727171">
                  <a:alpha val="21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5" name="弧形 64">
              <a:extLst>
                <a:ext uri="{FF2B5EF4-FFF2-40B4-BE49-F238E27FC236}">
                  <a16:creationId xmlns:a16="http://schemas.microsoft.com/office/drawing/2014/main" id="{F77A011E-6DA4-464C-8B41-00963905888A}"/>
                </a:ext>
              </a:extLst>
            </p:cNvPr>
            <p:cNvSpPr/>
            <p:nvPr/>
          </p:nvSpPr>
          <p:spPr>
            <a:xfrm rot="3378363">
              <a:off x="5372265" y="-1617552"/>
              <a:ext cx="10093104" cy="10093104"/>
            </a:xfrm>
            <a:prstGeom prst="arc">
              <a:avLst>
                <a:gd name="adj1" fmla="val 8216217"/>
                <a:gd name="adj2" fmla="val 10007891"/>
              </a:avLst>
            </a:prstGeom>
            <a:ln w="12700">
              <a:solidFill>
                <a:srgbClr val="727171">
                  <a:alpha val="29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pic>
        <p:nvPicPr>
          <p:cNvPr id="67" name="图片 66">
            <a:extLst>
              <a:ext uri="{FF2B5EF4-FFF2-40B4-BE49-F238E27FC236}">
                <a16:creationId xmlns:a16="http://schemas.microsoft.com/office/drawing/2014/main" id="{348EA1ED-6E85-47A7-9C7D-174AC3CC5EF3}"/>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t="723" b="723"/>
          <a:stretch/>
        </p:blipFill>
        <p:spPr>
          <a:xfrm>
            <a:off x="582168" y="3375614"/>
            <a:ext cx="1236703" cy="1218809"/>
          </a:xfrm>
          <a:prstGeom prst="rect">
            <a:avLst/>
          </a:prstGeom>
        </p:spPr>
      </p:pic>
      <p:sp>
        <p:nvSpPr>
          <p:cNvPr id="68" name="文本框 67">
            <a:extLst>
              <a:ext uri="{FF2B5EF4-FFF2-40B4-BE49-F238E27FC236}">
                <a16:creationId xmlns:a16="http://schemas.microsoft.com/office/drawing/2014/main" id="{174F13C6-72C7-46C3-8E6A-1421DCF285AE}"/>
              </a:ext>
            </a:extLst>
          </p:cNvPr>
          <p:cNvSpPr txBox="1"/>
          <p:nvPr userDrawn="1"/>
        </p:nvSpPr>
        <p:spPr>
          <a:xfrm>
            <a:off x="563880" y="3127287"/>
            <a:ext cx="1481496" cy="246221"/>
          </a:xfrm>
          <a:prstGeom prst="rect">
            <a:avLst/>
          </a:prstGeom>
          <a:noFill/>
        </p:spPr>
        <p:txBody>
          <a:bodyPr wrap="none" rtlCol="0">
            <a:spAutoFit/>
          </a:bodyPr>
          <a:lstStyle/>
          <a:p>
            <a:r>
              <a:rPr lang="en-US" altLang="zh-CN" sz="1000" dirty="0">
                <a:solidFill>
                  <a:srgbClr val="D7000F"/>
                </a:solidFill>
              </a:rPr>
              <a:t>WWW.HIKISION.COM</a:t>
            </a:r>
            <a:endParaRPr lang="zh-CN" altLang="en-US" sz="1000" dirty="0">
              <a:solidFill>
                <a:srgbClr val="D7000F"/>
              </a:solidFill>
            </a:endParaRPr>
          </a:p>
        </p:txBody>
      </p:sp>
      <p:sp>
        <p:nvSpPr>
          <p:cNvPr id="92" name="文本占位符 2">
            <a:extLst>
              <a:ext uri="{FF2B5EF4-FFF2-40B4-BE49-F238E27FC236}">
                <a16:creationId xmlns:a16="http://schemas.microsoft.com/office/drawing/2014/main" id="{01C311BE-3525-4315-99F0-6DA394F71A2E}"/>
              </a:ext>
            </a:extLst>
          </p:cNvPr>
          <p:cNvSpPr>
            <a:spLocks noGrp="1"/>
          </p:cNvSpPr>
          <p:nvPr>
            <p:ph type="body" sz="quarter" idx="10" hasCustomPrompt="1"/>
          </p:nvPr>
        </p:nvSpPr>
        <p:spPr>
          <a:xfrm>
            <a:off x="543764" y="1532546"/>
            <a:ext cx="4893452" cy="830997"/>
          </a:xfrm>
        </p:spPr>
        <p:txBody>
          <a:bodyPr anchor="b">
            <a:noAutofit/>
          </a:bodyPr>
          <a:lstStyle>
            <a:lvl1pPr marL="0" indent="0">
              <a:buFontTx/>
              <a:buNone/>
              <a:defRPr sz="4900">
                <a:solidFill>
                  <a:schemeClr val="accent1"/>
                </a:solidFill>
                <a:latin typeface="+mj-ea"/>
                <a:ea typeface="+mj-ea"/>
              </a:defRPr>
            </a:lvl1pPr>
          </a:lstStyle>
          <a:p>
            <a:pPr lvl="0"/>
            <a:r>
              <a:rPr lang="en-US" altLang="zh-CN" dirty="0"/>
              <a:t>THANK YOU</a:t>
            </a:r>
          </a:p>
        </p:txBody>
      </p:sp>
      <p:pic>
        <p:nvPicPr>
          <p:cNvPr id="20" name="图片 19"/>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9809926" y="448282"/>
            <a:ext cx="1719470" cy="223895"/>
          </a:xfrm>
          <a:prstGeom prst="rect">
            <a:avLst/>
          </a:prstGeom>
        </p:spPr>
      </p:pic>
    </p:spTree>
    <p:extLst>
      <p:ext uri="{BB962C8B-B14F-4D97-AF65-F5344CB8AC3E}">
        <p14:creationId xmlns:p14="http://schemas.microsoft.com/office/powerpoint/2010/main" val="37464118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E492299-789C-4AC4-9C5F-9EDB91E0CF28}"/>
              </a:ext>
            </a:extLst>
          </p:cNvPr>
          <p:cNvSpPr>
            <a:spLocks noGrp="1"/>
          </p:cNvSpPr>
          <p:nvPr>
            <p:ph type="title"/>
          </p:nvPr>
        </p:nvSpPr>
        <p:spPr>
          <a:xfrm>
            <a:off x="660400" y="136526"/>
            <a:ext cx="10858500" cy="549274"/>
          </a:xfrm>
          <a:prstGeom prst="rect">
            <a:avLst/>
          </a:prstGeom>
        </p:spPr>
        <p:txBody>
          <a:bodyPr vert="horz" lIns="91440" tIns="45720" rIns="91440" bIns="45720" rtlCol="0" anchor="ctr">
            <a:noAutofit/>
          </a:bodyPr>
          <a:lstStyle/>
          <a:p>
            <a:r>
              <a:rPr lang="zh-CN" altLang="en-US" dirty="0"/>
              <a:t>单击此处编辑母版标题样式 </a:t>
            </a:r>
            <a:r>
              <a:rPr lang="en-US" altLang="zh-CN" dirty="0"/>
              <a:t>-26pt</a:t>
            </a:r>
            <a:endParaRPr lang="zh-CN" altLang="en-US" dirty="0"/>
          </a:p>
        </p:txBody>
      </p:sp>
      <p:sp>
        <p:nvSpPr>
          <p:cNvPr id="3" name="文本占位符 2">
            <a:extLst>
              <a:ext uri="{FF2B5EF4-FFF2-40B4-BE49-F238E27FC236}">
                <a16:creationId xmlns:a16="http://schemas.microsoft.com/office/drawing/2014/main" id="{C7A2CC84-3B78-46DF-B5ED-286C3BACFF09}"/>
              </a:ext>
            </a:extLst>
          </p:cNvPr>
          <p:cNvSpPr>
            <a:spLocks noGrp="1"/>
          </p:cNvSpPr>
          <p:nvPr>
            <p:ph type="body" idx="1"/>
          </p:nvPr>
        </p:nvSpPr>
        <p:spPr>
          <a:xfrm>
            <a:off x="660400" y="746734"/>
            <a:ext cx="10858500" cy="5470660"/>
          </a:xfrm>
          <a:prstGeom prst="rect">
            <a:avLst/>
          </a:prstGeom>
        </p:spPr>
        <p:txBody>
          <a:bodyPr vert="horz" lIns="91440" tIns="45720" rIns="91440" bIns="45720" rtlCol="0">
            <a:normAutofit/>
          </a:bodyPr>
          <a:lstStyle/>
          <a:p>
            <a:r>
              <a:rPr lang="zh-CN" altLang="en-US" sz="2000" dirty="0"/>
              <a:t>一级标题</a:t>
            </a:r>
            <a:r>
              <a:rPr lang="ja-JP" altLang="en-US" sz="2000" dirty="0"/>
              <a:t> </a:t>
            </a:r>
            <a:r>
              <a:rPr lang="en-US" altLang="zh-CN" sz="2000" dirty="0"/>
              <a:t>-20pt</a:t>
            </a:r>
          </a:p>
          <a:p>
            <a:pPr lvl="1"/>
            <a:r>
              <a:rPr lang="zh-CN" altLang="en-US" sz="1800" dirty="0"/>
              <a:t>二级标题</a:t>
            </a:r>
            <a:r>
              <a:rPr lang="en-US" altLang="zh-CN" sz="1800" dirty="0"/>
              <a:t> -18pt</a:t>
            </a:r>
          </a:p>
          <a:p>
            <a:pPr lvl="2"/>
            <a:r>
              <a:rPr lang="zh-CN" altLang="en-US" sz="1600" dirty="0"/>
              <a:t>三级</a:t>
            </a:r>
            <a:r>
              <a:rPr lang="zh-CN" altLang="en-US" sz="100" dirty="0"/>
              <a:t> </a:t>
            </a:r>
            <a:r>
              <a:rPr lang="zh-CN" altLang="en-US" sz="1600" dirty="0"/>
              <a:t>标题</a:t>
            </a:r>
            <a:r>
              <a:rPr lang="en-US" altLang="zh-CN" sz="1600" dirty="0"/>
              <a:t> -16pt</a:t>
            </a:r>
          </a:p>
          <a:p>
            <a:pPr lvl="3"/>
            <a:r>
              <a:rPr lang="zh-CN" altLang="en-US" sz="1400" dirty="0"/>
              <a:t>四级标题</a:t>
            </a:r>
            <a:r>
              <a:rPr lang="en-US" altLang="zh-CN" sz="1400" dirty="0"/>
              <a:t> -14pt</a:t>
            </a:r>
          </a:p>
          <a:p>
            <a:pPr lvl="4"/>
            <a:r>
              <a:rPr lang="en-US" altLang="zh-CN" dirty="0"/>
              <a:t>…</a:t>
            </a:r>
          </a:p>
          <a:p>
            <a:pPr lvl="4"/>
            <a:r>
              <a:rPr lang="zh-CN" altLang="en-US" sz="1100" dirty="0"/>
              <a:t>正文</a:t>
            </a:r>
            <a:r>
              <a:rPr lang="en-US" altLang="zh-CN" sz="1100" dirty="0"/>
              <a:t> -11pt</a:t>
            </a:r>
            <a:endParaRPr lang="zh-CN" altLang="en-US" sz="1100" dirty="0"/>
          </a:p>
        </p:txBody>
      </p:sp>
      <p:sp>
        <p:nvSpPr>
          <p:cNvPr id="5" name="页脚占位符 4">
            <a:extLst>
              <a:ext uri="{FF2B5EF4-FFF2-40B4-BE49-F238E27FC236}">
                <a16:creationId xmlns:a16="http://schemas.microsoft.com/office/drawing/2014/main" id="{D65EFAB3-C54C-4F62-8595-83619595045A}"/>
              </a:ext>
            </a:extLst>
          </p:cNvPr>
          <p:cNvSpPr>
            <a:spLocks noGrp="1"/>
          </p:cNvSpPr>
          <p:nvPr>
            <p:ph type="ftr" sz="quarter" idx="3"/>
          </p:nvPr>
        </p:nvSpPr>
        <p:spPr>
          <a:xfrm>
            <a:off x="660400" y="6356350"/>
            <a:ext cx="4248978"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ltLang="zh-CN"/>
              <a:t>© </a:t>
            </a:r>
            <a:r>
              <a:rPr lang="zh-CN" altLang="en-US"/>
              <a:t>杭州海康威视数字技术股份有限公司版权所有</a:t>
            </a:r>
            <a:endParaRPr lang="zh-CN" altLang="en-US" dirty="0"/>
          </a:p>
        </p:txBody>
      </p:sp>
      <p:sp>
        <p:nvSpPr>
          <p:cNvPr id="6" name="灯片编号占位符 5">
            <a:extLst>
              <a:ext uri="{FF2B5EF4-FFF2-40B4-BE49-F238E27FC236}">
                <a16:creationId xmlns:a16="http://schemas.microsoft.com/office/drawing/2014/main" id="{EB98892D-D8D4-43A3-815D-C1DF7D92735D}"/>
              </a:ext>
            </a:extLst>
          </p:cNvPr>
          <p:cNvSpPr>
            <a:spLocks noGrp="1"/>
          </p:cNvSpPr>
          <p:nvPr>
            <p:ph type="sldNum" sz="quarter" idx="4"/>
          </p:nvPr>
        </p:nvSpPr>
        <p:spPr>
          <a:xfrm>
            <a:off x="8686248" y="6356350"/>
            <a:ext cx="2832652"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7C946CC-EE93-41DB-9128-F8894F1B0EE4}" type="slidenum">
              <a:rPr lang="zh-CN" altLang="en-US" smtClean="0"/>
              <a:pPr/>
              <a:t>‹#›</a:t>
            </a:fld>
            <a:endParaRPr lang="zh-CN" altLang="en-US"/>
          </a:p>
        </p:txBody>
      </p:sp>
      <p:grpSp>
        <p:nvGrpSpPr>
          <p:cNvPr id="13" name="组合 12">
            <a:extLst>
              <a:ext uri="{FF2B5EF4-FFF2-40B4-BE49-F238E27FC236}">
                <a16:creationId xmlns:a16="http://schemas.microsoft.com/office/drawing/2014/main" id="{084C914C-3B39-4737-93AA-7969EEB8ACD5}"/>
              </a:ext>
            </a:extLst>
          </p:cNvPr>
          <p:cNvGrpSpPr/>
          <p:nvPr userDrawn="1"/>
        </p:nvGrpSpPr>
        <p:grpSpPr>
          <a:xfrm flipH="1">
            <a:off x="10873090" y="4082052"/>
            <a:ext cx="4366904" cy="4248277"/>
            <a:chOff x="-2953853" y="4081333"/>
            <a:chExt cx="4251748" cy="4248277"/>
          </a:xfrm>
        </p:grpSpPr>
        <p:sp>
          <p:nvSpPr>
            <p:cNvPr id="14" name="任意多边形: 形状 13">
              <a:extLst>
                <a:ext uri="{FF2B5EF4-FFF2-40B4-BE49-F238E27FC236}">
                  <a16:creationId xmlns:a16="http://schemas.microsoft.com/office/drawing/2014/main" id="{CD84FF95-703E-42B1-8376-4AE9210CF380}"/>
                </a:ext>
              </a:extLst>
            </p:cNvPr>
            <p:cNvSpPr/>
            <p:nvPr/>
          </p:nvSpPr>
          <p:spPr>
            <a:xfrm rot="2640108">
              <a:off x="-718179" y="5229514"/>
              <a:ext cx="1783615" cy="1503488"/>
            </a:xfrm>
            <a:custGeom>
              <a:avLst/>
              <a:gdLst>
                <a:gd name="connsiteX0" fmla="*/ 0 w 1783615"/>
                <a:gd name="connsiteY0" fmla="*/ 79226 h 1503488"/>
                <a:gd name="connsiteX1" fmla="*/ 116190 w 1783615"/>
                <a:gd name="connsiteY1" fmla="*/ 40704 h 1503488"/>
                <a:gd name="connsiteX2" fmla="*/ 1406613 w 1783615"/>
                <a:gd name="connsiteY2" fmla="*/ 395244 h 1503488"/>
                <a:gd name="connsiteX3" fmla="*/ 1758984 w 1783615"/>
                <a:gd name="connsiteY3" fmla="*/ 994118 h 1503488"/>
                <a:gd name="connsiteX4" fmla="*/ 1783615 w 1783615"/>
                <a:gd name="connsiteY4" fmla="*/ 1109331 h 1503488"/>
                <a:gd name="connsiteX5" fmla="*/ 1375480 w 1783615"/>
                <a:gd name="connsiteY5" fmla="*/ 1503488 h 1503488"/>
                <a:gd name="connsiteX6" fmla="*/ 1350967 w 1783615"/>
                <a:gd name="connsiteY6" fmla="*/ 1478106 h 1503488"/>
                <a:gd name="connsiteX7" fmla="*/ 1356484 w 1783615"/>
                <a:gd name="connsiteY7" fmla="*/ 1444589 h 1503488"/>
                <a:gd name="connsiteX8" fmla="*/ 1089908 w 1783615"/>
                <a:gd name="connsiteY8" fmla="*/ 714601 h 1503488"/>
                <a:gd name="connsiteX9" fmla="*/ 490738 w 1783615"/>
                <a:gd name="connsiteY9" fmla="*/ 450844 h 1503488"/>
                <a:gd name="connsiteX10" fmla="*/ 361954 w 1783615"/>
                <a:gd name="connsiteY10" fmla="*/ 454017 h 150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83615" h="1503488">
                  <a:moveTo>
                    <a:pt x="0" y="79226"/>
                  </a:moveTo>
                  <a:lnTo>
                    <a:pt x="116190" y="40704"/>
                  </a:lnTo>
                  <a:cubicBezTo>
                    <a:pt x="573845" y="-73853"/>
                    <a:pt x="1064745" y="56216"/>
                    <a:pt x="1406613" y="395244"/>
                  </a:cubicBezTo>
                  <a:cubicBezTo>
                    <a:pt x="1577547" y="564759"/>
                    <a:pt x="1696553" y="771966"/>
                    <a:pt x="1758984" y="994118"/>
                  </a:cubicBezTo>
                  <a:lnTo>
                    <a:pt x="1783615" y="1109331"/>
                  </a:lnTo>
                  <a:lnTo>
                    <a:pt x="1375480" y="1503488"/>
                  </a:lnTo>
                  <a:lnTo>
                    <a:pt x="1350967" y="1478106"/>
                  </a:lnTo>
                  <a:lnTo>
                    <a:pt x="1356484" y="1444589"/>
                  </a:lnTo>
                  <a:cubicBezTo>
                    <a:pt x="1380332" y="1178229"/>
                    <a:pt x="1286244" y="909306"/>
                    <a:pt x="1089908" y="714601"/>
                  </a:cubicBezTo>
                  <a:cubicBezTo>
                    <a:pt x="926295" y="552347"/>
                    <a:pt x="711736" y="461525"/>
                    <a:pt x="490738" y="450844"/>
                  </a:cubicBezTo>
                  <a:lnTo>
                    <a:pt x="361954" y="454017"/>
                  </a:lnTo>
                  <a:close/>
                </a:path>
              </a:pathLst>
            </a:custGeom>
            <a:solidFill>
              <a:srgbClr val="727171">
                <a:alpha val="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5" name="组合 14">
              <a:extLst>
                <a:ext uri="{FF2B5EF4-FFF2-40B4-BE49-F238E27FC236}">
                  <a16:creationId xmlns:a16="http://schemas.microsoft.com/office/drawing/2014/main" id="{DF17D076-C918-430F-8586-2F29B5AB6147}"/>
                </a:ext>
              </a:extLst>
            </p:cNvPr>
            <p:cNvGrpSpPr/>
            <p:nvPr/>
          </p:nvGrpSpPr>
          <p:grpSpPr>
            <a:xfrm rot="9328605">
              <a:off x="-2953853" y="4081333"/>
              <a:ext cx="4251748" cy="4248277"/>
              <a:chOff x="5364020" y="-1617552"/>
              <a:chExt cx="10101349" cy="10093104"/>
            </a:xfrm>
          </p:grpSpPr>
          <p:sp>
            <p:nvSpPr>
              <p:cNvPr id="16" name="椭圆 15">
                <a:extLst>
                  <a:ext uri="{FF2B5EF4-FFF2-40B4-BE49-F238E27FC236}">
                    <a16:creationId xmlns:a16="http://schemas.microsoft.com/office/drawing/2014/main" id="{FFDA39FF-DE2D-4D09-B78A-28007A53BB19}"/>
                  </a:ext>
                </a:extLst>
              </p:cNvPr>
              <p:cNvSpPr/>
              <p:nvPr/>
            </p:nvSpPr>
            <p:spPr>
              <a:xfrm>
                <a:off x="5364020" y="2270485"/>
                <a:ext cx="243840" cy="243840"/>
              </a:xfrm>
              <a:prstGeom prst="ellipse">
                <a:avLst/>
              </a:prstGeom>
              <a:solidFill>
                <a:srgbClr val="727171">
                  <a:alpha val="1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弧形 16">
                <a:extLst>
                  <a:ext uri="{FF2B5EF4-FFF2-40B4-BE49-F238E27FC236}">
                    <a16:creationId xmlns:a16="http://schemas.microsoft.com/office/drawing/2014/main" id="{1798DE6E-8267-4938-B753-2DFEFB4B0ABF}"/>
                  </a:ext>
                </a:extLst>
              </p:cNvPr>
              <p:cNvSpPr/>
              <p:nvPr/>
            </p:nvSpPr>
            <p:spPr>
              <a:xfrm rot="19355239">
                <a:off x="5372265" y="-1617552"/>
                <a:ext cx="10093104" cy="10093104"/>
              </a:xfrm>
              <a:prstGeom prst="arc">
                <a:avLst>
                  <a:gd name="adj1" fmla="val 10480822"/>
                  <a:gd name="adj2" fmla="val 13388850"/>
                </a:avLst>
              </a:prstGeom>
              <a:ln w="12700">
                <a:solidFill>
                  <a:srgbClr val="727171">
                    <a:alpha val="12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弧形 17">
                <a:extLst>
                  <a:ext uri="{FF2B5EF4-FFF2-40B4-BE49-F238E27FC236}">
                    <a16:creationId xmlns:a16="http://schemas.microsoft.com/office/drawing/2014/main" id="{B2F4B62C-2BD1-487C-933E-A7FD41022BC5}"/>
                  </a:ext>
                </a:extLst>
              </p:cNvPr>
              <p:cNvSpPr/>
              <p:nvPr/>
            </p:nvSpPr>
            <p:spPr>
              <a:xfrm rot="3378363">
                <a:off x="5372265" y="-1617552"/>
                <a:ext cx="10093104" cy="10093104"/>
              </a:xfrm>
              <a:prstGeom prst="arc">
                <a:avLst>
                  <a:gd name="adj1" fmla="val 8216217"/>
                  <a:gd name="adj2" fmla="val 10007891"/>
                </a:avLst>
              </a:prstGeom>
              <a:ln w="12700">
                <a:solidFill>
                  <a:srgbClr val="727171">
                    <a:alpha val="12000"/>
                  </a:srgb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grpSp>
        <p:nvGrpSpPr>
          <p:cNvPr id="22" name="组合 21">
            <a:extLst>
              <a:ext uri="{FF2B5EF4-FFF2-40B4-BE49-F238E27FC236}">
                <a16:creationId xmlns:a16="http://schemas.microsoft.com/office/drawing/2014/main" id="{B20309F2-080A-4B79-8761-7DC0952E4B31}"/>
              </a:ext>
            </a:extLst>
          </p:cNvPr>
          <p:cNvGrpSpPr/>
          <p:nvPr userDrawn="1"/>
        </p:nvGrpSpPr>
        <p:grpSpPr>
          <a:xfrm>
            <a:off x="649370" y="599812"/>
            <a:ext cx="10893260" cy="183600"/>
            <a:chOff x="625640" y="599812"/>
            <a:chExt cx="10893260" cy="183600"/>
          </a:xfrm>
        </p:grpSpPr>
        <p:sp>
          <p:nvSpPr>
            <p:cNvPr id="19" name="椭圆 18">
              <a:extLst>
                <a:ext uri="{FF2B5EF4-FFF2-40B4-BE49-F238E27FC236}">
                  <a16:creationId xmlns:a16="http://schemas.microsoft.com/office/drawing/2014/main" id="{D3478664-311A-4A09-9F80-9FF30BFEFB20}"/>
                </a:ext>
              </a:extLst>
            </p:cNvPr>
            <p:cNvSpPr/>
            <p:nvPr userDrawn="1"/>
          </p:nvSpPr>
          <p:spPr>
            <a:xfrm>
              <a:off x="625640" y="599812"/>
              <a:ext cx="183600" cy="183600"/>
            </a:xfrm>
            <a:prstGeom prst="ellipse">
              <a:avLst/>
            </a:prstGeom>
            <a:solidFill>
              <a:srgbClr val="D7000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 </a:t>
              </a:r>
              <a:endParaRPr lang="zh-CN" altLang="en-US" dirty="0"/>
            </a:p>
          </p:txBody>
        </p:sp>
        <p:cxnSp>
          <p:nvCxnSpPr>
            <p:cNvPr id="21" name="直接连接符 20">
              <a:extLst>
                <a:ext uri="{FF2B5EF4-FFF2-40B4-BE49-F238E27FC236}">
                  <a16:creationId xmlns:a16="http://schemas.microsoft.com/office/drawing/2014/main" id="{9D4B2414-735A-4528-996B-1C979FC4D4E8}"/>
                </a:ext>
              </a:extLst>
            </p:cNvPr>
            <p:cNvCxnSpPr>
              <a:cxnSpLocks/>
            </p:cNvCxnSpPr>
            <p:nvPr userDrawn="1"/>
          </p:nvCxnSpPr>
          <p:spPr>
            <a:xfrm>
              <a:off x="916747" y="691612"/>
              <a:ext cx="10602153" cy="0"/>
            </a:xfrm>
            <a:prstGeom prst="line">
              <a:avLst/>
            </a:prstGeom>
            <a:ln w="12700">
              <a:solidFill>
                <a:srgbClr val="727171"/>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A6BA2ECC-782E-47BF-894C-B6A38F9A373C}"/>
              </a:ext>
            </a:extLst>
          </p:cNvPr>
          <p:cNvGrpSpPr/>
          <p:nvPr userDrawn="1"/>
        </p:nvGrpSpPr>
        <p:grpSpPr>
          <a:xfrm>
            <a:off x="9840416" y="273824"/>
            <a:ext cx="1678484" cy="224432"/>
            <a:chOff x="1955800" y="5410200"/>
            <a:chExt cx="3074988" cy="411163"/>
          </a:xfrm>
        </p:grpSpPr>
        <p:sp>
          <p:nvSpPr>
            <p:cNvPr id="24" name="Freeform 5">
              <a:extLst>
                <a:ext uri="{FF2B5EF4-FFF2-40B4-BE49-F238E27FC236}">
                  <a16:creationId xmlns:a16="http://schemas.microsoft.com/office/drawing/2014/main" id="{E6687D01-8D8F-4C13-A7CE-2FA9371796F0}"/>
                </a:ext>
              </a:extLst>
            </p:cNvPr>
            <p:cNvSpPr>
              <a:spLocks noEditPoints="1"/>
            </p:cNvSpPr>
            <p:nvPr/>
          </p:nvSpPr>
          <p:spPr bwMode="auto">
            <a:xfrm>
              <a:off x="3128963" y="5410200"/>
              <a:ext cx="1901825" cy="411163"/>
            </a:xfrm>
            <a:custGeom>
              <a:avLst/>
              <a:gdLst>
                <a:gd name="T0" fmla="*/ 315 w 872"/>
                <a:gd name="T1" fmla="*/ 3 h 186"/>
                <a:gd name="T2" fmla="*/ 400 w 872"/>
                <a:gd name="T3" fmla="*/ 26 h 186"/>
                <a:gd name="T4" fmla="*/ 324 w 872"/>
                <a:gd name="T5" fmla="*/ 26 h 186"/>
                <a:gd name="T6" fmla="*/ 355 w 872"/>
                <a:gd name="T7" fmla="*/ 99 h 186"/>
                <a:gd name="T8" fmla="*/ 213 w 872"/>
                <a:gd name="T9" fmla="*/ 183 h 186"/>
                <a:gd name="T10" fmla="*/ 277 w 872"/>
                <a:gd name="T11" fmla="*/ 160 h 186"/>
                <a:gd name="T12" fmla="*/ 315 w 872"/>
                <a:gd name="T13" fmla="*/ 135 h 186"/>
                <a:gd name="T14" fmla="*/ 179 w 872"/>
                <a:gd name="T15" fmla="*/ 183 h 186"/>
                <a:gd name="T16" fmla="*/ 194 w 872"/>
                <a:gd name="T17" fmla="*/ 3 h 186"/>
                <a:gd name="T18" fmla="*/ 179 w 872"/>
                <a:gd name="T19" fmla="*/ 183 h 186"/>
                <a:gd name="T20" fmla="*/ 379 w 872"/>
                <a:gd name="T21" fmla="*/ 183 h 186"/>
                <a:gd name="T22" fmla="*/ 496 w 872"/>
                <a:gd name="T23" fmla="*/ 3 h 186"/>
                <a:gd name="T24" fmla="*/ 507 w 872"/>
                <a:gd name="T25" fmla="*/ 57 h 186"/>
                <a:gd name="T26" fmla="*/ 610 w 872"/>
                <a:gd name="T27" fmla="*/ 1 h 186"/>
                <a:gd name="T28" fmla="*/ 672 w 872"/>
                <a:gd name="T29" fmla="*/ 43 h 186"/>
                <a:gd name="T30" fmla="*/ 670 w 872"/>
                <a:gd name="T31" fmla="*/ 61 h 186"/>
                <a:gd name="T32" fmla="*/ 556 w 872"/>
                <a:gd name="T33" fmla="*/ 185 h 186"/>
                <a:gd name="T34" fmla="*/ 542 w 872"/>
                <a:gd name="T35" fmla="*/ 185 h 186"/>
                <a:gd name="T36" fmla="*/ 480 w 872"/>
                <a:gd name="T37" fmla="*/ 143 h 186"/>
                <a:gd name="T38" fmla="*/ 482 w 872"/>
                <a:gd name="T39" fmla="*/ 125 h 186"/>
                <a:gd name="T40" fmla="*/ 603 w 872"/>
                <a:gd name="T41" fmla="*/ 20 h 186"/>
                <a:gd name="T42" fmla="*/ 562 w 872"/>
                <a:gd name="T43" fmla="*/ 49 h 186"/>
                <a:gd name="T44" fmla="*/ 527 w 872"/>
                <a:gd name="T45" fmla="*/ 147 h 186"/>
                <a:gd name="T46" fmla="*/ 544 w 872"/>
                <a:gd name="T47" fmla="*/ 166 h 186"/>
                <a:gd name="T48" fmla="*/ 590 w 872"/>
                <a:gd name="T49" fmla="*/ 137 h 186"/>
                <a:gd name="T50" fmla="*/ 625 w 872"/>
                <a:gd name="T51" fmla="*/ 38 h 186"/>
                <a:gd name="T52" fmla="*/ 608 w 872"/>
                <a:gd name="T53" fmla="*/ 20 h 186"/>
                <a:gd name="T54" fmla="*/ 61 w 872"/>
                <a:gd name="T55" fmla="*/ 127 h 186"/>
                <a:gd name="T56" fmla="*/ 174 w 872"/>
                <a:gd name="T57" fmla="*/ 3 h 186"/>
                <a:gd name="T58" fmla="*/ 45 w 872"/>
                <a:gd name="T59" fmla="*/ 183 h 186"/>
                <a:gd name="T60" fmla="*/ 43 w 872"/>
                <a:gd name="T61" fmla="*/ 183 h 186"/>
                <a:gd name="T62" fmla="*/ 41 w 872"/>
                <a:gd name="T63" fmla="*/ 183 h 186"/>
                <a:gd name="T64" fmla="*/ 15 w 872"/>
                <a:gd name="T65" fmla="*/ 183 h 186"/>
                <a:gd name="T66" fmla="*/ 51 w 872"/>
                <a:gd name="T67" fmla="*/ 3 h 186"/>
                <a:gd name="T68" fmla="*/ 726 w 872"/>
                <a:gd name="T69" fmla="*/ 61 h 186"/>
                <a:gd name="T70" fmla="*/ 680 w 872"/>
                <a:gd name="T71" fmla="*/ 183 h 186"/>
                <a:gd name="T72" fmla="*/ 720 w 872"/>
                <a:gd name="T73" fmla="*/ 3 h 186"/>
                <a:gd name="T74" fmla="*/ 801 w 872"/>
                <a:gd name="T75" fmla="*/ 124 h 186"/>
                <a:gd name="T76" fmla="*/ 872 w 872"/>
                <a:gd name="T77" fmla="*/ 3 h 186"/>
                <a:gd name="T78" fmla="*/ 782 w 872"/>
                <a:gd name="T79" fmla="*/ 183 h 186"/>
                <a:gd name="T80" fmla="*/ 726 w 872"/>
                <a:gd name="T81" fmla="*/ 6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72" h="186">
                  <a:moveTo>
                    <a:pt x="274" y="87"/>
                  </a:moveTo>
                  <a:cubicBezTo>
                    <a:pt x="249" y="54"/>
                    <a:pt x="269" y="3"/>
                    <a:pt x="315" y="3"/>
                  </a:cubicBezTo>
                  <a:cubicBezTo>
                    <a:pt x="408" y="3"/>
                    <a:pt x="408" y="3"/>
                    <a:pt x="408" y="3"/>
                  </a:cubicBezTo>
                  <a:cubicBezTo>
                    <a:pt x="400" y="26"/>
                    <a:pt x="400" y="26"/>
                    <a:pt x="400" y="26"/>
                  </a:cubicBezTo>
                  <a:cubicBezTo>
                    <a:pt x="350" y="26"/>
                    <a:pt x="350" y="26"/>
                    <a:pt x="350" y="26"/>
                  </a:cubicBezTo>
                  <a:cubicBezTo>
                    <a:pt x="324" y="26"/>
                    <a:pt x="324" y="26"/>
                    <a:pt x="324" y="26"/>
                  </a:cubicBezTo>
                  <a:cubicBezTo>
                    <a:pt x="312" y="26"/>
                    <a:pt x="305" y="41"/>
                    <a:pt x="312" y="50"/>
                  </a:cubicBezTo>
                  <a:cubicBezTo>
                    <a:pt x="323" y="68"/>
                    <a:pt x="343" y="81"/>
                    <a:pt x="355" y="99"/>
                  </a:cubicBezTo>
                  <a:cubicBezTo>
                    <a:pt x="382" y="135"/>
                    <a:pt x="355" y="183"/>
                    <a:pt x="315" y="183"/>
                  </a:cubicBezTo>
                  <a:cubicBezTo>
                    <a:pt x="213" y="183"/>
                    <a:pt x="213" y="183"/>
                    <a:pt x="213" y="183"/>
                  </a:cubicBezTo>
                  <a:cubicBezTo>
                    <a:pt x="221" y="160"/>
                    <a:pt x="221" y="160"/>
                    <a:pt x="221" y="160"/>
                  </a:cubicBezTo>
                  <a:cubicBezTo>
                    <a:pt x="277" y="160"/>
                    <a:pt x="277" y="160"/>
                    <a:pt x="277" y="160"/>
                  </a:cubicBezTo>
                  <a:cubicBezTo>
                    <a:pt x="302" y="160"/>
                    <a:pt x="302" y="160"/>
                    <a:pt x="302" y="160"/>
                  </a:cubicBezTo>
                  <a:cubicBezTo>
                    <a:pt x="314" y="160"/>
                    <a:pt x="321" y="145"/>
                    <a:pt x="315" y="135"/>
                  </a:cubicBezTo>
                  <a:cubicBezTo>
                    <a:pt x="305" y="118"/>
                    <a:pt x="286" y="102"/>
                    <a:pt x="274" y="87"/>
                  </a:cubicBezTo>
                  <a:moveTo>
                    <a:pt x="179" y="183"/>
                  </a:moveTo>
                  <a:cubicBezTo>
                    <a:pt x="128" y="183"/>
                    <a:pt x="128" y="183"/>
                    <a:pt x="128" y="183"/>
                  </a:cubicBezTo>
                  <a:cubicBezTo>
                    <a:pt x="194" y="3"/>
                    <a:pt x="194" y="3"/>
                    <a:pt x="194" y="3"/>
                  </a:cubicBezTo>
                  <a:cubicBezTo>
                    <a:pt x="245" y="3"/>
                    <a:pt x="245" y="3"/>
                    <a:pt x="245" y="3"/>
                  </a:cubicBezTo>
                  <a:lnTo>
                    <a:pt x="179" y="183"/>
                  </a:lnTo>
                  <a:close/>
                  <a:moveTo>
                    <a:pt x="430" y="183"/>
                  </a:moveTo>
                  <a:cubicBezTo>
                    <a:pt x="379" y="183"/>
                    <a:pt x="379" y="183"/>
                    <a:pt x="379" y="183"/>
                  </a:cubicBezTo>
                  <a:cubicBezTo>
                    <a:pt x="445" y="3"/>
                    <a:pt x="445" y="3"/>
                    <a:pt x="445" y="3"/>
                  </a:cubicBezTo>
                  <a:cubicBezTo>
                    <a:pt x="496" y="3"/>
                    <a:pt x="496" y="3"/>
                    <a:pt x="496" y="3"/>
                  </a:cubicBezTo>
                  <a:lnTo>
                    <a:pt x="430" y="183"/>
                  </a:lnTo>
                  <a:close/>
                  <a:moveTo>
                    <a:pt x="507" y="57"/>
                  </a:moveTo>
                  <a:cubicBezTo>
                    <a:pt x="524" y="20"/>
                    <a:pt x="562" y="0"/>
                    <a:pt x="596" y="1"/>
                  </a:cubicBezTo>
                  <a:cubicBezTo>
                    <a:pt x="610" y="1"/>
                    <a:pt x="610" y="1"/>
                    <a:pt x="610" y="1"/>
                  </a:cubicBezTo>
                  <a:cubicBezTo>
                    <a:pt x="628" y="1"/>
                    <a:pt x="628" y="1"/>
                    <a:pt x="628" y="1"/>
                  </a:cubicBezTo>
                  <a:cubicBezTo>
                    <a:pt x="655" y="2"/>
                    <a:pt x="671" y="24"/>
                    <a:pt x="672" y="43"/>
                  </a:cubicBezTo>
                  <a:cubicBezTo>
                    <a:pt x="672" y="47"/>
                    <a:pt x="672" y="51"/>
                    <a:pt x="672" y="54"/>
                  </a:cubicBezTo>
                  <a:cubicBezTo>
                    <a:pt x="671" y="56"/>
                    <a:pt x="671" y="58"/>
                    <a:pt x="670" y="61"/>
                  </a:cubicBezTo>
                  <a:cubicBezTo>
                    <a:pt x="665" y="84"/>
                    <a:pt x="656" y="107"/>
                    <a:pt x="645" y="128"/>
                  </a:cubicBezTo>
                  <a:cubicBezTo>
                    <a:pt x="628" y="166"/>
                    <a:pt x="590" y="186"/>
                    <a:pt x="556" y="185"/>
                  </a:cubicBezTo>
                  <a:cubicBezTo>
                    <a:pt x="542" y="185"/>
                    <a:pt x="542" y="185"/>
                    <a:pt x="542" y="185"/>
                  </a:cubicBezTo>
                  <a:cubicBezTo>
                    <a:pt x="542" y="185"/>
                    <a:pt x="542" y="185"/>
                    <a:pt x="542" y="185"/>
                  </a:cubicBezTo>
                  <a:cubicBezTo>
                    <a:pt x="524" y="185"/>
                    <a:pt x="524" y="185"/>
                    <a:pt x="524" y="185"/>
                  </a:cubicBezTo>
                  <a:cubicBezTo>
                    <a:pt x="497" y="183"/>
                    <a:pt x="481" y="161"/>
                    <a:pt x="480" y="143"/>
                  </a:cubicBezTo>
                  <a:cubicBezTo>
                    <a:pt x="480" y="139"/>
                    <a:pt x="480" y="135"/>
                    <a:pt x="480" y="131"/>
                  </a:cubicBezTo>
                  <a:cubicBezTo>
                    <a:pt x="481" y="129"/>
                    <a:pt x="481" y="127"/>
                    <a:pt x="482" y="125"/>
                  </a:cubicBezTo>
                  <a:cubicBezTo>
                    <a:pt x="487" y="102"/>
                    <a:pt x="496" y="79"/>
                    <a:pt x="507" y="57"/>
                  </a:cubicBezTo>
                  <a:moveTo>
                    <a:pt x="603" y="20"/>
                  </a:moveTo>
                  <a:cubicBezTo>
                    <a:pt x="603" y="20"/>
                    <a:pt x="603" y="20"/>
                    <a:pt x="603" y="20"/>
                  </a:cubicBezTo>
                  <a:cubicBezTo>
                    <a:pt x="584" y="20"/>
                    <a:pt x="568" y="31"/>
                    <a:pt x="562" y="49"/>
                  </a:cubicBezTo>
                  <a:cubicBezTo>
                    <a:pt x="528" y="140"/>
                    <a:pt x="528" y="140"/>
                    <a:pt x="528" y="140"/>
                  </a:cubicBezTo>
                  <a:cubicBezTo>
                    <a:pt x="527" y="142"/>
                    <a:pt x="527" y="145"/>
                    <a:pt x="527" y="147"/>
                  </a:cubicBezTo>
                  <a:cubicBezTo>
                    <a:pt x="527" y="147"/>
                    <a:pt x="527" y="147"/>
                    <a:pt x="527" y="147"/>
                  </a:cubicBezTo>
                  <a:cubicBezTo>
                    <a:pt x="527" y="157"/>
                    <a:pt x="534" y="165"/>
                    <a:pt x="544" y="166"/>
                  </a:cubicBezTo>
                  <a:cubicBezTo>
                    <a:pt x="549" y="166"/>
                    <a:pt x="549" y="166"/>
                    <a:pt x="549" y="166"/>
                  </a:cubicBezTo>
                  <a:cubicBezTo>
                    <a:pt x="568" y="165"/>
                    <a:pt x="584" y="155"/>
                    <a:pt x="590" y="137"/>
                  </a:cubicBezTo>
                  <a:cubicBezTo>
                    <a:pt x="624" y="45"/>
                    <a:pt x="624" y="45"/>
                    <a:pt x="624" y="45"/>
                  </a:cubicBezTo>
                  <a:cubicBezTo>
                    <a:pt x="625" y="43"/>
                    <a:pt x="625" y="41"/>
                    <a:pt x="625" y="38"/>
                  </a:cubicBezTo>
                  <a:cubicBezTo>
                    <a:pt x="625" y="38"/>
                    <a:pt x="625" y="38"/>
                    <a:pt x="625" y="38"/>
                  </a:cubicBezTo>
                  <a:cubicBezTo>
                    <a:pt x="625" y="29"/>
                    <a:pt x="618" y="20"/>
                    <a:pt x="608" y="20"/>
                  </a:cubicBezTo>
                  <a:lnTo>
                    <a:pt x="603" y="20"/>
                  </a:lnTo>
                  <a:close/>
                  <a:moveTo>
                    <a:pt x="61" y="127"/>
                  </a:moveTo>
                  <a:cubicBezTo>
                    <a:pt x="144" y="3"/>
                    <a:pt x="144" y="3"/>
                    <a:pt x="144" y="3"/>
                  </a:cubicBezTo>
                  <a:cubicBezTo>
                    <a:pt x="174" y="3"/>
                    <a:pt x="174" y="3"/>
                    <a:pt x="174" y="3"/>
                  </a:cubicBezTo>
                  <a:cubicBezTo>
                    <a:pt x="58" y="175"/>
                    <a:pt x="58" y="175"/>
                    <a:pt x="58" y="175"/>
                  </a:cubicBezTo>
                  <a:cubicBezTo>
                    <a:pt x="55" y="180"/>
                    <a:pt x="50" y="183"/>
                    <a:pt x="45" y="183"/>
                  </a:cubicBezTo>
                  <a:cubicBezTo>
                    <a:pt x="43" y="183"/>
                    <a:pt x="43" y="183"/>
                    <a:pt x="43" y="183"/>
                  </a:cubicBezTo>
                  <a:cubicBezTo>
                    <a:pt x="43" y="183"/>
                    <a:pt x="43" y="183"/>
                    <a:pt x="43" y="183"/>
                  </a:cubicBezTo>
                  <a:cubicBezTo>
                    <a:pt x="43" y="183"/>
                    <a:pt x="43" y="183"/>
                    <a:pt x="43" y="183"/>
                  </a:cubicBezTo>
                  <a:cubicBezTo>
                    <a:pt x="41" y="183"/>
                    <a:pt x="41" y="183"/>
                    <a:pt x="41" y="183"/>
                  </a:cubicBezTo>
                  <a:cubicBezTo>
                    <a:pt x="23" y="183"/>
                    <a:pt x="23" y="183"/>
                    <a:pt x="23" y="183"/>
                  </a:cubicBezTo>
                  <a:cubicBezTo>
                    <a:pt x="15" y="183"/>
                    <a:pt x="15" y="183"/>
                    <a:pt x="15" y="183"/>
                  </a:cubicBezTo>
                  <a:cubicBezTo>
                    <a:pt x="0" y="3"/>
                    <a:pt x="0" y="3"/>
                    <a:pt x="0" y="3"/>
                  </a:cubicBezTo>
                  <a:cubicBezTo>
                    <a:pt x="51" y="3"/>
                    <a:pt x="51" y="3"/>
                    <a:pt x="51" y="3"/>
                  </a:cubicBezTo>
                  <a:lnTo>
                    <a:pt x="61" y="127"/>
                  </a:lnTo>
                  <a:close/>
                  <a:moveTo>
                    <a:pt x="726" y="61"/>
                  </a:moveTo>
                  <a:cubicBezTo>
                    <a:pt x="726" y="59"/>
                    <a:pt x="726" y="59"/>
                    <a:pt x="726" y="59"/>
                  </a:cubicBezTo>
                  <a:cubicBezTo>
                    <a:pt x="680" y="183"/>
                    <a:pt x="680" y="183"/>
                    <a:pt x="680" y="183"/>
                  </a:cubicBezTo>
                  <a:cubicBezTo>
                    <a:pt x="653" y="183"/>
                    <a:pt x="653" y="183"/>
                    <a:pt x="653" y="183"/>
                  </a:cubicBezTo>
                  <a:cubicBezTo>
                    <a:pt x="720" y="3"/>
                    <a:pt x="720" y="3"/>
                    <a:pt x="720" y="3"/>
                  </a:cubicBezTo>
                  <a:cubicBezTo>
                    <a:pt x="753" y="3"/>
                    <a:pt x="753" y="3"/>
                    <a:pt x="753" y="3"/>
                  </a:cubicBezTo>
                  <a:cubicBezTo>
                    <a:pt x="801" y="124"/>
                    <a:pt x="801" y="124"/>
                    <a:pt x="801" y="124"/>
                  </a:cubicBezTo>
                  <a:cubicBezTo>
                    <a:pt x="846" y="3"/>
                    <a:pt x="846" y="3"/>
                    <a:pt x="846" y="3"/>
                  </a:cubicBezTo>
                  <a:cubicBezTo>
                    <a:pt x="872" y="3"/>
                    <a:pt x="872" y="3"/>
                    <a:pt x="872" y="3"/>
                  </a:cubicBezTo>
                  <a:cubicBezTo>
                    <a:pt x="806" y="183"/>
                    <a:pt x="806" y="183"/>
                    <a:pt x="806" y="183"/>
                  </a:cubicBezTo>
                  <a:cubicBezTo>
                    <a:pt x="782" y="183"/>
                    <a:pt x="782" y="183"/>
                    <a:pt x="782" y="183"/>
                  </a:cubicBezTo>
                  <a:cubicBezTo>
                    <a:pt x="775" y="182"/>
                    <a:pt x="769" y="178"/>
                    <a:pt x="767" y="172"/>
                  </a:cubicBezTo>
                  <a:lnTo>
                    <a:pt x="726" y="61"/>
                  </a:lnTo>
                  <a:close/>
                </a:path>
              </a:pathLst>
            </a:custGeom>
            <a:solidFill>
              <a:srgbClr val="7170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6">
              <a:extLst>
                <a:ext uri="{FF2B5EF4-FFF2-40B4-BE49-F238E27FC236}">
                  <a16:creationId xmlns:a16="http://schemas.microsoft.com/office/drawing/2014/main" id="{4B294C20-373D-4DF5-AE96-AC298495B4FA}"/>
                </a:ext>
              </a:extLst>
            </p:cNvPr>
            <p:cNvSpPr>
              <a:spLocks noEditPoints="1"/>
            </p:cNvSpPr>
            <p:nvPr/>
          </p:nvSpPr>
          <p:spPr bwMode="auto">
            <a:xfrm>
              <a:off x="1955800" y="5416550"/>
              <a:ext cx="1139825" cy="398463"/>
            </a:xfrm>
            <a:custGeom>
              <a:avLst/>
              <a:gdLst>
                <a:gd name="T0" fmla="*/ 262 w 522"/>
                <a:gd name="T1" fmla="*/ 180 h 180"/>
                <a:gd name="T2" fmla="*/ 207 w 522"/>
                <a:gd name="T3" fmla="*/ 180 h 180"/>
                <a:gd name="T4" fmla="*/ 274 w 522"/>
                <a:gd name="T5" fmla="*/ 0 h 180"/>
                <a:gd name="T6" fmla="*/ 275 w 522"/>
                <a:gd name="T7" fmla="*/ 0 h 180"/>
                <a:gd name="T8" fmla="*/ 327 w 522"/>
                <a:gd name="T9" fmla="*/ 0 h 180"/>
                <a:gd name="T10" fmla="*/ 328 w 522"/>
                <a:gd name="T11" fmla="*/ 0 h 180"/>
                <a:gd name="T12" fmla="*/ 262 w 522"/>
                <a:gd name="T13" fmla="*/ 180 h 180"/>
                <a:gd name="T14" fmla="*/ 95 w 522"/>
                <a:gd name="T15" fmla="*/ 69 h 180"/>
                <a:gd name="T16" fmla="*/ 159 w 522"/>
                <a:gd name="T17" fmla="*/ 69 h 180"/>
                <a:gd name="T18" fmla="*/ 185 w 522"/>
                <a:gd name="T19" fmla="*/ 0 h 180"/>
                <a:gd name="T20" fmla="*/ 239 w 522"/>
                <a:gd name="T21" fmla="*/ 0 h 180"/>
                <a:gd name="T22" fmla="*/ 177 w 522"/>
                <a:gd name="T23" fmla="*/ 169 h 180"/>
                <a:gd name="T24" fmla="*/ 177 w 522"/>
                <a:gd name="T25" fmla="*/ 169 h 180"/>
                <a:gd name="T26" fmla="*/ 177 w 522"/>
                <a:gd name="T27" fmla="*/ 169 h 180"/>
                <a:gd name="T28" fmla="*/ 161 w 522"/>
                <a:gd name="T29" fmla="*/ 180 h 180"/>
                <a:gd name="T30" fmla="*/ 119 w 522"/>
                <a:gd name="T31" fmla="*/ 180 h 180"/>
                <a:gd name="T32" fmla="*/ 150 w 522"/>
                <a:gd name="T33" fmla="*/ 94 h 180"/>
                <a:gd name="T34" fmla="*/ 86 w 522"/>
                <a:gd name="T35" fmla="*/ 94 h 180"/>
                <a:gd name="T36" fmla="*/ 54 w 522"/>
                <a:gd name="T37" fmla="*/ 180 h 180"/>
                <a:gd name="T38" fmla="*/ 0 w 522"/>
                <a:gd name="T39" fmla="*/ 180 h 180"/>
                <a:gd name="T40" fmla="*/ 66 w 522"/>
                <a:gd name="T41" fmla="*/ 0 h 180"/>
                <a:gd name="T42" fmla="*/ 121 w 522"/>
                <a:gd name="T43" fmla="*/ 0 h 180"/>
                <a:gd name="T44" fmla="*/ 95 w 522"/>
                <a:gd name="T45" fmla="*/ 69 h 180"/>
                <a:gd name="T46" fmla="*/ 393 w 522"/>
                <a:gd name="T47" fmla="*/ 68 h 180"/>
                <a:gd name="T48" fmla="*/ 481 w 522"/>
                <a:gd name="T49" fmla="*/ 0 h 180"/>
                <a:gd name="T50" fmla="*/ 522 w 522"/>
                <a:gd name="T51" fmla="*/ 0 h 180"/>
                <a:gd name="T52" fmla="*/ 432 w 522"/>
                <a:gd name="T53" fmla="*/ 69 h 180"/>
                <a:gd name="T54" fmla="*/ 489 w 522"/>
                <a:gd name="T55" fmla="*/ 180 h 180"/>
                <a:gd name="T56" fmla="*/ 443 w 522"/>
                <a:gd name="T57" fmla="*/ 180 h 180"/>
                <a:gd name="T58" fmla="*/ 443 w 522"/>
                <a:gd name="T59" fmla="*/ 180 h 180"/>
                <a:gd name="T60" fmla="*/ 427 w 522"/>
                <a:gd name="T61" fmla="*/ 170 h 180"/>
                <a:gd name="T62" fmla="*/ 427 w 522"/>
                <a:gd name="T63" fmla="*/ 170 h 180"/>
                <a:gd name="T64" fmla="*/ 427 w 522"/>
                <a:gd name="T65" fmla="*/ 170 h 180"/>
                <a:gd name="T66" fmla="*/ 391 w 522"/>
                <a:gd name="T67" fmla="*/ 100 h 180"/>
                <a:gd name="T68" fmla="*/ 377 w 522"/>
                <a:gd name="T69" fmla="*/ 111 h 180"/>
                <a:gd name="T70" fmla="*/ 352 w 522"/>
                <a:gd name="T71" fmla="*/ 180 h 180"/>
                <a:gd name="T72" fmla="*/ 298 w 522"/>
                <a:gd name="T73" fmla="*/ 180 h 180"/>
                <a:gd name="T74" fmla="*/ 364 w 522"/>
                <a:gd name="T75" fmla="*/ 0 h 180"/>
                <a:gd name="T76" fmla="*/ 418 w 522"/>
                <a:gd name="T77" fmla="*/ 0 h 180"/>
                <a:gd name="T78" fmla="*/ 393 w 522"/>
                <a:gd name="T79" fmla="*/ 6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22" h="180">
                  <a:moveTo>
                    <a:pt x="262" y="180"/>
                  </a:moveTo>
                  <a:cubicBezTo>
                    <a:pt x="207" y="180"/>
                    <a:pt x="207" y="180"/>
                    <a:pt x="207" y="180"/>
                  </a:cubicBezTo>
                  <a:cubicBezTo>
                    <a:pt x="274" y="0"/>
                    <a:pt x="274" y="0"/>
                    <a:pt x="274" y="0"/>
                  </a:cubicBezTo>
                  <a:cubicBezTo>
                    <a:pt x="275" y="0"/>
                    <a:pt x="275" y="0"/>
                    <a:pt x="275" y="0"/>
                  </a:cubicBezTo>
                  <a:cubicBezTo>
                    <a:pt x="327" y="0"/>
                    <a:pt x="327" y="0"/>
                    <a:pt x="327" y="0"/>
                  </a:cubicBezTo>
                  <a:cubicBezTo>
                    <a:pt x="328" y="0"/>
                    <a:pt x="328" y="0"/>
                    <a:pt x="328" y="0"/>
                  </a:cubicBezTo>
                  <a:lnTo>
                    <a:pt x="262" y="180"/>
                  </a:lnTo>
                  <a:close/>
                  <a:moveTo>
                    <a:pt x="95" y="69"/>
                  </a:moveTo>
                  <a:cubicBezTo>
                    <a:pt x="159" y="69"/>
                    <a:pt x="159" y="69"/>
                    <a:pt x="159" y="69"/>
                  </a:cubicBezTo>
                  <a:cubicBezTo>
                    <a:pt x="185" y="0"/>
                    <a:pt x="185" y="0"/>
                    <a:pt x="185" y="0"/>
                  </a:cubicBezTo>
                  <a:cubicBezTo>
                    <a:pt x="239" y="0"/>
                    <a:pt x="239" y="0"/>
                    <a:pt x="239" y="0"/>
                  </a:cubicBezTo>
                  <a:cubicBezTo>
                    <a:pt x="177" y="169"/>
                    <a:pt x="177" y="169"/>
                    <a:pt x="177" y="169"/>
                  </a:cubicBezTo>
                  <a:cubicBezTo>
                    <a:pt x="177" y="169"/>
                    <a:pt x="177" y="169"/>
                    <a:pt x="177" y="169"/>
                  </a:cubicBezTo>
                  <a:cubicBezTo>
                    <a:pt x="177" y="169"/>
                    <a:pt x="177" y="169"/>
                    <a:pt x="177" y="169"/>
                  </a:cubicBezTo>
                  <a:cubicBezTo>
                    <a:pt x="174" y="175"/>
                    <a:pt x="168" y="180"/>
                    <a:pt x="161" y="180"/>
                  </a:cubicBezTo>
                  <a:cubicBezTo>
                    <a:pt x="119" y="180"/>
                    <a:pt x="119" y="180"/>
                    <a:pt x="119" y="180"/>
                  </a:cubicBezTo>
                  <a:cubicBezTo>
                    <a:pt x="150" y="94"/>
                    <a:pt x="150" y="94"/>
                    <a:pt x="150" y="94"/>
                  </a:cubicBezTo>
                  <a:cubicBezTo>
                    <a:pt x="86" y="94"/>
                    <a:pt x="86" y="94"/>
                    <a:pt x="86" y="94"/>
                  </a:cubicBezTo>
                  <a:cubicBezTo>
                    <a:pt x="54" y="180"/>
                    <a:pt x="54" y="180"/>
                    <a:pt x="54" y="180"/>
                  </a:cubicBezTo>
                  <a:cubicBezTo>
                    <a:pt x="0" y="180"/>
                    <a:pt x="0" y="180"/>
                    <a:pt x="0" y="180"/>
                  </a:cubicBezTo>
                  <a:cubicBezTo>
                    <a:pt x="66" y="0"/>
                    <a:pt x="66" y="0"/>
                    <a:pt x="66" y="0"/>
                  </a:cubicBezTo>
                  <a:cubicBezTo>
                    <a:pt x="121" y="0"/>
                    <a:pt x="121" y="0"/>
                    <a:pt x="121" y="0"/>
                  </a:cubicBezTo>
                  <a:lnTo>
                    <a:pt x="95" y="69"/>
                  </a:lnTo>
                  <a:close/>
                  <a:moveTo>
                    <a:pt x="393" y="68"/>
                  </a:moveTo>
                  <a:cubicBezTo>
                    <a:pt x="481" y="0"/>
                    <a:pt x="481" y="0"/>
                    <a:pt x="481" y="0"/>
                  </a:cubicBezTo>
                  <a:cubicBezTo>
                    <a:pt x="522" y="0"/>
                    <a:pt x="522" y="0"/>
                    <a:pt x="522" y="0"/>
                  </a:cubicBezTo>
                  <a:cubicBezTo>
                    <a:pt x="432" y="69"/>
                    <a:pt x="432" y="69"/>
                    <a:pt x="432" y="69"/>
                  </a:cubicBezTo>
                  <a:cubicBezTo>
                    <a:pt x="489" y="180"/>
                    <a:pt x="489" y="180"/>
                    <a:pt x="489" y="180"/>
                  </a:cubicBezTo>
                  <a:cubicBezTo>
                    <a:pt x="443" y="180"/>
                    <a:pt x="443" y="180"/>
                    <a:pt x="443" y="180"/>
                  </a:cubicBezTo>
                  <a:cubicBezTo>
                    <a:pt x="443" y="180"/>
                    <a:pt x="443" y="180"/>
                    <a:pt x="443" y="180"/>
                  </a:cubicBezTo>
                  <a:cubicBezTo>
                    <a:pt x="436" y="180"/>
                    <a:pt x="430" y="176"/>
                    <a:pt x="427" y="170"/>
                  </a:cubicBezTo>
                  <a:cubicBezTo>
                    <a:pt x="427" y="170"/>
                    <a:pt x="427" y="170"/>
                    <a:pt x="427" y="170"/>
                  </a:cubicBezTo>
                  <a:cubicBezTo>
                    <a:pt x="427" y="170"/>
                    <a:pt x="427" y="170"/>
                    <a:pt x="427" y="170"/>
                  </a:cubicBezTo>
                  <a:cubicBezTo>
                    <a:pt x="391" y="100"/>
                    <a:pt x="391" y="100"/>
                    <a:pt x="391" y="100"/>
                  </a:cubicBezTo>
                  <a:cubicBezTo>
                    <a:pt x="377" y="111"/>
                    <a:pt x="377" y="111"/>
                    <a:pt x="377" y="111"/>
                  </a:cubicBezTo>
                  <a:cubicBezTo>
                    <a:pt x="352" y="180"/>
                    <a:pt x="352" y="180"/>
                    <a:pt x="352" y="180"/>
                  </a:cubicBezTo>
                  <a:cubicBezTo>
                    <a:pt x="298" y="180"/>
                    <a:pt x="298" y="180"/>
                    <a:pt x="298" y="180"/>
                  </a:cubicBezTo>
                  <a:cubicBezTo>
                    <a:pt x="364" y="0"/>
                    <a:pt x="364" y="0"/>
                    <a:pt x="364" y="0"/>
                  </a:cubicBezTo>
                  <a:cubicBezTo>
                    <a:pt x="418" y="0"/>
                    <a:pt x="418" y="0"/>
                    <a:pt x="418" y="0"/>
                  </a:cubicBezTo>
                  <a:lnTo>
                    <a:pt x="393" y="68"/>
                  </a:lnTo>
                  <a:close/>
                </a:path>
              </a:pathLst>
            </a:custGeom>
            <a:solidFill>
              <a:srgbClr val="D7000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703148082"/>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4" r:id="rId4"/>
    <p:sldLayoutId id="2147483655" r:id="rId5"/>
    <p:sldLayoutId id="2147483663" r:id="rId6"/>
  </p:sldLayoutIdLst>
  <p:hf sldNum="0" hdr="0" dt="0"/>
  <p:txStyles>
    <p:titleStyle>
      <a:lvl1pPr algn="l" defTabSz="914400" rtl="0" eaLnBrk="1" latinLnBrk="0" hangingPunct="1">
        <a:lnSpc>
          <a:spcPct val="90000"/>
        </a:lnSpc>
        <a:spcBef>
          <a:spcPct val="0"/>
        </a:spcBef>
        <a:buNone/>
        <a:defRPr sz="2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436" userDrawn="1">
          <p15:clr>
            <a:srgbClr val="F26B43"/>
          </p15:clr>
        </p15:guide>
        <p15:guide id="4" orient="horz" pos="504" userDrawn="1">
          <p15:clr>
            <a:srgbClr val="F26B43"/>
          </p15:clr>
        </p15:guide>
        <p15:guide id="5" orient="horz" pos="3929" userDrawn="1">
          <p15:clr>
            <a:srgbClr val="F26B43"/>
          </p15:clr>
        </p15:guide>
        <p15:guide id="6" orient="horz" pos="39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hart" Target="../charts/chart1.xml"/><Relationship Id="rId7"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39383" y="1757908"/>
            <a:ext cx="6419835" cy="738664"/>
          </a:xfrm>
        </p:spPr>
        <p:txBody>
          <a:bodyPr>
            <a:normAutofit/>
          </a:bodyPr>
          <a:lstStyle/>
          <a:p>
            <a:r>
              <a:rPr lang="zh-CN" altLang="en-US" sz="3200" dirty="0"/>
              <a:t>超新星转录用评估</a:t>
            </a:r>
            <a:r>
              <a:rPr lang="en-US" altLang="zh-CN" sz="3200" dirty="0"/>
              <a:t>-</a:t>
            </a:r>
            <a:r>
              <a:rPr lang="zh-CN" altLang="en-US" sz="3200" dirty="0"/>
              <a:t>个人材料</a:t>
            </a:r>
          </a:p>
        </p:txBody>
      </p:sp>
      <p:sp>
        <p:nvSpPr>
          <p:cNvPr id="10" name="页脚占位符 2">
            <a:extLst>
              <a:ext uri="{FF2B5EF4-FFF2-40B4-BE49-F238E27FC236}">
                <a16:creationId xmlns:a16="http://schemas.microsoft.com/office/drawing/2014/main" id="{FCC4D0C6-D464-4589-A8F8-DB90E9951143}"/>
              </a:ext>
            </a:extLst>
          </p:cNvPr>
          <p:cNvSpPr txBox="1">
            <a:spLocks/>
          </p:cNvSpPr>
          <p:nvPr/>
        </p:nvSpPr>
        <p:spPr>
          <a:xfrm>
            <a:off x="660400" y="6427085"/>
            <a:ext cx="4248978" cy="230832"/>
          </a:xfrm>
          <a:prstGeom prst="rect">
            <a:avLst/>
          </a:prstGeom>
        </p:spPr>
        <p:txBody>
          <a:bodyPr vert="horz" wrap="square" lIns="91440" tIns="45720" rIns="91440" bIns="45720" rtlCol="0" anchor="ctr">
            <a:spAutoFit/>
          </a:bodyPr>
          <a:lstStyle>
            <a:lvl1pPr marL="0" indent="0" algn="dist" defTabSz="914400" rtl="0" eaLnBrk="1" latinLnBrk="0" hangingPunct="1">
              <a:lnSpc>
                <a:spcPct val="90000"/>
              </a:lnSpc>
              <a:spcBef>
                <a:spcPts val="1000"/>
              </a:spcBef>
              <a:buFontTx/>
              <a:buNone/>
              <a:defRPr sz="1600" b="0" kern="1200">
                <a:solidFill>
                  <a:schemeClr val="tx1">
                    <a:lumMod val="50000"/>
                    <a:lumOff val="50000"/>
                  </a:schemeClr>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ltLang="zh-CN" sz="1000" dirty="0"/>
              <a:t>© </a:t>
            </a:r>
            <a:r>
              <a:rPr lang="zh-CN" altLang="en-US" sz="1000"/>
              <a:t>杭州海康威视数字技术股份有限公司版权所有</a:t>
            </a:r>
            <a:endParaRPr lang="zh-CN" altLang="en-US" sz="1000" dirty="0"/>
          </a:p>
        </p:txBody>
      </p:sp>
    </p:spTree>
    <p:extLst>
      <p:ext uri="{BB962C8B-B14F-4D97-AF65-F5344CB8AC3E}">
        <p14:creationId xmlns:p14="http://schemas.microsoft.com/office/powerpoint/2010/main" val="731780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自我介绍</a:t>
            </a:r>
          </a:p>
        </p:txBody>
      </p:sp>
      <p:sp>
        <p:nvSpPr>
          <p:cNvPr id="6" name="矩形 5"/>
          <p:cNvSpPr/>
          <p:nvPr/>
        </p:nvSpPr>
        <p:spPr>
          <a:xfrm>
            <a:off x="825097" y="2713155"/>
            <a:ext cx="276265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prstClr val="black"/>
                </a:solidFill>
                <a:latin typeface="微软雅黑" panose="020B0503020204020204" pitchFamily="34" charset="-122"/>
                <a:ea typeface="微软雅黑" panose="020B0503020204020204" pitchFamily="34" charset="-122"/>
              </a:rPr>
              <a:t>实习工作职责</a:t>
            </a:r>
            <a:r>
              <a:rPr lang="en-US" altLang="zh-CN" b="1" dirty="0">
                <a:solidFill>
                  <a:prstClr val="black"/>
                </a:solidFill>
                <a:latin typeface="微软雅黑" panose="020B0503020204020204" pitchFamily="34" charset="-122"/>
                <a:ea typeface="微软雅黑" panose="020B0503020204020204" pitchFamily="34" charset="-122"/>
              </a:rPr>
              <a:t>&amp;</a:t>
            </a:r>
            <a:r>
              <a:rPr lang="zh-CN" altLang="en-US" b="1" dirty="0">
                <a:solidFill>
                  <a:prstClr val="black"/>
                </a:solidFill>
                <a:latin typeface="微软雅黑" panose="020B0503020204020204" pitchFamily="34" charset="-122"/>
                <a:ea typeface="微软雅黑" panose="020B0503020204020204" pitchFamily="34" charset="-122"/>
              </a:rPr>
              <a:t>核心贡献</a:t>
            </a:r>
            <a:endParaRPr kumimoji="0" lang="zh-CN" altLang="en-US"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文本框 8"/>
          <p:cNvSpPr txBox="1"/>
          <p:nvPr/>
        </p:nvSpPr>
        <p:spPr>
          <a:xfrm>
            <a:off x="666750" y="3244757"/>
            <a:ext cx="10662409" cy="3065070"/>
          </a:xfrm>
          <a:prstGeom prst="rect">
            <a:avLst/>
          </a:prstGeom>
          <a:noFill/>
          <a:ln>
            <a:noFill/>
          </a:ln>
        </p:spPr>
        <p:txBody>
          <a:bodyPr wrap="square" rtlCol="0">
            <a:spAutoFit/>
          </a:bodyPr>
          <a:lstStyle/>
          <a:p>
            <a:pPr>
              <a:lnSpc>
                <a:spcPct val="125000"/>
              </a:lnSpc>
              <a:spcAft>
                <a:spcPts val="600"/>
              </a:spcAft>
            </a:pPr>
            <a:r>
              <a:rPr kumimoji="1" lang="en-US" altLang="zh-CN" sz="1600" b="1" dirty="0">
                <a:latin typeface="微软雅黑" panose="020B0503020204020204" pitchFamily="34" charset="-122"/>
                <a:cs typeface="楷体" panose="02010609060101010101" pitchFamily="49" charset="-122"/>
              </a:rPr>
              <a:t>【</a:t>
            </a:r>
            <a:r>
              <a:rPr kumimoji="1" lang="zh-CN" altLang="en-US" sz="1600" b="1" dirty="0">
                <a:solidFill>
                  <a:srgbClr val="FF0000"/>
                </a:solidFill>
                <a:latin typeface="微软雅黑" panose="020B0503020204020204" pitchFamily="34" charset="-122"/>
                <a:cs typeface="楷体" panose="02010609060101010101" pitchFamily="49" charset="-122"/>
              </a:rPr>
              <a:t>责任概述</a:t>
            </a:r>
            <a:r>
              <a:rPr kumimoji="1" lang="en-US" altLang="zh-CN" sz="1600" b="1" dirty="0">
                <a:latin typeface="微软雅黑" panose="020B0503020204020204" pitchFamily="34" charset="-122"/>
                <a:cs typeface="楷体" panose="02010609060101010101" pitchFamily="49" charset="-122"/>
              </a:rPr>
              <a:t>】</a:t>
            </a:r>
          </a:p>
          <a:p>
            <a:pPr>
              <a:lnSpc>
                <a:spcPct val="125000"/>
              </a:lnSpc>
              <a:spcAft>
                <a:spcPts val="600"/>
              </a:spcAft>
            </a:pPr>
            <a:r>
              <a:rPr kumimoji="1" lang="en-US" altLang="zh-CN" sz="1600" b="1" dirty="0">
                <a:latin typeface="微软雅黑" panose="020B0503020204020204" pitchFamily="34" charset="-122"/>
                <a:cs typeface="楷体" panose="02010609060101010101" pitchFamily="49" charset="-122"/>
              </a:rPr>
              <a:t>1</a:t>
            </a:r>
            <a:r>
              <a:rPr kumimoji="1" lang="zh-CN" altLang="en-US" sz="1600" b="1" dirty="0">
                <a:latin typeface="微软雅黑" panose="020B0503020204020204" pitchFamily="34" charset="-122"/>
                <a:cs typeface="楷体" panose="02010609060101010101" pitchFamily="49" charset="-122"/>
              </a:rPr>
              <a:t>、围绕机芯一体机相关项目，主导</a:t>
            </a:r>
            <a:r>
              <a:rPr kumimoji="1" lang="en-US" altLang="zh-CN" sz="1600" b="1" dirty="0">
                <a:latin typeface="微软雅黑" panose="020B0503020204020204" pitchFamily="34" charset="-122"/>
                <a:cs typeface="楷体" panose="02010609060101010101" pitchFamily="49" charset="-122"/>
              </a:rPr>
              <a:t>Flash</a:t>
            </a:r>
            <a:r>
              <a:rPr kumimoji="1" lang="zh-CN" altLang="en-US" sz="1600" b="1" dirty="0">
                <a:latin typeface="微软雅黑" panose="020B0503020204020204" pitchFamily="34" charset="-122"/>
                <a:cs typeface="楷体" panose="02010609060101010101" pitchFamily="49" charset="-122"/>
              </a:rPr>
              <a:t>问题排查；</a:t>
            </a:r>
            <a:endParaRPr kumimoji="1" lang="en-US" altLang="zh-CN" sz="1600" b="1" dirty="0">
              <a:latin typeface="微软雅黑" panose="020B0503020204020204" pitchFamily="34" charset="-122"/>
              <a:cs typeface="楷体" panose="02010609060101010101" pitchFamily="49" charset="-122"/>
            </a:endParaRPr>
          </a:p>
          <a:p>
            <a:pPr>
              <a:lnSpc>
                <a:spcPct val="125000"/>
              </a:lnSpc>
              <a:spcAft>
                <a:spcPts val="600"/>
              </a:spcAft>
            </a:pPr>
            <a:r>
              <a:rPr kumimoji="1" lang="en-US" altLang="zh-CN" sz="1600" b="1" dirty="0">
                <a:latin typeface="微软雅黑" panose="020B0503020204020204" pitchFamily="34" charset="-122"/>
                <a:cs typeface="楷体" panose="02010609060101010101" pitchFamily="49" charset="-122"/>
              </a:rPr>
              <a:t>2</a:t>
            </a:r>
            <a:r>
              <a:rPr kumimoji="1" lang="zh-CN" altLang="en-US" sz="1600" b="1" dirty="0">
                <a:latin typeface="微软雅黑" panose="020B0503020204020204" pitchFamily="34" charset="-122"/>
                <a:cs typeface="楷体" panose="02010609060101010101" pitchFamily="49" charset="-122"/>
              </a:rPr>
              <a:t>、校曲线实验数据处理与镜头数据采集；</a:t>
            </a:r>
            <a:endParaRPr kumimoji="1" lang="en-US" altLang="zh-CN" sz="1600" b="1" dirty="0">
              <a:latin typeface="微软雅黑" panose="020B0503020204020204" pitchFamily="34" charset="-122"/>
              <a:cs typeface="楷体" panose="02010609060101010101" pitchFamily="49" charset="-122"/>
            </a:endParaRPr>
          </a:p>
          <a:p>
            <a:pPr>
              <a:lnSpc>
                <a:spcPct val="125000"/>
              </a:lnSpc>
              <a:spcAft>
                <a:spcPts val="600"/>
              </a:spcAft>
            </a:pPr>
            <a:r>
              <a:rPr kumimoji="1" lang="en-US" altLang="zh-CN" sz="1600" b="1" dirty="0">
                <a:latin typeface="微软雅黑" panose="020B0503020204020204" pitchFamily="34" charset="-122"/>
                <a:cs typeface="楷体" panose="02010609060101010101" pitchFamily="49" charset="-122"/>
              </a:rPr>
              <a:t>3</a:t>
            </a:r>
            <a:r>
              <a:rPr kumimoji="1" lang="zh-CN" altLang="en-US" sz="1600" b="1" dirty="0">
                <a:latin typeface="微软雅黑" panose="020B0503020204020204" pitchFamily="34" charset="-122"/>
                <a:cs typeface="楷体" panose="02010609060101010101" pitchFamily="49" charset="-122"/>
              </a:rPr>
              <a:t>、根据实际业务需求开发配套上位机工具。</a:t>
            </a:r>
            <a:endParaRPr kumimoji="1" lang="en-US" altLang="zh-CN" sz="1600" dirty="0">
              <a:solidFill>
                <a:prstClr val="white">
                  <a:lumMod val="50000"/>
                </a:prstClr>
              </a:solidFill>
              <a:latin typeface="微软雅黑" panose="020B0503020204020204" pitchFamily="34" charset="-122"/>
              <a:cs typeface="楷体" panose="02010609060101010101" pitchFamily="49" charset="-122"/>
            </a:endParaRPr>
          </a:p>
          <a:p>
            <a:pPr>
              <a:lnSpc>
                <a:spcPct val="125000"/>
              </a:lnSpc>
              <a:spcAft>
                <a:spcPts val="600"/>
              </a:spcAft>
            </a:pPr>
            <a:r>
              <a:rPr kumimoji="1" lang="en-US" altLang="zh-CN" sz="1600" b="1" dirty="0">
                <a:latin typeface="微软雅黑" panose="020B0503020204020204" pitchFamily="34" charset="-122"/>
                <a:cs typeface="楷体" panose="02010609060101010101" pitchFamily="49" charset="-122"/>
              </a:rPr>
              <a:t>【</a:t>
            </a:r>
            <a:r>
              <a:rPr kumimoji="1" lang="zh-CN" altLang="en-US" sz="1600" b="1" dirty="0">
                <a:solidFill>
                  <a:srgbClr val="FF0000"/>
                </a:solidFill>
                <a:latin typeface="微软雅黑" panose="020B0503020204020204" pitchFamily="34" charset="-122"/>
                <a:cs typeface="楷体" panose="02010609060101010101" pitchFamily="49" charset="-122"/>
              </a:rPr>
              <a:t>核心贡献</a:t>
            </a:r>
            <a:r>
              <a:rPr kumimoji="1" lang="en-US" altLang="zh-CN" sz="1600" b="1" dirty="0">
                <a:latin typeface="微软雅黑" panose="020B0503020204020204" pitchFamily="34" charset="-122"/>
                <a:cs typeface="楷体" panose="02010609060101010101" pitchFamily="49" charset="-122"/>
              </a:rPr>
              <a:t>】</a:t>
            </a:r>
          </a:p>
          <a:p>
            <a:pPr>
              <a:lnSpc>
                <a:spcPct val="125000"/>
              </a:lnSpc>
              <a:spcAft>
                <a:spcPts val="600"/>
              </a:spcAft>
            </a:pPr>
            <a:r>
              <a:rPr kumimoji="1" lang="en-US" altLang="zh-CN" sz="1600" b="1" dirty="0">
                <a:latin typeface="微软雅黑" panose="020B0503020204020204" pitchFamily="34" charset="-122"/>
                <a:cs typeface="楷体" panose="02010609060101010101" pitchFamily="49" charset="-122"/>
              </a:rPr>
              <a:t>1</a:t>
            </a:r>
            <a:r>
              <a:rPr kumimoji="1" lang="zh-CN" altLang="en-US" sz="1600" b="1" dirty="0">
                <a:latin typeface="微软雅黑" panose="020B0503020204020204" pitchFamily="34" charset="-122"/>
                <a:cs typeface="楷体" panose="02010609060101010101" pitchFamily="49" charset="-122"/>
              </a:rPr>
              <a:t>、完成</a:t>
            </a:r>
            <a:r>
              <a:rPr kumimoji="1" lang="en-US" altLang="zh-CN" sz="1600" b="1" dirty="0">
                <a:latin typeface="微软雅黑" panose="020B0503020204020204" pitchFamily="34" charset="-122"/>
                <a:cs typeface="楷体" panose="02010609060101010101" pitchFamily="49" charset="-122"/>
              </a:rPr>
              <a:t>Flash</a:t>
            </a:r>
            <a:r>
              <a:rPr kumimoji="1" lang="zh-CN" altLang="en-US" sz="1600" b="1" dirty="0">
                <a:latin typeface="微软雅黑" panose="020B0503020204020204" pitchFamily="34" charset="-122"/>
                <a:cs typeface="楷体" panose="02010609060101010101" pitchFamily="49" charset="-122"/>
              </a:rPr>
              <a:t>数据异常定位与原因分析；</a:t>
            </a:r>
            <a:endParaRPr kumimoji="1" lang="en-US" altLang="zh-CN" sz="1600" b="1" dirty="0">
              <a:latin typeface="微软雅黑" panose="020B0503020204020204" pitchFamily="34" charset="-122"/>
              <a:cs typeface="楷体" panose="02010609060101010101" pitchFamily="49" charset="-122"/>
            </a:endParaRPr>
          </a:p>
          <a:p>
            <a:pPr>
              <a:lnSpc>
                <a:spcPct val="125000"/>
              </a:lnSpc>
              <a:spcAft>
                <a:spcPts val="600"/>
              </a:spcAft>
            </a:pPr>
            <a:r>
              <a:rPr kumimoji="1" lang="en-US" altLang="zh-CN" sz="1600" b="1" dirty="0">
                <a:latin typeface="微软雅黑" panose="020B0503020204020204" pitchFamily="34" charset="-122"/>
                <a:cs typeface="楷体" panose="02010609060101010101" pitchFamily="49" charset="-122"/>
              </a:rPr>
              <a:t>2</a:t>
            </a:r>
            <a:r>
              <a:rPr kumimoji="1" lang="zh-CN" altLang="en-US" sz="1600" b="1" dirty="0">
                <a:latin typeface="微软雅黑" panose="020B0503020204020204" pitchFamily="34" charset="-122"/>
                <a:cs typeface="楷体" panose="02010609060101010101" pitchFamily="49" charset="-122"/>
              </a:rPr>
              <a:t>、将镜头训练数据采集由人工操作改造成基于真实电机坐标闭环的自动采集流程；</a:t>
            </a:r>
            <a:endParaRPr kumimoji="1" lang="en-US" altLang="zh-CN" sz="1600" b="1" dirty="0">
              <a:latin typeface="微软雅黑" panose="020B0503020204020204" pitchFamily="34" charset="-122"/>
              <a:cs typeface="楷体" panose="02010609060101010101" pitchFamily="49" charset="-122"/>
            </a:endParaRPr>
          </a:p>
          <a:p>
            <a:pPr>
              <a:lnSpc>
                <a:spcPct val="125000"/>
              </a:lnSpc>
              <a:spcAft>
                <a:spcPts val="600"/>
              </a:spcAft>
            </a:pPr>
            <a:r>
              <a:rPr kumimoji="1" lang="en-US" altLang="zh-CN" sz="1600" b="1" dirty="0">
                <a:latin typeface="微软雅黑" panose="020B0503020204020204" pitchFamily="34" charset="-122"/>
                <a:cs typeface="楷体" panose="02010609060101010101" pitchFamily="49" charset="-122"/>
              </a:rPr>
              <a:t>3</a:t>
            </a:r>
            <a:r>
              <a:rPr kumimoji="1" lang="zh-CN" altLang="en-US" sz="1600" b="1" dirty="0">
                <a:latin typeface="微软雅黑" panose="020B0503020204020204" pitchFamily="34" charset="-122"/>
                <a:cs typeface="楷体" panose="02010609060101010101" pitchFamily="49" charset="-122"/>
              </a:rPr>
              <a:t>、开发实验数据处理及曲线可视化工具，并推进多电机镜头坐标建模与真实设备接入。</a:t>
            </a:r>
            <a:endParaRPr kumimoji="1" lang="en-US" altLang="zh-CN" sz="1600" dirty="0">
              <a:latin typeface="微软雅黑" panose="020B0503020204020204" pitchFamily="34" charset="-122"/>
              <a:cs typeface="楷体" panose="02010609060101010101" pitchFamily="49" charset="-122"/>
            </a:endParaRPr>
          </a:p>
        </p:txBody>
      </p:sp>
    </p:spTree>
    <p:extLst>
      <p:ext uri="{BB962C8B-B14F-4D97-AF65-F5344CB8AC3E}">
        <p14:creationId xmlns:p14="http://schemas.microsoft.com/office/powerpoint/2010/main" val="2879741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页脚占位符 2">
            <a:extLst>
              <a:ext uri="{FF2B5EF4-FFF2-40B4-BE49-F238E27FC236}">
                <a16:creationId xmlns:a16="http://schemas.microsoft.com/office/drawing/2014/main" id="{FCC4D0C6-D464-4589-A8F8-DB90E9951143}"/>
              </a:ext>
            </a:extLst>
          </p:cNvPr>
          <p:cNvSpPr txBox="1">
            <a:spLocks/>
          </p:cNvSpPr>
          <p:nvPr/>
        </p:nvSpPr>
        <p:spPr>
          <a:xfrm>
            <a:off x="660400" y="6427085"/>
            <a:ext cx="4248978" cy="230832"/>
          </a:xfrm>
          <a:prstGeom prst="rect">
            <a:avLst/>
          </a:prstGeom>
        </p:spPr>
        <p:txBody>
          <a:bodyPr vert="horz" wrap="square" lIns="91440" tIns="45720" rIns="91440" bIns="45720" rtlCol="0" anchor="ctr">
            <a:spAutoFit/>
          </a:bodyPr>
          <a:lstStyle>
            <a:lvl1pPr marL="0" indent="0" algn="dist" defTabSz="914400" rtl="0" eaLnBrk="1" latinLnBrk="0" hangingPunct="1">
              <a:lnSpc>
                <a:spcPct val="90000"/>
              </a:lnSpc>
              <a:spcBef>
                <a:spcPts val="1000"/>
              </a:spcBef>
              <a:buFontTx/>
              <a:buNone/>
              <a:defRPr sz="1600" b="0" kern="1200">
                <a:solidFill>
                  <a:schemeClr val="tx1">
                    <a:lumMod val="50000"/>
                    <a:lumOff val="50000"/>
                  </a:schemeClr>
                </a:solidFill>
                <a:latin typeface="+mn-lt"/>
                <a:ea typeface="+mn-ea"/>
                <a:cs typeface="+mn-cs"/>
              </a:defRPr>
            </a:lvl1pPr>
            <a:lvl2pPr marL="4572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altLang="zh-CN" sz="1000" dirty="0"/>
              <a:t>© </a:t>
            </a:r>
            <a:r>
              <a:rPr lang="zh-CN" altLang="en-US" sz="1000"/>
              <a:t>杭州海康威视数字技术股份有限公司版权所有</a:t>
            </a:r>
            <a:endParaRPr lang="zh-CN" altLang="en-US" sz="1000" dirty="0"/>
          </a:p>
        </p:txBody>
      </p:sp>
      <p:sp>
        <p:nvSpPr>
          <p:cNvPr id="6" name="圆角矩形 7">
            <a:extLst>
              <a:ext uri="{FF2B5EF4-FFF2-40B4-BE49-F238E27FC236}">
                <a16:creationId xmlns:a16="http://schemas.microsoft.com/office/drawing/2014/main" id="{E0972F20-929B-43C8-93CC-4A9F923A77BC}"/>
              </a:ext>
            </a:extLst>
          </p:cNvPr>
          <p:cNvSpPr/>
          <p:nvPr/>
        </p:nvSpPr>
        <p:spPr>
          <a:xfrm>
            <a:off x="2104631" y="791477"/>
            <a:ext cx="2848707" cy="589085"/>
          </a:xfrm>
          <a:prstGeom prst="roundRect">
            <a:avLst/>
          </a:prstGeom>
          <a:solidFill>
            <a:schemeClr val="bg2">
              <a:lumMod val="90000"/>
            </a:schemeClr>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圆角矩形 2">
            <a:extLst>
              <a:ext uri="{FF2B5EF4-FFF2-40B4-BE49-F238E27FC236}">
                <a16:creationId xmlns:a16="http://schemas.microsoft.com/office/drawing/2014/main" id="{FB177852-FB3C-4654-9C68-167930082EAC}"/>
              </a:ext>
            </a:extLst>
          </p:cNvPr>
          <p:cNvSpPr/>
          <p:nvPr/>
        </p:nvSpPr>
        <p:spPr>
          <a:xfrm>
            <a:off x="1313324" y="791479"/>
            <a:ext cx="633045" cy="589085"/>
          </a:xfrm>
          <a:prstGeom prst="roundRect">
            <a:avLst/>
          </a:prstGeom>
          <a:solidFill>
            <a:srgbClr val="C00000"/>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1</a:t>
            </a:r>
            <a:endParaRPr lang="zh-CN" altLang="en-US" sz="2400" b="1" dirty="0">
              <a:solidFill>
                <a:schemeClr val="bg1"/>
              </a:solidFill>
            </a:endParaRPr>
          </a:p>
        </p:txBody>
      </p:sp>
      <p:sp>
        <p:nvSpPr>
          <p:cNvPr id="8" name="文本框 7">
            <a:extLst>
              <a:ext uri="{FF2B5EF4-FFF2-40B4-BE49-F238E27FC236}">
                <a16:creationId xmlns:a16="http://schemas.microsoft.com/office/drawing/2014/main" id="{B365C504-A1FA-4141-9C3D-BFFC53F1E034}"/>
              </a:ext>
            </a:extLst>
          </p:cNvPr>
          <p:cNvSpPr txBox="1"/>
          <p:nvPr/>
        </p:nvSpPr>
        <p:spPr>
          <a:xfrm>
            <a:off x="2192555" y="855188"/>
            <a:ext cx="2716823" cy="461665"/>
          </a:xfrm>
          <a:prstGeom prst="rect">
            <a:avLst/>
          </a:prstGeom>
          <a:noFill/>
        </p:spPr>
        <p:txBody>
          <a:bodyPr wrap="square" rtlCol="0">
            <a:spAutoFit/>
          </a:bodyPr>
          <a:lstStyle/>
          <a:p>
            <a:pPr algn="ctr"/>
            <a:r>
              <a:rPr lang="zh-CN" altLang="en-US" sz="2400" b="1" dirty="0"/>
              <a:t>阶段工作任务总结</a:t>
            </a:r>
          </a:p>
        </p:txBody>
      </p:sp>
      <p:sp>
        <p:nvSpPr>
          <p:cNvPr id="9" name="圆角矩形 35">
            <a:extLst>
              <a:ext uri="{FF2B5EF4-FFF2-40B4-BE49-F238E27FC236}">
                <a16:creationId xmlns:a16="http://schemas.microsoft.com/office/drawing/2014/main" id="{E52FA0ED-A1AA-4F4E-995B-7FC52BFFEDC9}"/>
              </a:ext>
            </a:extLst>
          </p:cNvPr>
          <p:cNvSpPr/>
          <p:nvPr/>
        </p:nvSpPr>
        <p:spPr>
          <a:xfrm>
            <a:off x="2104631" y="1585716"/>
            <a:ext cx="2848707" cy="589085"/>
          </a:xfrm>
          <a:prstGeom prst="roundRect">
            <a:avLst/>
          </a:prstGeom>
          <a:solidFill>
            <a:schemeClr val="bg2">
              <a:lumMod val="90000"/>
            </a:schemeClr>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1" name="圆角矩形 36">
            <a:extLst>
              <a:ext uri="{FF2B5EF4-FFF2-40B4-BE49-F238E27FC236}">
                <a16:creationId xmlns:a16="http://schemas.microsoft.com/office/drawing/2014/main" id="{5FE4302D-B092-4F35-8150-E215A9B20B2F}"/>
              </a:ext>
            </a:extLst>
          </p:cNvPr>
          <p:cNvSpPr/>
          <p:nvPr/>
        </p:nvSpPr>
        <p:spPr>
          <a:xfrm>
            <a:off x="1313324" y="1585718"/>
            <a:ext cx="633045" cy="589085"/>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2</a:t>
            </a:r>
            <a:endParaRPr lang="zh-CN" altLang="en-US" sz="2400" b="1" dirty="0">
              <a:solidFill>
                <a:schemeClr val="bg1"/>
              </a:solidFill>
            </a:endParaRPr>
          </a:p>
        </p:txBody>
      </p:sp>
      <p:sp>
        <p:nvSpPr>
          <p:cNvPr id="12" name="文本框 11">
            <a:extLst>
              <a:ext uri="{FF2B5EF4-FFF2-40B4-BE49-F238E27FC236}">
                <a16:creationId xmlns:a16="http://schemas.microsoft.com/office/drawing/2014/main" id="{92550689-AD63-4583-997E-45461F2B27A6}"/>
              </a:ext>
            </a:extLst>
          </p:cNvPr>
          <p:cNvSpPr txBox="1"/>
          <p:nvPr/>
        </p:nvSpPr>
        <p:spPr>
          <a:xfrm>
            <a:off x="2280476" y="1649427"/>
            <a:ext cx="2347546" cy="461665"/>
          </a:xfrm>
          <a:prstGeom prst="rect">
            <a:avLst/>
          </a:prstGeom>
          <a:noFill/>
        </p:spPr>
        <p:txBody>
          <a:bodyPr wrap="square" rtlCol="0">
            <a:spAutoFit/>
          </a:bodyPr>
          <a:lstStyle/>
          <a:p>
            <a:pPr algn="ctr"/>
            <a:r>
              <a:rPr lang="zh-CN" altLang="en-US" sz="2400" b="1" dirty="0"/>
              <a:t>个人发展与展望</a:t>
            </a:r>
          </a:p>
        </p:txBody>
      </p:sp>
      <p:sp>
        <p:nvSpPr>
          <p:cNvPr id="16" name="等腰三角形 15">
            <a:extLst>
              <a:ext uri="{FF2B5EF4-FFF2-40B4-BE49-F238E27FC236}">
                <a16:creationId xmlns:a16="http://schemas.microsoft.com/office/drawing/2014/main" id="{5B95ABB2-8C70-4C63-BC47-CB6F49F5E4B9}"/>
              </a:ext>
            </a:extLst>
          </p:cNvPr>
          <p:cNvSpPr/>
          <p:nvPr/>
        </p:nvSpPr>
        <p:spPr>
          <a:xfrm rot="5400000">
            <a:off x="841246" y="946966"/>
            <a:ext cx="349525" cy="278106"/>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DB8091A2-A1F5-4FDB-837B-B5F706B40982}"/>
              </a:ext>
            </a:extLst>
          </p:cNvPr>
          <p:cNvGrpSpPr/>
          <p:nvPr/>
        </p:nvGrpSpPr>
        <p:grpSpPr>
          <a:xfrm>
            <a:off x="1313324" y="2379955"/>
            <a:ext cx="3640014" cy="589087"/>
            <a:chOff x="1313324" y="2379955"/>
            <a:chExt cx="3640014" cy="589087"/>
          </a:xfrm>
        </p:grpSpPr>
        <p:sp>
          <p:nvSpPr>
            <p:cNvPr id="17" name="圆角矩形 35">
              <a:extLst>
                <a:ext uri="{FF2B5EF4-FFF2-40B4-BE49-F238E27FC236}">
                  <a16:creationId xmlns:a16="http://schemas.microsoft.com/office/drawing/2014/main" id="{D5E0C5BB-0649-4747-B98E-FDB23397CCDF}"/>
                </a:ext>
              </a:extLst>
            </p:cNvPr>
            <p:cNvSpPr/>
            <p:nvPr/>
          </p:nvSpPr>
          <p:spPr>
            <a:xfrm>
              <a:off x="2104631" y="2379955"/>
              <a:ext cx="2848707" cy="589085"/>
            </a:xfrm>
            <a:prstGeom prst="roundRect">
              <a:avLst/>
            </a:prstGeom>
            <a:solidFill>
              <a:schemeClr val="bg2">
                <a:lumMod val="90000"/>
              </a:schemeClr>
            </a:solidFill>
            <a:ln>
              <a:solidFill>
                <a:schemeClr val="bg2">
                  <a:lumMod val="9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18" name="圆角矩形 36">
              <a:extLst>
                <a:ext uri="{FF2B5EF4-FFF2-40B4-BE49-F238E27FC236}">
                  <a16:creationId xmlns:a16="http://schemas.microsoft.com/office/drawing/2014/main" id="{C704C64C-1288-4F11-B8B5-566A1F6512E8}"/>
                </a:ext>
              </a:extLst>
            </p:cNvPr>
            <p:cNvSpPr/>
            <p:nvPr/>
          </p:nvSpPr>
          <p:spPr>
            <a:xfrm>
              <a:off x="1313324" y="2379957"/>
              <a:ext cx="633045" cy="589085"/>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3</a:t>
              </a:r>
              <a:endParaRPr lang="zh-CN" altLang="en-US" sz="2400" b="1" dirty="0">
                <a:solidFill>
                  <a:schemeClr val="bg1"/>
                </a:solidFill>
              </a:endParaRPr>
            </a:p>
          </p:txBody>
        </p:sp>
        <p:sp>
          <p:nvSpPr>
            <p:cNvPr id="19" name="文本框 18">
              <a:extLst>
                <a:ext uri="{FF2B5EF4-FFF2-40B4-BE49-F238E27FC236}">
                  <a16:creationId xmlns:a16="http://schemas.microsoft.com/office/drawing/2014/main" id="{28167B8A-4061-4472-856F-61B9F20B27AE}"/>
                </a:ext>
              </a:extLst>
            </p:cNvPr>
            <p:cNvSpPr txBox="1"/>
            <p:nvPr/>
          </p:nvSpPr>
          <p:spPr>
            <a:xfrm>
              <a:off x="2280476" y="2443666"/>
              <a:ext cx="2347546" cy="461665"/>
            </a:xfrm>
            <a:prstGeom prst="rect">
              <a:avLst/>
            </a:prstGeom>
            <a:noFill/>
          </p:spPr>
          <p:txBody>
            <a:bodyPr wrap="square" rtlCol="0">
              <a:spAutoFit/>
            </a:bodyPr>
            <a:lstStyle/>
            <a:p>
              <a:pPr algn="ctr"/>
              <a:r>
                <a:rPr lang="zh-CN" altLang="en-US" sz="2400" b="1" dirty="0"/>
                <a:t>后续工作安排</a:t>
              </a:r>
            </a:p>
          </p:txBody>
        </p:sp>
      </p:grpSp>
    </p:spTree>
    <p:extLst>
      <p:ext uri="{BB962C8B-B14F-4D97-AF65-F5344CB8AC3E}">
        <p14:creationId xmlns:p14="http://schemas.microsoft.com/office/powerpoint/2010/main" val="2823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wrap="none" lIns="0" tIns="0" rIns="0" bIns="0">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a:t>实习任务</a:t>
            </a:r>
            <a:r>
              <a:rPr lang="zh-CN" altLang="en-US" dirty="0" smtClean="0"/>
              <a:t>一</a:t>
            </a:r>
            <a:r>
              <a:rPr sz="2600" b="1" dirty="0" smtClean="0">
                <a:solidFill>
                  <a:srgbClr val="000000"/>
                </a:solidFill>
                <a:latin typeface="Arial" panose="020B0604020202020204"/>
                <a:ea typeface="Arial" panose="020B0604020202020204"/>
                <a:cs typeface="Arial" panose="020B0604020202020204"/>
              </a:rPr>
              <a:t>：</a:t>
            </a:r>
            <a:r>
              <a:rPr lang="zh-CN" altLang="en-US" dirty="0"/>
              <a:t>寒武纪算子开发</a:t>
            </a:r>
            <a:r>
              <a:rPr lang="en-US" altLang="zh-CN" dirty="0"/>
              <a:t>SKILL</a:t>
            </a:r>
            <a:r>
              <a:rPr lang="zh-CN" altLang="en-US" dirty="0" smtClean="0"/>
              <a:t>优化</a:t>
            </a:r>
            <a:endParaRPr sz="2600" b="1" dirty="0">
              <a:solidFill>
                <a:srgbClr val="000000"/>
              </a:solidFill>
              <a:latin typeface="Arial" panose="020B0604020202020204"/>
              <a:ea typeface="Arial" panose="020B0604020202020204"/>
              <a:cs typeface="Arial" panose="020B0604020202020204"/>
            </a:endParaRPr>
          </a:p>
        </p:txBody>
      </p:sp>
      <p:sp>
        <p:nvSpPr>
          <p:cNvPr id="3" name="text_103_原始 Skill 已具备完整开发流程"/>
          <p:cNvSpPr>
            <a:spLocks noGrp="1"/>
          </p:cNvSpPr>
          <p:nvPr/>
        </p:nvSpPr>
        <p:spPr>
          <a:xfrm>
            <a:off x="1181100" y="876300"/>
            <a:ext cx="10382250" cy="400050"/>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a:solidFill>
                  <a:srgbClr val="000000"/>
                </a:solidFill>
                <a:latin typeface="Arial" panose="020B0604020202020204"/>
                <a:ea typeface="Arial" panose="020B0604020202020204"/>
                <a:cs typeface="Arial" panose="020B0604020202020204"/>
              </a:rPr>
              <a:t>原始 Skill 已具备完整开发流程</a:t>
            </a:r>
          </a:p>
        </p:txBody>
      </p:sp>
      <p:sp>
        <p:nvSpPr>
          <p:cNvPr id="4" name="connector_104"/>
          <p:cNvSpPr>
            <a:spLocks noGrp="1"/>
          </p:cNvSpPr>
          <p:nvPr/>
        </p:nvSpPr>
        <p:spPr>
          <a:xfrm>
            <a:off x="7143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5" name="object_105"/>
          <p:cNvSpPr>
            <a:spLocks noGrp="1"/>
          </p:cNvSpPr>
          <p:nvPr/>
        </p:nvSpPr>
        <p:spPr>
          <a:xfrm>
            <a:off x="723900" y="1543050"/>
            <a:ext cx="1619250" cy="533400"/>
          </a:xfrm>
          <a:prstGeom prst="rect">
            <a:avLst/>
          </a:prstGeom>
          <a:solidFill>
            <a:srgbClr val="FFFFFF"/>
          </a:solidFill>
          <a:ln w="17145">
            <a:solidFill>
              <a:srgbClr val="D7000F"/>
            </a:solidFill>
          </a:ln>
        </p:spPr>
      </p:sp>
      <p:sp>
        <p:nvSpPr>
          <p:cNvPr id="6" name="text_107_需求输入"/>
          <p:cNvSpPr>
            <a:spLocks noGrp="1"/>
          </p:cNvSpPr>
          <p:nvPr/>
        </p:nvSpPr>
        <p:spPr>
          <a:xfrm>
            <a:off x="790575" y="1590675"/>
            <a:ext cx="1485900" cy="438150"/>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650" b="1">
                <a:solidFill>
                  <a:srgbClr val="000000"/>
                </a:solidFill>
                <a:latin typeface="Arial" panose="020B0604020202020204"/>
                <a:ea typeface="Arial" panose="020B0604020202020204"/>
                <a:cs typeface="Arial" panose="020B0604020202020204"/>
              </a:rPr>
              <a:t>需求输入</a:t>
            </a:r>
          </a:p>
        </p:txBody>
      </p:sp>
      <p:sp>
        <p:nvSpPr>
          <p:cNvPr id="7" name="connector_108"/>
          <p:cNvSpPr>
            <a:spLocks noGrp="1"/>
          </p:cNvSpPr>
          <p:nvPr/>
        </p:nvSpPr>
        <p:spPr>
          <a:xfrm>
            <a:off x="2381250" y="1800225"/>
            <a:ext cx="142875" cy="19050"/>
          </a:xfrm>
          <a:custGeom>
            <a:avLst/>
            <a:gdLst/>
            <a:ahLst/>
            <a:cxnLst/>
            <a:rect l="0" t="0" r="0" b="0"/>
            <a:pathLst>
              <a:path w="142875" h="19050">
                <a:moveTo>
                  <a:pt x="9525" y="9525"/>
                </a:moveTo>
                <a:lnTo>
                  <a:pt x="133350" y="9525"/>
                </a:lnTo>
              </a:path>
            </a:pathLst>
          </a:custGeom>
          <a:noFill/>
          <a:ln w="19050">
            <a:solidFill>
              <a:srgbClr val="D7000F"/>
            </a:solidFill>
          </a:ln>
        </p:spPr>
      </p:sp>
      <p:sp>
        <p:nvSpPr>
          <p:cNvPr id="8" name="connector_109"/>
          <p:cNvSpPr>
            <a:spLocks noGrp="1"/>
          </p:cNvSpPr>
          <p:nvPr/>
        </p:nvSpPr>
        <p:spPr>
          <a:xfrm>
            <a:off x="2446562" y="17682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9" name="object_110"/>
          <p:cNvSpPr>
            <a:spLocks noGrp="1"/>
          </p:cNvSpPr>
          <p:nvPr/>
        </p:nvSpPr>
        <p:spPr>
          <a:xfrm>
            <a:off x="2562225" y="1543050"/>
            <a:ext cx="1619250" cy="533400"/>
          </a:xfrm>
          <a:prstGeom prst="rect">
            <a:avLst/>
          </a:prstGeom>
          <a:solidFill>
            <a:srgbClr val="FFFFFF"/>
          </a:solidFill>
          <a:ln w="17145">
            <a:solidFill>
              <a:srgbClr val="D7000F"/>
            </a:solidFill>
          </a:ln>
        </p:spPr>
      </p:sp>
      <p:sp>
        <p:nvSpPr>
          <p:cNvPr id="10" name="text_112_Main"/>
          <p:cNvSpPr>
            <a:spLocks noGrp="1"/>
          </p:cNvSpPr>
          <p:nvPr/>
        </p:nvSpPr>
        <p:spPr>
          <a:xfrm>
            <a:off x="2628900" y="1590675"/>
            <a:ext cx="1485900" cy="438150"/>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650" b="1">
                <a:solidFill>
                  <a:srgbClr val="000000"/>
                </a:solidFill>
                <a:latin typeface="Arial" panose="020B0604020202020204"/>
                <a:ea typeface="Arial" panose="020B0604020202020204"/>
                <a:cs typeface="Arial" panose="020B0604020202020204"/>
              </a:rPr>
              <a:t>Main</a:t>
            </a:r>
          </a:p>
        </p:txBody>
      </p:sp>
      <p:sp>
        <p:nvSpPr>
          <p:cNvPr id="11" name="connector_113"/>
          <p:cNvSpPr>
            <a:spLocks noGrp="1"/>
          </p:cNvSpPr>
          <p:nvPr/>
        </p:nvSpPr>
        <p:spPr>
          <a:xfrm>
            <a:off x="4219575" y="1800225"/>
            <a:ext cx="142875" cy="19050"/>
          </a:xfrm>
          <a:custGeom>
            <a:avLst/>
            <a:gdLst/>
            <a:ahLst/>
            <a:cxnLst/>
            <a:rect l="0" t="0" r="0" b="0"/>
            <a:pathLst>
              <a:path w="142875" h="19050">
                <a:moveTo>
                  <a:pt x="9525" y="9525"/>
                </a:moveTo>
                <a:lnTo>
                  <a:pt x="133350" y="9525"/>
                </a:lnTo>
              </a:path>
            </a:pathLst>
          </a:custGeom>
          <a:noFill/>
          <a:ln w="19050">
            <a:solidFill>
              <a:srgbClr val="D7000F"/>
            </a:solidFill>
          </a:ln>
        </p:spPr>
      </p:sp>
      <p:sp>
        <p:nvSpPr>
          <p:cNvPr id="12" name="connector_114"/>
          <p:cNvSpPr>
            <a:spLocks noGrp="1"/>
          </p:cNvSpPr>
          <p:nvPr/>
        </p:nvSpPr>
        <p:spPr>
          <a:xfrm>
            <a:off x="4284887" y="17682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3" name="object_115"/>
          <p:cNvSpPr>
            <a:spLocks noGrp="1"/>
          </p:cNvSpPr>
          <p:nvPr/>
        </p:nvSpPr>
        <p:spPr>
          <a:xfrm>
            <a:off x="4400550" y="1543050"/>
            <a:ext cx="1619250" cy="533400"/>
          </a:xfrm>
          <a:prstGeom prst="rect">
            <a:avLst/>
          </a:prstGeom>
          <a:solidFill>
            <a:srgbClr val="FFFFFF"/>
          </a:solidFill>
          <a:ln w="17145">
            <a:solidFill>
              <a:srgbClr val="D7000F"/>
            </a:solidFill>
          </a:ln>
        </p:spPr>
      </p:sp>
      <p:sp>
        <p:nvSpPr>
          <p:cNvPr id="14" name="text_117_Code-Gen"/>
          <p:cNvSpPr>
            <a:spLocks noGrp="1"/>
          </p:cNvSpPr>
          <p:nvPr/>
        </p:nvSpPr>
        <p:spPr>
          <a:xfrm>
            <a:off x="4467225" y="1590675"/>
            <a:ext cx="1485900" cy="438150"/>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650" b="1">
                <a:solidFill>
                  <a:srgbClr val="000000"/>
                </a:solidFill>
                <a:latin typeface="Arial" panose="020B0604020202020204"/>
                <a:ea typeface="Arial" panose="020B0604020202020204"/>
                <a:cs typeface="Arial" panose="020B0604020202020204"/>
              </a:rPr>
              <a:t>Code-Gen</a:t>
            </a:r>
          </a:p>
        </p:txBody>
      </p:sp>
      <p:sp>
        <p:nvSpPr>
          <p:cNvPr id="15" name="connector_118"/>
          <p:cNvSpPr>
            <a:spLocks noGrp="1"/>
          </p:cNvSpPr>
          <p:nvPr/>
        </p:nvSpPr>
        <p:spPr>
          <a:xfrm>
            <a:off x="6057900" y="1800225"/>
            <a:ext cx="142875" cy="19050"/>
          </a:xfrm>
          <a:custGeom>
            <a:avLst/>
            <a:gdLst/>
            <a:ahLst/>
            <a:cxnLst/>
            <a:rect l="0" t="0" r="0" b="0"/>
            <a:pathLst>
              <a:path w="142875" h="19050">
                <a:moveTo>
                  <a:pt x="9525" y="9525"/>
                </a:moveTo>
                <a:lnTo>
                  <a:pt x="133350" y="9525"/>
                </a:lnTo>
              </a:path>
            </a:pathLst>
          </a:custGeom>
          <a:noFill/>
          <a:ln w="19050">
            <a:solidFill>
              <a:srgbClr val="D7000F"/>
            </a:solidFill>
          </a:ln>
        </p:spPr>
      </p:sp>
      <p:sp>
        <p:nvSpPr>
          <p:cNvPr id="16" name="connector_119"/>
          <p:cNvSpPr>
            <a:spLocks noGrp="1"/>
          </p:cNvSpPr>
          <p:nvPr/>
        </p:nvSpPr>
        <p:spPr>
          <a:xfrm>
            <a:off x="6123212" y="17682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7" name="object_120"/>
          <p:cNvSpPr>
            <a:spLocks noGrp="1"/>
          </p:cNvSpPr>
          <p:nvPr/>
        </p:nvSpPr>
        <p:spPr>
          <a:xfrm>
            <a:off x="6238875" y="1543050"/>
            <a:ext cx="1619250" cy="533400"/>
          </a:xfrm>
          <a:prstGeom prst="rect">
            <a:avLst/>
          </a:prstGeom>
          <a:solidFill>
            <a:srgbClr val="FFFFFF"/>
          </a:solidFill>
          <a:ln w="17145">
            <a:solidFill>
              <a:srgbClr val="D7000F"/>
            </a:solidFill>
          </a:ln>
        </p:spPr>
      </p:sp>
      <p:sp>
        <p:nvSpPr>
          <p:cNvPr id="18" name="text_122_Code-Review"/>
          <p:cNvSpPr>
            <a:spLocks noGrp="1"/>
          </p:cNvSpPr>
          <p:nvPr/>
        </p:nvSpPr>
        <p:spPr>
          <a:xfrm>
            <a:off x="6305550" y="1590675"/>
            <a:ext cx="1485900" cy="438150"/>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650" b="1">
                <a:solidFill>
                  <a:srgbClr val="000000"/>
                </a:solidFill>
                <a:latin typeface="Arial" panose="020B0604020202020204"/>
                <a:ea typeface="Arial" panose="020B0604020202020204"/>
                <a:cs typeface="Arial" panose="020B0604020202020204"/>
              </a:rPr>
              <a:t>Code-Review</a:t>
            </a:r>
          </a:p>
        </p:txBody>
      </p:sp>
      <p:sp>
        <p:nvSpPr>
          <p:cNvPr id="19" name="connector_123"/>
          <p:cNvSpPr>
            <a:spLocks noGrp="1"/>
          </p:cNvSpPr>
          <p:nvPr/>
        </p:nvSpPr>
        <p:spPr>
          <a:xfrm>
            <a:off x="7896225" y="1800225"/>
            <a:ext cx="142875" cy="19050"/>
          </a:xfrm>
          <a:custGeom>
            <a:avLst/>
            <a:gdLst/>
            <a:ahLst/>
            <a:cxnLst/>
            <a:rect l="0" t="0" r="0" b="0"/>
            <a:pathLst>
              <a:path w="142875" h="19050">
                <a:moveTo>
                  <a:pt x="9525" y="9525"/>
                </a:moveTo>
                <a:lnTo>
                  <a:pt x="133350" y="9525"/>
                </a:lnTo>
              </a:path>
            </a:pathLst>
          </a:custGeom>
          <a:noFill/>
          <a:ln w="19050">
            <a:solidFill>
              <a:srgbClr val="D7000F"/>
            </a:solidFill>
          </a:ln>
        </p:spPr>
      </p:sp>
      <p:sp>
        <p:nvSpPr>
          <p:cNvPr id="20" name="connector_124"/>
          <p:cNvSpPr>
            <a:spLocks noGrp="1"/>
          </p:cNvSpPr>
          <p:nvPr/>
        </p:nvSpPr>
        <p:spPr>
          <a:xfrm>
            <a:off x="7961537" y="17682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21" name="object_125"/>
          <p:cNvSpPr>
            <a:spLocks noGrp="1"/>
          </p:cNvSpPr>
          <p:nvPr/>
        </p:nvSpPr>
        <p:spPr>
          <a:xfrm>
            <a:off x="8077200" y="1543050"/>
            <a:ext cx="1619250" cy="533400"/>
          </a:xfrm>
          <a:prstGeom prst="rect">
            <a:avLst/>
          </a:prstGeom>
          <a:solidFill>
            <a:srgbClr val="FFFFFF"/>
          </a:solidFill>
          <a:ln w="17145">
            <a:solidFill>
              <a:srgbClr val="D7000F"/>
            </a:solidFill>
          </a:ln>
        </p:spPr>
      </p:sp>
      <p:sp>
        <p:nvSpPr>
          <p:cNvPr id="22" name="text_127_Optimize"/>
          <p:cNvSpPr>
            <a:spLocks noGrp="1"/>
          </p:cNvSpPr>
          <p:nvPr/>
        </p:nvSpPr>
        <p:spPr>
          <a:xfrm>
            <a:off x="8143875" y="1590675"/>
            <a:ext cx="1485900" cy="438150"/>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650" b="1">
                <a:solidFill>
                  <a:srgbClr val="000000"/>
                </a:solidFill>
                <a:latin typeface="Arial" panose="020B0604020202020204"/>
                <a:ea typeface="Arial" panose="020B0604020202020204"/>
                <a:cs typeface="Arial" panose="020B0604020202020204"/>
              </a:rPr>
              <a:t>Optimize</a:t>
            </a:r>
          </a:p>
        </p:txBody>
      </p:sp>
      <p:sp>
        <p:nvSpPr>
          <p:cNvPr id="23" name="connector_128"/>
          <p:cNvSpPr>
            <a:spLocks noGrp="1"/>
          </p:cNvSpPr>
          <p:nvPr/>
        </p:nvSpPr>
        <p:spPr>
          <a:xfrm>
            <a:off x="9734550" y="1800225"/>
            <a:ext cx="142875" cy="19050"/>
          </a:xfrm>
          <a:custGeom>
            <a:avLst/>
            <a:gdLst/>
            <a:ahLst/>
            <a:cxnLst/>
            <a:rect l="0" t="0" r="0" b="0"/>
            <a:pathLst>
              <a:path w="142875" h="19050">
                <a:moveTo>
                  <a:pt x="9525" y="9525"/>
                </a:moveTo>
                <a:lnTo>
                  <a:pt x="133350" y="9525"/>
                </a:lnTo>
              </a:path>
            </a:pathLst>
          </a:custGeom>
          <a:noFill/>
          <a:ln w="19050">
            <a:solidFill>
              <a:srgbClr val="D7000F"/>
            </a:solidFill>
          </a:ln>
        </p:spPr>
      </p:sp>
      <p:sp>
        <p:nvSpPr>
          <p:cNvPr id="24" name="connector_129"/>
          <p:cNvSpPr>
            <a:spLocks noGrp="1"/>
          </p:cNvSpPr>
          <p:nvPr/>
        </p:nvSpPr>
        <p:spPr>
          <a:xfrm>
            <a:off x="9799862" y="17682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25" name="object_130"/>
          <p:cNvSpPr>
            <a:spLocks noGrp="1"/>
          </p:cNvSpPr>
          <p:nvPr/>
        </p:nvSpPr>
        <p:spPr>
          <a:xfrm>
            <a:off x="9915525" y="1543050"/>
            <a:ext cx="1619250" cy="533400"/>
          </a:xfrm>
          <a:prstGeom prst="rect">
            <a:avLst/>
          </a:prstGeom>
          <a:solidFill>
            <a:srgbClr val="FFFFFF"/>
          </a:solidFill>
          <a:ln w="17145">
            <a:solidFill>
              <a:srgbClr val="D7000F"/>
            </a:solidFill>
          </a:ln>
        </p:spPr>
      </p:sp>
      <p:sp>
        <p:nvSpPr>
          <p:cNvPr id="26" name="text_132_Kernel 交付"/>
          <p:cNvSpPr>
            <a:spLocks noGrp="1"/>
          </p:cNvSpPr>
          <p:nvPr/>
        </p:nvSpPr>
        <p:spPr>
          <a:xfrm>
            <a:off x="9982200" y="1590675"/>
            <a:ext cx="1485900" cy="438150"/>
          </a:xfrm>
          <a:prstGeom prst="rect">
            <a:avLst/>
          </a:prstGeom>
          <a:noFill/>
          <a:ln w="9525">
            <a:noFill/>
          </a:ln>
        </p:spPr>
        <p:txBody>
          <a:bodyPr wrap="none" lIns="0" tIns="0" rIns="0" bIns="0" anchor="ctr">
            <a:noAutofit/>
          </a:bodyPr>
          <a:lstStyle/>
          <a:p>
            <a:pPr algn="ctr">
              <a:defRPr sz="1650" b="1">
                <a:solidFill>
                  <a:srgbClr val="000000"/>
                </a:solidFill>
                <a:latin typeface="Arial" panose="020B0604020202020204"/>
                <a:ea typeface="Arial" panose="020B0604020202020204"/>
                <a:cs typeface="Arial" panose="020B0604020202020204"/>
              </a:defRPr>
            </a:pPr>
            <a:r>
              <a:rPr sz="1650" b="1">
                <a:solidFill>
                  <a:srgbClr val="000000"/>
                </a:solidFill>
                <a:latin typeface="Arial" panose="020B0604020202020204"/>
                <a:ea typeface="Arial" panose="020B0604020202020204"/>
                <a:cs typeface="Arial" panose="020B0604020202020204"/>
              </a:rPr>
              <a:t>Kernel 交付</a:t>
            </a:r>
          </a:p>
        </p:txBody>
      </p:sp>
      <p:sp>
        <p:nvSpPr>
          <p:cNvPr id="27" name="text_134_细粒度阶段拆分，多 Agent 协作，完整验证流"/>
          <p:cNvSpPr>
            <a:spLocks noGrp="1"/>
          </p:cNvSpPr>
          <p:nvPr/>
        </p:nvSpPr>
        <p:spPr>
          <a:xfrm>
            <a:off x="733425" y="2219325"/>
            <a:ext cx="10810875" cy="295275"/>
          </a:xfrm>
          <a:prstGeom prst="rect">
            <a:avLst/>
          </a:prstGeom>
          <a:noFill/>
          <a:ln w="9525">
            <a:noFill/>
          </a:ln>
        </p:spPr>
        <p:txBody>
          <a:bodyPr wrap="none" lIns="0" tIns="0" rIns="0" bIns="0" anchor="ctr">
            <a:noAutofit/>
          </a:bodyPr>
          <a:lstStyle/>
          <a:p>
            <a:pPr algn="l">
              <a:defRPr sz="1650" b="0">
                <a:solidFill>
                  <a:srgbClr val="242424"/>
                </a:solidFill>
                <a:latin typeface="Arial" panose="020B0604020202020204"/>
                <a:ea typeface="Arial" panose="020B0604020202020204"/>
                <a:cs typeface="Arial" panose="020B0604020202020204"/>
              </a:defRPr>
            </a:pPr>
            <a:r>
              <a:rPr sz="1650" b="0" dirty="0" err="1">
                <a:solidFill>
                  <a:srgbClr val="242424"/>
                </a:solidFill>
                <a:latin typeface="Arial" panose="020B0604020202020204"/>
                <a:ea typeface="Arial" panose="020B0604020202020204"/>
                <a:cs typeface="Arial" panose="020B0604020202020204"/>
              </a:rPr>
              <a:t>细粒度阶段拆分，多</a:t>
            </a:r>
            <a:r>
              <a:rPr sz="1650" b="0" dirty="0">
                <a:solidFill>
                  <a:srgbClr val="242424"/>
                </a:solidFill>
                <a:latin typeface="Arial" panose="020B0604020202020204"/>
                <a:ea typeface="Arial" panose="020B0604020202020204"/>
                <a:cs typeface="Arial" panose="020B0604020202020204"/>
              </a:rPr>
              <a:t> Agent </a:t>
            </a:r>
            <a:r>
              <a:rPr sz="1650" b="0" dirty="0" err="1">
                <a:solidFill>
                  <a:srgbClr val="242424"/>
                </a:solidFill>
                <a:latin typeface="Arial" panose="020B0604020202020204"/>
                <a:ea typeface="Arial" panose="020B0604020202020204"/>
                <a:cs typeface="Arial" panose="020B0604020202020204"/>
              </a:rPr>
              <a:t>协作，完整验证流程保障稳定交付</a:t>
            </a:r>
            <a:r>
              <a:rPr sz="1650" b="0" dirty="0">
                <a:solidFill>
                  <a:srgbClr val="242424"/>
                </a:solidFill>
                <a:latin typeface="Arial" panose="020B0604020202020204"/>
                <a:ea typeface="Arial" panose="020B0604020202020204"/>
                <a:cs typeface="Arial" panose="020B0604020202020204"/>
              </a:rPr>
              <a:t>。</a:t>
            </a:r>
          </a:p>
        </p:txBody>
      </p:sp>
      <p:sp>
        <p:nvSpPr>
          <p:cNvPr id="28" name="text_137_实际使用中的核心问题"/>
          <p:cNvSpPr>
            <a:spLocks noGrp="1"/>
          </p:cNvSpPr>
          <p:nvPr/>
        </p:nvSpPr>
        <p:spPr>
          <a:xfrm>
            <a:off x="1181100" y="2800350"/>
            <a:ext cx="4591050" cy="400050"/>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a:solidFill>
                  <a:srgbClr val="000000"/>
                </a:solidFill>
                <a:latin typeface="Arial" panose="020B0604020202020204"/>
                <a:ea typeface="Arial" panose="020B0604020202020204"/>
                <a:cs typeface="Arial" panose="020B0604020202020204"/>
              </a:rPr>
              <a:t>实际使用中的核心问题</a:t>
            </a:r>
          </a:p>
        </p:txBody>
      </p:sp>
      <p:sp>
        <p:nvSpPr>
          <p:cNvPr id="29" name="connector_138"/>
          <p:cNvSpPr>
            <a:spLocks noGrp="1"/>
          </p:cNvSpPr>
          <p:nvPr/>
        </p:nvSpPr>
        <p:spPr>
          <a:xfrm>
            <a:off x="714375" y="324802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30" name="text_141_新版 Skill 重构方向"/>
          <p:cNvSpPr>
            <a:spLocks noGrp="1"/>
          </p:cNvSpPr>
          <p:nvPr/>
        </p:nvSpPr>
        <p:spPr>
          <a:xfrm>
            <a:off x="6858000" y="2800350"/>
            <a:ext cx="4705350" cy="400050"/>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a:solidFill>
                  <a:srgbClr val="000000"/>
                </a:solidFill>
                <a:latin typeface="Arial" panose="020B0604020202020204"/>
                <a:ea typeface="Arial" panose="020B0604020202020204"/>
                <a:cs typeface="Arial" panose="020B0604020202020204"/>
              </a:rPr>
              <a:t>新版 Skill 重构方向</a:t>
            </a:r>
          </a:p>
        </p:txBody>
      </p:sp>
      <p:sp>
        <p:nvSpPr>
          <p:cNvPr id="31" name="connector_142"/>
          <p:cNvSpPr>
            <a:spLocks noGrp="1"/>
          </p:cNvSpPr>
          <p:nvPr/>
        </p:nvSpPr>
        <p:spPr>
          <a:xfrm>
            <a:off x="6391275" y="324802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32" name="connector_143"/>
          <p:cNvSpPr>
            <a:spLocks noGrp="1"/>
          </p:cNvSpPr>
          <p:nvPr/>
        </p:nvSpPr>
        <p:spPr>
          <a:xfrm>
            <a:off x="6057900" y="2914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144"/>
          <p:cNvSpPr>
            <a:spLocks noGrp="1"/>
          </p:cNvSpPr>
          <p:nvPr/>
        </p:nvSpPr>
        <p:spPr>
          <a:xfrm>
            <a:off x="6057900" y="3038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145"/>
          <p:cNvSpPr>
            <a:spLocks noGrp="1"/>
          </p:cNvSpPr>
          <p:nvPr/>
        </p:nvSpPr>
        <p:spPr>
          <a:xfrm>
            <a:off x="6057900" y="3162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146"/>
          <p:cNvSpPr>
            <a:spLocks noGrp="1"/>
          </p:cNvSpPr>
          <p:nvPr/>
        </p:nvSpPr>
        <p:spPr>
          <a:xfrm>
            <a:off x="6057900" y="3286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147"/>
          <p:cNvSpPr>
            <a:spLocks noGrp="1"/>
          </p:cNvSpPr>
          <p:nvPr/>
        </p:nvSpPr>
        <p:spPr>
          <a:xfrm>
            <a:off x="6057900" y="3409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148"/>
          <p:cNvSpPr>
            <a:spLocks noGrp="1"/>
          </p:cNvSpPr>
          <p:nvPr/>
        </p:nvSpPr>
        <p:spPr>
          <a:xfrm>
            <a:off x="6057900" y="3533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149"/>
          <p:cNvSpPr>
            <a:spLocks noGrp="1"/>
          </p:cNvSpPr>
          <p:nvPr/>
        </p:nvSpPr>
        <p:spPr>
          <a:xfrm>
            <a:off x="6057900" y="3657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150"/>
          <p:cNvSpPr>
            <a:spLocks noGrp="1"/>
          </p:cNvSpPr>
          <p:nvPr/>
        </p:nvSpPr>
        <p:spPr>
          <a:xfrm>
            <a:off x="6057900" y="3781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151"/>
          <p:cNvSpPr>
            <a:spLocks noGrp="1"/>
          </p:cNvSpPr>
          <p:nvPr/>
        </p:nvSpPr>
        <p:spPr>
          <a:xfrm>
            <a:off x="6057900" y="3905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152"/>
          <p:cNvSpPr>
            <a:spLocks noGrp="1"/>
          </p:cNvSpPr>
          <p:nvPr/>
        </p:nvSpPr>
        <p:spPr>
          <a:xfrm>
            <a:off x="6057900" y="4029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153"/>
          <p:cNvSpPr>
            <a:spLocks noGrp="1"/>
          </p:cNvSpPr>
          <p:nvPr/>
        </p:nvSpPr>
        <p:spPr>
          <a:xfrm>
            <a:off x="6057900" y="4152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3" name="connector_154"/>
          <p:cNvSpPr>
            <a:spLocks noGrp="1"/>
          </p:cNvSpPr>
          <p:nvPr/>
        </p:nvSpPr>
        <p:spPr>
          <a:xfrm>
            <a:off x="6057900" y="4276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4" name="connector_155"/>
          <p:cNvSpPr>
            <a:spLocks noGrp="1"/>
          </p:cNvSpPr>
          <p:nvPr/>
        </p:nvSpPr>
        <p:spPr>
          <a:xfrm>
            <a:off x="6057900" y="4400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5" name="connector_156"/>
          <p:cNvSpPr>
            <a:spLocks noGrp="1"/>
          </p:cNvSpPr>
          <p:nvPr/>
        </p:nvSpPr>
        <p:spPr>
          <a:xfrm>
            <a:off x="6057900" y="4524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157"/>
          <p:cNvSpPr>
            <a:spLocks noGrp="1"/>
          </p:cNvSpPr>
          <p:nvPr/>
        </p:nvSpPr>
        <p:spPr>
          <a:xfrm>
            <a:off x="6057900" y="4648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158"/>
          <p:cNvSpPr>
            <a:spLocks noGrp="1"/>
          </p:cNvSpPr>
          <p:nvPr/>
        </p:nvSpPr>
        <p:spPr>
          <a:xfrm>
            <a:off x="6057900" y="4772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159"/>
          <p:cNvSpPr>
            <a:spLocks noGrp="1"/>
          </p:cNvSpPr>
          <p:nvPr/>
        </p:nvSpPr>
        <p:spPr>
          <a:xfrm>
            <a:off x="6057900" y="4895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9" name="connector_160"/>
          <p:cNvSpPr>
            <a:spLocks noGrp="1"/>
          </p:cNvSpPr>
          <p:nvPr/>
        </p:nvSpPr>
        <p:spPr>
          <a:xfrm>
            <a:off x="6057900" y="5019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0" name="connector_161"/>
          <p:cNvSpPr>
            <a:spLocks noGrp="1"/>
          </p:cNvSpPr>
          <p:nvPr/>
        </p:nvSpPr>
        <p:spPr>
          <a:xfrm>
            <a:off x="6057900" y="5143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1" name="connector_162"/>
          <p:cNvSpPr>
            <a:spLocks noGrp="1"/>
          </p:cNvSpPr>
          <p:nvPr/>
        </p:nvSpPr>
        <p:spPr>
          <a:xfrm>
            <a:off x="6057900" y="5267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2" name="connector_163"/>
          <p:cNvSpPr>
            <a:spLocks noGrp="1"/>
          </p:cNvSpPr>
          <p:nvPr/>
        </p:nvSpPr>
        <p:spPr>
          <a:xfrm>
            <a:off x="6057900" y="5391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3" name="connector_164"/>
          <p:cNvSpPr>
            <a:spLocks noGrp="1"/>
          </p:cNvSpPr>
          <p:nvPr/>
        </p:nvSpPr>
        <p:spPr>
          <a:xfrm>
            <a:off x="6057900" y="5514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4" name="connector_165"/>
          <p:cNvSpPr>
            <a:spLocks noGrp="1"/>
          </p:cNvSpPr>
          <p:nvPr/>
        </p:nvSpPr>
        <p:spPr>
          <a:xfrm>
            <a:off x="6057900" y="5638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5" name="connector_166"/>
          <p:cNvSpPr>
            <a:spLocks noGrp="1"/>
          </p:cNvSpPr>
          <p:nvPr/>
        </p:nvSpPr>
        <p:spPr>
          <a:xfrm>
            <a:off x="6057900" y="5762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6" name="connector_167"/>
          <p:cNvSpPr>
            <a:spLocks noGrp="1"/>
          </p:cNvSpPr>
          <p:nvPr/>
        </p:nvSpPr>
        <p:spPr>
          <a:xfrm>
            <a:off x="6057900" y="5886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7" name="connector_168"/>
          <p:cNvSpPr>
            <a:spLocks noGrp="1"/>
          </p:cNvSpPr>
          <p:nvPr/>
        </p:nvSpPr>
        <p:spPr>
          <a:xfrm>
            <a:off x="6057900" y="6010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8" name="connector_169"/>
          <p:cNvSpPr>
            <a:spLocks noGrp="1"/>
          </p:cNvSpPr>
          <p:nvPr/>
        </p:nvSpPr>
        <p:spPr>
          <a:xfrm>
            <a:off x="6057900" y="6134100"/>
            <a:ext cx="19050" cy="66675"/>
          </a:xfrm>
          <a:custGeom>
            <a:avLst/>
            <a:gdLst/>
            <a:ahLst/>
            <a:cxnLst/>
            <a:rect l="0" t="0" r="0" b="0"/>
            <a:pathLst>
              <a:path w="19050" h="66675">
                <a:moveTo>
                  <a:pt x="9525" y="9525"/>
                </a:moveTo>
                <a:lnTo>
                  <a:pt x="9525" y="57150"/>
                </a:lnTo>
              </a:path>
            </a:pathLst>
          </a:custGeom>
          <a:noFill/>
          <a:ln w="19050">
            <a:solidFill>
              <a:srgbClr val="D9D9D9"/>
            </a:solidFill>
          </a:ln>
        </p:spPr>
      </p:sp>
      <p:sp>
        <p:nvSpPr>
          <p:cNvPr id="59" name="text_171_上下文重复"/>
          <p:cNvSpPr>
            <a:spLocks noGrp="1"/>
          </p:cNvSpPr>
          <p:nvPr/>
        </p:nvSpPr>
        <p:spPr>
          <a:xfrm>
            <a:off x="752475" y="3419475"/>
            <a:ext cx="1571625" cy="295275"/>
          </a:xfrm>
          <a:prstGeom prst="rect">
            <a:avLst/>
          </a:prstGeom>
          <a:noFill/>
          <a:ln w="9525">
            <a:noFill/>
          </a:ln>
        </p:spPr>
        <p:txBody>
          <a:bodyPr wrap="none" lIns="0" tIns="0" rIns="0" bIns="0" anchor="ctr">
            <a:noAutofit/>
          </a:bodyPr>
          <a:lstStyle/>
          <a:p>
            <a:pPr algn="l">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上下文重复</a:t>
            </a:r>
          </a:p>
        </p:txBody>
      </p:sp>
      <p:sp>
        <p:nvSpPr>
          <p:cNvPr id="60" name="text_173_相同语义反复读取&#10;Token 消耗高"/>
          <p:cNvSpPr>
            <a:spLocks noGrp="1"/>
          </p:cNvSpPr>
          <p:nvPr/>
        </p:nvSpPr>
        <p:spPr>
          <a:xfrm>
            <a:off x="2409825" y="3419475"/>
            <a:ext cx="3476625" cy="533400"/>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相同语义反复读取</a:t>
            </a:r>
          </a:p>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Token 消耗高</a:t>
            </a:r>
          </a:p>
        </p:txBody>
      </p:sp>
      <p:sp>
        <p:nvSpPr>
          <p:cNvPr id="61" name="connector_174"/>
          <p:cNvSpPr>
            <a:spLocks noGrp="1"/>
          </p:cNvSpPr>
          <p:nvPr/>
        </p:nvSpPr>
        <p:spPr>
          <a:xfrm>
            <a:off x="733425" y="4000500"/>
            <a:ext cx="5124450" cy="19050"/>
          </a:xfrm>
          <a:custGeom>
            <a:avLst/>
            <a:gdLst/>
            <a:ahLst/>
            <a:cxnLst/>
            <a:rect l="0" t="0" r="0" b="0"/>
            <a:pathLst>
              <a:path w="5124450" h="19050">
                <a:moveTo>
                  <a:pt x="9525" y="9525"/>
                </a:moveTo>
                <a:lnTo>
                  <a:pt x="5114925" y="9525"/>
                </a:lnTo>
              </a:path>
            </a:pathLst>
          </a:custGeom>
          <a:noFill/>
          <a:ln w="14288">
            <a:solidFill>
              <a:srgbClr val="D9D9D9"/>
            </a:solidFill>
          </a:ln>
        </p:spPr>
      </p:sp>
      <p:sp>
        <p:nvSpPr>
          <p:cNvPr id="62" name="text_176_调度过多"/>
          <p:cNvSpPr>
            <a:spLocks noGrp="1"/>
          </p:cNvSpPr>
          <p:nvPr/>
        </p:nvSpPr>
        <p:spPr>
          <a:xfrm>
            <a:off x="752475" y="4076700"/>
            <a:ext cx="1571625" cy="295275"/>
          </a:xfrm>
          <a:prstGeom prst="rect">
            <a:avLst/>
          </a:prstGeom>
          <a:noFill/>
          <a:ln w="9525">
            <a:noFill/>
          </a:ln>
        </p:spPr>
        <p:txBody>
          <a:bodyPr wrap="none" lIns="0" tIns="0" rIns="0" bIns="0" anchor="ctr">
            <a:noAutofit/>
          </a:bodyPr>
          <a:lstStyle/>
          <a:p>
            <a:pPr algn="l">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调度过多</a:t>
            </a:r>
          </a:p>
        </p:txBody>
      </p:sp>
      <p:sp>
        <p:nvSpPr>
          <p:cNvPr id="63" name="text_178_小任务也独立分发&#10;开发周期长"/>
          <p:cNvSpPr>
            <a:spLocks noGrp="1"/>
          </p:cNvSpPr>
          <p:nvPr/>
        </p:nvSpPr>
        <p:spPr>
          <a:xfrm>
            <a:off x="2409825" y="4076700"/>
            <a:ext cx="3476625" cy="533400"/>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小任务也独立分发</a:t>
            </a:r>
          </a:p>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开发周期长</a:t>
            </a:r>
          </a:p>
        </p:txBody>
      </p:sp>
      <p:sp>
        <p:nvSpPr>
          <p:cNvPr id="64" name="connector_179"/>
          <p:cNvSpPr>
            <a:spLocks noGrp="1"/>
          </p:cNvSpPr>
          <p:nvPr/>
        </p:nvSpPr>
        <p:spPr>
          <a:xfrm>
            <a:off x="733425" y="4657725"/>
            <a:ext cx="5124450" cy="19050"/>
          </a:xfrm>
          <a:custGeom>
            <a:avLst/>
            <a:gdLst/>
            <a:ahLst/>
            <a:cxnLst/>
            <a:rect l="0" t="0" r="0" b="0"/>
            <a:pathLst>
              <a:path w="5124450" h="19050">
                <a:moveTo>
                  <a:pt x="9525" y="9525"/>
                </a:moveTo>
                <a:lnTo>
                  <a:pt x="5114925" y="9525"/>
                </a:lnTo>
              </a:path>
            </a:pathLst>
          </a:custGeom>
          <a:noFill/>
          <a:ln w="14288">
            <a:solidFill>
              <a:srgbClr val="D9D9D9"/>
            </a:solidFill>
          </a:ln>
        </p:spPr>
      </p:sp>
      <p:sp>
        <p:nvSpPr>
          <p:cNvPr id="65" name="text_181_优化不稳"/>
          <p:cNvSpPr>
            <a:spLocks noGrp="1"/>
          </p:cNvSpPr>
          <p:nvPr/>
        </p:nvSpPr>
        <p:spPr>
          <a:xfrm>
            <a:off x="752475" y="4733925"/>
            <a:ext cx="1571625" cy="295275"/>
          </a:xfrm>
          <a:prstGeom prst="rect">
            <a:avLst/>
          </a:prstGeom>
          <a:noFill/>
          <a:ln w="9525">
            <a:noFill/>
          </a:ln>
        </p:spPr>
        <p:txBody>
          <a:bodyPr wrap="none" lIns="0" tIns="0" rIns="0" bIns="0" anchor="ctr">
            <a:noAutofit/>
          </a:bodyPr>
          <a:lstStyle/>
          <a:p>
            <a:pPr algn="l">
              <a:defRPr sz="1800" b="1">
                <a:solidFill>
                  <a:srgbClr val="D7000F"/>
                </a:solidFill>
                <a:latin typeface="Arial" panose="020B0604020202020204"/>
                <a:ea typeface="Arial" panose="020B0604020202020204"/>
                <a:cs typeface="Arial" panose="020B0604020202020204"/>
              </a:defRPr>
            </a:pPr>
            <a:r>
              <a:rPr lang="zh-CN" altLang="en-US" sz="1800" b="1" dirty="0" smtClean="0">
                <a:solidFill>
                  <a:srgbClr val="D7000F"/>
                </a:solidFill>
                <a:latin typeface="Arial" panose="020B0604020202020204"/>
                <a:ea typeface="Arial" panose="020B0604020202020204"/>
                <a:cs typeface="Arial" panose="020B0604020202020204"/>
              </a:rPr>
              <a:t>无效</a:t>
            </a:r>
            <a:r>
              <a:rPr sz="1800" b="1" dirty="0" err="1" smtClean="0">
                <a:solidFill>
                  <a:srgbClr val="D7000F"/>
                </a:solidFill>
                <a:latin typeface="Arial" panose="020B0604020202020204"/>
                <a:ea typeface="Arial" panose="020B0604020202020204"/>
                <a:cs typeface="Arial" panose="020B0604020202020204"/>
              </a:rPr>
              <a:t>优化</a:t>
            </a:r>
            <a:endParaRPr sz="1800" b="1" dirty="0">
              <a:solidFill>
                <a:srgbClr val="D7000F"/>
              </a:solidFill>
              <a:latin typeface="Arial" panose="020B0604020202020204"/>
              <a:ea typeface="Arial" panose="020B0604020202020204"/>
              <a:cs typeface="Arial" panose="020B0604020202020204"/>
            </a:endParaRPr>
          </a:p>
        </p:txBody>
      </p:sp>
      <p:sp>
        <p:nvSpPr>
          <p:cNvPr id="66" name="text_183_默认遍历策略&#10;无效优化较多"/>
          <p:cNvSpPr>
            <a:spLocks noGrp="1"/>
          </p:cNvSpPr>
          <p:nvPr/>
        </p:nvSpPr>
        <p:spPr>
          <a:xfrm>
            <a:off x="2409825" y="4733925"/>
            <a:ext cx="3476625" cy="533400"/>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默认遍历策略</a:t>
            </a:r>
          </a:p>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无效优化较多</a:t>
            </a:r>
          </a:p>
        </p:txBody>
      </p:sp>
      <p:sp>
        <p:nvSpPr>
          <p:cNvPr id="67" name="connector_184"/>
          <p:cNvSpPr>
            <a:spLocks noGrp="1"/>
          </p:cNvSpPr>
          <p:nvPr/>
        </p:nvSpPr>
        <p:spPr>
          <a:xfrm>
            <a:off x="733425" y="5314950"/>
            <a:ext cx="5124450" cy="19050"/>
          </a:xfrm>
          <a:custGeom>
            <a:avLst/>
            <a:gdLst/>
            <a:ahLst/>
            <a:cxnLst/>
            <a:rect l="0" t="0" r="0" b="0"/>
            <a:pathLst>
              <a:path w="5124450" h="19050">
                <a:moveTo>
                  <a:pt x="9525" y="9525"/>
                </a:moveTo>
                <a:lnTo>
                  <a:pt x="5114925" y="9525"/>
                </a:lnTo>
              </a:path>
            </a:pathLst>
          </a:custGeom>
          <a:noFill/>
          <a:ln w="14288">
            <a:solidFill>
              <a:srgbClr val="D9D9D9"/>
            </a:solidFill>
          </a:ln>
        </p:spPr>
      </p:sp>
      <p:sp>
        <p:nvSpPr>
          <p:cNvPr id="68" name="text_186_验证成本高"/>
          <p:cNvSpPr>
            <a:spLocks noGrp="1"/>
          </p:cNvSpPr>
          <p:nvPr/>
        </p:nvSpPr>
        <p:spPr>
          <a:xfrm>
            <a:off x="752475" y="5391150"/>
            <a:ext cx="1571625" cy="295275"/>
          </a:xfrm>
          <a:prstGeom prst="rect">
            <a:avLst/>
          </a:prstGeom>
          <a:noFill/>
          <a:ln w="9525">
            <a:noFill/>
          </a:ln>
        </p:spPr>
        <p:txBody>
          <a:bodyPr wrap="none" lIns="0" tIns="0" rIns="0" bIns="0" anchor="ctr">
            <a:noAutofit/>
          </a:bodyPr>
          <a:lstStyle/>
          <a:p>
            <a:pPr algn="l">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验证成本高</a:t>
            </a:r>
          </a:p>
        </p:txBody>
      </p:sp>
      <p:sp>
        <p:nvSpPr>
          <p:cNvPr id="69" name="text_188_小改动也全量验证&#10;中断后重复执行"/>
          <p:cNvSpPr>
            <a:spLocks noGrp="1"/>
          </p:cNvSpPr>
          <p:nvPr/>
        </p:nvSpPr>
        <p:spPr>
          <a:xfrm>
            <a:off x="2409825" y="5391150"/>
            <a:ext cx="3476625" cy="533400"/>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小改动也全量验证</a:t>
            </a:r>
          </a:p>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中断后重复执行</a:t>
            </a:r>
          </a:p>
        </p:txBody>
      </p:sp>
      <p:sp>
        <p:nvSpPr>
          <p:cNvPr id="70" name="text_190_参考资料共享"/>
          <p:cNvSpPr>
            <a:spLocks noGrp="1"/>
          </p:cNvSpPr>
          <p:nvPr/>
        </p:nvSpPr>
        <p:spPr>
          <a:xfrm>
            <a:off x="6429375" y="3390900"/>
            <a:ext cx="1885950" cy="314325"/>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参考资料共享</a:t>
            </a:r>
          </a:p>
        </p:txBody>
      </p:sp>
      <p:sp>
        <p:nvSpPr>
          <p:cNvPr id="71" name="text_192_集中管理公共知识"/>
          <p:cNvSpPr>
            <a:spLocks noGrp="1"/>
          </p:cNvSpPr>
          <p:nvPr/>
        </p:nvSpPr>
        <p:spPr>
          <a:xfrm>
            <a:off x="8429625" y="3390900"/>
            <a:ext cx="3057525" cy="3143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集中管理公共知识</a:t>
            </a:r>
          </a:p>
        </p:txBody>
      </p:sp>
      <p:sp>
        <p:nvSpPr>
          <p:cNvPr id="72" name="text_194_上下文轻量化"/>
          <p:cNvSpPr>
            <a:spLocks noGrp="1"/>
          </p:cNvSpPr>
          <p:nvPr/>
        </p:nvSpPr>
        <p:spPr>
          <a:xfrm>
            <a:off x="6429375" y="3848100"/>
            <a:ext cx="1885950" cy="314325"/>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上下文轻量化</a:t>
            </a:r>
          </a:p>
        </p:txBody>
      </p:sp>
      <p:sp>
        <p:nvSpPr>
          <p:cNvPr id="73" name="text_196_合并执行单元，减少重复理解"/>
          <p:cNvSpPr>
            <a:spLocks noGrp="1"/>
          </p:cNvSpPr>
          <p:nvPr/>
        </p:nvSpPr>
        <p:spPr>
          <a:xfrm>
            <a:off x="8429625" y="3848100"/>
            <a:ext cx="3057525" cy="3143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合并执行单元，减少重复理解</a:t>
            </a:r>
          </a:p>
        </p:txBody>
      </p:sp>
      <p:sp>
        <p:nvSpPr>
          <p:cNvPr id="74" name="text_198_策略按需选择"/>
          <p:cNvSpPr>
            <a:spLocks noGrp="1"/>
          </p:cNvSpPr>
          <p:nvPr/>
        </p:nvSpPr>
        <p:spPr>
          <a:xfrm>
            <a:off x="6429375" y="4305300"/>
            <a:ext cx="1885950" cy="314325"/>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策略按需选择</a:t>
            </a:r>
          </a:p>
        </p:txBody>
      </p:sp>
      <p:sp>
        <p:nvSpPr>
          <p:cNvPr id="75" name="text_200_基于 Profile 判断适用优化"/>
          <p:cNvSpPr>
            <a:spLocks noGrp="1"/>
          </p:cNvSpPr>
          <p:nvPr/>
        </p:nvSpPr>
        <p:spPr>
          <a:xfrm>
            <a:off x="8429625" y="4305300"/>
            <a:ext cx="3057525" cy="3143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基于 Profile 判断适用优化</a:t>
            </a:r>
          </a:p>
        </p:txBody>
      </p:sp>
      <p:sp>
        <p:nvSpPr>
          <p:cNvPr id="76" name="text_202_三层验证"/>
          <p:cNvSpPr>
            <a:spLocks noGrp="1"/>
          </p:cNvSpPr>
          <p:nvPr/>
        </p:nvSpPr>
        <p:spPr>
          <a:xfrm>
            <a:off x="6429375" y="4762500"/>
            <a:ext cx="1885950" cy="314325"/>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三层验证</a:t>
            </a:r>
          </a:p>
        </p:txBody>
      </p:sp>
      <p:sp>
        <p:nvSpPr>
          <p:cNvPr id="77" name="text_204_按修改范围选择验证深度"/>
          <p:cNvSpPr>
            <a:spLocks noGrp="1"/>
          </p:cNvSpPr>
          <p:nvPr/>
        </p:nvSpPr>
        <p:spPr>
          <a:xfrm>
            <a:off x="8429625" y="4762500"/>
            <a:ext cx="3057525" cy="3143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按修改范围选择验证深度</a:t>
            </a:r>
          </a:p>
        </p:txBody>
      </p:sp>
      <p:sp>
        <p:nvSpPr>
          <p:cNvPr id="78" name="text_206_分阶段缓存复用"/>
          <p:cNvSpPr>
            <a:spLocks noGrp="1"/>
          </p:cNvSpPr>
          <p:nvPr/>
        </p:nvSpPr>
        <p:spPr>
          <a:xfrm>
            <a:off x="6429375" y="5219700"/>
            <a:ext cx="1885950" cy="314325"/>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分阶段缓存复用</a:t>
            </a:r>
          </a:p>
        </p:txBody>
      </p:sp>
      <p:sp>
        <p:nvSpPr>
          <p:cNvPr id="79" name="text_208_复用阶段产物与执行状态"/>
          <p:cNvSpPr>
            <a:spLocks noGrp="1"/>
          </p:cNvSpPr>
          <p:nvPr/>
        </p:nvSpPr>
        <p:spPr>
          <a:xfrm>
            <a:off x="8429625" y="5219700"/>
            <a:ext cx="3057525" cy="3143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复用阶段产物与执行状态</a:t>
            </a:r>
          </a:p>
        </p:txBody>
      </p:sp>
      <p:sp>
        <p:nvSpPr>
          <p:cNvPr id="80" name="text_210_多平台迁移"/>
          <p:cNvSpPr>
            <a:spLocks noGrp="1"/>
          </p:cNvSpPr>
          <p:nvPr/>
        </p:nvSpPr>
        <p:spPr>
          <a:xfrm>
            <a:off x="6429375" y="5676900"/>
            <a:ext cx="1885950" cy="314325"/>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dirty="0" err="1" smtClean="0">
                <a:solidFill>
                  <a:srgbClr val="D7000F"/>
                </a:solidFill>
                <a:latin typeface="Arial" panose="020B0604020202020204"/>
                <a:ea typeface="Arial" panose="020B0604020202020204"/>
                <a:cs typeface="Arial" panose="020B0604020202020204"/>
              </a:rPr>
              <a:t>多平台迁移</a:t>
            </a:r>
            <a:r>
              <a:rPr lang="zh-CN" altLang="en-US" sz="1650" b="1" dirty="0" smtClean="0">
                <a:solidFill>
                  <a:srgbClr val="D7000F"/>
                </a:solidFill>
                <a:latin typeface="Arial" panose="020B0604020202020204"/>
                <a:ea typeface="Arial" panose="020B0604020202020204"/>
                <a:cs typeface="Arial" panose="020B0604020202020204"/>
              </a:rPr>
              <a:t>能力</a:t>
            </a:r>
            <a:endParaRPr sz="1650" b="1" dirty="0">
              <a:solidFill>
                <a:srgbClr val="D7000F"/>
              </a:solidFill>
              <a:latin typeface="Arial" panose="020B0604020202020204"/>
              <a:ea typeface="Arial" panose="020B0604020202020204"/>
              <a:cs typeface="Arial" panose="020B0604020202020204"/>
            </a:endParaRPr>
          </a:p>
        </p:txBody>
      </p:sp>
      <p:sp>
        <p:nvSpPr>
          <p:cNvPr id="81" name="text_212_模块化管理平台知识"/>
          <p:cNvSpPr>
            <a:spLocks noGrp="1"/>
          </p:cNvSpPr>
          <p:nvPr/>
        </p:nvSpPr>
        <p:spPr>
          <a:xfrm>
            <a:off x="8429625" y="5676900"/>
            <a:ext cx="3057525" cy="3143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dirty="0" err="1">
                <a:solidFill>
                  <a:srgbClr val="242424"/>
                </a:solidFill>
                <a:latin typeface="Arial" panose="020B0604020202020204"/>
                <a:ea typeface="Arial" panose="020B0604020202020204"/>
                <a:cs typeface="Arial" panose="020B0604020202020204"/>
              </a:rPr>
              <a:t>模块化管理平台知识</a:t>
            </a:r>
            <a:endParaRPr sz="1500" b="0" dirty="0">
              <a:solidFill>
                <a:srgbClr val="242424"/>
              </a:solidFill>
              <a:latin typeface="Arial" panose="020B0604020202020204"/>
              <a:ea typeface="Arial" panose="020B0604020202020204"/>
              <a:cs typeface="Arial" panose="020B0604020202020204"/>
            </a:endParaRPr>
          </a:p>
        </p:txBody>
      </p:sp>
      <p:sp>
        <p:nvSpPr>
          <p:cNvPr id="82" name="text_214_保留算子开发主流程，重点减少重复上下文、无效调度"/>
          <p:cNvSpPr>
            <a:spLocks noGrp="1"/>
          </p:cNvSpPr>
          <p:nvPr/>
        </p:nvSpPr>
        <p:spPr>
          <a:xfrm>
            <a:off x="723900" y="6372225"/>
            <a:ext cx="10829925" cy="371475"/>
          </a:xfrm>
          <a:prstGeom prst="rect">
            <a:avLst/>
          </a:prstGeom>
          <a:noFill/>
          <a:ln w="9525">
            <a:noFill/>
          </a:ln>
        </p:spPr>
        <p:txBody>
          <a:bodyPr wrap="none" lIns="0" tIns="0" rIns="0" bIns="0" anchor="ctr">
            <a:noAutofit/>
          </a:bodyPr>
          <a:lstStyle/>
          <a:p>
            <a:pPr algn="ctr">
              <a:defRPr sz="1800" b="1">
                <a:solidFill>
                  <a:srgbClr val="FF0000"/>
                </a:solidFill>
                <a:latin typeface="Arial" panose="020B0604020202020204"/>
                <a:ea typeface="Arial" panose="020B0604020202020204"/>
                <a:cs typeface="Arial" panose="020B0604020202020204"/>
              </a:defRPr>
            </a:pPr>
            <a:r>
              <a:rPr sz="1800" b="1">
                <a:solidFill>
                  <a:srgbClr val="FF0000"/>
                </a:solidFill>
                <a:latin typeface="Arial" panose="020B0604020202020204"/>
                <a:ea typeface="Arial" panose="020B0604020202020204"/>
                <a:cs typeface="Arial" panose="020B0604020202020204"/>
              </a:rPr>
              <a:t>保留算子开发主流程，重点减少重复上下文、无效调度和重复验证。</a:t>
            </a:r>
          </a:p>
        </p:txBody>
      </p:sp>
      <p:pic>
        <p:nvPicPr>
          <p:cNvPr id="167" name="图片 5"/>
          <p:cNvPicPr>
            <a:picLocks noChangeAspect="1"/>
          </p:cNvPicPr>
          <p:nvPr/>
        </p:nvPicPr>
        <p:blipFill>
          <a:blip r:embed="rId3"/>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168" name="图片 29"/>
          <p:cNvPicPr>
            <a:picLocks noChangeAspect="1"/>
          </p:cNvPicPr>
          <p:nvPr/>
        </p:nvPicPr>
        <p:blipFill>
          <a:blip r:embed="rId4"/>
          <a:stretch>
            <a:fillRect/>
          </a:stretch>
        </p:blipFill>
        <p:spPr>
          <a:xfrm>
            <a:off x="723900" y="2819400"/>
            <a:ext cx="361950" cy="361950"/>
          </a:xfrm>
          <a:prstGeom prst="rect">
            <a:avLst/>
          </a:prstGeom>
          <a:effectLst>
            <a:outerShdw blurRad="50800" dist="38100" dir="2700000" algn="tl" rotWithShape="0">
              <a:prstClr val="black">
                <a:alpha val="40000"/>
              </a:prstClr>
            </a:outerShdw>
          </a:effectLst>
        </p:spPr>
      </p:pic>
      <p:pic>
        <p:nvPicPr>
          <p:cNvPr id="169" name="图片 47"/>
          <p:cNvPicPr>
            <a:picLocks noChangeAspect="1"/>
          </p:cNvPicPr>
          <p:nvPr/>
        </p:nvPicPr>
        <p:blipFill>
          <a:blip r:embed="rId5"/>
          <a:stretch>
            <a:fillRect/>
          </a:stretch>
        </p:blipFill>
        <p:spPr>
          <a:xfrm>
            <a:off x="6400800" y="2819400"/>
            <a:ext cx="361950" cy="361950"/>
          </a:xfrm>
          <a:prstGeom prst="rect">
            <a:avLst/>
          </a:prstGeom>
        </p:spPr>
      </p:pic>
    </p:spTree>
    <p:extLst>
      <p:ext uri="{BB962C8B-B14F-4D97-AF65-F5344CB8AC3E}">
        <p14:creationId xmlns:p14="http://schemas.microsoft.com/office/powerpoint/2010/main" val="1294165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矩形: 圆角 36">
            <a:extLst>
              <a:ext uri="{FF2B5EF4-FFF2-40B4-BE49-F238E27FC236}">
                <a16:creationId xmlns:a16="http://schemas.microsoft.com/office/drawing/2014/main" id="{CA01AF1E-4BD7-F49D-78C4-54E045D92886}"/>
              </a:ext>
            </a:extLst>
          </p:cNvPr>
          <p:cNvSpPr/>
          <p:nvPr/>
        </p:nvSpPr>
        <p:spPr>
          <a:xfrm>
            <a:off x="6071669" y="4706700"/>
            <a:ext cx="4480530" cy="1561820"/>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圆角 36">
            <a:extLst>
              <a:ext uri="{FF2B5EF4-FFF2-40B4-BE49-F238E27FC236}">
                <a16:creationId xmlns:a16="http://schemas.microsoft.com/office/drawing/2014/main" id="{CA01AF1E-4BD7-F49D-78C4-54E045D92886}"/>
              </a:ext>
            </a:extLst>
          </p:cNvPr>
          <p:cNvSpPr/>
          <p:nvPr/>
        </p:nvSpPr>
        <p:spPr>
          <a:xfrm>
            <a:off x="520022" y="4698567"/>
            <a:ext cx="4541605" cy="1561820"/>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wrap="none" lIns="0" tIns="0" rIns="0" bIns="0">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smtClean="0"/>
              <a:t>优化</a:t>
            </a:r>
            <a:r>
              <a:rPr lang="zh-CN" altLang="en-US" dirty="0"/>
              <a:t>①</a:t>
            </a:r>
            <a:r>
              <a:rPr lang="zh-CN" altLang="en-US" dirty="0" smtClean="0">
                <a:solidFill>
                  <a:srgbClr val="000000"/>
                </a:solidFill>
                <a:latin typeface="Arial" panose="020B0604020202020204"/>
                <a:ea typeface="Arial" panose="020B0604020202020204"/>
                <a:cs typeface="Arial" panose="020B0604020202020204"/>
              </a:rPr>
              <a:t>：</a:t>
            </a:r>
            <a:r>
              <a:rPr sz="2600" b="1" dirty="0" err="1" smtClean="0">
                <a:solidFill>
                  <a:srgbClr val="000000"/>
                </a:solidFill>
                <a:latin typeface="Arial" panose="020B0604020202020204"/>
                <a:ea typeface="Arial" panose="020B0604020202020204"/>
                <a:cs typeface="Arial" panose="020B0604020202020204"/>
              </a:rPr>
              <a:t>统一管理与按需加载</a:t>
            </a:r>
            <a:endParaRPr sz="2600" b="1" dirty="0">
              <a:solidFill>
                <a:srgbClr val="000000"/>
              </a:solidFill>
              <a:latin typeface="Arial" panose="020B0604020202020204"/>
              <a:ea typeface="Arial" panose="020B0604020202020204"/>
              <a:cs typeface="Arial" panose="020B0604020202020204"/>
            </a:endParaRPr>
          </a:p>
        </p:txBody>
      </p:sp>
      <p:sp>
        <p:nvSpPr>
          <p:cNvPr id="3" name="text_217_原始：平台知识分散"/>
          <p:cNvSpPr>
            <a:spLocks noGrp="1"/>
          </p:cNvSpPr>
          <p:nvPr/>
        </p:nvSpPr>
        <p:spPr>
          <a:xfrm>
            <a:off x="1181100" y="876300"/>
            <a:ext cx="3390900" cy="400050"/>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a:solidFill>
                  <a:srgbClr val="000000"/>
                </a:solidFill>
                <a:latin typeface="Arial" panose="020B0604020202020204"/>
                <a:ea typeface="Arial" panose="020B0604020202020204"/>
                <a:cs typeface="Arial" panose="020B0604020202020204"/>
              </a:rPr>
              <a:t>原始：平台知识分散</a:t>
            </a:r>
          </a:p>
        </p:txBody>
      </p:sp>
      <p:sp>
        <p:nvSpPr>
          <p:cNvPr id="4" name="connector_218"/>
          <p:cNvSpPr>
            <a:spLocks noGrp="1"/>
          </p:cNvSpPr>
          <p:nvPr/>
        </p:nvSpPr>
        <p:spPr>
          <a:xfrm>
            <a:off x="7143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5" name="text_221_新版：流程与知识解耦"/>
          <p:cNvSpPr>
            <a:spLocks noGrp="1"/>
          </p:cNvSpPr>
          <p:nvPr/>
        </p:nvSpPr>
        <p:spPr>
          <a:xfrm>
            <a:off x="5657850" y="876300"/>
            <a:ext cx="5915025" cy="400050"/>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a:solidFill>
                  <a:srgbClr val="000000"/>
                </a:solidFill>
                <a:latin typeface="Arial" panose="020B0604020202020204"/>
                <a:ea typeface="Arial" panose="020B0604020202020204"/>
                <a:cs typeface="Arial" panose="020B0604020202020204"/>
              </a:rPr>
              <a:t>新版：流程与知识解耦</a:t>
            </a:r>
          </a:p>
        </p:txBody>
      </p:sp>
      <p:sp>
        <p:nvSpPr>
          <p:cNvPr id="6" name="connector_222"/>
          <p:cNvSpPr>
            <a:spLocks noGrp="1"/>
          </p:cNvSpPr>
          <p:nvPr/>
        </p:nvSpPr>
        <p:spPr>
          <a:xfrm>
            <a:off x="519112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connector_223"/>
          <p:cNvSpPr>
            <a:spLocks noGrp="1"/>
          </p:cNvSpPr>
          <p:nvPr/>
        </p:nvSpPr>
        <p:spPr>
          <a:xfrm>
            <a:off x="4924425"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 name="connector_224"/>
          <p:cNvSpPr>
            <a:spLocks noGrp="1"/>
          </p:cNvSpPr>
          <p:nvPr/>
        </p:nvSpPr>
        <p:spPr>
          <a:xfrm>
            <a:off x="4924425"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 name="connector_225"/>
          <p:cNvSpPr>
            <a:spLocks noGrp="1"/>
          </p:cNvSpPr>
          <p:nvPr/>
        </p:nvSpPr>
        <p:spPr>
          <a:xfrm>
            <a:off x="4924425"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 name="connector_226"/>
          <p:cNvSpPr>
            <a:spLocks noGrp="1"/>
          </p:cNvSpPr>
          <p:nvPr/>
        </p:nvSpPr>
        <p:spPr>
          <a:xfrm>
            <a:off x="4924425"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 name="connector_227"/>
          <p:cNvSpPr>
            <a:spLocks noGrp="1"/>
          </p:cNvSpPr>
          <p:nvPr/>
        </p:nvSpPr>
        <p:spPr>
          <a:xfrm>
            <a:off x="4924425"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228"/>
          <p:cNvSpPr>
            <a:spLocks noGrp="1"/>
          </p:cNvSpPr>
          <p:nvPr/>
        </p:nvSpPr>
        <p:spPr>
          <a:xfrm>
            <a:off x="4924425"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229"/>
          <p:cNvSpPr>
            <a:spLocks noGrp="1"/>
          </p:cNvSpPr>
          <p:nvPr/>
        </p:nvSpPr>
        <p:spPr>
          <a:xfrm>
            <a:off x="4924425"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230"/>
          <p:cNvSpPr>
            <a:spLocks noGrp="1"/>
          </p:cNvSpPr>
          <p:nvPr/>
        </p:nvSpPr>
        <p:spPr>
          <a:xfrm>
            <a:off x="4924425"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231"/>
          <p:cNvSpPr>
            <a:spLocks noGrp="1"/>
          </p:cNvSpPr>
          <p:nvPr/>
        </p:nvSpPr>
        <p:spPr>
          <a:xfrm>
            <a:off x="4924425"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232"/>
          <p:cNvSpPr>
            <a:spLocks noGrp="1"/>
          </p:cNvSpPr>
          <p:nvPr/>
        </p:nvSpPr>
        <p:spPr>
          <a:xfrm>
            <a:off x="4924425"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233"/>
          <p:cNvSpPr>
            <a:spLocks noGrp="1"/>
          </p:cNvSpPr>
          <p:nvPr/>
        </p:nvSpPr>
        <p:spPr>
          <a:xfrm>
            <a:off x="4924425"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234"/>
          <p:cNvSpPr>
            <a:spLocks noGrp="1"/>
          </p:cNvSpPr>
          <p:nvPr/>
        </p:nvSpPr>
        <p:spPr>
          <a:xfrm>
            <a:off x="4924425"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235"/>
          <p:cNvSpPr>
            <a:spLocks noGrp="1"/>
          </p:cNvSpPr>
          <p:nvPr/>
        </p:nvSpPr>
        <p:spPr>
          <a:xfrm>
            <a:off x="4924425"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236"/>
          <p:cNvSpPr>
            <a:spLocks noGrp="1"/>
          </p:cNvSpPr>
          <p:nvPr/>
        </p:nvSpPr>
        <p:spPr>
          <a:xfrm>
            <a:off x="4924425"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237"/>
          <p:cNvSpPr>
            <a:spLocks noGrp="1"/>
          </p:cNvSpPr>
          <p:nvPr/>
        </p:nvSpPr>
        <p:spPr>
          <a:xfrm>
            <a:off x="4924425"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238"/>
          <p:cNvSpPr>
            <a:spLocks noGrp="1"/>
          </p:cNvSpPr>
          <p:nvPr/>
        </p:nvSpPr>
        <p:spPr>
          <a:xfrm>
            <a:off x="4924425"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239"/>
          <p:cNvSpPr>
            <a:spLocks noGrp="1"/>
          </p:cNvSpPr>
          <p:nvPr/>
        </p:nvSpPr>
        <p:spPr>
          <a:xfrm>
            <a:off x="4924425"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240"/>
          <p:cNvSpPr>
            <a:spLocks noGrp="1"/>
          </p:cNvSpPr>
          <p:nvPr/>
        </p:nvSpPr>
        <p:spPr>
          <a:xfrm>
            <a:off x="4924425"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241"/>
          <p:cNvSpPr>
            <a:spLocks noGrp="1"/>
          </p:cNvSpPr>
          <p:nvPr/>
        </p:nvSpPr>
        <p:spPr>
          <a:xfrm>
            <a:off x="4924425"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242"/>
          <p:cNvSpPr>
            <a:spLocks noGrp="1"/>
          </p:cNvSpPr>
          <p:nvPr/>
        </p:nvSpPr>
        <p:spPr>
          <a:xfrm>
            <a:off x="4924425"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243"/>
          <p:cNvSpPr>
            <a:spLocks noGrp="1"/>
          </p:cNvSpPr>
          <p:nvPr/>
        </p:nvSpPr>
        <p:spPr>
          <a:xfrm>
            <a:off x="4924425"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244"/>
          <p:cNvSpPr>
            <a:spLocks noGrp="1"/>
          </p:cNvSpPr>
          <p:nvPr/>
        </p:nvSpPr>
        <p:spPr>
          <a:xfrm>
            <a:off x="4924425"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245"/>
          <p:cNvSpPr>
            <a:spLocks noGrp="1"/>
          </p:cNvSpPr>
          <p:nvPr/>
        </p:nvSpPr>
        <p:spPr>
          <a:xfrm>
            <a:off x="4924425"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246"/>
          <p:cNvSpPr>
            <a:spLocks noGrp="1"/>
          </p:cNvSpPr>
          <p:nvPr/>
        </p:nvSpPr>
        <p:spPr>
          <a:xfrm>
            <a:off x="4924425"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247"/>
          <p:cNvSpPr>
            <a:spLocks noGrp="1"/>
          </p:cNvSpPr>
          <p:nvPr/>
        </p:nvSpPr>
        <p:spPr>
          <a:xfrm>
            <a:off x="4924425"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248"/>
          <p:cNvSpPr>
            <a:spLocks noGrp="1"/>
          </p:cNvSpPr>
          <p:nvPr/>
        </p:nvSpPr>
        <p:spPr>
          <a:xfrm>
            <a:off x="4924425"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249"/>
          <p:cNvSpPr>
            <a:spLocks noGrp="1"/>
          </p:cNvSpPr>
          <p:nvPr/>
        </p:nvSpPr>
        <p:spPr>
          <a:xfrm>
            <a:off x="4924425"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250"/>
          <p:cNvSpPr>
            <a:spLocks noGrp="1"/>
          </p:cNvSpPr>
          <p:nvPr/>
        </p:nvSpPr>
        <p:spPr>
          <a:xfrm>
            <a:off x="4924425"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object_251"/>
          <p:cNvSpPr>
            <a:spLocks noGrp="1"/>
          </p:cNvSpPr>
          <p:nvPr/>
        </p:nvSpPr>
        <p:spPr>
          <a:xfrm>
            <a:off x="1095375" y="1533525"/>
            <a:ext cx="3105150" cy="485775"/>
          </a:xfrm>
          <a:prstGeom prst="rect">
            <a:avLst/>
          </a:prstGeom>
          <a:solidFill>
            <a:srgbClr val="FFFFFF"/>
          </a:solidFill>
          <a:ln w="17145">
            <a:solidFill>
              <a:srgbClr val="D7000F"/>
            </a:solidFill>
          </a:ln>
        </p:spPr>
      </p:sp>
      <p:sp>
        <p:nvSpPr>
          <p:cNvPr id="36" name="text_253_用户任务 / 需求"/>
          <p:cNvSpPr>
            <a:spLocks noGrp="1"/>
          </p:cNvSpPr>
          <p:nvPr/>
        </p:nvSpPr>
        <p:spPr>
          <a:xfrm>
            <a:off x="1162050" y="1581150"/>
            <a:ext cx="2971800" cy="390525"/>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575" b="1">
                <a:solidFill>
                  <a:srgbClr val="000000"/>
                </a:solidFill>
                <a:latin typeface="Arial" panose="020B0604020202020204"/>
                <a:ea typeface="Arial" panose="020B0604020202020204"/>
                <a:cs typeface="Arial" panose="020B0604020202020204"/>
              </a:rPr>
              <a:t>用户任务 / 需求</a:t>
            </a:r>
          </a:p>
        </p:txBody>
      </p:sp>
      <p:sp>
        <p:nvSpPr>
          <p:cNvPr id="37" name="connector_254"/>
          <p:cNvSpPr>
            <a:spLocks noGrp="1"/>
          </p:cNvSpPr>
          <p:nvPr/>
        </p:nvSpPr>
        <p:spPr>
          <a:xfrm>
            <a:off x="2638425" y="2047875"/>
            <a:ext cx="19050" cy="171450"/>
          </a:xfrm>
          <a:custGeom>
            <a:avLst/>
            <a:gdLst/>
            <a:ahLst/>
            <a:cxnLst/>
            <a:rect l="0" t="0" r="0" b="0"/>
            <a:pathLst>
              <a:path w="19050" h="171450">
                <a:moveTo>
                  <a:pt x="9525" y="9525"/>
                </a:moveTo>
                <a:lnTo>
                  <a:pt x="9525" y="161925"/>
                </a:lnTo>
              </a:path>
            </a:pathLst>
          </a:custGeom>
          <a:noFill/>
          <a:ln w="19050">
            <a:solidFill>
              <a:srgbClr val="D7000F"/>
            </a:solidFill>
          </a:ln>
        </p:spPr>
      </p:sp>
      <p:sp>
        <p:nvSpPr>
          <p:cNvPr id="38" name="connector_255"/>
          <p:cNvSpPr>
            <a:spLocks noGrp="1"/>
          </p:cNvSpPr>
          <p:nvPr/>
        </p:nvSpPr>
        <p:spPr>
          <a:xfrm>
            <a:off x="2606459" y="21417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39" name="object_256"/>
          <p:cNvSpPr>
            <a:spLocks noGrp="1"/>
          </p:cNvSpPr>
          <p:nvPr/>
        </p:nvSpPr>
        <p:spPr>
          <a:xfrm>
            <a:off x="1095375" y="2266950"/>
            <a:ext cx="3105150" cy="504825"/>
          </a:xfrm>
          <a:prstGeom prst="rect">
            <a:avLst/>
          </a:prstGeom>
          <a:solidFill>
            <a:srgbClr val="FFFFFF"/>
          </a:solidFill>
          <a:ln w="17145">
            <a:solidFill>
              <a:srgbClr val="D7000F"/>
            </a:solidFill>
          </a:ln>
        </p:spPr>
      </p:sp>
      <p:sp>
        <p:nvSpPr>
          <p:cNvPr id="40" name="text_258_Main"/>
          <p:cNvSpPr>
            <a:spLocks noGrp="1"/>
          </p:cNvSpPr>
          <p:nvPr/>
        </p:nvSpPr>
        <p:spPr>
          <a:xfrm>
            <a:off x="1162050" y="2295525"/>
            <a:ext cx="2971800" cy="238125"/>
          </a:xfrm>
          <a:prstGeom prst="rect">
            <a:avLst/>
          </a:prstGeom>
          <a:noFill/>
          <a:ln w="9525">
            <a:no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Main</a:t>
            </a:r>
          </a:p>
        </p:txBody>
      </p:sp>
      <p:sp>
        <p:nvSpPr>
          <p:cNvPr id="41" name="text_260_环境准备 / 需求提取"/>
          <p:cNvSpPr>
            <a:spLocks noGrp="1"/>
          </p:cNvSpPr>
          <p:nvPr/>
        </p:nvSpPr>
        <p:spPr>
          <a:xfrm>
            <a:off x="1171575" y="2533650"/>
            <a:ext cx="2952750" cy="209550"/>
          </a:xfrm>
          <a:prstGeom prst="rect">
            <a:avLst/>
          </a:prstGeom>
          <a:noFill/>
          <a:ln w="9525">
            <a:noFill/>
          </a:ln>
        </p:spPr>
        <p:txBody>
          <a:bodyPr wrap="none" lIns="0" tIns="0" rIns="0" bIns="0" anchor="ctr">
            <a:noAutofit/>
          </a:bodyPr>
          <a:lstStyle/>
          <a:p>
            <a:pPr algn="ctr">
              <a:defRPr sz="1275" b="0">
                <a:solidFill>
                  <a:srgbClr val="242424"/>
                </a:solidFill>
                <a:latin typeface="Arial" panose="020B0604020202020204"/>
                <a:ea typeface="Arial" panose="020B0604020202020204"/>
                <a:cs typeface="Arial" panose="020B0604020202020204"/>
              </a:defRPr>
            </a:pPr>
            <a:r>
              <a:rPr sz="1275" b="0">
                <a:solidFill>
                  <a:srgbClr val="242424"/>
                </a:solidFill>
                <a:latin typeface="Arial" panose="020B0604020202020204"/>
                <a:ea typeface="Arial" panose="020B0604020202020204"/>
                <a:cs typeface="Arial" panose="020B0604020202020204"/>
              </a:rPr>
              <a:t>环境准备 / 需求提取</a:t>
            </a:r>
          </a:p>
        </p:txBody>
      </p:sp>
      <p:sp>
        <p:nvSpPr>
          <p:cNvPr id="42" name="object_261"/>
          <p:cNvSpPr>
            <a:spLocks noGrp="1"/>
          </p:cNvSpPr>
          <p:nvPr/>
        </p:nvSpPr>
        <p:spPr>
          <a:xfrm>
            <a:off x="733425" y="3048000"/>
            <a:ext cx="1257300" cy="428625"/>
          </a:xfrm>
          <a:prstGeom prst="rect">
            <a:avLst/>
          </a:prstGeom>
          <a:solidFill>
            <a:srgbClr val="FFFFFF"/>
          </a:solidFill>
          <a:ln w="17145">
            <a:solidFill>
              <a:srgbClr val="D7000F"/>
            </a:solidFill>
          </a:ln>
        </p:spPr>
      </p:sp>
      <p:sp>
        <p:nvSpPr>
          <p:cNvPr id="43" name="text_263_Code-Gen"/>
          <p:cNvSpPr>
            <a:spLocks noGrp="1"/>
          </p:cNvSpPr>
          <p:nvPr/>
        </p:nvSpPr>
        <p:spPr>
          <a:xfrm>
            <a:off x="800100" y="3095625"/>
            <a:ext cx="1123950" cy="33337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Code-Gen</a:t>
            </a:r>
          </a:p>
        </p:txBody>
      </p:sp>
      <p:sp>
        <p:nvSpPr>
          <p:cNvPr id="44" name="object_264"/>
          <p:cNvSpPr>
            <a:spLocks noGrp="1"/>
          </p:cNvSpPr>
          <p:nvPr/>
        </p:nvSpPr>
        <p:spPr>
          <a:xfrm>
            <a:off x="733425" y="3562350"/>
            <a:ext cx="1257300" cy="638175"/>
          </a:xfrm>
          <a:prstGeom prst="rect">
            <a:avLst/>
          </a:prstGeom>
          <a:solidFill>
            <a:srgbClr val="F2F2F2"/>
          </a:solidFill>
          <a:ln w="9525">
            <a:noFill/>
          </a:ln>
        </p:spPr>
      </p:sp>
      <p:sp>
        <p:nvSpPr>
          <p:cNvPr id="45" name="text_266_primitive / rules"/>
          <p:cNvSpPr>
            <a:spLocks noGrp="1"/>
          </p:cNvSpPr>
          <p:nvPr/>
        </p:nvSpPr>
        <p:spPr>
          <a:xfrm>
            <a:off x="771525" y="3609975"/>
            <a:ext cx="1181100" cy="247650"/>
          </a:xfrm>
          <a:prstGeom prst="rect">
            <a:avLst/>
          </a:prstGeom>
          <a:noFill/>
          <a:ln w="9525">
            <a:noFill/>
          </a:ln>
        </p:spPr>
        <p:txBody>
          <a:bodyPr wrap="none" lIns="0" tIns="0" rIns="0" bIns="0" anchor="ctr">
            <a:noAutofit/>
          </a:bodyPr>
          <a:lstStyle/>
          <a:p>
            <a:pPr algn="ctr">
              <a:defRPr sz="1090" b="0">
                <a:solidFill>
                  <a:srgbClr val="242424"/>
                </a:solidFill>
                <a:latin typeface="Arial" panose="020B0604020202020204"/>
                <a:ea typeface="Arial" panose="020B0604020202020204"/>
                <a:cs typeface="Arial" panose="020B0604020202020204"/>
              </a:defRPr>
            </a:pPr>
            <a:r>
              <a:rPr sz="1090" b="0">
                <a:solidFill>
                  <a:srgbClr val="242424"/>
                </a:solidFill>
                <a:latin typeface="Arial" panose="020B0604020202020204"/>
                <a:ea typeface="Arial" panose="020B0604020202020204"/>
                <a:cs typeface="Arial" panose="020B0604020202020204"/>
              </a:rPr>
              <a:t>primitive / rules</a:t>
            </a:r>
          </a:p>
        </p:txBody>
      </p:sp>
      <p:sp>
        <p:nvSpPr>
          <p:cNvPr id="46" name="text_268_hardware / profiler"/>
          <p:cNvSpPr>
            <a:spLocks noGrp="1"/>
          </p:cNvSpPr>
          <p:nvPr/>
        </p:nvSpPr>
        <p:spPr>
          <a:xfrm>
            <a:off x="771525" y="3857625"/>
            <a:ext cx="1181100" cy="247650"/>
          </a:xfrm>
          <a:prstGeom prst="rect">
            <a:avLst/>
          </a:prstGeom>
          <a:noFill/>
          <a:ln w="9525">
            <a:noFill/>
          </a:ln>
        </p:spPr>
        <p:txBody>
          <a:bodyPr wrap="none" lIns="0" tIns="0" rIns="0" bIns="0" anchor="ctr">
            <a:noAutofit/>
          </a:bodyPr>
          <a:lstStyle/>
          <a:p>
            <a:pPr algn="ctr">
              <a:defRPr sz="1090" b="0">
                <a:solidFill>
                  <a:srgbClr val="242424"/>
                </a:solidFill>
                <a:latin typeface="Arial" panose="020B0604020202020204"/>
                <a:ea typeface="Arial" panose="020B0604020202020204"/>
                <a:cs typeface="Arial" panose="020B0604020202020204"/>
              </a:defRPr>
            </a:pPr>
            <a:r>
              <a:rPr sz="1090" b="0">
                <a:solidFill>
                  <a:srgbClr val="242424"/>
                </a:solidFill>
                <a:latin typeface="Arial" panose="020B0604020202020204"/>
                <a:ea typeface="Arial" panose="020B0604020202020204"/>
                <a:cs typeface="Arial" panose="020B0604020202020204"/>
              </a:rPr>
              <a:t>hardware / profiler</a:t>
            </a:r>
          </a:p>
        </p:txBody>
      </p:sp>
      <p:sp>
        <p:nvSpPr>
          <p:cNvPr id="48" name="object_270"/>
          <p:cNvSpPr>
            <a:spLocks noGrp="1"/>
          </p:cNvSpPr>
          <p:nvPr/>
        </p:nvSpPr>
        <p:spPr>
          <a:xfrm>
            <a:off x="2066925" y="3048000"/>
            <a:ext cx="1257300" cy="428625"/>
          </a:xfrm>
          <a:prstGeom prst="rect">
            <a:avLst/>
          </a:prstGeom>
          <a:solidFill>
            <a:srgbClr val="FFFFFF"/>
          </a:solidFill>
          <a:ln w="17145">
            <a:solidFill>
              <a:srgbClr val="D7000F"/>
            </a:solidFill>
          </a:ln>
        </p:spPr>
      </p:sp>
      <p:sp>
        <p:nvSpPr>
          <p:cNvPr id="49" name="text_272_Review"/>
          <p:cNvSpPr>
            <a:spLocks noGrp="1"/>
          </p:cNvSpPr>
          <p:nvPr/>
        </p:nvSpPr>
        <p:spPr>
          <a:xfrm>
            <a:off x="2133600" y="3095625"/>
            <a:ext cx="1123950" cy="33337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Review</a:t>
            </a:r>
          </a:p>
        </p:txBody>
      </p:sp>
      <p:sp>
        <p:nvSpPr>
          <p:cNvPr id="50" name="object_273"/>
          <p:cNvSpPr>
            <a:spLocks noGrp="1"/>
          </p:cNvSpPr>
          <p:nvPr/>
        </p:nvSpPr>
        <p:spPr>
          <a:xfrm>
            <a:off x="2066925" y="3562350"/>
            <a:ext cx="1257300" cy="638175"/>
          </a:xfrm>
          <a:prstGeom prst="rect">
            <a:avLst/>
          </a:prstGeom>
          <a:solidFill>
            <a:srgbClr val="F2F2F2"/>
          </a:solidFill>
          <a:ln w="9525">
            <a:noFill/>
          </a:ln>
        </p:spPr>
      </p:sp>
      <p:sp>
        <p:nvSpPr>
          <p:cNvPr id="51" name="text_275_primitive / rules"/>
          <p:cNvSpPr>
            <a:spLocks noGrp="1"/>
          </p:cNvSpPr>
          <p:nvPr/>
        </p:nvSpPr>
        <p:spPr>
          <a:xfrm>
            <a:off x="2105025" y="3609975"/>
            <a:ext cx="1181100" cy="247650"/>
          </a:xfrm>
          <a:prstGeom prst="rect">
            <a:avLst/>
          </a:prstGeom>
          <a:noFill/>
          <a:ln w="9525">
            <a:noFill/>
          </a:ln>
        </p:spPr>
        <p:txBody>
          <a:bodyPr wrap="none" lIns="0" tIns="0" rIns="0" bIns="0" anchor="ctr">
            <a:noAutofit/>
          </a:bodyPr>
          <a:lstStyle/>
          <a:p>
            <a:pPr algn="ctr">
              <a:defRPr sz="1090" b="0">
                <a:solidFill>
                  <a:srgbClr val="242424"/>
                </a:solidFill>
                <a:latin typeface="Arial" panose="020B0604020202020204"/>
                <a:ea typeface="Arial" panose="020B0604020202020204"/>
                <a:cs typeface="Arial" panose="020B0604020202020204"/>
              </a:defRPr>
            </a:pPr>
            <a:r>
              <a:rPr sz="1090" b="0">
                <a:solidFill>
                  <a:srgbClr val="242424"/>
                </a:solidFill>
                <a:latin typeface="Arial" panose="020B0604020202020204"/>
                <a:ea typeface="Arial" panose="020B0604020202020204"/>
                <a:cs typeface="Arial" panose="020B0604020202020204"/>
              </a:rPr>
              <a:t>primitive / rules</a:t>
            </a:r>
          </a:p>
        </p:txBody>
      </p:sp>
      <p:sp>
        <p:nvSpPr>
          <p:cNvPr id="52" name="text_277_hardware / profiler"/>
          <p:cNvSpPr>
            <a:spLocks noGrp="1"/>
          </p:cNvSpPr>
          <p:nvPr/>
        </p:nvSpPr>
        <p:spPr>
          <a:xfrm>
            <a:off x="2105025" y="3857625"/>
            <a:ext cx="1181100" cy="247650"/>
          </a:xfrm>
          <a:prstGeom prst="rect">
            <a:avLst/>
          </a:prstGeom>
          <a:noFill/>
          <a:ln w="9525">
            <a:noFill/>
          </a:ln>
        </p:spPr>
        <p:txBody>
          <a:bodyPr wrap="none" lIns="0" tIns="0" rIns="0" bIns="0" anchor="ctr">
            <a:noAutofit/>
          </a:bodyPr>
          <a:lstStyle/>
          <a:p>
            <a:pPr algn="ctr">
              <a:defRPr sz="1090" b="0">
                <a:solidFill>
                  <a:srgbClr val="242424"/>
                </a:solidFill>
                <a:latin typeface="Arial" panose="020B0604020202020204"/>
                <a:ea typeface="Arial" panose="020B0604020202020204"/>
                <a:cs typeface="Arial" panose="020B0604020202020204"/>
              </a:defRPr>
            </a:pPr>
            <a:r>
              <a:rPr sz="1090" b="0">
                <a:solidFill>
                  <a:srgbClr val="242424"/>
                </a:solidFill>
                <a:latin typeface="Arial" panose="020B0604020202020204"/>
                <a:ea typeface="Arial" panose="020B0604020202020204"/>
                <a:cs typeface="Arial" panose="020B0604020202020204"/>
              </a:rPr>
              <a:t>hardware / profiler</a:t>
            </a:r>
          </a:p>
        </p:txBody>
      </p:sp>
      <p:sp>
        <p:nvSpPr>
          <p:cNvPr id="54" name="object_279"/>
          <p:cNvSpPr>
            <a:spLocks noGrp="1"/>
          </p:cNvSpPr>
          <p:nvPr/>
        </p:nvSpPr>
        <p:spPr>
          <a:xfrm>
            <a:off x="3400425" y="3048000"/>
            <a:ext cx="1257300" cy="428625"/>
          </a:xfrm>
          <a:prstGeom prst="rect">
            <a:avLst/>
          </a:prstGeom>
          <a:solidFill>
            <a:srgbClr val="FFFFFF"/>
          </a:solidFill>
          <a:ln w="17145">
            <a:solidFill>
              <a:srgbClr val="D7000F"/>
            </a:solidFill>
          </a:ln>
        </p:spPr>
      </p:sp>
      <p:sp>
        <p:nvSpPr>
          <p:cNvPr id="55" name="text_281_Optimize"/>
          <p:cNvSpPr>
            <a:spLocks noGrp="1"/>
          </p:cNvSpPr>
          <p:nvPr/>
        </p:nvSpPr>
        <p:spPr>
          <a:xfrm>
            <a:off x="3467100" y="3095625"/>
            <a:ext cx="1123950" cy="33337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Optimize</a:t>
            </a:r>
          </a:p>
        </p:txBody>
      </p:sp>
      <p:sp>
        <p:nvSpPr>
          <p:cNvPr id="56" name="object_282"/>
          <p:cNvSpPr>
            <a:spLocks noGrp="1"/>
          </p:cNvSpPr>
          <p:nvPr/>
        </p:nvSpPr>
        <p:spPr>
          <a:xfrm>
            <a:off x="3400425" y="3562350"/>
            <a:ext cx="1257300" cy="638175"/>
          </a:xfrm>
          <a:prstGeom prst="rect">
            <a:avLst/>
          </a:prstGeom>
          <a:solidFill>
            <a:srgbClr val="F2F2F2"/>
          </a:solidFill>
          <a:ln w="9525">
            <a:noFill/>
          </a:ln>
        </p:spPr>
      </p:sp>
      <p:sp>
        <p:nvSpPr>
          <p:cNvPr id="57" name="text_284_primitive / rules"/>
          <p:cNvSpPr>
            <a:spLocks noGrp="1"/>
          </p:cNvSpPr>
          <p:nvPr/>
        </p:nvSpPr>
        <p:spPr>
          <a:xfrm>
            <a:off x="3438525" y="3609975"/>
            <a:ext cx="1181100" cy="247650"/>
          </a:xfrm>
          <a:prstGeom prst="rect">
            <a:avLst/>
          </a:prstGeom>
          <a:noFill/>
          <a:ln w="9525">
            <a:noFill/>
          </a:ln>
        </p:spPr>
        <p:txBody>
          <a:bodyPr wrap="none" lIns="0" tIns="0" rIns="0" bIns="0" anchor="ctr">
            <a:noAutofit/>
          </a:bodyPr>
          <a:lstStyle/>
          <a:p>
            <a:pPr algn="ctr">
              <a:defRPr sz="1090" b="0">
                <a:solidFill>
                  <a:srgbClr val="242424"/>
                </a:solidFill>
                <a:latin typeface="Arial" panose="020B0604020202020204"/>
                <a:ea typeface="Arial" panose="020B0604020202020204"/>
                <a:cs typeface="Arial" panose="020B0604020202020204"/>
              </a:defRPr>
            </a:pPr>
            <a:r>
              <a:rPr sz="1090" b="0">
                <a:solidFill>
                  <a:srgbClr val="242424"/>
                </a:solidFill>
                <a:latin typeface="Arial" panose="020B0604020202020204"/>
                <a:ea typeface="Arial" panose="020B0604020202020204"/>
                <a:cs typeface="Arial" panose="020B0604020202020204"/>
              </a:rPr>
              <a:t>primitive / rules</a:t>
            </a:r>
          </a:p>
        </p:txBody>
      </p:sp>
      <p:sp>
        <p:nvSpPr>
          <p:cNvPr id="58" name="text_286_hardware / profiler"/>
          <p:cNvSpPr>
            <a:spLocks noGrp="1"/>
          </p:cNvSpPr>
          <p:nvPr/>
        </p:nvSpPr>
        <p:spPr>
          <a:xfrm>
            <a:off x="3438525" y="3857625"/>
            <a:ext cx="1181100" cy="247650"/>
          </a:xfrm>
          <a:prstGeom prst="rect">
            <a:avLst/>
          </a:prstGeom>
          <a:noFill/>
          <a:ln w="9525">
            <a:noFill/>
          </a:ln>
        </p:spPr>
        <p:txBody>
          <a:bodyPr wrap="none" lIns="0" tIns="0" rIns="0" bIns="0" anchor="ctr">
            <a:noAutofit/>
          </a:bodyPr>
          <a:lstStyle/>
          <a:p>
            <a:pPr algn="ctr">
              <a:defRPr sz="1090" b="0">
                <a:solidFill>
                  <a:srgbClr val="242424"/>
                </a:solidFill>
                <a:latin typeface="Arial" panose="020B0604020202020204"/>
                <a:ea typeface="Arial" panose="020B0604020202020204"/>
                <a:cs typeface="Arial" panose="020B0604020202020204"/>
              </a:defRPr>
            </a:pPr>
            <a:r>
              <a:rPr sz="1090" b="0">
                <a:solidFill>
                  <a:srgbClr val="242424"/>
                </a:solidFill>
                <a:latin typeface="Arial" panose="020B0604020202020204"/>
                <a:ea typeface="Arial" panose="020B0604020202020204"/>
                <a:cs typeface="Arial" panose="020B0604020202020204"/>
              </a:rPr>
              <a:t>hardware / profiler</a:t>
            </a:r>
          </a:p>
        </p:txBody>
      </p:sp>
      <p:sp>
        <p:nvSpPr>
          <p:cNvPr id="62" name="text_291_Reference 重复，20+ 平台规则文件分"/>
          <p:cNvSpPr>
            <a:spLocks noGrp="1"/>
          </p:cNvSpPr>
          <p:nvPr/>
        </p:nvSpPr>
        <p:spPr>
          <a:xfrm>
            <a:off x="742950" y="4286250"/>
            <a:ext cx="4010025" cy="266700"/>
          </a:xfrm>
          <a:prstGeom prst="rect">
            <a:avLst/>
          </a:prstGeom>
          <a:noFill/>
          <a:ln w="9525">
            <a:noFill/>
          </a:ln>
        </p:spPr>
        <p:txBody>
          <a:bodyPr wrap="none" lIns="0" tIns="0" rIns="0" bIns="0" anchor="ctr">
            <a:noAutofit/>
          </a:bodyPr>
          <a:lstStyle/>
          <a:p>
            <a:pPr algn="l">
              <a:defRPr sz="1425" b="1">
                <a:solidFill>
                  <a:srgbClr val="D7000F"/>
                </a:solidFill>
                <a:latin typeface="Arial" panose="020B0604020202020204"/>
                <a:ea typeface="Arial" panose="020B0604020202020204"/>
                <a:cs typeface="Arial" panose="020B0604020202020204"/>
              </a:defRPr>
            </a:pPr>
            <a:r>
              <a:rPr lang="zh-CN" altLang="en-US" sz="1425" b="1" dirty="0" smtClean="0">
                <a:solidFill>
                  <a:srgbClr val="D7000F"/>
                </a:solidFill>
                <a:latin typeface="Arial" panose="020B0604020202020204"/>
                <a:ea typeface="Arial" panose="020B0604020202020204"/>
                <a:cs typeface="Arial" panose="020B0604020202020204"/>
              </a:rPr>
              <a:t>平台资料与流程混合</a:t>
            </a:r>
            <a:r>
              <a:rPr sz="1425" b="1" dirty="0" smtClean="0">
                <a:solidFill>
                  <a:srgbClr val="D7000F"/>
                </a:solidFill>
                <a:latin typeface="Arial" panose="020B0604020202020204"/>
                <a:ea typeface="Arial" panose="020B0604020202020204"/>
                <a:cs typeface="Arial" panose="020B0604020202020204"/>
              </a:rPr>
              <a:t>，20</a:t>
            </a:r>
            <a:r>
              <a:rPr sz="1425" b="1" dirty="0">
                <a:solidFill>
                  <a:srgbClr val="D7000F"/>
                </a:solidFill>
                <a:latin typeface="Arial" panose="020B0604020202020204"/>
                <a:ea typeface="Arial" panose="020B0604020202020204"/>
                <a:cs typeface="Arial" panose="020B0604020202020204"/>
              </a:rPr>
              <a:t>+ </a:t>
            </a:r>
            <a:r>
              <a:rPr sz="1425" b="1" dirty="0" err="1" smtClean="0">
                <a:solidFill>
                  <a:srgbClr val="D7000F"/>
                </a:solidFill>
                <a:latin typeface="Arial" panose="020B0604020202020204"/>
                <a:ea typeface="Arial" panose="020B0604020202020204"/>
                <a:cs typeface="Arial" panose="020B0604020202020204"/>
              </a:rPr>
              <a:t>平台规则文件分散</a:t>
            </a:r>
            <a:r>
              <a:rPr lang="zh-CN" altLang="en-US" sz="1425" b="1" dirty="0" smtClean="0">
                <a:solidFill>
                  <a:srgbClr val="D7000F"/>
                </a:solidFill>
                <a:latin typeface="Arial" panose="020B0604020202020204"/>
                <a:ea typeface="Arial" panose="020B0604020202020204"/>
                <a:cs typeface="Arial" panose="020B0604020202020204"/>
              </a:rPr>
              <a:t>重复</a:t>
            </a:r>
            <a:endParaRPr sz="1425" b="1" dirty="0">
              <a:solidFill>
                <a:srgbClr val="D7000F"/>
              </a:solidFill>
              <a:latin typeface="Arial" panose="020B0604020202020204"/>
              <a:ea typeface="Arial" panose="020B0604020202020204"/>
              <a:cs typeface="Arial" panose="020B0604020202020204"/>
            </a:endParaRPr>
          </a:p>
        </p:txBody>
      </p:sp>
      <p:sp>
        <p:nvSpPr>
          <p:cNvPr id="63" name="object_292"/>
          <p:cNvSpPr>
            <a:spLocks noGrp="1"/>
          </p:cNvSpPr>
          <p:nvPr/>
        </p:nvSpPr>
        <p:spPr>
          <a:xfrm>
            <a:off x="6800850" y="1533525"/>
            <a:ext cx="3105150" cy="485775"/>
          </a:xfrm>
          <a:prstGeom prst="rect">
            <a:avLst/>
          </a:prstGeom>
          <a:solidFill>
            <a:srgbClr val="FFFFFF"/>
          </a:solidFill>
          <a:ln w="17145">
            <a:solidFill>
              <a:srgbClr val="D7000F"/>
            </a:solidFill>
          </a:ln>
        </p:spPr>
      </p:sp>
      <p:sp>
        <p:nvSpPr>
          <p:cNvPr id="64" name="text_294_用户任务 / 需求"/>
          <p:cNvSpPr>
            <a:spLocks noGrp="1"/>
          </p:cNvSpPr>
          <p:nvPr/>
        </p:nvSpPr>
        <p:spPr>
          <a:xfrm>
            <a:off x="6867525" y="1581150"/>
            <a:ext cx="2971800" cy="390525"/>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575" b="1">
                <a:solidFill>
                  <a:srgbClr val="000000"/>
                </a:solidFill>
                <a:latin typeface="Arial" panose="020B0604020202020204"/>
                <a:ea typeface="Arial" panose="020B0604020202020204"/>
                <a:cs typeface="Arial" panose="020B0604020202020204"/>
              </a:rPr>
              <a:t>用户任务 / 需求</a:t>
            </a:r>
          </a:p>
        </p:txBody>
      </p:sp>
      <p:sp>
        <p:nvSpPr>
          <p:cNvPr id="65" name="connector_295"/>
          <p:cNvSpPr>
            <a:spLocks noGrp="1"/>
          </p:cNvSpPr>
          <p:nvPr/>
        </p:nvSpPr>
        <p:spPr>
          <a:xfrm>
            <a:off x="8343900" y="2038350"/>
            <a:ext cx="19050" cy="171450"/>
          </a:xfrm>
          <a:custGeom>
            <a:avLst/>
            <a:gdLst/>
            <a:ahLst/>
            <a:cxnLst/>
            <a:rect l="0" t="0" r="0" b="0"/>
            <a:pathLst>
              <a:path w="19050" h="171450">
                <a:moveTo>
                  <a:pt x="9525" y="9525"/>
                </a:moveTo>
                <a:lnTo>
                  <a:pt x="9525" y="161925"/>
                </a:lnTo>
              </a:path>
            </a:pathLst>
          </a:custGeom>
          <a:noFill/>
          <a:ln w="19050">
            <a:solidFill>
              <a:srgbClr val="D7000F"/>
            </a:solidFill>
          </a:ln>
        </p:spPr>
      </p:sp>
      <p:sp>
        <p:nvSpPr>
          <p:cNvPr id="66" name="connector_296"/>
          <p:cNvSpPr>
            <a:spLocks noGrp="1"/>
          </p:cNvSpPr>
          <p:nvPr/>
        </p:nvSpPr>
        <p:spPr>
          <a:xfrm>
            <a:off x="8311934" y="21322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67" name="object_297"/>
          <p:cNvSpPr>
            <a:spLocks noGrp="1"/>
          </p:cNvSpPr>
          <p:nvPr/>
        </p:nvSpPr>
        <p:spPr>
          <a:xfrm>
            <a:off x="5267325" y="2257425"/>
            <a:ext cx="6219825" cy="800100"/>
          </a:xfrm>
          <a:prstGeom prst="rect">
            <a:avLst/>
          </a:prstGeom>
          <a:solidFill>
            <a:srgbClr val="FFFFFF"/>
          </a:solidFill>
          <a:ln w="19050">
            <a:solidFill>
              <a:srgbClr val="D7000F"/>
            </a:solidFill>
          </a:ln>
        </p:spPr>
      </p:sp>
      <p:sp>
        <p:nvSpPr>
          <p:cNvPr id="68" name="text_299_Skill Workflow"/>
          <p:cNvSpPr>
            <a:spLocks noGrp="1"/>
          </p:cNvSpPr>
          <p:nvPr/>
        </p:nvSpPr>
        <p:spPr>
          <a:xfrm>
            <a:off x="5381625" y="2295525"/>
            <a:ext cx="5962650" cy="257175"/>
          </a:xfrm>
          <a:prstGeom prst="rect">
            <a:avLst/>
          </a:prstGeom>
          <a:noFill/>
          <a:ln w="9525">
            <a:noFill/>
          </a:ln>
        </p:spPr>
        <p:txBody>
          <a:bodyPr wrap="none" lIns="0" tIns="0" rIns="0" bIns="0" anchor="ctr">
            <a:noAutofit/>
          </a:bodyPr>
          <a:lstStyle/>
          <a:p>
            <a:pPr algn="ctr">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Skill Workflow</a:t>
            </a:r>
          </a:p>
        </p:txBody>
      </p:sp>
      <p:sp>
        <p:nvSpPr>
          <p:cNvPr id="69" name="text_301_Main"/>
          <p:cNvSpPr>
            <a:spLocks noGrp="1"/>
          </p:cNvSpPr>
          <p:nvPr/>
        </p:nvSpPr>
        <p:spPr>
          <a:xfrm>
            <a:off x="5400675" y="2628900"/>
            <a:ext cx="1409700" cy="323850"/>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575" b="1">
                <a:solidFill>
                  <a:srgbClr val="000000"/>
                </a:solidFill>
                <a:latin typeface="Arial" panose="020B0604020202020204"/>
                <a:ea typeface="Arial" panose="020B0604020202020204"/>
                <a:cs typeface="Arial" panose="020B0604020202020204"/>
              </a:rPr>
              <a:t>Main</a:t>
            </a:r>
          </a:p>
        </p:txBody>
      </p:sp>
      <p:sp>
        <p:nvSpPr>
          <p:cNvPr id="70" name="connector_302"/>
          <p:cNvSpPr>
            <a:spLocks noGrp="1"/>
          </p:cNvSpPr>
          <p:nvPr/>
        </p:nvSpPr>
        <p:spPr>
          <a:xfrm>
            <a:off x="6724650" y="2790825"/>
            <a:ext cx="161925" cy="19050"/>
          </a:xfrm>
          <a:custGeom>
            <a:avLst/>
            <a:gdLst/>
            <a:ahLst/>
            <a:cxnLst/>
            <a:rect l="0" t="0" r="0" b="0"/>
            <a:pathLst>
              <a:path w="161925" h="19050">
                <a:moveTo>
                  <a:pt x="9525" y="9525"/>
                </a:moveTo>
                <a:lnTo>
                  <a:pt x="152400" y="9525"/>
                </a:lnTo>
              </a:path>
            </a:pathLst>
          </a:custGeom>
          <a:noFill/>
          <a:ln w="19050">
            <a:solidFill>
              <a:srgbClr val="D7000F"/>
            </a:solidFill>
          </a:ln>
        </p:spPr>
      </p:sp>
      <p:sp>
        <p:nvSpPr>
          <p:cNvPr id="71" name="connector_303"/>
          <p:cNvSpPr>
            <a:spLocks noGrp="1"/>
          </p:cNvSpPr>
          <p:nvPr/>
        </p:nvSpPr>
        <p:spPr>
          <a:xfrm>
            <a:off x="6809012" y="27588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72" name="text_305_Code-Gen"/>
          <p:cNvSpPr>
            <a:spLocks noGrp="1"/>
          </p:cNvSpPr>
          <p:nvPr/>
        </p:nvSpPr>
        <p:spPr>
          <a:xfrm>
            <a:off x="6915150" y="2628900"/>
            <a:ext cx="1409700" cy="323850"/>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575" b="1">
                <a:solidFill>
                  <a:srgbClr val="000000"/>
                </a:solidFill>
                <a:latin typeface="Arial" panose="020B0604020202020204"/>
                <a:ea typeface="Arial" panose="020B0604020202020204"/>
                <a:cs typeface="Arial" panose="020B0604020202020204"/>
              </a:rPr>
              <a:t>Code-Gen</a:t>
            </a:r>
          </a:p>
        </p:txBody>
      </p:sp>
      <p:sp>
        <p:nvSpPr>
          <p:cNvPr id="73" name="connector_306"/>
          <p:cNvSpPr>
            <a:spLocks noGrp="1"/>
          </p:cNvSpPr>
          <p:nvPr/>
        </p:nvSpPr>
        <p:spPr>
          <a:xfrm>
            <a:off x="8239125" y="2790825"/>
            <a:ext cx="161925" cy="19050"/>
          </a:xfrm>
          <a:custGeom>
            <a:avLst/>
            <a:gdLst/>
            <a:ahLst/>
            <a:cxnLst/>
            <a:rect l="0" t="0" r="0" b="0"/>
            <a:pathLst>
              <a:path w="161925" h="19050">
                <a:moveTo>
                  <a:pt x="9525" y="9525"/>
                </a:moveTo>
                <a:lnTo>
                  <a:pt x="152400" y="9525"/>
                </a:lnTo>
              </a:path>
            </a:pathLst>
          </a:custGeom>
          <a:noFill/>
          <a:ln w="19050">
            <a:solidFill>
              <a:srgbClr val="D7000F"/>
            </a:solidFill>
          </a:ln>
        </p:spPr>
      </p:sp>
      <p:sp>
        <p:nvSpPr>
          <p:cNvPr id="74" name="connector_307"/>
          <p:cNvSpPr>
            <a:spLocks noGrp="1"/>
          </p:cNvSpPr>
          <p:nvPr/>
        </p:nvSpPr>
        <p:spPr>
          <a:xfrm>
            <a:off x="8323487" y="27588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75" name="text_309_Verify"/>
          <p:cNvSpPr>
            <a:spLocks noGrp="1"/>
          </p:cNvSpPr>
          <p:nvPr/>
        </p:nvSpPr>
        <p:spPr>
          <a:xfrm>
            <a:off x="8429625" y="2628900"/>
            <a:ext cx="1409700" cy="323850"/>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575" b="1">
                <a:solidFill>
                  <a:srgbClr val="000000"/>
                </a:solidFill>
                <a:latin typeface="Arial" panose="020B0604020202020204"/>
                <a:ea typeface="Arial" panose="020B0604020202020204"/>
                <a:cs typeface="Arial" panose="020B0604020202020204"/>
              </a:rPr>
              <a:t>Verify</a:t>
            </a:r>
          </a:p>
        </p:txBody>
      </p:sp>
      <p:sp>
        <p:nvSpPr>
          <p:cNvPr id="76" name="connector_310"/>
          <p:cNvSpPr>
            <a:spLocks noGrp="1"/>
          </p:cNvSpPr>
          <p:nvPr/>
        </p:nvSpPr>
        <p:spPr>
          <a:xfrm>
            <a:off x="9753600" y="2790825"/>
            <a:ext cx="161925" cy="19050"/>
          </a:xfrm>
          <a:custGeom>
            <a:avLst/>
            <a:gdLst/>
            <a:ahLst/>
            <a:cxnLst/>
            <a:rect l="0" t="0" r="0" b="0"/>
            <a:pathLst>
              <a:path w="161925" h="19050">
                <a:moveTo>
                  <a:pt x="9525" y="9525"/>
                </a:moveTo>
                <a:lnTo>
                  <a:pt x="152400" y="9525"/>
                </a:lnTo>
              </a:path>
            </a:pathLst>
          </a:custGeom>
          <a:noFill/>
          <a:ln w="19050">
            <a:solidFill>
              <a:srgbClr val="D7000F"/>
            </a:solidFill>
          </a:ln>
        </p:spPr>
      </p:sp>
      <p:sp>
        <p:nvSpPr>
          <p:cNvPr id="77" name="connector_311"/>
          <p:cNvSpPr>
            <a:spLocks noGrp="1"/>
          </p:cNvSpPr>
          <p:nvPr/>
        </p:nvSpPr>
        <p:spPr>
          <a:xfrm>
            <a:off x="9837962" y="27588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78" name="text_313_Optimize"/>
          <p:cNvSpPr>
            <a:spLocks noGrp="1"/>
          </p:cNvSpPr>
          <p:nvPr/>
        </p:nvSpPr>
        <p:spPr>
          <a:xfrm>
            <a:off x="9944100" y="2628900"/>
            <a:ext cx="1409700" cy="323850"/>
          </a:xfrm>
          <a:prstGeom prst="rect">
            <a:avLst/>
          </a:prstGeom>
          <a:noFill/>
          <a:ln w="9525">
            <a:noFill/>
          </a:ln>
        </p:spPr>
        <p:txBody>
          <a:bodyPr wrap="none" lIns="0" tIns="0" rIns="0" bIns="0" anchor="ctr">
            <a:noAutofit/>
          </a:bodyPr>
          <a:lstStyle/>
          <a:p>
            <a:pPr algn="ctr">
              <a:defRPr sz="1575" b="1">
                <a:solidFill>
                  <a:srgbClr val="000000"/>
                </a:solidFill>
                <a:latin typeface="Arial" panose="020B0604020202020204"/>
                <a:ea typeface="Arial" panose="020B0604020202020204"/>
                <a:cs typeface="Arial" panose="020B0604020202020204"/>
              </a:defRPr>
            </a:pPr>
            <a:r>
              <a:rPr sz="1575" b="1">
                <a:solidFill>
                  <a:srgbClr val="000000"/>
                </a:solidFill>
                <a:latin typeface="Arial" panose="020B0604020202020204"/>
                <a:ea typeface="Arial" panose="020B0604020202020204"/>
                <a:cs typeface="Arial" panose="020B0604020202020204"/>
              </a:rPr>
              <a:t>Optimize</a:t>
            </a:r>
          </a:p>
        </p:txBody>
      </p:sp>
      <p:sp>
        <p:nvSpPr>
          <p:cNvPr id="79" name="connector_314"/>
          <p:cNvSpPr>
            <a:spLocks noGrp="1"/>
          </p:cNvSpPr>
          <p:nvPr/>
        </p:nvSpPr>
        <p:spPr>
          <a:xfrm>
            <a:off x="8343900" y="3086100"/>
            <a:ext cx="19050" cy="161925"/>
          </a:xfrm>
          <a:custGeom>
            <a:avLst/>
            <a:gdLst/>
            <a:ahLst/>
            <a:cxnLst/>
            <a:rect l="0" t="0" r="0" b="0"/>
            <a:pathLst>
              <a:path w="19050" h="161925">
                <a:moveTo>
                  <a:pt x="9525" y="9525"/>
                </a:moveTo>
                <a:lnTo>
                  <a:pt x="9525" y="152400"/>
                </a:lnTo>
              </a:path>
            </a:pathLst>
          </a:custGeom>
          <a:noFill/>
          <a:ln w="19050">
            <a:solidFill>
              <a:srgbClr val="D7000F"/>
            </a:solidFill>
          </a:ln>
        </p:spPr>
      </p:sp>
      <p:sp>
        <p:nvSpPr>
          <p:cNvPr id="80" name="connector_315"/>
          <p:cNvSpPr>
            <a:spLocks noGrp="1"/>
          </p:cNvSpPr>
          <p:nvPr/>
        </p:nvSpPr>
        <p:spPr>
          <a:xfrm>
            <a:off x="8311934" y="31704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81" name="object_316"/>
          <p:cNvSpPr>
            <a:spLocks noGrp="1"/>
          </p:cNvSpPr>
          <p:nvPr/>
        </p:nvSpPr>
        <p:spPr>
          <a:xfrm>
            <a:off x="5267325" y="3295650"/>
            <a:ext cx="6219825" cy="933450"/>
          </a:xfrm>
          <a:prstGeom prst="rect">
            <a:avLst/>
          </a:prstGeom>
          <a:solidFill>
            <a:srgbClr val="F2F2F2"/>
          </a:solidFill>
          <a:ln w="19050">
            <a:solidFill>
              <a:srgbClr val="D7000F"/>
            </a:solidFill>
          </a:ln>
        </p:spPr>
      </p:sp>
      <p:sp>
        <p:nvSpPr>
          <p:cNvPr id="82" name="text_318_shared/mlu（Shared Layer）"/>
          <p:cNvSpPr>
            <a:spLocks noGrp="1"/>
          </p:cNvSpPr>
          <p:nvPr/>
        </p:nvSpPr>
        <p:spPr>
          <a:xfrm>
            <a:off x="5381625" y="3343275"/>
            <a:ext cx="5962650" cy="285750"/>
          </a:xfrm>
          <a:prstGeom prst="rect">
            <a:avLst/>
          </a:prstGeom>
          <a:noFill/>
          <a:ln w="9525">
            <a:noFill/>
          </a:ln>
        </p:spPr>
        <p:txBody>
          <a:bodyPr wrap="none" lIns="0" tIns="0" rIns="0" bIns="0" anchor="ctr">
            <a:noAutofit/>
          </a:bodyPr>
          <a:lstStyle/>
          <a:p>
            <a:pPr algn="ctr">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shared/mlu（Shared Layer）</a:t>
            </a:r>
          </a:p>
        </p:txBody>
      </p:sp>
      <p:sp>
        <p:nvSpPr>
          <p:cNvPr id="83" name="text_320_primitives.md    platfor"/>
          <p:cNvSpPr>
            <a:spLocks noGrp="1"/>
          </p:cNvSpPr>
          <p:nvPr/>
        </p:nvSpPr>
        <p:spPr>
          <a:xfrm>
            <a:off x="5400675" y="3676650"/>
            <a:ext cx="5972175" cy="238125"/>
          </a:xfrm>
          <a:prstGeom prst="rect">
            <a:avLst/>
          </a:prstGeom>
          <a:noFill/>
          <a:ln w="9525">
            <a:noFill/>
          </a:ln>
        </p:spPr>
        <p:txBody>
          <a:bodyPr wrap="none" lIns="0" tIns="0" rIns="0" bIns="0" anchor="ctr">
            <a:noAutofit/>
          </a:bodyPr>
          <a:lstStyle/>
          <a:p>
            <a:pPr algn="ctr">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primitives.md    platform-rules.md    hardware.md</a:t>
            </a:r>
          </a:p>
        </p:txBody>
      </p:sp>
      <p:sp>
        <p:nvSpPr>
          <p:cNvPr id="84" name="text_322_profiler.md    optimizat"/>
          <p:cNvSpPr>
            <a:spLocks noGrp="1"/>
          </p:cNvSpPr>
          <p:nvPr/>
        </p:nvSpPr>
        <p:spPr>
          <a:xfrm>
            <a:off x="5400675" y="3914775"/>
            <a:ext cx="5972175" cy="238125"/>
          </a:xfrm>
          <a:prstGeom prst="rect">
            <a:avLst/>
          </a:prstGeom>
          <a:noFill/>
          <a:ln w="9525">
            <a:noFill/>
          </a:ln>
        </p:spPr>
        <p:txBody>
          <a:bodyPr wrap="none" lIns="0" tIns="0" rIns="0" bIns="0" anchor="ctr">
            <a:noAutofit/>
          </a:bodyPr>
          <a:lstStyle/>
          <a:p>
            <a:pPr algn="ctr">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profiler.md    optimization.md</a:t>
            </a:r>
          </a:p>
        </p:txBody>
      </p:sp>
      <p:sp>
        <p:nvSpPr>
          <p:cNvPr id="85" name="text_324_知识只维护一次，各 Skill 按需加载，支持 "/>
          <p:cNvSpPr>
            <a:spLocks noGrp="1"/>
          </p:cNvSpPr>
          <p:nvPr/>
        </p:nvSpPr>
        <p:spPr>
          <a:xfrm>
            <a:off x="5248275" y="4286250"/>
            <a:ext cx="6597828" cy="266700"/>
          </a:xfrm>
          <a:prstGeom prst="rect">
            <a:avLst/>
          </a:prstGeom>
          <a:noFill/>
          <a:ln w="9525">
            <a:noFill/>
          </a:ln>
        </p:spPr>
        <p:txBody>
          <a:bodyPr wrap="none" lIns="0" tIns="0" rIns="0" bIns="0" anchor="ctr">
            <a:noAutofit/>
          </a:bodyPr>
          <a:lstStyle/>
          <a:p>
            <a:pPr algn="l">
              <a:defRPr sz="1425" b="1">
                <a:solidFill>
                  <a:srgbClr val="D7000F"/>
                </a:solidFill>
                <a:latin typeface="Arial" panose="020B0604020202020204"/>
                <a:ea typeface="Arial" panose="020B0604020202020204"/>
                <a:cs typeface="Arial" panose="020B0604020202020204"/>
              </a:defRPr>
            </a:pPr>
            <a:r>
              <a:rPr sz="1425" b="1" dirty="0" err="1" smtClean="0">
                <a:solidFill>
                  <a:srgbClr val="D7000F"/>
                </a:solidFill>
                <a:latin typeface="Arial" panose="020B0604020202020204"/>
                <a:ea typeface="Arial" panose="020B0604020202020204"/>
                <a:cs typeface="Arial" panose="020B0604020202020204"/>
              </a:rPr>
              <a:t>知识</a:t>
            </a:r>
            <a:r>
              <a:rPr lang="zh-CN" altLang="en-US" sz="1425" b="1" dirty="0" smtClean="0">
                <a:solidFill>
                  <a:srgbClr val="D7000F"/>
                </a:solidFill>
                <a:latin typeface="Arial" panose="020B0604020202020204"/>
                <a:ea typeface="Arial" panose="020B0604020202020204"/>
                <a:cs typeface="Arial" panose="020B0604020202020204"/>
              </a:rPr>
              <a:t>独立出来</a:t>
            </a:r>
            <a:r>
              <a:rPr sz="1425" b="1" dirty="0" smtClean="0">
                <a:solidFill>
                  <a:srgbClr val="D7000F"/>
                </a:solidFill>
                <a:latin typeface="Arial" panose="020B0604020202020204"/>
                <a:ea typeface="Arial" panose="020B0604020202020204"/>
                <a:cs typeface="Arial" panose="020B0604020202020204"/>
              </a:rPr>
              <a:t>，</a:t>
            </a:r>
            <a:r>
              <a:rPr sz="1425" b="1" dirty="0">
                <a:solidFill>
                  <a:srgbClr val="D7000F"/>
                </a:solidFill>
                <a:latin typeface="Arial" panose="020B0604020202020204"/>
                <a:ea typeface="Arial" panose="020B0604020202020204"/>
                <a:cs typeface="Arial" panose="020B0604020202020204"/>
              </a:rPr>
              <a:t>各 Skill </a:t>
            </a:r>
            <a:r>
              <a:rPr sz="1425" b="1" dirty="0" err="1" smtClean="0">
                <a:solidFill>
                  <a:srgbClr val="D7000F"/>
                </a:solidFill>
                <a:latin typeface="Arial" panose="020B0604020202020204"/>
                <a:ea typeface="Arial" panose="020B0604020202020204"/>
                <a:cs typeface="Arial" panose="020B0604020202020204"/>
              </a:rPr>
              <a:t>按需加载</a:t>
            </a:r>
            <a:r>
              <a:rPr lang="zh-CN" altLang="en-US" sz="1425" b="1" dirty="0" smtClean="0">
                <a:solidFill>
                  <a:srgbClr val="D7000F"/>
                </a:solidFill>
                <a:latin typeface="Arial" panose="020B0604020202020204"/>
                <a:ea typeface="Arial" panose="020B0604020202020204"/>
                <a:cs typeface="Arial" panose="020B0604020202020204"/>
              </a:rPr>
              <a:t>。解耦之后有利于开发其他平台算子开发</a:t>
            </a:r>
            <a:r>
              <a:rPr lang="en-US" altLang="zh-CN" sz="1425" b="1" dirty="0" smtClean="0">
                <a:solidFill>
                  <a:srgbClr val="D7000F"/>
                </a:solidFill>
                <a:latin typeface="Arial" panose="020B0604020202020204"/>
                <a:ea typeface="Arial" panose="020B0604020202020204"/>
                <a:cs typeface="Arial" panose="020B0604020202020204"/>
              </a:rPr>
              <a:t>skill</a:t>
            </a:r>
            <a:r>
              <a:rPr lang="zh-CN" altLang="en-US" sz="1425" b="1" dirty="0" smtClean="0">
                <a:solidFill>
                  <a:srgbClr val="D7000F"/>
                </a:solidFill>
                <a:latin typeface="Arial" panose="020B0604020202020204"/>
                <a:ea typeface="Arial" panose="020B0604020202020204"/>
                <a:cs typeface="Arial" panose="020B0604020202020204"/>
              </a:rPr>
              <a:t>。</a:t>
            </a:r>
            <a:endParaRPr sz="1425" b="1" dirty="0">
              <a:solidFill>
                <a:srgbClr val="D7000F"/>
              </a:solidFill>
              <a:latin typeface="Arial" panose="020B0604020202020204"/>
              <a:ea typeface="Arial" panose="020B0604020202020204"/>
              <a:cs typeface="Arial" panose="020B0604020202020204"/>
            </a:endParaRPr>
          </a:p>
        </p:txBody>
      </p:sp>
      <p:sp>
        <p:nvSpPr>
          <p:cNvPr id="86" name="connector_325"/>
          <p:cNvSpPr>
            <a:spLocks noGrp="1"/>
          </p:cNvSpPr>
          <p:nvPr/>
        </p:nvSpPr>
        <p:spPr>
          <a:xfrm>
            <a:off x="714375" y="4657725"/>
            <a:ext cx="10839450" cy="19050"/>
          </a:xfrm>
          <a:custGeom>
            <a:avLst/>
            <a:gdLst/>
            <a:ahLst/>
            <a:cxnLst/>
            <a:rect l="0" t="0" r="0" b="0"/>
            <a:pathLst>
              <a:path w="10839450" h="19050">
                <a:moveTo>
                  <a:pt x="9525" y="9525"/>
                </a:moveTo>
                <a:lnTo>
                  <a:pt x="10829925" y="9525"/>
                </a:lnTo>
              </a:path>
            </a:pathLst>
          </a:custGeom>
          <a:noFill/>
          <a:ln w="14288">
            <a:solidFill>
              <a:srgbClr val="D9D9D9"/>
            </a:solidFill>
          </a:ln>
        </p:spPr>
      </p:sp>
      <p:sp>
        <p:nvSpPr>
          <p:cNvPr id="87" name="text_327_Case 1：Primitive 合并"/>
          <p:cNvSpPr>
            <a:spLocks noGrp="1"/>
          </p:cNvSpPr>
          <p:nvPr/>
        </p:nvSpPr>
        <p:spPr>
          <a:xfrm>
            <a:off x="742950" y="4772025"/>
            <a:ext cx="5162550" cy="314325"/>
          </a:xfrm>
          <a:prstGeom prst="rect">
            <a:avLst/>
          </a:prstGeom>
          <a:noFill/>
          <a:ln w="9525">
            <a:noFill/>
          </a:ln>
        </p:spPr>
        <p:txBody>
          <a:bodyPr wrap="none" lIns="0" tIns="0" rIns="0" bIns="0" anchor="ctr">
            <a:noAutofit/>
          </a:bodyPr>
          <a:lstStyle/>
          <a:p>
            <a:pPr algn="l">
              <a:defRPr sz="1800" b="1">
                <a:solidFill>
                  <a:srgbClr val="000000"/>
                </a:solidFill>
                <a:latin typeface="Arial" panose="020B0604020202020204"/>
                <a:ea typeface="Arial" panose="020B0604020202020204"/>
                <a:cs typeface="Arial" panose="020B0604020202020204"/>
              </a:defRPr>
            </a:pPr>
            <a:r>
              <a:rPr lang="zh-CN" altLang="en-US" sz="1800" b="1" dirty="0" smtClean="0">
                <a:solidFill>
                  <a:srgbClr val="000000"/>
                </a:solidFill>
                <a:latin typeface="Arial" panose="020B0604020202020204"/>
                <a:ea typeface="Arial" panose="020B0604020202020204"/>
                <a:cs typeface="Arial" panose="020B0604020202020204"/>
              </a:rPr>
              <a:t>案例</a:t>
            </a:r>
            <a:r>
              <a:rPr sz="1800" b="1" dirty="0" smtClean="0">
                <a:solidFill>
                  <a:srgbClr val="000000"/>
                </a:solidFill>
                <a:latin typeface="Arial" panose="020B0604020202020204"/>
                <a:ea typeface="Arial" panose="020B0604020202020204"/>
                <a:cs typeface="Arial" panose="020B0604020202020204"/>
              </a:rPr>
              <a:t>1：Primitive </a:t>
            </a:r>
            <a:r>
              <a:rPr sz="1800" b="1" dirty="0" err="1">
                <a:solidFill>
                  <a:srgbClr val="000000"/>
                </a:solidFill>
                <a:latin typeface="Arial" panose="020B0604020202020204"/>
                <a:ea typeface="Arial" panose="020B0604020202020204"/>
                <a:cs typeface="Arial" panose="020B0604020202020204"/>
              </a:rPr>
              <a:t>合并</a:t>
            </a:r>
            <a:endParaRPr sz="1800" b="1" dirty="0">
              <a:solidFill>
                <a:srgbClr val="000000"/>
              </a:solidFill>
              <a:latin typeface="Arial" panose="020B0604020202020204"/>
              <a:ea typeface="Arial" panose="020B0604020202020204"/>
              <a:cs typeface="Arial" panose="020B0604020202020204"/>
            </a:endParaRPr>
          </a:p>
        </p:txBody>
      </p:sp>
      <p:sp>
        <p:nvSpPr>
          <p:cNvPr id="88" name="text_329_Case 2：平台规则合并"/>
          <p:cNvSpPr>
            <a:spLocks noGrp="1"/>
          </p:cNvSpPr>
          <p:nvPr/>
        </p:nvSpPr>
        <p:spPr>
          <a:xfrm>
            <a:off x="6419850" y="4772025"/>
            <a:ext cx="5124450" cy="314325"/>
          </a:xfrm>
          <a:prstGeom prst="rect">
            <a:avLst/>
          </a:prstGeom>
          <a:noFill/>
          <a:ln w="9525">
            <a:noFill/>
          </a:ln>
        </p:spPr>
        <p:txBody>
          <a:bodyPr wrap="none" lIns="0" tIns="0" rIns="0" bIns="0" anchor="ctr">
            <a:noAutofit/>
          </a:bodyPr>
          <a:lstStyle/>
          <a:p>
            <a:pPr algn="l">
              <a:defRPr sz="1800" b="1">
                <a:solidFill>
                  <a:srgbClr val="000000"/>
                </a:solidFill>
                <a:latin typeface="Arial" panose="020B0604020202020204"/>
                <a:ea typeface="Arial" panose="020B0604020202020204"/>
                <a:cs typeface="Arial" panose="020B0604020202020204"/>
              </a:defRPr>
            </a:pPr>
            <a:r>
              <a:rPr lang="zh-CN" altLang="en-US" sz="1800" b="1" dirty="0" smtClean="0">
                <a:solidFill>
                  <a:srgbClr val="000000"/>
                </a:solidFill>
                <a:latin typeface="Arial" panose="020B0604020202020204"/>
                <a:ea typeface="Arial" panose="020B0604020202020204"/>
                <a:cs typeface="Arial" panose="020B0604020202020204"/>
              </a:rPr>
              <a:t>案例</a:t>
            </a:r>
            <a:r>
              <a:rPr sz="1800" b="1" dirty="0" smtClean="0">
                <a:solidFill>
                  <a:srgbClr val="000000"/>
                </a:solidFill>
                <a:latin typeface="Arial" panose="020B0604020202020204"/>
                <a:ea typeface="Arial" panose="020B0604020202020204"/>
                <a:cs typeface="Arial" panose="020B0604020202020204"/>
              </a:rPr>
              <a:t>2</a:t>
            </a:r>
            <a:r>
              <a:rPr sz="1800" b="1" dirty="0">
                <a:solidFill>
                  <a:srgbClr val="000000"/>
                </a:solidFill>
                <a:latin typeface="Arial" panose="020B0604020202020204"/>
                <a:ea typeface="Arial" panose="020B0604020202020204"/>
                <a:cs typeface="Arial" panose="020B0604020202020204"/>
              </a:rPr>
              <a:t>：平台规则合并</a:t>
            </a:r>
          </a:p>
        </p:txBody>
      </p:sp>
      <p:sp>
        <p:nvSpPr>
          <p:cNvPr id="89" name="text_331_code-gen/semantic.md"/>
          <p:cNvSpPr>
            <a:spLocks noGrp="1"/>
          </p:cNvSpPr>
          <p:nvPr/>
        </p:nvSpPr>
        <p:spPr>
          <a:xfrm>
            <a:off x="752475" y="5153025"/>
            <a:ext cx="5095875" cy="238125"/>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dirty="0">
                <a:solidFill>
                  <a:srgbClr val="242424"/>
                </a:solidFill>
                <a:latin typeface="Arial" panose="020B0604020202020204"/>
                <a:ea typeface="Arial" panose="020B0604020202020204"/>
                <a:cs typeface="Arial" panose="020B0604020202020204"/>
              </a:rPr>
              <a:t>code-gen/semantic.md</a:t>
            </a:r>
          </a:p>
        </p:txBody>
      </p:sp>
      <p:sp>
        <p:nvSpPr>
          <p:cNvPr id="90" name="text_333_review/mlu_supported_pri"/>
          <p:cNvSpPr>
            <a:spLocks noGrp="1"/>
          </p:cNvSpPr>
          <p:nvPr/>
        </p:nvSpPr>
        <p:spPr>
          <a:xfrm>
            <a:off x="752475" y="5391150"/>
            <a:ext cx="5095875" cy="238125"/>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dirty="0">
                <a:solidFill>
                  <a:srgbClr val="242424"/>
                </a:solidFill>
                <a:latin typeface="Arial" panose="020B0604020202020204"/>
                <a:ea typeface="Arial" panose="020B0604020202020204"/>
                <a:cs typeface="Arial" panose="020B0604020202020204"/>
              </a:rPr>
              <a:t>review/mlu_supported_primitives.md</a:t>
            </a:r>
          </a:p>
        </p:txBody>
      </p:sp>
      <p:sp>
        <p:nvSpPr>
          <p:cNvPr id="91" name="connector_334"/>
          <p:cNvSpPr>
            <a:spLocks noGrp="1"/>
          </p:cNvSpPr>
          <p:nvPr/>
        </p:nvSpPr>
        <p:spPr>
          <a:xfrm>
            <a:off x="3095625" y="5686425"/>
            <a:ext cx="19050" cy="171450"/>
          </a:xfrm>
          <a:custGeom>
            <a:avLst/>
            <a:gdLst/>
            <a:ahLst/>
            <a:cxnLst/>
            <a:rect l="0" t="0" r="0" b="0"/>
            <a:pathLst>
              <a:path w="19050" h="171450">
                <a:moveTo>
                  <a:pt x="9525" y="9525"/>
                </a:moveTo>
                <a:lnTo>
                  <a:pt x="9525" y="161925"/>
                </a:lnTo>
              </a:path>
            </a:pathLst>
          </a:custGeom>
          <a:noFill/>
          <a:ln w="19050">
            <a:solidFill>
              <a:srgbClr val="D7000F"/>
            </a:solidFill>
          </a:ln>
        </p:spPr>
      </p:sp>
      <p:sp>
        <p:nvSpPr>
          <p:cNvPr id="92" name="connector_335"/>
          <p:cNvSpPr>
            <a:spLocks noGrp="1"/>
          </p:cNvSpPr>
          <p:nvPr/>
        </p:nvSpPr>
        <p:spPr>
          <a:xfrm>
            <a:off x="3063659" y="578031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93" name="text_337_share/mlu/references/pri"/>
          <p:cNvSpPr>
            <a:spLocks noGrp="1"/>
          </p:cNvSpPr>
          <p:nvPr/>
        </p:nvSpPr>
        <p:spPr>
          <a:xfrm>
            <a:off x="762000" y="5924550"/>
            <a:ext cx="5095875" cy="257175"/>
          </a:xfrm>
          <a:prstGeom prst="rect">
            <a:avLst/>
          </a:prstGeom>
          <a:noFill/>
          <a:ln w="9525">
            <a:noFill/>
          </a:ln>
        </p:spPr>
        <p:txBody>
          <a:bodyPr wrap="none" lIns="0" tIns="0" rIns="0" bIns="0" anchor="ctr">
            <a:noAutofit/>
          </a:bodyPr>
          <a:lstStyle/>
          <a:p>
            <a:pPr algn="ctr">
              <a:defRPr sz="1500" b="1">
                <a:solidFill>
                  <a:srgbClr val="D7000F"/>
                </a:solidFill>
                <a:latin typeface="Arial" panose="020B0604020202020204"/>
                <a:ea typeface="Arial" panose="020B0604020202020204"/>
                <a:cs typeface="Arial" panose="020B0604020202020204"/>
              </a:defRPr>
            </a:pPr>
            <a:r>
              <a:rPr sz="1500" b="1" dirty="0">
                <a:solidFill>
                  <a:srgbClr val="D7000F"/>
                </a:solidFill>
                <a:latin typeface="Arial" panose="020B0604020202020204"/>
                <a:ea typeface="Arial" panose="020B0604020202020204"/>
                <a:cs typeface="Arial" panose="020B0604020202020204"/>
              </a:rPr>
              <a:t>share/mlu/references/primitives.md</a:t>
            </a:r>
          </a:p>
        </p:txBody>
      </p:sp>
      <p:sp>
        <p:nvSpPr>
          <p:cNvPr id="94" name="text_339_原 20+ 文件：Grid 上限、NRAM、CU"/>
          <p:cNvSpPr>
            <a:spLocks noGrp="1"/>
          </p:cNvSpPr>
          <p:nvPr/>
        </p:nvSpPr>
        <p:spPr>
          <a:xfrm>
            <a:off x="6429375" y="5153025"/>
            <a:ext cx="5038725" cy="238125"/>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原 20+ 文件：Grid 上限、NRAM、CUDA→MLU</a:t>
            </a:r>
          </a:p>
        </p:txBody>
      </p:sp>
      <p:sp>
        <p:nvSpPr>
          <p:cNvPr id="95" name="text_341_num_warps、Persistent Ker"/>
          <p:cNvSpPr>
            <a:spLocks noGrp="1"/>
          </p:cNvSpPr>
          <p:nvPr/>
        </p:nvSpPr>
        <p:spPr>
          <a:xfrm>
            <a:off x="6429375" y="5391150"/>
            <a:ext cx="5038725" cy="238125"/>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num_warps、Persistent Kernel 等平台约束</a:t>
            </a:r>
          </a:p>
        </p:txBody>
      </p:sp>
      <p:sp>
        <p:nvSpPr>
          <p:cNvPr id="96" name="connector_342"/>
          <p:cNvSpPr>
            <a:spLocks noGrp="1"/>
          </p:cNvSpPr>
          <p:nvPr/>
        </p:nvSpPr>
        <p:spPr>
          <a:xfrm>
            <a:off x="8905875" y="5686425"/>
            <a:ext cx="19050" cy="171450"/>
          </a:xfrm>
          <a:custGeom>
            <a:avLst/>
            <a:gdLst/>
            <a:ahLst/>
            <a:cxnLst/>
            <a:rect l="0" t="0" r="0" b="0"/>
            <a:pathLst>
              <a:path w="19050" h="171450">
                <a:moveTo>
                  <a:pt x="9525" y="9525"/>
                </a:moveTo>
                <a:lnTo>
                  <a:pt x="9525" y="161925"/>
                </a:lnTo>
              </a:path>
            </a:pathLst>
          </a:custGeom>
          <a:noFill/>
          <a:ln w="19050">
            <a:solidFill>
              <a:srgbClr val="D7000F"/>
            </a:solidFill>
          </a:ln>
        </p:spPr>
      </p:sp>
      <p:sp>
        <p:nvSpPr>
          <p:cNvPr id="97" name="connector_343"/>
          <p:cNvSpPr>
            <a:spLocks noGrp="1"/>
          </p:cNvSpPr>
          <p:nvPr/>
        </p:nvSpPr>
        <p:spPr>
          <a:xfrm>
            <a:off x="8873909" y="578031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98" name="text_345_platform-rules.md"/>
          <p:cNvSpPr>
            <a:spLocks noGrp="1"/>
          </p:cNvSpPr>
          <p:nvPr/>
        </p:nvSpPr>
        <p:spPr>
          <a:xfrm>
            <a:off x="6429375" y="5924550"/>
            <a:ext cx="5095875" cy="257175"/>
          </a:xfrm>
          <a:prstGeom prst="rect">
            <a:avLst/>
          </a:prstGeom>
          <a:noFill/>
          <a:ln w="9525">
            <a:noFill/>
          </a:ln>
        </p:spPr>
        <p:txBody>
          <a:bodyPr wrap="none" lIns="0" tIns="0" rIns="0" bIns="0" anchor="ctr">
            <a:noAutofit/>
          </a:bodyPr>
          <a:lstStyle/>
          <a:p>
            <a:pPr algn="ctr">
              <a:defRPr sz="1500" b="1">
                <a:solidFill>
                  <a:srgbClr val="D7000F"/>
                </a:solidFill>
                <a:latin typeface="Arial" panose="020B0604020202020204"/>
                <a:ea typeface="Arial" panose="020B0604020202020204"/>
                <a:cs typeface="Arial" panose="020B0604020202020204"/>
              </a:defRPr>
            </a:pPr>
            <a:r>
              <a:rPr sz="1500" b="1">
                <a:solidFill>
                  <a:srgbClr val="D7000F"/>
                </a:solidFill>
                <a:latin typeface="Arial" panose="020B0604020202020204"/>
                <a:ea typeface="Arial" panose="020B0604020202020204"/>
                <a:cs typeface="Arial" panose="020B0604020202020204"/>
              </a:rPr>
              <a:t>platform-rules.md</a:t>
            </a:r>
          </a:p>
        </p:txBody>
      </p:sp>
      <p:sp>
        <p:nvSpPr>
          <p:cNvPr id="99" name="text_347_Workflow 与平台知识解耦，减少重复维护与"/>
          <p:cNvSpPr>
            <a:spLocks noGrp="1"/>
          </p:cNvSpPr>
          <p:nvPr/>
        </p:nvSpPr>
        <p:spPr>
          <a:xfrm>
            <a:off x="723900" y="6372225"/>
            <a:ext cx="10829925" cy="371475"/>
          </a:xfrm>
          <a:prstGeom prst="rect">
            <a:avLst/>
          </a:prstGeom>
          <a:noFill/>
          <a:ln w="9525">
            <a:noFill/>
          </a:ln>
        </p:spPr>
        <p:txBody>
          <a:bodyPr wrap="none" lIns="0" tIns="0" rIns="0" bIns="0" anchor="ctr">
            <a:noAutofit/>
          </a:bodyPr>
          <a:lstStyle/>
          <a:p>
            <a:pPr algn="ctr">
              <a:defRPr sz="1800" b="1">
                <a:solidFill>
                  <a:srgbClr val="FF0000"/>
                </a:solidFill>
                <a:latin typeface="Arial" panose="020B0604020202020204"/>
                <a:ea typeface="Arial" panose="020B0604020202020204"/>
                <a:cs typeface="Arial" panose="020B0604020202020204"/>
              </a:defRPr>
            </a:pPr>
            <a:r>
              <a:rPr sz="1800" b="1">
                <a:solidFill>
                  <a:srgbClr val="FF0000"/>
                </a:solidFill>
                <a:latin typeface="Arial" panose="020B0604020202020204"/>
                <a:ea typeface="Arial" panose="020B0604020202020204"/>
                <a:cs typeface="Arial" panose="020B0604020202020204"/>
              </a:rPr>
              <a:t>Workflow 与平台知识解耦，减少重复维护与重复加载，降低迁移成本。</a:t>
            </a:r>
          </a:p>
        </p:txBody>
      </p:sp>
      <p:pic>
        <p:nvPicPr>
          <p:cNvPr id="200" name="图片 5"/>
          <p:cNvPicPr>
            <a:picLocks noChangeAspect="1"/>
          </p:cNvPicPr>
          <p:nvPr/>
        </p:nvPicPr>
        <p:blipFill>
          <a:blip r:embed="rId3"/>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201" name="图片 47"/>
          <p:cNvPicPr>
            <a:picLocks noChangeAspect="1"/>
          </p:cNvPicPr>
          <p:nvPr/>
        </p:nvPicPr>
        <p:blipFill>
          <a:blip r:embed="rId4"/>
          <a:stretch>
            <a:fillRect/>
          </a:stretch>
        </p:blipFill>
        <p:spPr>
          <a:xfrm>
            <a:off x="5200650" y="895350"/>
            <a:ext cx="361950" cy="361950"/>
          </a:xfrm>
          <a:prstGeom prst="rect">
            <a:avLst/>
          </a:prstGeom>
        </p:spPr>
      </p:pic>
      <p:cxnSp>
        <p:nvCxnSpPr>
          <p:cNvPr id="102" name="连接符: 肘形 24">
            <a:extLst>
              <a:ext uri="{FF2B5EF4-FFF2-40B4-BE49-F238E27FC236}">
                <a16:creationId xmlns:a16="http://schemas.microsoft.com/office/drawing/2014/main" id="{645F5EE4-7D1D-34BD-C85B-F7577ED0E28D}"/>
              </a:ext>
            </a:extLst>
          </p:cNvPr>
          <p:cNvCxnSpPr>
            <a:cxnSpLocks/>
          </p:cNvCxnSpPr>
          <p:nvPr/>
        </p:nvCxnSpPr>
        <p:spPr>
          <a:xfrm rot="5400000">
            <a:off x="1845531" y="2313652"/>
            <a:ext cx="347538" cy="1181694"/>
          </a:xfrm>
          <a:prstGeom prst="bentConnector3">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3" name="连接符: 肘形 26">
            <a:extLst>
              <a:ext uri="{FF2B5EF4-FFF2-40B4-BE49-F238E27FC236}">
                <a16:creationId xmlns:a16="http://schemas.microsoft.com/office/drawing/2014/main" id="{4F6DB58B-48B3-F53D-1C44-71CE6D7B5901}"/>
              </a:ext>
            </a:extLst>
          </p:cNvPr>
          <p:cNvCxnSpPr>
            <a:cxnSpLocks/>
          </p:cNvCxnSpPr>
          <p:nvPr/>
        </p:nvCxnSpPr>
        <p:spPr>
          <a:xfrm rot="16200000" flipH="1">
            <a:off x="3076724" y="2264153"/>
            <a:ext cx="347538" cy="1280692"/>
          </a:xfrm>
          <a:prstGeom prst="bentConnector3">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4" name="连接符: 肘形 24">
            <a:extLst>
              <a:ext uri="{FF2B5EF4-FFF2-40B4-BE49-F238E27FC236}">
                <a16:creationId xmlns:a16="http://schemas.microsoft.com/office/drawing/2014/main" id="{645F5EE4-7D1D-34BD-C85B-F7577ED0E28D}"/>
              </a:ext>
            </a:extLst>
          </p:cNvPr>
          <p:cNvCxnSpPr>
            <a:cxnSpLocks/>
          </p:cNvCxnSpPr>
          <p:nvPr/>
        </p:nvCxnSpPr>
        <p:spPr>
          <a:xfrm rot="5400000">
            <a:off x="2523865" y="2985762"/>
            <a:ext cx="172564" cy="12700"/>
          </a:xfrm>
          <a:prstGeom prst="bentConnector3">
            <a:avLst>
              <a:gd name="adj1" fmla="val 50000"/>
            </a:avLst>
          </a:prstGeom>
          <a:ln w="28575">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6686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矩形: 圆角 36">
            <a:extLst>
              <a:ext uri="{FF2B5EF4-FFF2-40B4-BE49-F238E27FC236}">
                <a16:creationId xmlns:a16="http://schemas.microsoft.com/office/drawing/2014/main" id="{CA01AF1E-4BD7-F49D-78C4-54E045D92886}"/>
              </a:ext>
            </a:extLst>
          </p:cNvPr>
          <p:cNvSpPr/>
          <p:nvPr/>
        </p:nvSpPr>
        <p:spPr>
          <a:xfrm>
            <a:off x="527390" y="5276101"/>
            <a:ext cx="4541605" cy="581773"/>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矩形: 圆角 36">
            <a:extLst>
              <a:ext uri="{FF2B5EF4-FFF2-40B4-BE49-F238E27FC236}">
                <a16:creationId xmlns:a16="http://schemas.microsoft.com/office/drawing/2014/main" id="{CA01AF1E-4BD7-F49D-78C4-54E045D92886}"/>
              </a:ext>
            </a:extLst>
          </p:cNvPr>
          <p:cNvSpPr/>
          <p:nvPr/>
        </p:nvSpPr>
        <p:spPr>
          <a:xfrm>
            <a:off x="527390" y="4010165"/>
            <a:ext cx="4541605" cy="1114285"/>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矩形: 圆角 36">
            <a:extLst>
              <a:ext uri="{FF2B5EF4-FFF2-40B4-BE49-F238E27FC236}">
                <a16:creationId xmlns:a16="http://schemas.microsoft.com/office/drawing/2014/main" id="{CA01AF1E-4BD7-F49D-78C4-54E045D92886}"/>
              </a:ext>
            </a:extLst>
          </p:cNvPr>
          <p:cNvSpPr/>
          <p:nvPr/>
        </p:nvSpPr>
        <p:spPr>
          <a:xfrm>
            <a:off x="527390" y="1420722"/>
            <a:ext cx="4541605" cy="2503577"/>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wrap="none" lIns="0" tIns="0" rIns="0" bIns="0">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smtClean="0"/>
              <a:t>优化</a:t>
            </a:r>
            <a:r>
              <a:rPr lang="zh-CN" altLang="en-US" dirty="0"/>
              <a:t>②</a:t>
            </a:r>
            <a:r>
              <a:rPr lang="zh-CN" altLang="en-US" dirty="0" smtClean="0">
                <a:solidFill>
                  <a:srgbClr val="000000"/>
                </a:solidFill>
                <a:latin typeface="Arial" panose="020B0604020202020204"/>
                <a:ea typeface="Arial" panose="020B0604020202020204"/>
                <a:cs typeface="Arial" panose="020B0604020202020204"/>
              </a:rPr>
              <a:t>：</a:t>
            </a:r>
            <a:r>
              <a:rPr sz="2600" b="1" dirty="0" err="1" smtClean="0">
                <a:solidFill>
                  <a:srgbClr val="000000"/>
                </a:solidFill>
                <a:latin typeface="Arial" panose="020B0604020202020204"/>
                <a:ea typeface="Arial" panose="020B0604020202020204"/>
                <a:cs typeface="Arial" panose="020B0604020202020204"/>
              </a:rPr>
              <a:t>上下文优化</a:t>
            </a:r>
            <a:endParaRPr sz="2600" b="1" dirty="0">
              <a:solidFill>
                <a:srgbClr val="000000"/>
              </a:solidFill>
              <a:latin typeface="Arial" panose="020B0604020202020204"/>
              <a:ea typeface="Arial" panose="020B0604020202020204"/>
              <a:cs typeface="Arial" panose="020B0604020202020204"/>
            </a:endParaRPr>
          </a:p>
        </p:txBody>
      </p:sp>
      <p:sp>
        <p:nvSpPr>
          <p:cNvPr id="3" name="text_350_原版：七个独立子步骤"/>
          <p:cNvSpPr>
            <a:spLocks noGrp="1"/>
          </p:cNvSpPr>
          <p:nvPr/>
        </p:nvSpPr>
        <p:spPr>
          <a:xfrm>
            <a:off x="1181100" y="876300"/>
            <a:ext cx="4200525" cy="400050"/>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dirty="0" err="1">
                <a:solidFill>
                  <a:srgbClr val="000000"/>
                </a:solidFill>
                <a:latin typeface="Arial" panose="020B0604020202020204"/>
                <a:ea typeface="Arial" panose="020B0604020202020204"/>
                <a:cs typeface="Arial" panose="020B0604020202020204"/>
              </a:rPr>
              <a:t>原版：</a:t>
            </a:r>
            <a:r>
              <a:rPr sz="2100" b="1" dirty="0" err="1" smtClean="0">
                <a:solidFill>
                  <a:srgbClr val="000000"/>
                </a:solidFill>
                <a:latin typeface="Arial" panose="020B0604020202020204"/>
                <a:ea typeface="Arial" panose="020B0604020202020204"/>
                <a:cs typeface="Arial" panose="020B0604020202020204"/>
              </a:rPr>
              <a:t>七个独立子步骤</a:t>
            </a:r>
            <a:r>
              <a:rPr lang="zh-CN" altLang="en-US" sz="2100" b="1" dirty="0" smtClean="0">
                <a:solidFill>
                  <a:srgbClr val="000000"/>
                </a:solidFill>
                <a:latin typeface="Arial" panose="020B0604020202020204"/>
                <a:ea typeface="Arial" panose="020B0604020202020204"/>
                <a:cs typeface="Arial" panose="020B0604020202020204"/>
              </a:rPr>
              <a:t>（</a:t>
            </a:r>
            <a:r>
              <a:rPr lang="en-US" altLang="zh-CN" sz="2100" b="1" dirty="0" smtClean="0">
                <a:solidFill>
                  <a:srgbClr val="000000"/>
                </a:solidFill>
                <a:latin typeface="Arial" panose="020B0604020202020204"/>
                <a:ea typeface="Arial" panose="020B0604020202020204"/>
                <a:cs typeface="Arial" panose="020B0604020202020204"/>
              </a:rPr>
              <a:t>kernel</a:t>
            </a:r>
            <a:r>
              <a:rPr lang="zh-CN" altLang="en-US" sz="2100" b="1" dirty="0" smtClean="0">
                <a:solidFill>
                  <a:srgbClr val="000000"/>
                </a:solidFill>
                <a:latin typeface="Arial" panose="020B0604020202020204"/>
                <a:ea typeface="Arial" panose="020B0604020202020204"/>
                <a:cs typeface="Arial" panose="020B0604020202020204"/>
              </a:rPr>
              <a:t>阶段）</a:t>
            </a:r>
            <a:endParaRPr sz="2100" b="1" dirty="0">
              <a:solidFill>
                <a:srgbClr val="000000"/>
              </a:solidFill>
              <a:latin typeface="Arial" panose="020B0604020202020204"/>
              <a:ea typeface="Arial" panose="020B0604020202020204"/>
              <a:cs typeface="Arial" panose="020B0604020202020204"/>
            </a:endParaRPr>
          </a:p>
        </p:txBody>
      </p:sp>
      <p:sp>
        <p:nvSpPr>
          <p:cNvPr id="4" name="connector_351"/>
          <p:cNvSpPr>
            <a:spLocks noGrp="1"/>
          </p:cNvSpPr>
          <p:nvPr/>
        </p:nvSpPr>
        <p:spPr>
          <a:xfrm>
            <a:off x="7143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5" name="text_354_新版：三个核心 Agent"/>
          <p:cNvSpPr>
            <a:spLocks noGrp="1"/>
          </p:cNvSpPr>
          <p:nvPr/>
        </p:nvSpPr>
        <p:spPr>
          <a:xfrm>
            <a:off x="6267450" y="876300"/>
            <a:ext cx="2705100" cy="400050"/>
          </a:xfrm>
          <a:prstGeom prst="rect">
            <a:avLst/>
          </a:prstGeom>
          <a:noFill/>
          <a:ln w="9525">
            <a:noFill/>
          </a:ln>
        </p:spPr>
        <p:txBody>
          <a:bodyPr wrap="none" lIns="0" tIns="0" rIns="0" bIns="0" anchor="ctr">
            <a:noAutofit/>
          </a:bodyPr>
          <a:lstStyle/>
          <a:p>
            <a:pPr algn="l">
              <a:defRPr sz="1950" b="1">
                <a:solidFill>
                  <a:srgbClr val="000000"/>
                </a:solidFill>
                <a:latin typeface="Arial" panose="020B0604020202020204"/>
                <a:ea typeface="Arial" panose="020B0604020202020204"/>
                <a:cs typeface="Arial" panose="020B0604020202020204"/>
              </a:defRPr>
            </a:pPr>
            <a:r>
              <a:rPr lang="zh-CN" altLang="en-US" sz="1950" b="1" dirty="0">
                <a:solidFill>
                  <a:srgbClr val="000000"/>
                </a:solidFill>
                <a:latin typeface="Arial" panose="020B0604020202020204"/>
                <a:ea typeface="Arial" panose="020B0604020202020204"/>
                <a:cs typeface="Arial" panose="020B0604020202020204"/>
              </a:rPr>
              <a:t>优化</a:t>
            </a:r>
            <a:r>
              <a:rPr sz="1950" b="1" dirty="0" smtClean="0">
                <a:solidFill>
                  <a:srgbClr val="000000"/>
                </a:solidFill>
                <a:latin typeface="Arial" panose="020B0604020202020204"/>
                <a:ea typeface="Arial" panose="020B0604020202020204"/>
                <a:cs typeface="Arial" panose="020B0604020202020204"/>
              </a:rPr>
              <a:t>：</a:t>
            </a:r>
            <a:r>
              <a:rPr sz="1950" b="1" dirty="0" err="1">
                <a:solidFill>
                  <a:srgbClr val="000000"/>
                </a:solidFill>
                <a:latin typeface="Arial" panose="020B0604020202020204"/>
                <a:ea typeface="Arial" panose="020B0604020202020204"/>
                <a:cs typeface="Arial" panose="020B0604020202020204"/>
              </a:rPr>
              <a:t>三个核心</a:t>
            </a:r>
            <a:r>
              <a:rPr sz="1950" b="1" dirty="0">
                <a:solidFill>
                  <a:srgbClr val="000000"/>
                </a:solidFill>
                <a:latin typeface="Arial" panose="020B0604020202020204"/>
                <a:ea typeface="Arial" panose="020B0604020202020204"/>
                <a:cs typeface="Arial" panose="020B0604020202020204"/>
              </a:rPr>
              <a:t> Agent</a:t>
            </a:r>
          </a:p>
        </p:txBody>
      </p:sp>
      <p:sp>
        <p:nvSpPr>
          <p:cNvPr id="6" name="connector_355"/>
          <p:cNvSpPr>
            <a:spLocks noGrp="1"/>
          </p:cNvSpPr>
          <p:nvPr/>
        </p:nvSpPr>
        <p:spPr>
          <a:xfrm>
            <a:off x="580072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text_358_优化效果"/>
          <p:cNvSpPr>
            <a:spLocks noGrp="1"/>
          </p:cNvSpPr>
          <p:nvPr/>
        </p:nvSpPr>
        <p:spPr>
          <a:xfrm>
            <a:off x="9906000" y="876300"/>
            <a:ext cx="1657350" cy="400050"/>
          </a:xfrm>
          <a:prstGeom prst="rect">
            <a:avLst/>
          </a:prstGeom>
          <a:noFill/>
          <a:ln w="9525">
            <a:noFill/>
          </a:ln>
        </p:spPr>
        <p:txBody>
          <a:bodyPr wrap="none" lIns="0" tIns="0" rIns="0" bIns="0" anchor="ctr">
            <a:noAutofit/>
          </a:bodyPr>
          <a:lstStyle/>
          <a:p>
            <a:pPr algn="l">
              <a:defRPr sz="1950" b="1">
                <a:solidFill>
                  <a:srgbClr val="000000"/>
                </a:solidFill>
                <a:latin typeface="Arial" panose="020B0604020202020204"/>
                <a:ea typeface="Arial" panose="020B0604020202020204"/>
                <a:cs typeface="Arial" panose="020B0604020202020204"/>
              </a:defRPr>
            </a:pPr>
            <a:r>
              <a:rPr sz="1950" b="1">
                <a:solidFill>
                  <a:srgbClr val="000000"/>
                </a:solidFill>
                <a:latin typeface="Arial" panose="020B0604020202020204"/>
                <a:ea typeface="Arial" panose="020B0604020202020204"/>
                <a:cs typeface="Arial" panose="020B0604020202020204"/>
              </a:rPr>
              <a:t>优化效果</a:t>
            </a:r>
          </a:p>
        </p:txBody>
      </p:sp>
      <p:sp>
        <p:nvSpPr>
          <p:cNvPr id="8" name="connector_359"/>
          <p:cNvSpPr>
            <a:spLocks noGrp="1"/>
          </p:cNvSpPr>
          <p:nvPr/>
        </p:nvSpPr>
        <p:spPr>
          <a:xfrm>
            <a:off x="94392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9" name="connector_360"/>
          <p:cNvSpPr>
            <a:spLocks noGrp="1"/>
          </p:cNvSpPr>
          <p:nvPr/>
        </p:nvSpPr>
        <p:spPr>
          <a:xfrm>
            <a:off x="5524500"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 name="connector_361"/>
          <p:cNvSpPr>
            <a:spLocks noGrp="1"/>
          </p:cNvSpPr>
          <p:nvPr/>
        </p:nvSpPr>
        <p:spPr>
          <a:xfrm>
            <a:off x="5524500"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 name="connector_362"/>
          <p:cNvSpPr>
            <a:spLocks noGrp="1"/>
          </p:cNvSpPr>
          <p:nvPr/>
        </p:nvSpPr>
        <p:spPr>
          <a:xfrm>
            <a:off x="5524500"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363"/>
          <p:cNvSpPr>
            <a:spLocks noGrp="1"/>
          </p:cNvSpPr>
          <p:nvPr/>
        </p:nvSpPr>
        <p:spPr>
          <a:xfrm>
            <a:off x="5524500"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364"/>
          <p:cNvSpPr>
            <a:spLocks noGrp="1"/>
          </p:cNvSpPr>
          <p:nvPr/>
        </p:nvSpPr>
        <p:spPr>
          <a:xfrm>
            <a:off x="5524500"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365"/>
          <p:cNvSpPr>
            <a:spLocks noGrp="1"/>
          </p:cNvSpPr>
          <p:nvPr/>
        </p:nvSpPr>
        <p:spPr>
          <a:xfrm>
            <a:off x="5524500"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366"/>
          <p:cNvSpPr>
            <a:spLocks noGrp="1"/>
          </p:cNvSpPr>
          <p:nvPr/>
        </p:nvSpPr>
        <p:spPr>
          <a:xfrm>
            <a:off x="5524500"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367"/>
          <p:cNvSpPr>
            <a:spLocks noGrp="1"/>
          </p:cNvSpPr>
          <p:nvPr/>
        </p:nvSpPr>
        <p:spPr>
          <a:xfrm>
            <a:off x="5524500"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368"/>
          <p:cNvSpPr>
            <a:spLocks noGrp="1"/>
          </p:cNvSpPr>
          <p:nvPr/>
        </p:nvSpPr>
        <p:spPr>
          <a:xfrm>
            <a:off x="5524500"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369"/>
          <p:cNvSpPr>
            <a:spLocks noGrp="1"/>
          </p:cNvSpPr>
          <p:nvPr/>
        </p:nvSpPr>
        <p:spPr>
          <a:xfrm>
            <a:off x="5524500"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370"/>
          <p:cNvSpPr>
            <a:spLocks noGrp="1"/>
          </p:cNvSpPr>
          <p:nvPr/>
        </p:nvSpPr>
        <p:spPr>
          <a:xfrm>
            <a:off x="5524500"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371"/>
          <p:cNvSpPr>
            <a:spLocks noGrp="1"/>
          </p:cNvSpPr>
          <p:nvPr/>
        </p:nvSpPr>
        <p:spPr>
          <a:xfrm>
            <a:off x="5524500"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372"/>
          <p:cNvSpPr>
            <a:spLocks noGrp="1"/>
          </p:cNvSpPr>
          <p:nvPr/>
        </p:nvSpPr>
        <p:spPr>
          <a:xfrm>
            <a:off x="5524500"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373"/>
          <p:cNvSpPr>
            <a:spLocks noGrp="1"/>
          </p:cNvSpPr>
          <p:nvPr/>
        </p:nvSpPr>
        <p:spPr>
          <a:xfrm>
            <a:off x="5524500"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374"/>
          <p:cNvSpPr>
            <a:spLocks noGrp="1"/>
          </p:cNvSpPr>
          <p:nvPr/>
        </p:nvSpPr>
        <p:spPr>
          <a:xfrm>
            <a:off x="5524500"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375"/>
          <p:cNvSpPr>
            <a:spLocks noGrp="1"/>
          </p:cNvSpPr>
          <p:nvPr/>
        </p:nvSpPr>
        <p:spPr>
          <a:xfrm>
            <a:off x="5524500"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376"/>
          <p:cNvSpPr>
            <a:spLocks noGrp="1"/>
          </p:cNvSpPr>
          <p:nvPr/>
        </p:nvSpPr>
        <p:spPr>
          <a:xfrm>
            <a:off x="5524500"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377"/>
          <p:cNvSpPr>
            <a:spLocks noGrp="1"/>
          </p:cNvSpPr>
          <p:nvPr/>
        </p:nvSpPr>
        <p:spPr>
          <a:xfrm>
            <a:off x="5524500"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378"/>
          <p:cNvSpPr>
            <a:spLocks noGrp="1"/>
          </p:cNvSpPr>
          <p:nvPr/>
        </p:nvSpPr>
        <p:spPr>
          <a:xfrm>
            <a:off x="5524500"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379"/>
          <p:cNvSpPr>
            <a:spLocks noGrp="1"/>
          </p:cNvSpPr>
          <p:nvPr/>
        </p:nvSpPr>
        <p:spPr>
          <a:xfrm>
            <a:off x="5524500"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380"/>
          <p:cNvSpPr>
            <a:spLocks noGrp="1"/>
          </p:cNvSpPr>
          <p:nvPr/>
        </p:nvSpPr>
        <p:spPr>
          <a:xfrm>
            <a:off x="5524500"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381"/>
          <p:cNvSpPr>
            <a:spLocks noGrp="1"/>
          </p:cNvSpPr>
          <p:nvPr/>
        </p:nvSpPr>
        <p:spPr>
          <a:xfrm>
            <a:off x="5524500"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382"/>
          <p:cNvSpPr>
            <a:spLocks noGrp="1"/>
          </p:cNvSpPr>
          <p:nvPr/>
        </p:nvSpPr>
        <p:spPr>
          <a:xfrm>
            <a:off x="5524500"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383"/>
          <p:cNvSpPr>
            <a:spLocks noGrp="1"/>
          </p:cNvSpPr>
          <p:nvPr/>
        </p:nvSpPr>
        <p:spPr>
          <a:xfrm>
            <a:off x="5524500"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384"/>
          <p:cNvSpPr>
            <a:spLocks noGrp="1"/>
          </p:cNvSpPr>
          <p:nvPr/>
        </p:nvSpPr>
        <p:spPr>
          <a:xfrm>
            <a:off x="5524500"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385"/>
          <p:cNvSpPr>
            <a:spLocks noGrp="1"/>
          </p:cNvSpPr>
          <p:nvPr/>
        </p:nvSpPr>
        <p:spPr>
          <a:xfrm>
            <a:off x="5524500"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386"/>
          <p:cNvSpPr>
            <a:spLocks noGrp="1"/>
          </p:cNvSpPr>
          <p:nvPr/>
        </p:nvSpPr>
        <p:spPr>
          <a:xfrm>
            <a:off x="5524500"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387"/>
          <p:cNvSpPr>
            <a:spLocks noGrp="1"/>
          </p:cNvSpPr>
          <p:nvPr/>
        </p:nvSpPr>
        <p:spPr>
          <a:xfrm>
            <a:off x="5524500"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388"/>
          <p:cNvSpPr>
            <a:spLocks noGrp="1"/>
          </p:cNvSpPr>
          <p:nvPr/>
        </p:nvSpPr>
        <p:spPr>
          <a:xfrm>
            <a:off x="5524500"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389"/>
          <p:cNvSpPr>
            <a:spLocks noGrp="1"/>
          </p:cNvSpPr>
          <p:nvPr/>
        </p:nvSpPr>
        <p:spPr>
          <a:xfrm>
            <a:off x="5524500"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390"/>
          <p:cNvSpPr>
            <a:spLocks noGrp="1"/>
          </p:cNvSpPr>
          <p:nvPr/>
        </p:nvSpPr>
        <p:spPr>
          <a:xfrm>
            <a:off x="5524500"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391"/>
          <p:cNvSpPr>
            <a:spLocks noGrp="1"/>
          </p:cNvSpPr>
          <p:nvPr/>
        </p:nvSpPr>
        <p:spPr>
          <a:xfrm>
            <a:off x="5524500"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392"/>
          <p:cNvSpPr>
            <a:spLocks noGrp="1"/>
          </p:cNvSpPr>
          <p:nvPr/>
        </p:nvSpPr>
        <p:spPr>
          <a:xfrm>
            <a:off x="5524500"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393"/>
          <p:cNvSpPr>
            <a:spLocks noGrp="1"/>
          </p:cNvSpPr>
          <p:nvPr/>
        </p:nvSpPr>
        <p:spPr>
          <a:xfrm>
            <a:off x="5524500"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3" name="connector_394"/>
          <p:cNvSpPr>
            <a:spLocks noGrp="1"/>
          </p:cNvSpPr>
          <p:nvPr/>
        </p:nvSpPr>
        <p:spPr>
          <a:xfrm>
            <a:off x="5524500"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4" name="connector_395"/>
          <p:cNvSpPr>
            <a:spLocks noGrp="1"/>
          </p:cNvSpPr>
          <p:nvPr/>
        </p:nvSpPr>
        <p:spPr>
          <a:xfrm>
            <a:off x="5524500"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5" name="connector_396"/>
          <p:cNvSpPr>
            <a:spLocks noGrp="1"/>
          </p:cNvSpPr>
          <p:nvPr/>
        </p:nvSpPr>
        <p:spPr>
          <a:xfrm>
            <a:off x="5524500"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397"/>
          <p:cNvSpPr>
            <a:spLocks noGrp="1"/>
          </p:cNvSpPr>
          <p:nvPr/>
        </p:nvSpPr>
        <p:spPr>
          <a:xfrm>
            <a:off x="5524500"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398"/>
          <p:cNvSpPr>
            <a:spLocks noGrp="1"/>
          </p:cNvSpPr>
          <p:nvPr/>
        </p:nvSpPr>
        <p:spPr>
          <a:xfrm>
            <a:off x="5524500"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399"/>
          <p:cNvSpPr>
            <a:spLocks noGrp="1"/>
          </p:cNvSpPr>
          <p:nvPr/>
        </p:nvSpPr>
        <p:spPr>
          <a:xfrm>
            <a:off x="5524500"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9" name="connector_400"/>
          <p:cNvSpPr>
            <a:spLocks noGrp="1"/>
          </p:cNvSpPr>
          <p:nvPr/>
        </p:nvSpPr>
        <p:spPr>
          <a:xfrm>
            <a:off x="5524500"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0" name="connector_401"/>
          <p:cNvSpPr>
            <a:spLocks noGrp="1"/>
          </p:cNvSpPr>
          <p:nvPr/>
        </p:nvSpPr>
        <p:spPr>
          <a:xfrm>
            <a:off x="5524500"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1" name="connector_402"/>
          <p:cNvSpPr>
            <a:spLocks noGrp="1"/>
          </p:cNvSpPr>
          <p:nvPr/>
        </p:nvSpPr>
        <p:spPr>
          <a:xfrm>
            <a:off x="9182100"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2" name="connector_403"/>
          <p:cNvSpPr>
            <a:spLocks noGrp="1"/>
          </p:cNvSpPr>
          <p:nvPr/>
        </p:nvSpPr>
        <p:spPr>
          <a:xfrm>
            <a:off x="9182100"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3" name="connector_404"/>
          <p:cNvSpPr>
            <a:spLocks noGrp="1"/>
          </p:cNvSpPr>
          <p:nvPr/>
        </p:nvSpPr>
        <p:spPr>
          <a:xfrm>
            <a:off x="9182100"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4" name="connector_405"/>
          <p:cNvSpPr>
            <a:spLocks noGrp="1"/>
          </p:cNvSpPr>
          <p:nvPr/>
        </p:nvSpPr>
        <p:spPr>
          <a:xfrm>
            <a:off x="9182100"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5" name="connector_406"/>
          <p:cNvSpPr>
            <a:spLocks noGrp="1"/>
          </p:cNvSpPr>
          <p:nvPr/>
        </p:nvSpPr>
        <p:spPr>
          <a:xfrm>
            <a:off x="9182100"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6" name="connector_407"/>
          <p:cNvSpPr>
            <a:spLocks noGrp="1"/>
          </p:cNvSpPr>
          <p:nvPr/>
        </p:nvSpPr>
        <p:spPr>
          <a:xfrm>
            <a:off x="9182100"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7" name="connector_408"/>
          <p:cNvSpPr>
            <a:spLocks noGrp="1"/>
          </p:cNvSpPr>
          <p:nvPr/>
        </p:nvSpPr>
        <p:spPr>
          <a:xfrm>
            <a:off x="9182100"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8" name="connector_409"/>
          <p:cNvSpPr>
            <a:spLocks noGrp="1"/>
          </p:cNvSpPr>
          <p:nvPr/>
        </p:nvSpPr>
        <p:spPr>
          <a:xfrm>
            <a:off x="9182100"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9" name="connector_410"/>
          <p:cNvSpPr>
            <a:spLocks noGrp="1"/>
          </p:cNvSpPr>
          <p:nvPr/>
        </p:nvSpPr>
        <p:spPr>
          <a:xfrm>
            <a:off x="9182100"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0" name="connector_411"/>
          <p:cNvSpPr>
            <a:spLocks noGrp="1"/>
          </p:cNvSpPr>
          <p:nvPr/>
        </p:nvSpPr>
        <p:spPr>
          <a:xfrm>
            <a:off x="9182100"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1" name="connector_412"/>
          <p:cNvSpPr>
            <a:spLocks noGrp="1"/>
          </p:cNvSpPr>
          <p:nvPr/>
        </p:nvSpPr>
        <p:spPr>
          <a:xfrm>
            <a:off x="9182100"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2" name="connector_413"/>
          <p:cNvSpPr>
            <a:spLocks noGrp="1"/>
          </p:cNvSpPr>
          <p:nvPr/>
        </p:nvSpPr>
        <p:spPr>
          <a:xfrm>
            <a:off x="9182100"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3" name="connector_414"/>
          <p:cNvSpPr>
            <a:spLocks noGrp="1"/>
          </p:cNvSpPr>
          <p:nvPr/>
        </p:nvSpPr>
        <p:spPr>
          <a:xfrm>
            <a:off x="9182100"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4" name="connector_415"/>
          <p:cNvSpPr>
            <a:spLocks noGrp="1"/>
          </p:cNvSpPr>
          <p:nvPr/>
        </p:nvSpPr>
        <p:spPr>
          <a:xfrm>
            <a:off x="9182100"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5" name="connector_416"/>
          <p:cNvSpPr>
            <a:spLocks noGrp="1"/>
          </p:cNvSpPr>
          <p:nvPr/>
        </p:nvSpPr>
        <p:spPr>
          <a:xfrm>
            <a:off x="9182100"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6" name="connector_417"/>
          <p:cNvSpPr>
            <a:spLocks noGrp="1"/>
          </p:cNvSpPr>
          <p:nvPr/>
        </p:nvSpPr>
        <p:spPr>
          <a:xfrm>
            <a:off x="9182100"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7" name="connector_418"/>
          <p:cNvSpPr>
            <a:spLocks noGrp="1"/>
          </p:cNvSpPr>
          <p:nvPr/>
        </p:nvSpPr>
        <p:spPr>
          <a:xfrm>
            <a:off x="9182100"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8" name="connector_419"/>
          <p:cNvSpPr>
            <a:spLocks noGrp="1"/>
          </p:cNvSpPr>
          <p:nvPr/>
        </p:nvSpPr>
        <p:spPr>
          <a:xfrm>
            <a:off x="9182100"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9" name="connector_420"/>
          <p:cNvSpPr>
            <a:spLocks noGrp="1"/>
          </p:cNvSpPr>
          <p:nvPr/>
        </p:nvSpPr>
        <p:spPr>
          <a:xfrm>
            <a:off x="9182100"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0" name="connector_421"/>
          <p:cNvSpPr>
            <a:spLocks noGrp="1"/>
          </p:cNvSpPr>
          <p:nvPr/>
        </p:nvSpPr>
        <p:spPr>
          <a:xfrm>
            <a:off x="9182100"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1" name="connector_422"/>
          <p:cNvSpPr>
            <a:spLocks noGrp="1"/>
          </p:cNvSpPr>
          <p:nvPr/>
        </p:nvSpPr>
        <p:spPr>
          <a:xfrm>
            <a:off x="9182100"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2" name="connector_423"/>
          <p:cNvSpPr>
            <a:spLocks noGrp="1"/>
          </p:cNvSpPr>
          <p:nvPr/>
        </p:nvSpPr>
        <p:spPr>
          <a:xfrm>
            <a:off x="9182100"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3" name="connector_424"/>
          <p:cNvSpPr>
            <a:spLocks noGrp="1"/>
          </p:cNvSpPr>
          <p:nvPr/>
        </p:nvSpPr>
        <p:spPr>
          <a:xfrm>
            <a:off x="9182100"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4" name="connector_425"/>
          <p:cNvSpPr>
            <a:spLocks noGrp="1"/>
          </p:cNvSpPr>
          <p:nvPr/>
        </p:nvSpPr>
        <p:spPr>
          <a:xfrm>
            <a:off x="9182100"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5" name="connector_426"/>
          <p:cNvSpPr>
            <a:spLocks noGrp="1"/>
          </p:cNvSpPr>
          <p:nvPr/>
        </p:nvSpPr>
        <p:spPr>
          <a:xfrm>
            <a:off x="9182100"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6" name="connector_427"/>
          <p:cNvSpPr>
            <a:spLocks noGrp="1"/>
          </p:cNvSpPr>
          <p:nvPr/>
        </p:nvSpPr>
        <p:spPr>
          <a:xfrm>
            <a:off x="9182100"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7" name="connector_428"/>
          <p:cNvSpPr>
            <a:spLocks noGrp="1"/>
          </p:cNvSpPr>
          <p:nvPr/>
        </p:nvSpPr>
        <p:spPr>
          <a:xfrm>
            <a:off x="9182100"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8" name="connector_429"/>
          <p:cNvSpPr>
            <a:spLocks noGrp="1"/>
          </p:cNvSpPr>
          <p:nvPr/>
        </p:nvSpPr>
        <p:spPr>
          <a:xfrm>
            <a:off x="9182100"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9" name="connector_430"/>
          <p:cNvSpPr>
            <a:spLocks noGrp="1"/>
          </p:cNvSpPr>
          <p:nvPr/>
        </p:nvSpPr>
        <p:spPr>
          <a:xfrm>
            <a:off x="9182100"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0" name="connector_431"/>
          <p:cNvSpPr>
            <a:spLocks noGrp="1"/>
          </p:cNvSpPr>
          <p:nvPr/>
        </p:nvSpPr>
        <p:spPr>
          <a:xfrm>
            <a:off x="9182100"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1" name="connector_432"/>
          <p:cNvSpPr>
            <a:spLocks noGrp="1"/>
          </p:cNvSpPr>
          <p:nvPr/>
        </p:nvSpPr>
        <p:spPr>
          <a:xfrm>
            <a:off x="9182100"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2" name="connector_433"/>
          <p:cNvSpPr>
            <a:spLocks noGrp="1"/>
          </p:cNvSpPr>
          <p:nvPr/>
        </p:nvSpPr>
        <p:spPr>
          <a:xfrm>
            <a:off x="9182100"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3" name="connector_434"/>
          <p:cNvSpPr>
            <a:spLocks noGrp="1"/>
          </p:cNvSpPr>
          <p:nvPr/>
        </p:nvSpPr>
        <p:spPr>
          <a:xfrm>
            <a:off x="9182100"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4" name="connector_435"/>
          <p:cNvSpPr>
            <a:spLocks noGrp="1"/>
          </p:cNvSpPr>
          <p:nvPr/>
        </p:nvSpPr>
        <p:spPr>
          <a:xfrm>
            <a:off x="9182100"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5" name="connector_436"/>
          <p:cNvSpPr>
            <a:spLocks noGrp="1"/>
          </p:cNvSpPr>
          <p:nvPr/>
        </p:nvSpPr>
        <p:spPr>
          <a:xfrm>
            <a:off x="9182100"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6" name="connector_437"/>
          <p:cNvSpPr>
            <a:spLocks noGrp="1"/>
          </p:cNvSpPr>
          <p:nvPr/>
        </p:nvSpPr>
        <p:spPr>
          <a:xfrm>
            <a:off x="9182100"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7" name="connector_438"/>
          <p:cNvSpPr>
            <a:spLocks noGrp="1"/>
          </p:cNvSpPr>
          <p:nvPr/>
        </p:nvSpPr>
        <p:spPr>
          <a:xfrm>
            <a:off x="9182100"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8" name="connector_439"/>
          <p:cNvSpPr>
            <a:spLocks noGrp="1"/>
          </p:cNvSpPr>
          <p:nvPr/>
        </p:nvSpPr>
        <p:spPr>
          <a:xfrm>
            <a:off x="9182100"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9" name="connector_440"/>
          <p:cNvSpPr>
            <a:spLocks noGrp="1"/>
          </p:cNvSpPr>
          <p:nvPr/>
        </p:nvSpPr>
        <p:spPr>
          <a:xfrm>
            <a:off x="9182100"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0" name="connector_441"/>
          <p:cNvSpPr>
            <a:spLocks noGrp="1"/>
          </p:cNvSpPr>
          <p:nvPr/>
        </p:nvSpPr>
        <p:spPr>
          <a:xfrm>
            <a:off x="9182100"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1" name="connector_442"/>
          <p:cNvSpPr>
            <a:spLocks noGrp="1"/>
          </p:cNvSpPr>
          <p:nvPr/>
        </p:nvSpPr>
        <p:spPr>
          <a:xfrm>
            <a:off x="9182100"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2" name="connector_443"/>
          <p:cNvSpPr>
            <a:spLocks noGrp="1"/>
          </p:cNvSpPr>
          <p:nvPr/>
        </p:nvSpPr>
        <p:spPr>
          <a:xfrm>
            <a:off x="9182100"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3" name="object_444"/>
          <p:cNvSpPr>
            <a:spLocks noGrp="1"/>
          </p:cNvSpPr>
          <p:nvPr/>
        </p:nvSpPr>
        <p:spPr>
          <a:xfrm>
            <a:off x="742950" y="1571625"/>
            <a:ext cx="1609725" cy="457200"/>
          </a:xfrm>
          <a:prstGeom prst="rect">
            <a:avLst/>
          </a:prstGeom>
          <a:solidFill>
            <a:srgbClr val="F2F2F2"/>
          </a:solidFill>
          <a:ln w="9525">
            <a:noFill/>
          </a:ln>
        </p:spPr>
      </p:sp>
      <p:sp>
        <p:nvSpPr>
          <p:cNvPr id="94" name="text_446_1. 需求理解"/>
          <p:cNvSpPr>
            <a:spLocks noGrp="1"/>
          </p:cNvSpPr>
          <p:nvPr/>
        </p:nvSpPr>
        <p:spPr>
          <a:xfrm>
            <a:off x="809625" y="1638300"/>
            <a:ext cx="1476375" cy="3048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1. 需求理解</a:t>
            </a:r>
          </a:p>
        </p:txBody>
      </p:sp>
      <p:sp>
        <p:nvSpPr>
          <p:cNvPr id="95" name="text_448_读取需求、语义与平台规则"/>
          <p:cNvSpPr>
            <a:spLocks noGrp="1"/>
          </p:cNvSpPr>
          <p:nvPr/>
        </p:nvSpPr>
        <p:spPr>
          <a:xfrm>
            <a:off x="2514600" y="1600200"/>
            <a:ext cx="2809875" cy="419100"/>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读取需求、语义与平台规则</a:t>
            </a:r>
          </a:p>
        </p:txBody>
      </p:sp>
      <p:sp>
        <p:nvSpPr>
          <p:cNvPr id="96" name="connector_449"/>
          <p:cNvSpPr>
            <a:spLocks noGrp="1"/>
          </p:cNvSpPr>
          <p:nvPr/>
        </p:nvSpPr>
        <p:spPr>
          <a:xfrm>
            <a:off x="1514475" y="2047875"/>
            <a:ext cx="19050" cy="123825"/>
          </a:xfrm>
          <a:custGeom>
            <a:avLst/>
            <a:gdLst/>
            <a:ahLst/>
            <a:cxnLst/>
            <a:rect l="0" t="0" r="0" b="0"/>
            <a:pathLst>
              <a:path w="19050" h="123825">
                <a:moveTo>
                  <a:pt x="9525" y="9525"/>
                </a:moveTo>
                <a:lnTo>
                  <a:pt x="9525" y="114300"/>
                </a:lnTo>
              </a:path>
            </a:pathLst>
          </a:custGeom>
          <a:noFill/>
          <a:ln w="19050">
            <a:solidFill>
              <a:srgbClr val="D7000F"/>
            </a:solidFill>
          </a:ln>
        </p:spPr>
      </p:sp>
      <p:sp>
        <p:nvSpPr>
          <p:cNvPr id="97" name="connector_450"/>
          <p:cNvSpPr>
            <a:spLocks noGrp="1"/>
          </p:cNvSpPr>
          <p:nvPr/>
        </p:nvSpPr>
        <p:spPr>
          <a:xfrm>
            <a:off x="1482509" y="20941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98" name="object_451"/>
          <p:cNvSpPr>
            <a:spLocks noGrp="1"/>
          </p:cNvSpPr>
          <p:nvPr/>
        </p:nvSpPr>
        <p:spPr>
          <a:xfrm>
            <a:off x="742950" y="2190750"/>
            <a:ext cx="1609725" cy="457200"/>
          </a:xfrm>
          <a:prstGeom prst="rect">
            <a:avLst/>
          </a:prstGeom>
          <a:solidFill>
            <a:srgbClr val="F2F2F2"/>
          </a:solidFill>
          <a:ln w="9525">
            <a:noFill/>
          </a:ln>
        </p:spPr>
      </p:sp>
      <p:sp>
        <p:nvSpPr>
          <p:cNvPr id="99" name="text_453_2. 语义分析"/>
          <p:cNvSpPr>
            <a:spLocks noGrp="1"/>
          </p:cNvSpPr>
          <p:nvPr/>
        </p:nvSpPr>
        <p:spPr>
          <a:xfrm>
            <a:off x="809625" y="2257425"/>
            <a:ext cx="1476375" cy="3048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2. 语义分析</a:t>
            </a:r>
          </a:p>
        </p:txBody>
      </p:sp>
      <p:sp>
        <p:nvSpPr>
          <p:cNvPr id="100" name="text_455_理解公式、Shape、Axis"/>
          <p:cNvSpPr>
            <a:spLocks noGrp="1"/>
          </p:cNvSpPr>
          <p:nvPr/>
        </p:nvSpPr>
        <p:spPr>
          <a:xfrm>
            <a:off x="2514600" y="2219325"/>
            <a:ext cx="2809875" cy="419100"/>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理解公式、Shape、Axis</a:t>
            </a:r>
          </a:p>
        </p:txBody>
      </p:sp>
      <p:sp>
        <p:nvSpPr>
          <p:cNvPr id="101" name="connector_456"/>
          <p:cNvSpPr>
            <a:spLocks noGrp="1"/>
          </p:cNvSpPr>
          <p:nvPr/>
        </p:nvSpPr>
        <p:spPr>
          <a:xfrm>
            <a:off x="1514475" y="2667000"/>
            <a:ext cx="19050" cy="123825"/>
          </a:xfrm>
          <a:custGeom>
            <a:avLst/>
            <a:gdLst/>
            <a:ahLst/>
            <a:cxnLst/>
            <a:rect l="0" t="0" r="0" b="0"/>
            <a:pathLst>
              <a:path w="19050" h="123825">
                <a:moveTo>
                  <a:pt x="9525" y="9525"/>
                </a:moveTo>
                <a:lnTo>
                  <a:pt x="9525" y="114300"/>
                </a:lnTo>
              </a:path>
            </a:pathLst>
          </a:custGeom>
          <a:noFill/>
          <a:ln w="19050">
            <a:solidFill>
              <a:srgbClr val="D7000F"/>
            </a:solidFill>
          </a:ln>
        </p:spPr>
      </p:sp>
      <p:sp>
        <p:nvSpPr>
          <p:cNvPr id="102" name="connector_457"/>
          <p:cNvSpPr>
            <a:spLocks noGrp="1"/>
          </p:cNvSpPr>
          <p:nvPr/>
        </p:nvSpPr>
        <p:spPr>
          <a:xfrm>
            <a:off x="1482509" y="27132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03" name="object_458"/>
          <p:cNvSpPr>
            <a:spLocks noGrp="1"/>
          </p:cNvSpPr>
          <p:nvPr/>
        </p:nvSpPr>
        <p:spPr>
          <a:xfrm>
            <a:off x="742950" y="2809875"/>
            <a:ext cx="1609725" cy="457200"/>
          </a:xfrm>
          <a:prstGeom prst="rect">
            <a:avLst/>
          </a:prstGeom>
          <a:solidFill>
            <a:srgbClr val="F2F2F2"/>
          </a:solidFill>
          <a:ln w="9525">
            <a:noFill/>
          </a:ln>
        </p:spPr>
      </p:sp>
      <p:sp>
        <p:nvSpPr>
          <p:cNvPr id="104" name="text_460_3. Mapping 设计"/>
          <p:cNvSpPr>
            <a:spLocks noGrp="1"/>
          </p:cNvSpPr>
          <p:nvPr/>
        </p:nvSpPr>
        <p:spPr>
          <a:xfrm>
            <a:off x="809625" y="2876550"/>
            <a:ext cx="1476375" cy="3048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3. Mapping 设计</a:t>
            </a:r>
          </a:p>
        </p:txBody>
      </p:sp>
      <p:sp>
        <p:nvSpPr>
          <p:cNvPr id="105" name="text_462_加载硬件规则与 Mapping 资料"/>
          <p:cNvSpPr>
            <a:spLocks noGrp="1"/>
          </p:cNvSpPr>
          <p:nvPr/>
        </p:nvSpPr>
        <p:spPr>
          <a:xfrm>
            <a:off x="2514600" y="2838450"/>
            <a:ext cx="2809875" cy="419100"/>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加载硬件规则与 Mapping 资料</a:t>
            </a:r>
          </a:p>
        </p:txBody>
      </p:sp>
      <p:sp>
        <p:nvSpPr>
          <p:cNvPr id="106" name="connector_463"/>
          <p:cNvSpPr>
            <a:spLocks noGrp="1"/>
          </p:cNvSpPr>
          <p:nvPr/>
        </p:nvSpPr>
        <p:spPr>
          <a:xfrm>
            <a:off x="1514475" y="3286125"/>
            <a:ext cx="19050" cy="123825"/>
          </a:xfrm>
          <a:custGeom>
            <a:avLst/>
            <a:gdLst/>
            <a:ahLst/>
            <a:cxnLst/>
            <a:rect l="0" t="0" r="0" b="0"/>
            <a:pathLst>
              <a:path w="19050" h="123825">
                <a:moveTo>
                  <a:pt x="9525" y="9525"/>
                </a:moveTo>
                <a:lnTo>
                  <a:pt x="9525" y="114300"/>
                </a:lnTo>
              </a:path>
            </a:pathLst>
          </a:custGeom>
          <a:noFill/>
          <a:ln w="19050">
            <a:solidFill>
              <a:srgbClr val="D7000F"/>
            </a:solidFill>
          </a:ln>
        </p:spPr>
      </p:sp>
      <p:sp>
        <p:nvSpPr>
          <p:cNvPr id="107" name="connector_464"/>
          <p:cNvSpPr>
            <a:spLocks noGrp="1"/>
          </p:cNvSpPr>
          <p:nvPr/>
        </p:nvSpPr>
        <p:spPr>
          <a:xfrm>
            <a:off x="1482509" y="333238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08" name="object_465"/>
          <p:cNvSpPr>
            <a:spLocks noGrp="1"/>
          </p:cNvSpPr>
          <p:nvPr/>
        </p:nvSpPr>
        <p:spPr>
          <a:xfrm>
            <a:off x="742950" y="3429000"/>
            <a:ext cx="1609725" cy="457200"/>
          </a:xfrm>
          <a:prstGeom prst="rect">
            <a:avLst/>
          </a:prstGeom>
          <a:solidFill>
            <a:srgbClr val="F2F2F2"/>
          </a:solidFill>
          <a:ln w="9525">
            <a:noFill/>
          </a:ln>
        </p:spPr>
      </p:sp>
      <p:sp>
        <p:nvSpPr>
          <p:cNvPr id="109" name="text_467_4. Kernel 设计"/>
          <p:cNvSpPr>
            <a:spLocks noGrp="1"/>
          </p:cNvSpPr>
          <p:nvPr/>
        </p:nvSpPr>
        <p:spPr>
          <a:xfrm>
            <a:off x="809625" y="3495675"/>
            <a:ext cx="1476375" cy="3048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4. Kernel 设计</a:t>
            </a:r>
          </a:p>
        </p:txBody>
      </p:sp>
      <p:sp>
        <p:nvSpPr>
          <p:cNvPr id="110" name="text_469_再次理解语义和平台约束"/>
          <p:cNvSpPr>
            <a:spLocks noGrp="1"/>
          </p:cNvSpPr>
          <p:nvPr/>
        </p:nvSpPr>
        <p:spPr>
          <a:xfrm>
            <a:off x="2514600" y="3457575"/>
            <a:ext cx="2809875" cy="419100"/>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再次理解语义和平台约束</a:t>
            </a:r>
          </a:p>
        </p:txBody>
      </p:sp>
      <p:sp>
        <p:nvSpPr>
          <p:cNvPr id="111" name="connector_470"/>
          <p:cNvSpPr>
            <a:spLocks noGrp="1"/>
          </p:cNvSpPr>
          <p:nvPr/>
        </p:nvSpPr>
        <p:spPr>
          <a:xfrm>
            <a:off x="1514475" y="3905250"/>
            <a:ext cx="19050" cy="123825"/>
          </a:xfrm>
          <a:custGeom>
            <a:avLst/>
            <a:gdLst/>
            <a:ahLst/>
            <a:cxnLst/>
            <a:rect l="0" t="0" r="0" b="0"/>
            <a:pathLst>
              <a:path w="19050" h="123825">
                <a:moveTo>
                  <a:pt x="9525" y="9525"/>
                </a:moveTo>
                <a:lnTo>
                  <a:pt x="9525" y="114300"/>
                </a:lnTo>
              </a:path>
            </a:pathLst>
          </a:custGeom>
          <a:noFill/>
          <a:ln w="19050">
            <a:solidFill>
              <a:srgbClr val="D7000F"/>
            </a:solidFill>
          </a:ln>
        </p:spPr>
      </p:sp>
      <p:sp>
        <p:nvSpPr>
          <p:cNvPr id="112" name="connector_471"/>
          <p:cNvSpPr>
            <a:spLocks noGrp="1"/>
          </p:cNvSpPr>
          <p:nvPr/>
        </p:nvSpPr>
        <p:spPr>
          <a:xfrm>
            <a:off x="1482509" y="395151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13" name="object_472"/>
          <p:cNvSpPr>
            <a:spLocks noGrp="1"/>
          </p:cNvSpPr>
          <p:nvPr/>
        </p:nvSpPr>
        <p:spPr>
          <a:xfrm>
            <a:off x="742950" y="4048125"/>
            <a:ext cx="1609725" cy="457200"/>
          </a:xfrm>
          <a:prstGeom prst="rect">
            <a:avLst/>
          </a:prstGeom>
          <a:solidFill>
            <a:srgbClr val="F2F2F2"/>
          </a:solidFill>
          <a:ln w="9525">
            <a:noFill/>
          </a:ln>
        </p:spPr>
      </p:sp>
      <p:sp>
        <p:nvSpPr>
          <p:cNvPr id="114" name="text_474_5. 代码生成"/>
          <p:cNvSpPr>
            <a:spLocks noGrp="1"/>
          </p:cNvSpPr>
          <p:nvPr/>
        </p:nvSpPr>
        <p:spPr>
          <a:xfrm>
            <a:off x="809625" y="4114800"/>
            <a:ext cx="1476375" cy="3048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5. 代码生成</a:t>
            </a:r>
          </a:p>
        </p:txBody>
      </p:sp>
      <p:sp>
        <p:nvSpPr>
          <p:cNvPr id="115" name="text_476_重复读取前序上下文"/>
          <p:cNvSpPr>
            <a:spLocks noGrp="1"/>
          </p:cNvSpPr>
          <p:nvPr/>
        </p:nvSpPr>
        <p:spPr>
          <a:xfrm>
            <a:off x="2514600" y="4076700"/>
            <a:ext cx="2809875" cy="419100"/>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dirty="0" err="1" smtClean="0">
                <a:solidFill>
                  <a:srgbClr val="242424"/>
                </a:solidFill>
                <a:latin typeface="Arial" panose="020B0604020202020204"/>
                <a:ea typeface="Arial" panose="020B0604020202020204"/>
                <a:cs typeface="Arial" panose="020B0604020202020204"/>
              </a:rPr>
              <a:t>重复读取上下文</a:t>
            </a:r>
            <a:endParaRPr sz="1350" b="0" dirty="0">
              <a:solidFill>
                <a:srgbClr val="242424"/>
              </a:solidFill>
              <a:latin typeface="Arial" panose="020B0604020202020204"/>
              <a:ea typeface="Arial" panose="020B0604020202020204"/>
              <a:cs typeface="Arial" panose="020B0604020202020204"/>
            </a:endParaRPr>
          </a:p>
        </p:txBody>
      </p:sp>
      <p:sp>
        <p:nvSpPr>
          <p:cNvPr id="116" name="connector_477"/>
          <p:cNvSpPr>
            <a:spLocks noGrp="1"/>
          </p:cNvSpPr>
          <p:nvPr/>
        </p:nvSpPr>
        <p:spPr>
          <a:xfrm>
            <a:off x="1514475" y="4524375"/>
            <a:ext cx="19050" cy="123825"/>
          </a:xfrm>
          <a:custGeom>
            <a:avLst/>
            <a:gdLst/>
            <a:ahLst/>
            <a:cxnLst/>
            <a:rect l="0" t="0" r="0" b="0"/>
            <a:pathLst>
              <a:path w="19050" h="123825">
                <a:moveTo>
                  <a:pt x="9525" y="9525"/>
                </a:moveTo>
                <a:lnTo>
                  <a:pt x="9525" y="114300"/>
                </a:lnTo>
              </a:path>
            </a:pathLst>
          </a:custGeom>
          <a:noFill/>
          <a:ln w="19050">
            <a:solidFill>
              <a:srgbClr val="D7000F"/>
            </a:solidFill>
          </a:ln>
        </p:spPr>
      </p:sp>
      <p:sp>
        <p:nvSpPr>
          <p:cNvPr id="117" name="connector_478"/>
          <p:cNvSpPr>
            <a:spLocks noGrp="1"/>
          </p:cNvSpPr>
          <p:nvPr/>
        </p:nvSpPr>
        <p:spPr>
          <a:xfrm>
            <a:off x="1482509" y="45706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18" name="object_479"/>
          <p:cNvSpPr>
            <a:spLocks noGrp="1"/>
          </p:cNvSpPr>
          <p:nvPr/>
        </p:nvSpPr>
        <p:spPr>
          <a:xfrm>
            <a:off x="742950" y="4667250"/>
            <a:ext cx="1609725" cy="457200"/>
          </a:xfrm>
          <a:prstGeom prst="rect">
            <a:avLst/>
          </a:prstGeom>
          <a:solidFill>
            <a:srgbClr val="F2F2F2"/>
          </a:solidFill>
          <a:ln w="9525">
            <a:noFill/>
          </a:ln>
        </p:spPr>
      </p:sp>
      <p:sp>
        <p:nvSpPr>
          <p:cNvPr id="119" name="text_481_6. 测试生成"/>
          <p:cNvSpPr>
            <a:spLocks noGrp="1"/>
          </p:cNvSpPr>
          <p:nvPr/>
        </p:nvSpPr>
        <p:spPr>
          <a:xfrm>
            <a:off x="809625" y="4733925"/>
            <a:ext cx="1476375" cy="3048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6. 测试生成</a:t>
            </a:r>
          </a:p>
        </p:txBody>
      </p:sp>
      <p:sp>
        <p:nvSpPr>
          <p:cNvPr id="120" name="text_483_再次加载规则和接口说明"/>
          <p:cNvSpPr>
            <a:spLocks noGrp="1"/>
          </p:cNvSpPr>
          <p:nvPr/>
        </p:nvSpPr>
        <p:spPr>
          <a:xfrm>
            <a:off x="2514600" y="4695825"/>
            <a:ext cx="2809875" cy="419100"/>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再次加载规则和接口说明</a:t>
            </a:r>
          </a:p>
        </p:txBody>
      </p:sp>
      <p:sp>
        <p:nvSpPr>
          <p:cNvPr id="121" name="connector_484"/>
          <p:cNvSpPr>
            <a:spLocks noGrp="1"/>
          </p:cNvSpPr>
          <p:nvPr/>
        </p:nvSpPr>
        <p:spPr>
          <a:xfrm>
            <a:off x="1514475" y="5143500"/>
            <a:ext cx="19050" cy="123825"/>
          </a:xfrm>
          <a:custGeom>
            <a:avLst/>
            <a:gdLst/>
            <a:ahLst/>
            <a:cxnLst/>
            <a:rect l="0" t="0" r="0" b="0"/>
            <a:pathLst>
              <a:path w="19050" h="123825">
                <a:moveTo>
                  <a:pt x="9525" y="9525"/>
                </a:moveTo>
                <a:lnTo>
                  <a:pt x="9525" y="114300"/>
                </a:lnTo>
              </a:path>
            </a:pathLst>
          </a:custGeom>
          <a:noFill/>
          <a:ln w="19050">
            <a:solidFill>
              <a:srgbClr val="D7000F"/>
            </a:solidFill>
          </a:ln>
        </p:spPr>
      </p:sp>
      <p:sp>
        <p:nvSpPr>
          <p:cNvPr id="122" name="connector_485"/>
          <p:cNvSpPr>
            <a:spLocks noGrp="1"/>
          </p:cNvSpPr>
          <p:nvPr/>
        </p:nvSpPr>
        <p:spPr>
          <a:xfrm>
            <a:off x="1482509" y="51897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23" name="object_486"/>
          <p:cNvSpPr>
            <a:spLocks noGrp="1"/>
          </p:cNvSpPr>
          <p:nvPr/>
        </p:nvSpPr>
        <p:spPr>
          <a:xfrm>
            <a:off x="742950" y="5286375"/>
            <a:ext cx="1609725" cy="457200"/>
          </a:xfrm>
          <a:prstGeom prst="rect">
            <a:avLst/>
          </a:prstGeom>
          <a:solidFill>
            <a:srgbClr val="F2F2F2"/>
          </a:solidFill>
          <a:ln w="9525">
            <a:noFill/>
          </a:ln>
        </p:spPr>
      </p:sp>
      <p:sp>
        <p:nvSpPr>
          <p:cNvPr id="124" name="text_488_7. 自检与整理"/>
          <p:cNvSpPr>
            <a:spLocks noGrp="1"/>
          </p:cNvSpPr>
          <p:nvPr/>
        </p:nvSpPr>
        <p:spPr>
          <a:xfrm>
            <a:off x="809625" y="5353050"/>
            <a:ext cx="1476375" cy="304800"/>
          </a:xfrm>
          <a:prstGeom prst="rect">
            <a:avLst/>
          </a:prstGeom>
          <a:noFill/>
          <a:ln w="9525">
            <a:noFill/>
          </a:ln>
        </p:spPr>
        <p:txBody>
          <a:bodyPr wrap="none" lIns="0" tIns="0" rIns="0" bIns="0" anchor="ctr">
            <a:noAutofit/>
          </a:bodyPr>
          <a:lstStyle/>
          <a:p>
            <a:pPr algn="l">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7. 自检与整理</a:t>
            </a:r>
          </a:p>
        </p:txBody>
      </p:sp>
      <p:sp>
        <p:nvSpPr>
          <p:cNvPr id="125" name="text_490_重新理解需求与实现细节"/>
          <p:cNvSpPr>
            <a:spLocks noGrp="1"/>
          </p:cNvSpPr>
          <p:nvPr/>
        </p:nvSpPr>
        <p:spPr>
          <a:xfrm>
            <a:off x="2514600" y="5314950"/>
            <a:ext cx="2809875" cy="419100"/>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重新理解需求与实现细节</a:t>
            </a:r>
          </a:p>
        </p:txBody>
      </p:sp>
      <p:sp>
        <p:nvSpPr>
          <p:cNvPr id="126" name="text_492_重复读取与理解，增加 Token 和调度开销"/>
          <p:cNvSpPr>
            <a:spLocks noGrp="1"/>
          </p:cNvSpPr>
          <p:nvPr/>
        </p:nvSpPr>
        <p:spPr>
          <a:xfrm>
            <a:off x="752475" y="5972175"/>
            <a:ext cx="4562475" cy="276225"/>
          </a:xfrm>
          <a:prstGeom prst="rect">
            <a:avLst/>
          </a:prstGeom>
          <a:noFill/>
          <a:ln w="9525">
            <a:noFill/>
          </a:ln>
        </p:spPr>
        <p:txBody>
          <a:bodyPr wrap="none" lIns="0" tIns="0" rIns="0" bIns="0" anchor="ctr">
            <a:noAutofit/>
          </a:bodyPr>
          <a:lstStyle/>
          <a:p>
            <a:pPr algn="l">
              <a:defRPr sz="1500" b="1">
                <a:solidFill>
                  <a:srgbClr val="D7000F"/>
                </a:solidFill>
                <a:latin typeface="Arial" panose="020B0604020202020204"/>
                <a:ea typeface="Arial" panose="020B0604020202020204"/>
                <a:cs typeface="Arial" panose="020B0604020202020204"/>
              </a:defRPr>
            </a:pPr>
            <a:r>
              <a:rPr sz="1500" b="1">
                <a:solidFill>
                  <a:srgbClr val="D7000F"/>
                </a:solidFill>
                <a:latin typeface="Arial" panose="020B0604020202020204"/>
                <a:ea typeface="Arial" panose="020B0604020202020204"/>
                <a:cs typeface="Arial" panose="020B0604020202020204"/>
              </a:rPr>
              <a:t>重复读取与理解，增加 Token 和调度开销</a:t>
            </a:r>
          </a:p>
        </p:txBody>
      </p:sp>
      <p:sp>
        <p:nvSpPr>
          <p:cNvPr id="127" name="object_493"/>
          <p:cNvSpPr>
            <a:spLocks noGrp="1"/>
          </p:cNvSpPr>
          <p:nvPr/>
        </p:nvSpPr>
        <p:spPr>
          <a:xfrm>
            <a:off x="5905500" y="1552575"/>
            <a:ext cx="3133725" cy="523875"/>
          </a:xfrm>
          <a:prstGeom prst="rect">
            <a:avLst/>
          </a:prstGeom>
          <a:solidFill>
            <a:srgbClr val="F2F2F2"/>
          </a:solidFill>
          <a:ln w="17145">
            <a:solidFill>
              <a:srgbClr val="D7000F"/>
            </a:solidFill>
          </a:ln>
        </p:spPr>
      </p:sp>
      <p:sp>
        <p:nvSpPr>
          <p:cNvPr id="128" name="text_495_输入"/>
          <p:cNvSpPr>
            <a:spLocks noGrp="1"/>
          </p:cNvSpPr>
          <p:nvPr/>
        </p:nvSpPr>
        <p:spPr>
          <a:xfrm>
            <a:off x="5972175" y="1581150"/>
            <a:ext cx="3000375" cy="238125"/>
          </a:xfrm>
          <a:prstGeom prst="rect">
            <a:avLst/>
          </a:prstGeom>
          <a:noFill/>
          <a:ln w="9525">
            <a:no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输入</a:t>
            </a:r>
          </a:p>
        </p:txBody>
      </p:sp>
      <p:sp>
        <p:nvSpPr>
          <p:cNvPr id="129" name="text_497_算子需求 / 参考资料 / 平台规则"/>
          <p:cNvSpPr>
            <a:spLocks noGrp="1"/>
          </p:cNvSpPr>
          <p:nvPr/>
        </p:nvSpPr>
        <p:spPr>
          <a:xfrm>
            <a:off x="5981700" y="1838325"/>
            <a:ext cx="2981325" cy="209550"/>
          </a:xfrm>
          <a:prstGeom prst="rect">
            <a:avLst/>
          </a:prstGeom>
          <a:noFill/>
          <a:ln w="9525">
            <a:noFill/>
          </a:ln>
        </p:spPr>
        <p:txBody>
          <a:bodyPr wrap="none" lIns="0" tIns="0" rIns="0" bIns="0" anchor="ctr">
            <a:noAutofit/>
          </a:bodyPr>
          <a:lstStyle/>
          <a:p>
            <a:pPr algn="ctr">
              <a:defRPr sz="1275" b="0">
                <a:solidFill>
                  <a:srgbClr val="242424"/>
                </a:solidFill>
                <a:latin typeface="Arial" panose="020B0604020202020204"/>
                <a:ea typeface="Arial" panose="020B0604020202020204"/>
                <a:cs typeface="Arial" panose="020B0604020202020204"/>
              </a:defRPr>
            </a:pPr>
            <a:r>
              <a:rPr sz="1275" b="0">
                <a:solidFill>
                  <a:srgbClr val="242424"/>
                </a:solidFill>
                <a:latin typeface="Arial" panose="020B0604020202020204"/>
                <a:ea typeface="Arial" panose="020B0604020202020204"/>
                <a:cs typeface="Arial" panose="020B0604020202020204"/>
              </a:rPr>
              <a:t>算子需求 / 参考资料 / 平台规则</a:t>
            </a:r>
          </a:p>
        </p:txBody>
      </p:sp>
      <p:sp>
        <p:nvSpPr>
          <p:cNvPr id="130" name="connector_498"/>
          <p:cNvSpPr>
            <a:spLocks noGrp="1"/>
          </p:cNvSpPr>
          <p:nvPr/>
        </p:nvSpPr>
        <p:spPr>
          <a:xfrm>
            <a:off x="7458075" y="2095500"/>
            <a:ext cx="19050" cy="190500"/>
          </a:xfrm>
          <a:custGeom>
            <a:avLst/>
            <a:gdLst/>
            <a:ahLst/>
            <a:cxnLst/>
            <a:rect l="0" t="0" r="0" b="0"/>
            <a:pathLst>
              <a:path w="19050" h="190500">
                <a:moveTo>
                  <a:pt x="9525" y="9525"/>
                </a:moveTo>
                <a:lnTo>
                  <a:pt x="9525" y="180975"/>
                </a:lnTo>
              </a:path>
            </a:pathLst>
          </a:custGeom>
          <a:noFill/>
          <a:ln w="19050">
            <a:solidFill>
              <a:srgbClr val="D7000F"/>
            </a:solidFill>
          </a:ln>
        </p:spPr>
      </p:sp>
      <p:sp>
        <p:nvSpPr>
          <p:cNvPr id="131" name="connector_499"/>
          <p:cNvSpPr>
            <a:spLocks noGrp="1"/>
          </p:cNvSpPr>
          <p:nvPr/>
        </p:nvSpPr>
        <p:spPr>
          <a:xfrm>
            <a:off x="7426109" y="22084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32" name="object_500"/>
          <p:cNvSpPr>
            <a:spLocks noGrp="1"/>
          </p:cNvSpPr>
          <p:nvPr/>
        </p:nvSpPr>
        <p:spPr>
          <a:xfrm>
            <a:off x="5905500" y="2371725"/>
            <a:ext cx="3133725" cy="1000125"/>
          </a:xfrm>
          <a:prstGeom prst="rect">
            <a:avLst/>
          </a:prstGeom>
          <a:solidFill>
            <a:srgbClr val="FFFFFF"/>
          </a:solidFill>
          <a:ln w="19050">
            <a:solidFill>
              <a:srgbClr val="D7000F"/>
            </a:solidFill>
          </a:ln>
        </p:spPr>
      </p:sp>
      <p:sp>
        <p:nvSpPr>
          <p:cNvPr id="133" name="text_502_Design Agent  步骤 1–4"/>
          <p:cNvSpPr>
            <a:spLocks noGrp="1"/>
          </p:cNvSpPr>
          <p:nvPr/>
        </p:nvSpPr>
        <p:spPr>
          <a:xfrm>
            <a:off x="6010275" y="2428875"/>
            <a:ext cx="2924175" cy="285750"/>
          </a:xfrm>
          <a:prstGeom prst="rect">
            <a:avLst/>
          </a:prstGeom>
          <a:noFill/>
          <a:ln w="9525">
            <a:noFill/>
          </a:ln>
        </p:spPr>
        <p:txBody>
          <a:bodyPr wrap="none" lIns="0" tIns="0" rIns="0" bIns="0" anchor="ctr">
            <a:noAutofit/>
          </a:bodyPr>
          <a:lstStyle/>
          <a:p>
            <a:pPr algn="ctr">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Design Agent  步骤 1–4</a:t>
            </a:r>
          </a:p>
        </p:txBody>
      </p:sp>
      <p:sp>
        <p:nvSpPr>
          <p:cNvPr id="134" name="text_504_需求理解、语义分析"/>
          <p:cNvSpPr>
            <a:spLocks noGrp="1"/>
          </p:cNvSpPr>
          <p:nvPr/>
        </p:nvSpPr>
        <p:spPr>
          <a:xfrm>
            <a:off x="6029325" y="2781300"/>
            <a:ext cx="2886075" cy="247650"/>
          </a:xfrm>
          <a:prstGeom prst="rect">
            <a:avLst/>
          </a:prstGeom>
          <a:noFill/>
          <a:ln w="9525">
            <a:noFill/>
          </a:ln>
        </p:spPr>
        <p:txBody>
          <a:bodyPr wrap="none" lIns="0" tIns="0" rIns="0" bIns="0" anchor="ctr">
            <a:noAutofit/>
          </a:bodyPr>
          <a:lstStyle/>
          <a:p>
            <a:pPr algn="ctr">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需求理解、语义分析</a:t>
            </a:r>
          </a:p>
        </p:txBody>
      </p:sp>
      <p:sp>
        <p:nvSpPr>
          <p:cNvPr id="135" name="text_506_Mapping 与 Kernel 设计"/>
          <p:cNvSpPr>
            <a:spLocks noGrp="1"/>
          </p:cNvSpPr>
          <p:nvPr/>
        </p:nvSpPr>
        <p:spPr>
          <a:xfrm>
            <a:off x="6029325" y="3028950"/>
            <a:ext cx="2886075" cy="247650"/>
          </a:xfrm>
          <a:prstGeom prst="rect">
            <a:avLst/>
          </a:prstGeom>
          <a:noFill/>
          <a:ln w="9525">
            <a:noFill/>
          </a:ln>
        </p:spPr>
        <p:txBody>
          <a:bodyPr wrap="none" lIns="0" tIns="0" rIns="0" bIns="0" anchor="ctr">
            <a:noAutofit/>
          </a:bodyPr>
          <a:lstStyle/>
          <a:p>
            <a:pPr algn="ctr">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Mapping 与 Kernel 设计</a:t>
            </a:r>
          </a:p>
        </p:txBody>
      </p:sp>
      <p:sp>
        <p:nvSpPr>
          <p:cNvPr id="136" name="connector_507"/>
          <p:cNvSpPr>
            <a:spLocks noGrp="1"/>
          </p:cNvSpPr>
          <p:nvPr/>
        </p:nvSpPr>
        <p:spPr>
          <a:xfrm>
            <a:off x="7458075" y="3390900"/>
            <a:ext cx="19050" cy="142875"/>
          </a:xfrm>
          <a:custGeom>
            <a:avLst/>
            <a:gdLst/>
            <a:ahLst/>
            <a:cxnLst/>
            <a:rect l="0" t="0" r="0" b="0"/>
            <a:pathLst>
              <a:path w="19050" h="142875">
                <a:moveTo>
                  <a:pt x="9525" y="9525"/>
                </a:moveTo>
                <a:lnTo>
                  <a:pt x="9525" y="133350"/>
                </a:lnTo>
              </a:path>
            </a:pathLst>
          </a:custGeom>
          <a:noFill/>
          <a:ln w="19050">
            <a:solidFill>
              <a:srgbClr val="D7000F"/>
            </a:solidFill>
          </a:ln>
        </p:spPr>
      </p:sp>
      <p:sp>
        <p:nvSpPr>
          <p:cNvPr id="137" name="connector_508"/>
          <p:cNvSpPr>
            <a:spLocks noGrp="1"/>
          </p:cNvSpPr>
          <p:nvPr/>
        </p:nvSpPr>
        <p:spPr>
          <a:xfrm>
            <a:off x="7426109" y="345621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38" name="object_509"/>
          <p:cNvSpPr>
            <a:spLocks noGrp="1"/>
          </p:cNvSpPr>
          <p:nvPr/>
        </p:nvSpPr>
        <p:spPr>
          <a:xfrm>
            <a:off x="5905500" y="3552825"/>
            <a:ext cx="3133725" cy="1000125"/>
          </a:xfrm>
          <a:prstGeom prst="rect">
            <a:avLst/>
          </a:prstGeom>
          <a:solidFill>
            <a:srgbClr val="FFFFFF"/>
          </a:solidFill>
          <a:ln w="19050">
            <a:solidFill>
              <a:srgbClr val="D7000F"/>
            </a:solidFill>
          </a:ln>
        </p:spPr>
      </p:sp>
      <p:sp>
        <p:nvSpPr>
          <p:cNvPr id="139" name="text_511_Build Agent  步骤 5–6"/>
          <p:cNvSpPr>
            <a:spLocks noGrp="1"/>
          </p:cNvSpPr>
          <p:nvPr/>
        </p:nvSpPr>
        <p:spPr>
          <a:xfrm>
            <a:off x="6010275" y="3609975"/>
            <a:ext cx="2924175" cy="285750"/>
          </a:xfrm>
          <a:prstGeom prst="rect">
            <a:avLst/>
          </a:prstGeom>
          <a:noFill/>
          <a:ln w="9525">
            <a:noFill/>
          </a:ln>
        </p:spPr>
        <p:txBody>
          <a:bodyPr wrap="none" lIns="0" tIns="0" rIns="0" bIns="0" anchor="ctr">
            <a:noAutofit/>
          </a:bodyPr>
          <a:lstStyle/>
          <a:p>
            <a:pPr algn="ctr">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Build Agent  步骤 5–6</a:t>
            </a:r>
          </a:p>
        </p:txBody>
      </p:sp>
      <p:sp>
        <p:nvSpPr>
          <p:cNvPr id="140" name="text_513_代码生成、测试生成"/>
          <p:cNvSpPr>
            <a:spLocks noGrp="1"/>
          </p:cNvSpPr>
          <p:nvPr/>
        </p:nvSpPr>
        <p:spPr>
          <a:xfrm>
            <a:off x="6029325" y="3962400"/>
            <a:ext cx="2886075" cy="247650"/>
          </a:xfrm>
          <a:prstGeom prst="rect">
            <a:avLst/>
          </a:prstGeom>
          <a:noFill/>
          <a:ln w="9525">
            <a:noFill/>
          </a:ln>
        </p:spPr>
        <p:txBody>
          <a:bodyPr wrap="none" lIns="0" tIns="0" rIns="0" bIns="0" anchor="ctr">
            <a:noAutofit/>
          </a:bodyPr>
          <a:lstStyle/>
          <a:p>
            <a:pPr algn="ctr">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代码生成、测试生成</a:t>
            </a:r>
          </a:p>
        </p:txBody>
      </p:sp>
      <p:sp>
        <p:nvSpPr>
          <p:cNvPr id="141" name="text_515_完成工程化实现"/>
          <p:cNvSpPr>
            <a:spLocks noGrp="1"/>
          </p:cNvSpPr>
          <p:nvPr/>
        </p:nvSpPr>
        <p:spPr>
          <a:xfrm>
            <a:off x="6029325" y="4210050"/>
            <a:ext cx="2886075" cy="247650"/>
          </a:xfrm>
          <a:prstGeom prst="rect">
            <a:avLst/>
          </a:prstGeom>
          <a:noFill/>
          <a:ln w="9525">
            <a:noFill/>
          </a:ln>
        </p:spPr>
        <p:txBody>
          <a:bodyPr wrap="none" lIns="0" tIns="0" rIns="0" bIns="0" anchor="ctr">
            <a:noAutofit/>
          </a:bodyPr>
          <a:lstStyle/>
          <a:p>
            <a:pPr algn="ctr">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完成工程化实现</a:t>
            </a:r>
          </a:p>
        </p:txBody>
      </p:sp>
      <p:sp>
        <p:nvSpPr>
          <p:cNvPr id="142" name="connector_516"/>
          <p:cNvSpPr>
            <a:spLocks noGrp="1"/>
          </p:cNvSpPr>
          <p:nvPr/>
        </p:nvSpPr>
        <p:spPr>
          <a:xfrm>
            <a:off x="7458075" y="4572000"/>
            <a:ext cx="19050" cy="142875"/>
          </a:xfrm>
          <a:custGeom>
            <a:avLst/>
            <a:gdLst/>
            <a:ahLst/>
            <a:cxnLst/>
            <a:rect l="0" t="0" r="0" b="0"/>
            <a:pathLst>
              <a:path w="19050" h="142875">
                <a:moveTo>
                  <a:pt x="9525" y="9525"/>
                </a:moveTo>
                <a:lnTo>
                  <a:pt x="9525" y="133350"/>
                </a:lnTo>
              </a:path>
            </a:pathLst>
          </a:custGeom>
          <a:noFill/>
          <a:ln w="19050">
            <a:solidFill>
              <a:srgbClr val="D7000F"/>
            </a:solidFill>
          </a:ln>
        </p:spPr>
      </p:sp>
      <p:sp>
        <p:nvSpPr>
          <p:cNvPr id="143" name="connector_517"/>
          <p:cNvSpPr>
            <a:spLocks noGrp="1"/>
          </p:cNvSpPr>
          <p:nvPr/>
        </p:nvSpPr>
        <p:spPr>
          <a:xfrm>
            <a:off x="7426109" y="463731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44" name="object_518"/>
          <p:cNvSpPr>
            <a:spLocks noGrp="1"/>
          </p:cNvSpPr>
          <p:nvPr/>
        </p:nvSpPr>
        <p:spPr>
          <a:xfrm>
            <a:off x="5905500" y="4733925"/>
            <a:ext cx="3133725" cy="1000125"/>
          </a:xfrm>
          <a:prstGeom prst="rect">
            <a:avLst/>
          </a:prstGeom>
          <a:solidFill>
            <a:srgbClr val="FFFFFF"/>
          </a:solidFill>
          <a:ln w="19050">
            <a:solidFill>
              <a:srgbClr val="D7000F"/>
            </a:solidFill>
          </a:ln>
        </p:spPr>
      </p:sp>
      <p:sp>
        <p:nvSpPr>
          <p:cNvPr id="145" name="text_520_Verify Agent  步骤 7"/>
          <p:cNvSpPr>
            <a:spLocks noGrp="1"/>
          </p:cNvSpPr>
          <p:nvPr/>
        </p:nvSpPr>
        <p:spPr>
          <a:xfrm>
            <a:off x="6010275" y="4791075"/>
            <a:ext cx="2924175" cy="285750"/>
          </a:xfrm>
          <a:prstGeom prst="rect">
            <a:avLst/>
          </a:prstGeom>
          <a:noFill/>
          <a:ln w="9525">
            <a:noFill/>
          </a:ln>
        </p:spPr>
        <p:txBody>
          <a:bodyPr wrap="none" lIns="0" tIns="0" rIns="0" bIns="0" anchor="ctr">
            <a:noAutofit/>
          </a:bodyPr>
          <a:lstStyle/>
          <a:p>
            <a:pPr algn="ctr">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Verify Agent  步骤 7</a:t>
            </a:r>
          </a:p>
        </p:txBody>
      </p:sp>
      <p:sp>
        <p:nvSpPr>
          <p:cNvPr id="146" name="text_522_自检、结果整理"/>
          <p:cNvSpPr>
            <a:spLocks noGrp="1"/>
          </p:cNvSpPr>
          <p:nvPr/>
        </p:nvSpPr>
        <p:spPr>
          <a:xfrm>
            <a:off x="6029325" y="5143500"/>
            <a:ext cx="2886075" cy="247650"/>
          </a:xfrm>
          <a:prstGeom prst="rect">
            <a:avLst/>
          </a:prstGeom>
          <a:noFill/>
          <a:ln w="9525">
            <a:noFill/>
          </a:ln>
        </p:spPr>
        <p:txBody>
          <a:bodyPr wrap="none" lIns="0" tIns="0" rIns="0" bIns="0" anchor="ctr">
            <a:noAutofit/>
          </a:bodyPr>
          <a:lstStyle/>
          <a:p>
            <a:pPr algn="ctr">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自检、结果整理</a:t>
            </a:r>
          </a:p>
        </p:txBody>
      </p:sp>
      <p:sp>
        <p:nvSpPr>
          <p:cNvPr id="147" name="text_524_输出中间文件与最终产物"/>
          <p:cNvSpPr>
            <a:spLocks noGrp="1"/>
          </p:cNvSpPr>
          <p:nvPr/>
        </p:nvSpPr>
        <p:spPr>
          <a:xfrm>
            <a:off x="6029325" y="5391150"/>
            <a:ext cx="2886075" cy="247650"/>
          </a:xfrm>
          <a:prstGeom prst="rect">
            <a:avLst/>
          </a:prstGeom>
          <a:noFill/>
          <a:ln w="9525">
            <a:noFill/>
          </a:ln>
        </p:spPr>
        <p:txBody>
          <a:bodyPr wrap="none" lIns="0" tIns="0" rIns="0" bIns="0" anchor="ctr">
            <a:noAutofit/>
          </a:bodyPr>
          <a:lstStyle/>
          <a:p>
            <a:pPr algn="ctr">
              <a:defRPr sz="1500" b="0">
                <a:solidFill>
                  <a:srgbClr val="242424"/>
                </a:solidFill>
                <a:latin typeface="Arial" panose="020B0604020202020204"/>
                <a:ea typeface="Arial" panose="020B0604020202020204"/>
                <a:cs typeface="Arial" panose="020B0604020202020204"/>
              </a:defRPr>
            </a:pPr>
            <a:r>
              <a:rPr sz="1500" b="0" dirty="0" err="1">
                <a:solidFill>
                  <a:srgbClr val="242424"/>
                </a:solidFill>
                <a:latin typeface="Arial" panose="020B0604020202020204"/>
                <a:ea typeface="Arial" panose="020B0604020202020204"/>
                <a:cs typeface="Arial" panose="020B0604020202020204"/>
              </a:rPr>
              <a:t>输出中间文件与最终产物</a:t>
            </a:r>
            <a:endParaRPr sz="1500" b="0" dirty="0">
              <a:solidFill>
                <a:srgbClr val="242424"/>
              </a:solidFill>
              <a:latin typeface="Arial" panose="020B0604020202020204"/>
              <a:ea typeface="Arial" panose="020B0604020202020204"/>
              <a:cs typeface="Arial" panose="020B0604020202020204"/>
            </a:endParaRPr>
          </a:p>
        </p:txBody>
      </p:sp>
      <p:sp>
        <p:nvSpPr>
          <p:cNvPr id="148" name="text_526_保留原有七步逻辑与全部产物"/>
          <p:cNvSpPr>
            <a:spLocks noGrp="1"/>
          </p:cNvSpPr>
          <p:nvPr/>
        </p:nvSpPr>
        <p:spPr>
          <a:xfrm>
            <a:off x="5886450" y="6029325"/>
            <a:ext cx="3171825" cy="257175"/>
          </a:xfrm>
          <a:prstGeom prst="rect">
            <a:avLst/>
          </a:prstGeom>
          <a:noFill/>
          <a:ln w="9525">
            <a:noFill/>
          </a:ln>
        </p:spPr>
        <p:txBody>
          <a:bodyPr wrap="none" lIns="0" tIns="0" rIns="0" bIns="0" anchor="ctr">
            <a:noAutofit/>
          </a:bodyPr>
          <a:lstStyle/>
          <a:p>
            <a:pPr algn="ctr">
              <a:defRPr sz="1500" b="1">
                <a:solidFill>
                  <a:srgbClr val="D7000F"/>
                </a:solidFill>
                <a:latin typeface="Arial" panose="020B0604020202020204"/>
                <a:ea typeface="Arial" panose="020B0604020202020204"/>
                <a:cs typeface="Arial" panose="020B0604020202020204"/>
              </a:defRPr>
            </a:pPr>
            <a:r>
              <a:rPr sz="1500" b="1">
                <a:solidFill>
                  <a:srgbClr val="D7000F"/>
                </a:solidFill>
                <a:latin typeface="Arial" panose="020B0604020202020204"/>
                <a:ea typeface="Arial" panose="020B0604020202020204"/>
                <a:cs typeface="Arial" panose="020B0604020202020204"/>
              </a:rPr>
              <a:t>保留原有七步逻辑与全部产物</a:t>
            </a:r>
          </a:p>
        </p:txBody>
      </p:sp>
      <p:sp>
        <p:nvSpPr>
          <p:cNvPr id="149" name="text_528_共享上下文"/>
          <p:cNvSpPr>
            <a:spLocks noGrp="1"/>
          </p:cNvSpPr>
          <p:nvPr/>
        </p:nvSpPr>
        <p:spPr>
          <a:xfrm>
            <a:off x="9458325" y="1609725"/>
            <a:ext cx="2095500" cy="304800"/>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共享上下文</a:t>
            </a:r>
          </a:p>
        </p:txBody>
      </p:sp>
      <p:sp>
        <p:nvSpPr>
          <p:cNvPr id="150" name="text_530_减少相同资料"/>
          <p:cNvSpPr>
            <a:spLocks noGrp="1"/>
          </p:cNvSpPr>
          <p:nvPr/>
        </p:nvSpPr>
        <p:spPr>
          <a:xfrm>
            <a:off x="9467850" y="2038350"/>
            <a:ext cx="2076450" cy="2762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减少相同资料</a:t>
            </a:r>
          </a:p>
        </p:txBody>
      </p:sp>
      <p:sp>
        <p:nvSpPr>
          <p:cNvPr id="151" name="text_532_重复加载"/>
          <p:cNvSpPr>
            <a:spLocks noGrp="1"/>
          </p:cNvSpPr>
          <p:nvPr/>
        </p:nvSpPr>
        <p:spPr>
          <a:xfrm>
            <a:off x="9467850" y="2314575"/>
            <a:ext cx="2076450" cy="2762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重复加载</a:t>
            </a:r>
          </a:p>
        </p:txBody>
      </p:sp>
      <p:sp>
        <p:nvSpPr>
          <p:cNvPr id="152" name="text_534_降低 Token"/>
          <p:cNvSpPr>
            <a:spLocks noGrp="1"/>
          </p:cNvSpPr>
          <p:nvPr/>
        </p:nvSpPr>
        <p:spPr>
          <a:xfrm>
            <a:off x="9458325" y="2790825"/>
            <a:ext cx="2095500" cy="304800"/>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降低 Token</a:t>
            </a:r>
          </a:p>
        </p:txBody>
      </p:sp>
      <p:sp>
        <p:nvSpPr>
          <p:cNvPr id="153" name="text_536_减少重复理解"/>
          <p:cNvSpPr>
            <a:spLocks noGrp="1"/>
          </p:cNvSpPr>
          <p:nvPr/>
        </p:nvSpPr>
        <p:spPr>
          <a:xfrm>
            <a:off x="9467850" y="3219450"/>
            <a:ext cx="2076450" cy="2762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减少重复理解</a:t>
            </a:r>
          </a:p>
        </p:txBody>
      </p:sp>
      <p:sp>
        <p:nvSpPr>
          <p:cNvPr id="154" name="text_538_与资料读取"/>
          <p:cNvSpPr>
            <a:spLocks noGrp="1"/>
          </p:cNvSpPr>
          <p:nvPr/>
        </p:nvSpPr>
        <p:spPr>
          <a:xfrm>
            <a:off x="9467850" y="3495675"/>
            <a:ext cx="2076450" cy="2762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与资料读取</a:t>
            </a:r>
          </a:p>
        </p:txBody>
      </p:sp>
      <p:sp>
        <p:nvSpPr>
          <p:cNvPr id="155" name="text_540_缩短开发时间"/>
          <p:cNvSpPr>
            <a:spLocks noGrp="1"/>
          </p:cNvSpPr>
          <p:nvPr/>
        </p:nvSpPr>
        <p:spPr>
          <a:xfrm>
            <a:off x="9458325" y="3971925"/>
            <a:ext cx="2095500" cy="304800"/>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缩短开发时间</a:t>
            </a:r>
          </a:p>
        </p:txBody>
      </p:sp>
      <p:sp>
        <p:nvSpPr>
          <p:cNvPr id="156" name="text_542_减少子 Agent"/>
          <p:cNvSpPr>
            <a:spLocks noGrp="1"/>
          </p:cNvSpPr>
          <p:nvPr/>
        </p:nvSpPr>
        <p:spPr>
          <a:xfrm>
            <a:off x="9467850" y="4400550"/>
            <a:ext cx="2076450" cy="2762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减少子 Agent</a:t>
            </a:r>
          </a:p>
        </p:txBody>
      </p:sp>
      <p:sp>
        <p:nvSpPr>
          <p:cNvPr id="157" name="text_544_调度与切换"/>
          <p:cNvSpPr>
            <a:spLocks noGrp="1"/>
          </p:cNvSpPr>
          <p:nvPr/>
        </p:nvSpPr>
        <p:spPr>
          <a:xfrm>
            <a:off x="9467850" y="4676775"/>
            <a:ext cx="2076450" cy="2762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调度与切换</a:t>
            </a:r>
          </a:p>
        </p:txBody>
      </p:sp>
      <p:sp>
        <p:nvSpPr>
          <p:cNvPr id="158" name="text_546_保持原有流程"/>
          <p:cNvSpPr>
            <a:spLocks noGrp="1"/>
          </p:cNvSpPr>
          <p:nvPr/>
        </p:nvSpPr>
        <p:spPr>
          <a:xfrm>
            <a:off x="9458325" y="5153025"/>
            <a:ext cx="2095500" cy="304800"/>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保持原有流程</a:t>
            </a:r>
          </a:p>
        </p:txBody>
      </p:sp>
      <p:sp>
        <p:nvSpPr>
          <p:cNvPr id="159" name="text_548_保留中间文件"/>
          <p:cNvSpPr>
            <a:spLocks noGrp="1"/>
          </p:cNvSpPr>
          <p:nvPr/>
        </p:nvSpPr>
        <p:spPr>
          <a:xfrm>
            <a:off x="9467850" y="5581650"/>
            <a:ext cx="2076450" cy="2762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保留中间文件</a:t>
            </a:r>
          </a:p>
        </p:txBody>
      </p:sp>
      <p:sp>
        <p:nvSpPr>
          <p:cNvPr id="160" name="text_550_与最终交付物"/>
          <p:cNvSpPr>
            <a:spLocks noGrp="1"/>
          </p:cNvSpPr>
          <p:nvPr/>
        </p:nvSpPr>
        <p:spPr>
          <a:xfrm>
            <a:off x="9467850" y="5857875"/>
            <a:ext cx="2076450" cy="276225"/>
          </a:xfrm>
          <a:prstGeom prst="rect">
            <a:avLst/>
          </a:prstGeom>
          <a:noFill/>
          <a:ln w="9525">
            <a:noFill/>
          </a:ln>
        </p:spPr>
        <p:txBody>
          <a:bodyPr wrap="none" lIns="0" tIns="0" rIns="0" bIns="0" anchor="ctr">
            <a:noAutofit/>
          </a:bodyPr>
          <a:lstStyle/>
          <a:p>
            <a:pPr algn="l">
              <a:defRPr sz="1500" b="0">
                <a:solidFill>
                  <a:srgbClr val="242424"/>
                </a:solidFill>
                <a:latin typeface="Arial" panose="020B0604020202020204"/>
                <a:ea typeface="Arial" panose="020B0604020202020204"/>
                <a:cs typeface="Arial" panose="020B0604020202020204"/>
              </a:defRPr>
            </a:pPr>
            <a:r>
              <a:rPr sz="1500" b="0">
                <a:solidFill>
                  <a:srgbClr val="242424"/>
                </a:solidFill>
                <a:latin typeface="Arial" panose="020B0604020202020204"/>
                <a:ea typeface="Arial" panose="020B0604020202020204"/>
                <a:cs typeface="Arial" panose="020B0604020202020204"/>
              </a:rPr>
              <a:t>与最终交付物</a:t>
            </a:r>
          </a:p>
        </p:txBody>
      </p:sp>
      <p:pic>
        <p:nvPicPr>
          <p:cNvPr id="325" name="图片 5"/>
          <p:cNvPicPr>
            <a:picLocks noChangeAspect="1"/>
          </p:cNvPicPr>
          <p:nvPr/>
        </p:nvPicPr>
        <p:blipFill>
          <a:blip r:embed="rId3"/>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326" name="图片 47"/>
          <p:cNvPicPr>
            <a:picLocks noChangeAspect="1"/>
          </p:cNvPicPr>
          <p:nvPr/>
        </p:nvPicPr>
        <p:blipFill>
          <a:blip r:embed="rId4"/>
          <a:stretch>
            <a:fillRect/>
          </a:stretch>
        </p:blipFill>
        <p:spPr>
          <a:xfrm>
            <a:off x="5810250" y="895350"/>
            <a:ext cx="361950" cy="361950"/>
          </a:xfrm>
          <a:prstGeom prst="rect">
            <a:avLst/>
          </a:prstGeom>
        </p:spPr>
      </p:pic>
      <p:pic>
        <p:nvPicPr>
          <p:cNvPr id="327" name="图片 29"/>
          <p:cNvPicPr>
            <a:picLocks noChangeAspect="1"/>
          </p:cNvPicPr>
          <p:nvPr/>
        </p:nvPicPr>
        <p:blipFill>
          <a:blip r:embed="rId5"/>
          <a:stretch>
            <a:fillRect/>
          </a:stretch>
        </p:blipFill>
        <p:spPr>
          <a:xfrm>
            <a:off x="9448800" y="895350"/>
            <a:ext cx="361950" cy="361950"/>
          </a:xfrm>
          <a:prstGeom prst="rect">
            <a:avLst/>
          </a:prstGeom>
          <a:effectLst>
            <a:outerShdw blurRad="50800" dist="38100" dir="2700000" algn="tl" rotWithShape="0">
              <a:prstClr val="black">
                <a:alpha val="40000"/>
              </a:prstClr>
            </a:outerShdw>
          </a:effectLst>
        </p:spPr>
      </p:pic>
      <p:cxnSp>
        <p:nvCxnSpPr>
          <p:cNvPr id="171" name="直接箭头连接符 170">
            <a:extLst>
              <a:ext uri="{FF2B5EF4-FFF2-40B4-BE49-F238E27FC236}">
                <a16:creationId xmlns:a16="http://schemas.microsoft.com/office/drawing/2014/main" id="{DE67E09F-0FF9-5896-2EA8-88162E29AAF0}"/>
              </a:ext>
            </a:extLst>
          </p:cNvPr>
          <p:cNvCxnSpPr/>
          <p:nvPr/>
        </p:nvCxnSpPr>
        <p:spPr>
          <a:xfrm>
            <a:off x="5109799" y="2809875"/>
            <a:ext cx="780825"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72" name="直接箭头连接符 171">
            <a:extLst>
              <a:ext uri="{FF2B5EF4-FFF2-40B4-BE49-F238E27FC236}">
                <a16:creationId xmlns:a16="http://schemas.microsoft.com/office/drawing/2014/main" id="{DE67E09F-0FF9-5896-2EA8-88162E29AAF0}"/>
              </a:ext>
            </a:extLst>
          </p:cNvPr>
          <p:cNvCxnSpPr>
            <a:endCxn id="138" idx="1"/>
          </p:cNvCxnSpPr>
          <p:nvPr/>
        </p:nvCxnSpPr>
        <p:spPr>
          <a:xfrm flipV="1">
            <a:off x="5124675" y="4052888"/>
            <a:ext cx="780825" cy="426752"/>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74" name="直接箭头连接符 173">
            <a:extLst>
              <a:ext uri="{FF2B5EF4-FFF2-40B4-BE49-F238E27FC236}">
                <a16:creationId xmlns:a16="http://schemas.microsoft.com/office/drawing/2014/main" id="{DE67E09F-0FF9-5896-2EA8-88162E29AAF0}"/>
              </a:ext>
            </a:extLst>
          </p:cNvPr>
          <p:cNvCxnSpPr>
            <a:endCxn id="144" idx="1"/>
          </p:cNvCxnSpPr>
          <p:nvPr/>
        </p:nvCxnSpPr>
        <p:spPr>
          <a:xfrm flipV="1">
            <a:off x="5068995" y="5233988"/>
            <a:ext cx="836505" cy="333749"/>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76" name="Rectangle 1">
            <a:extLst>
              <a:ext uri="{FF2B5EF4-FFF2-40B4-BE49-F238E27FC236}">
                <a16:creationId xmlns:a16="http://schemas.microsoft.com/office/drawing/2014/main" id="{8960AFFF-E899-C418-B077-71AE72F58830}"/>
              </a:ext>
            </a:extLst>
          </p:cNvPr>
          <p:cNvSpPr>
            <a:spLocks noChangeArrowheads="1"/>
          </p:cNvSpPr>
          <p:nvPr/>
        </p:nvSpPr>
        <p:spPr bwMode="auto">
          <a:xfrm>
            <a:off x="160213" y="6401525"/>
            <a:ext cx="7716962" cy="276999"/>
          </a:xfrm>
          <a:prstGeom prst="rect">
            <a:avLst/>
          </a:prstGeom>
          <a:noFill/>
          <a:ln w="28575">
            <a:solidFill>
              <a:srgbClr val="FF0000"/>
            </a:solidFill>
            <a:prstDash val="sysDash"/>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zh-CN" altLang="en-US" sz="1200" dirty="0"/>
              <a:t>每个子步骤都需要重新读取资料 和理解上下文，一个子步骤中，读取理解资料的时间比实际工作的时间还长</a:t>
            </a:r>
            <a:r>
              <a:rPr lang="zh-CN" altLang="en-US" sz="1200" dirty="0" smtClean="0"/>
              <a:t>。</a:t>
            </a:r>
            <a:endParaRPr lang="zh-CN" altLang="en-US" sz="1200" dirty="0"/>
          </a:p>
        </p:txBody>
      </p:sp>
    </p:spTree>
    <p:extLst>
      <p:ext uri="{BB962C8B-B14F-4D97-AF65-F5344CB8AC3E}">
        <p14:creationId xmlns:p14="http://schemas.microsoft.com/office/powerpoint/2010/main" val="761380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矩形: 圆角 36">
            <a:extLst>
              <a:ext uri="{FF2B5EF4-FFF2-40B4-BE49-F238E27FC236}">
                <a16:creationId xmlns:a16="http://schemas.microsoft.com/office/drawing/2014/main" id="{CA01AF1E-4BD7-F49D-78C4-54E045D92886}"/>
              </a:ext>
            </a:extLst>
          </p:cNvPr>
          <p:cNvSpPr/>
          <p:nvPr/>
        </p:nvSpPr>
        <p:spPr>
          <a:xfrm>
            <a:off x="3890961" y="2800350"/>
            <a:ext cx="3190875" cy="2733675"/>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wrap="none" lIns="0" tIns="0" rIns="0" bIns="0">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smtClean="0">
                <a:solidFill>
                  <a:srgbClr val="000000"/>
                </a:solidFill>
                <a:latin typeface="Arial" panose="020B0604020202020204"/>
                <a:ea typeface="Arial" panose="020B0604020202020204"/>
                <a:cs typeface="Arial" panose="020B0604020202020204"/>
              </a:rPr>
              <a:t>优化③：</a:t>
            </a:r>
            <a:r>
              <a:rPr sz="2600" b="1" dirty="0" smtClean="0">
                <a:solidFill>
                  <a:srgbClr val="000000"/>
                </a:solidFill>
                <a:latin typeface="Arial" panose="020B0604020202020204"/>
                <a:ea typeface="Arial" panose="020B0604020202020204"/>
                <a:cs typeface="Arial" panose="020B0604020202020204"/>
              </a:rPr>
              <a:t>Profile </a:t>
            </a:r>
            <a:r>
              <a:rPr sz="2600" b="1" dirty="0" err="1">
                <a:solidFill>
                  <a:srgbClr val="000000"/>
                </a:solidFill>
                <a:latin typeface="Arial" panose="020B0604020202020204"/>
                <a:ea typeface="Arial" panose="020B0604020202020204"/>
                <a:cs typeface="Arial" panose="020B0604020202020204"/>
              </a:rPr>
              <a:t>驱动的按需优化</a:t>
            </a:r>
            <a:endParaRPr sz="2600" b="1" dirty="0">
              <a:solidFill>
                <a:srgbClr val="000000"/>
              </a:solidFill>
              <a:latin typeface="Arial" panose="020B0604020202020204"/>
              <a:ea typeface="Arial" panose="020B0604020202020204"/>
              <a:cs typeface="Arial" panose="020B0604020202020204"/>
            </a:endParaRPr>
          </a:p>
        </p:txBody>
      </p:sp>
      <p:sp>
        <p:nvSpPr>
          <p:cNvPr id="3" name="text_555_原版：遍历策略"/>
          <p:cNvSpPr>
            <a:spLocks noGrp="1"/>
          </p:cNvSpPr>
          <p:nvPr/>
        </p:nvSpPr>
        <p:spPr>
          <a:xfrm>
            <a:off x="1181100" y="876300"/>
            <a:ext cx="2419350" cy="400050"/>
          </a:xfrm>
          <a:prstGeom prst="rect">
            <a:avLst/>
          </a:prstGeom>
          <a:noFill/>
          <a:ln w="9525">
            <a:noFill/>
          </a:ln>
        </p:spPr>
        <p:txBody>
          <a:bodyPr wrap="none" lIns="0" tIns="0" rIns="0" bIns="0" anchor="ctr">
            <a:noAutofit/>
          </a:bodyPr>
          <a:lstStyle/>
          <a:p>
            <a:pPr algn="l">
              <a:defRPr sz="1950" b="1">
                <a:solidFill>
                  <a:srgbClr val="000000"/>
                </a:solidFill>
                <a:latin typeface="Arial" panose="020B0604020202020204"/>
                <a:ea typeface="Arial" panose="020B0604020202020204"/>
                <a:cs typeface="Arial" panose="020B0604020202020204"/>
              </a:defRPr>
            </a:pPr>
            <a:r>
              <a:rPr sz="1950" b="1">
                <a:solidFill>
                  <a:srgbClr val="000000"/>
                </a:solidFill>
                <a:latin typeface="Arial" panose="020B0604020202020204"/>
                <a:ea typeface="Arial" panose="020B0604020202020204"/>
                <a:cs typeface="Arial" panose="020B0604020202020204"/>
              </a:rPr>
              <a:t>原版：遍历策略</a:t>
            </a:r>
          </a:p>
        </p:txBody>
      </p:sp>
      <p:sp>
        <p:nvSpPr>
          <p:cNvPr id="4" name="connector_556"/>
          <p:cNvSpPr>
            <a:spLocks noGrp="1"/>
          </p:cNvSpPr>
          <p:nvPr/>
        </p:nvSpPr>
        <p:spPr>
          <a:xfrm>
            <a:off x="7143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5" name="text_559_新版：按需选择"/>
          <p:cNvSpPr>
            <a:spLocks noGrp="1"/>
          </p:cNvSpPr>
          <p:nvPr/>
        </p:nvSpPr>
        <p:spPr>
          <a:xfrm>
            <a:off x="4410075" y="876300"/>
            <a:ext cx="2581275" cy="400050"/>
          </a:xfrm>
          <a:prstGeom prst="rect">
            <a:avLst/>
          </a:prstGeom>
          <a:noFill/>
          <a:ln w="9525">
            <a:noFill/>
          </a:ln>
        </p:spPr>
        <p:txBody>
          <a:bodyPr wrap="none" lIns="0" tIns="0" rIns="0" bIns="0" anchor="ctr">
            <a:noAutofit/>
          </a:bodyPr>
          <a:lstStyle/>
          <a:p>
            <a:pPr algn="l">
              <a:defRPr sz="1950" b="1">
                <a:solidFill>
                  <a:srgbClr val="000000"/>
                </a:solidFill>
                <a:latin typeface="Arial" panose="020B0604020202020204"/>
                <a:ea typeface="Arial" panose="020B0604020202020204"/>
                <a:cs typeface="Arial" panose="020B0604020202020204"/>
              </a:defRPr>
            </a:pPr>
            <a:r>
              <a:rPr lang="zh-CN" altLang="en-US" sz="1950" b="1" dirty="0">
                <a:solidFill>
                  <a:srgbClr val="000000"/>
                </a:solidFill>
                <a:latin typeface="Arial" panose="020B0604020202020204"/>
                <a:ea typeface="Arial" panose="020B0604020202020204"/>
                <a:cs typeface="Arial" panose="020B0604020202020204"/>
              </a:rPr>
              <a:t>优化</a:t>
            </a:r>
            <a:r>
              <a:rPr sz="1950" b="1" dirty="0" smtClean="0">
                <a:solidFill>
                  <a:srgbClr val="000000"/>
                </a:solidFill>
                <a:latin typeface="Arial" panose="020B0604020202020204"/>
                <a:ea typeface="Arial" panose="020B0604020202020204"/>
                <a:cs typeface="Arial" panose="020B0604020202020204"/>
              </a:rPr>
              <a:t>：</a:t>
            </a:r>
            <a:r>
              <a:rPr sz="1950" b="1" dirty="0" err="1">
                <a:solidFill>
                  <a:srgbClr val="000000"/>
                </a:solidFill>
                <a:latin typeface="Arial" panose="020B0604020202020204"/>
                <a:ea typeface="Arial" panose="020B0604020202020204"/>
                <a:cs typeface="Arial" panose="020B0604020202020204"/>
              </a:rPr>
              <a:t>按需选择</a:t>
            </a:r>
            <a:endParaRPr sz="1950" b="1" dirty="0">
              <a:solidFill>
                <a:srgbClr val="000000"/>
              </a:solidFill>
              <a:latin typeface="Arial" panose="020B0604020202020204"/>
              <a:ea typeface="Arial" panose="020B0604020202020204"/>
              <a:cs typeface="Arial" panose="020B0604020202020204"/>
            </a:endParaRPr>
          </a:p>
        </p:txBody>
      </p:sp>
      <p:sp>
        <p:nvSpPr>
          <p:cNvPr id="6" name="connector_560"/>
          <p:cNvSpPr>
            <a:spLocks noGrp="1"/>
          </p:cNvSpPr>
          <p:nvPr/>
        </p:nvSpPr>
        <p:spPr>
          <a:xfrm>
            <a:off x="3943350"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text_563_类型判断与决策记录"/>
          <p:cNvSpPr>
            <a:spLocks noGrp="1"/>
          </p:cNvSpPr>
          <p:nvPr/>
        </p:nvSpPr>
        <p:spPr>
          <a:xfrm>
            <a:off x="7829550" y="876300"/>
            <a:ext cx="3733800" cy="400050"/>
          </a:xfrm>
          <a:prstGeom prst="rect">
            <a:avLst/>
          </a:prstGeom>
          <a:noFill/>
          <a:ln w="9525">
            <a:noFill/>
          </a:ln>
        </p:spPr>
        <p:txBody>
          <a:bodyPr wrap="none" lIns="0" tIns="0" rIns="0" bIns="0" anchor="ctr">
            <a:noAutofit/>
          </a:bodyPr>
          <a:lstStyle/>
          <a:p>
            <a:pPr algn="l">
              <a:defRPr sz="1950" b="1">
                <a:solidFill>
                  <a:srgbClr val="000000"/>
                </a:solidFill>
                <a:latin typeface="Arial" panose="020B0604020202020204"/>
                <a:ea typeface="Arial" panose="020B0604020202020204"/>
                <a:cs typeface="Arial" panose="020B0604020202020204"/>
              </a:defRPr>
            </a:pPr>
            <a:r>
              <a:rPr sz="1950" b="1" dirty="0" err="1" smtClean="0">
                <a:solidFill>
                  <a:srgbClr val="000000"/>
                </a:solidFill>
                <a:latin typeface="Arial" panose="020B0604020202020204"/>
                <a:ea typeface="Arial" panose="020B0604020202020204"/>
                <a:cs typeface="Arial" panose="020B0604020202020204"/>
              </a:rPr>
              <a:t>类型判断与决策</a:t>
            </a:r>
            <a:endParaRPr sz="1950" b="1" dirty="0">
              <a:solidFill>
                <a:srgbClr val="000000"/>
              </a:solidFill>
              <a:latin typeface="Arial" panose="020B0604020202020204"/>
              <a:ea typeface="Arial" panose="020B0604020202020204"/>
              <a:cs typeface="Arial" panose="020B0604020202020204"/>
            </a:endParaRPr>
          </a:p>
        </p:txBody>
      </p:sp>
      <p:sp>
        <p:nvSpPr>
          <p:cNvPr id="8" name="connector_564"/>
          <p:cNvSpPr>
            <a:spLocks noGrp="1"/>
          </p:cNvSpPr>
          <p:nvPr/>
        </p:nvSpPr>
        <p:spPr>
          <a:xfrm>
            <a:off x="736282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9" name="connector_565"/>
          <p:cNvSpPr>
            <a:spLocks noGrp="1"/>
          </p:cNvSpPr>
          <p:nvPr/>
        </p:nvSpPr>
        <p:spPr>
          <a:xfrm>
            <a:off x="3705225"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 name="connector_566"/>
          <p:cNvSpPr>
            <a:spLocks noGrp="1"/>
          </p:cNvSpPr>
          <p:nvPr/>
        </p:nvSpPr>
        <p:spPr>
          <a:xfrm>
            <a:off x="3705225"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 name="connector_567"/>
          <p:cNvSpPr>
            <a:spLocks noGrp="1"/>
          </p:cNvSpPr>
          <p:nvPr/>
        </p:nvSpPr>
        <p:spPr>
          <a:xfrm>
            <a:off x="3705225"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568"/>
          <p:cNvSpPr>
            <a:spLocks noGrp="1"/>
          </p:cNvSpPr>
          <p:nvPr/>
        </p:nvSpPr>
        <p:spPr>
          <a:xfrm>
            <a:off x="3705225"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569"/>
          <p:cNvSpPr>
            <a:spLocks noGrp="1"/>
          </p:cNvSpPr>
          <p:nvPr/>
        </p:nvSpPr>
        <p:spPr>
          <a:xfrm>
            <a:off x="3705225"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570"/>
          <p:cNvSpPr>
            <a:spLocks noGrp="1"/>
          </p:cNvSpPr>
          <p:nvPr/>
        </p:nvSpPr>
        <p:spPr>
          <a:xfrm>
            <a:off x="3705225"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571"/>
          <p:cNvSpPr>
            <a:spLocks noGrp="1"/>
          </p:cNvSpPr>
          <p:nvPr/>
        </p:nvSpPr>
        <p:spPr>
          <a:xfrm>
            <a:off x="3705225"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572"/>
          <p:cNvSpPr>
            <a:spLocks noGrp="1"/>
          </p:cNvSpPr>
          <p:nvPr/>
        </p:nvSpPr>
        <p:spPr>
          <a:xfrm>
            <a:off x="3705225"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573"/>
          <p:cNvSpPr>
            <a:spLocks noGrp="1"/>
          </p:cNvSpPr>
          <p:nvPr/>
        </p:nvSpPr>
        <p:spPr>
          <a:xfrm>
            <a:off x="3705225"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574"/>
          <p:cNvSpPr>
            <a:spLocks noGrp="1"/>
          </p:cNvSpPr>
          <p:nvPr/>
        </p:nvSpPr>
        <p:spPr>
          <a:xfrm>
            <a:off x="3705225"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575"/>
          <p:cNvSpPr>
            <a:spLocks noGrp="1"/>
          </p:cNvSpPr>
          <p:nvPr/>
        </p:nvSpPr>
        <p:spPr>
          <a:xfrm>
            <a:off x="3705225"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576"/>
          <p:cNvSpPr>
            <a:spLocks noGrp="1"/>
          </p:cNvSpPr>
          <p:nvPr/>
        </p:nvSpPr>
        <p:spPr>
          <a:xfrm>
            <a:off x="3705225"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577"/>
          <p:cNvSpPr>
            <a:spLocks noGrp="1"/>
          </p:cNvSpPr>
          <p:nvPr/>
        </p:nvSpPr>
        <p:spPr>
          <a:xfrm>
            <a:off x="3705225"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578"/>
          <p:cNvSpPr>
            <a:spLocks noGrp="1"/>
          </p:cNvSpPr>
          <p:nvPr/>
        </p:nvSpPr>
        <p:spPr>
          <a:xfrm>
            <a:off x="3705225"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579"/>
          <p:cNvSpPr>
            <a:spLocks noGrp="1"/>
          </p:cNvSpPr>
          <p:nvPr/>
        </p:nvSpPr>
        <p:spPr>
          <a:xfrm>
            <a:off x="3705225"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580"/>
          <p:cNvSpPr>
            <a:spLocks noGrp="1"/>
          </p:cNvSpPr>
          <p:nvPr/>
        </p:nvSpPr>
        <p:spPr>
          <a:xfrm>
            <a:off x="3705225"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581"/>
          <p:cNvSpPr>
            <a:spLocks noGrp="1"/>
          </p:cNvSpPr>
          <p:nvPr/>
        </p:nvSpPr>
        <p:spPr>
          <a:xfrm>
            <a:off x="3705225"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582"/>
          <p:cNvSpPr>
            <a:spLocks noGrp="1"/>
          </p:cNvSpPr>
          <p:nvPr/>
        </p:nvSpPr>
        <p:spPr>
          <a:xfrm>
            <a:off x="3705225"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583"/>
          <p:cNvSpPr>
            <a:spLocks noGrp="1"/>
          </p:cNvSpPr>
          <p:nvPr/>
        </p:nvSpPr>
        <p:spPr>
          <a:xfrm>
            <a:off x="3705225"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584"/>
          <p:cNvSpPr>
            <a:spLocks noGrp="1"/>
          </p:cNvSpPr>
          <p:nvPr/>
        </p:nvSpPr>
        <p:spPr>
          <a:xfrm>
            <a:off x="3705225"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585"/>
          <p:cNvSpPr>
            <a:spLocks noGrp="1"/>
          </p:cNvSpPr>
          <p:nvPr/>
        </p:nvSpPr>
        <p:spPr>
          <a:xfrm>
            <a:off x="3705225"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586"/>
          <p:cNvSpPr>
            <a:spLocks noGrp="1"/>
          </p:cNvSpPr>
          <p:nvPr/>
        </p:nvSpPr>
        <p:spPr>
          <a:xfrm>
            <a:off x="3705225"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587"/>
          <p:cNvSpPr>
            <a:spLocks noGrp="1"/>
          </p:cNvSpPr>
          <p:nvPr/>
        </p:nvSpPr>
        <p:spPr>
          <a:xfrm>
            <a:off x="3705225"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588"/>
          <p:cNvSpPr>
            <a:spLocks noGrp="1"/>
          </p:cNvSpPr>
          <p:nvPr/>
        </p:nvSpPr>
        <p:spPr>
          <a:xfrm>
            <a:off x="3705225"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589"/>
          <p:cNvSpPr>
            <a:spLocks noGrp="1"/>
          </p:cNvSpPr>
          <p:nvPr/>
        </p:nvSpPr>
        <p:spPr>
          <a:xfrm>
            <a:off x="3705225"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590"/>
          <p:cNvSpPr>
            <a:spLocks noGrp="1"/>
          </p:cNvSpPr>
          <p:nvPr/>
        </p:nvSpPr>
        <p:spPr>
          <a:xfrm>
            <a:off x="3705225"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591"/>
          <p:cNvSpPr>
            <a:spLocks noGrp="1"/>
          </p:cNvSpPr>
          <p:nvPr/>
        </p:nvSpPr>
        <p:spPr>
          <a:xfrm>
            <a:off x="3705225"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592"/>
          <p:cNvSpPr>
            <a:spLocks noGrp="1"/>
          </p:cNvSpPr>
          <p:nvPr/>
        </p:nvSpPr>
        <p:spPr>
          <a:xfrm>
            <a:off x="3705225"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593"/>
          <p:cNvSpPr>
            <a:spLocks noGrp="1"/>
          </p:cNvSpPr>
          <p:nvPr/>
        </p:nvSpPr>
        <p:spPr>
          <a:xfrm>
            <a:off x="3705225"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594"/>
          <p:cNvSpPr>
            <a:spLocks noGrp="1"/>
          </p:cNvSpPr>
          <p:nvPr/>
        </p:nvSpPr>
        <p:spPr>
          <a:xfrm>
            <a:off x="3705225"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595"/>
          <p:cNvSpPr>
            <a:spLocks noGrp="1"/>
          </p:cNvSpPr>
          <p:nvPr/>
        </p:nvSpPr>
        <p:spPr>
          <a:xfrm>
            <a:off x="3705225"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596"/>
          <p:cNvSpPr>
            <a:spLocks noGrp="1"/>
          </p:cNvSpPr>
          <p:nvPr/>
        </p:nvSpPr>
        <p:spPr>
          <a:xfrm>
            <a:off x="3705225"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597"/>
          <p:cNvSpPr>
            <a:spLocks noGrp="1"/>
          </p:cNvSpPr>
          <p:nvPr/>
        </p:nvSpPr>
        <p:spPr>
          <a:xfrm>
            <a:off x="3705225"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598"/>
          <p:cNvSpPr>
            <a:spLocks noGrp="1"/>
          </p:cNvSpPr>
          <p:nvPr/>
        </p:nvSpPr>
        <p:spPr>
          <a:xfrm>
            <a:off x="3705225"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3" name="connector_599"/>
          <p:cNvSpPr>
            <a:spLocks noGrp="1"/>
          </p:cNvSpPr>
          <p:nvPr/>
        </p:nvSpPr>
        <p:spPr>
          <a:xfrm>
            <a:off x="3705225"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4" name="connector_600"/>
          <p:cNvSpPr>
            <a:spLocks noGrp="1"/>
          </p:cNvSpPr>
          <p:nvPr/>
        </p:nvSpPr>
        <p:spPr>
          <a:xfrm>
            <a:off x="3705225"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5" name="connector_601"/>
          <p:cNvSpPr>
            <a:spLocks noGrp="1"/>
          </p:cNvSpPr>
          <p:nvPr/>
        </p:nvSpPr>
        <p:spPr>
          <a:xfrm>
            <a:off x="3705225"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602"/>
          <p:cNvSpPr>
            <a:spLocks noGrp="1"/>
          </p:cNvSpPr>
          <p:nvPr/>
        </p:nvSpPr>
        <p:spPr>
          <a:xfrm>
            <a:off x="3705225"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603"/>
          <p:cNvSpPr>
            <a:spLocks noGrp="1"/>
          </p:cNvSpPr>
          <p:nvPr/>
        </p:nvSpPr>
        <p:spPr>
          <a:xfrm>
            <a:off x="3705225"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604"/>
          <p:cNvSpPr>
            <a:spLocks noGrp="1"/>
          </p:cNvSpPr>
          <p:nvPr/>
        </p:nvSpPr>
        <p:spPr>
          <a:xfrm>
            <a:off x="3705225"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9" name="connector_605"/>
          <p:cNvSpPr>
            <a:spLocks noGrp="1"/>
          </p:cNvSpPr>
          <p:nvPr/>
        </p:nvSpPr>
        <p:spPr>
          <a:xfrm>
            <a:off x="3705225"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0" name="connector_606"/>
          <p:cNvSpPr>
            <a:spLocks noGrp="1"/>
          </p:cNvSpPr>
          <p:nvPr/>
        </p:nvSpPr>
        <p:spPr>
          <a:xfrm>
            <a:off x="3705225"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1" name="connector_607"/>
          <p:cNvSpPr>
            <a:spLocks noGrp="1"/>
          </p:cNvSpPr>
          <p:nvPr/>
        </p:nvSpPr>
        <p:spPr>
          <a:xfrm>
            <a:off x="3705225" y="6200775"/>
            <a:ext cx="19050" cy="28575"/>
          </a:xfrm>
          <a:custGeom>
            <a:avLst/>
            <a:gdLst/>
            <a:ahLst/>
            <a:cxnLst/>
            <a:rect l="0" t="0" r="0" b="0"/>
            <a:pathLst>
              <a:path w="19050" h="28575">
                <a:moveTo>
                  <a:pt x="9525" y="9525"/>
                </a:moveTo>
                <a:lnTo>
                  <a:pt x="9525" y="19050"/>
                </a:lnTo>
              </a:path>
            </a:pathLst>
          </a:custGeom>
          <a:noFill/>
          <a:ln w="19050">
            <a:solidFill>
              <a:srgbClr val="D9D9D9"/>
            </a:solidFill>
          </a:ln>
        </p:spPr>
      </p:sp>
      <p:sp>
        <p:nvSpPr>
          <p:cNvPr id="52" name="connector_608"/>
          <p:cNvSpPr>
            <a:spLocks noGrp="1"/>
          </p:cNvSpPr>
          <p:nvPr/>
        </p:nvSpPr>
        <p:spPr>
          <a:xfrm>
            <a:off x="7124700"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3" name="connector_609"/>
          <p:cNvSpPr>
            <a:spLocks noGrp="1"/>
          </p:cNvSpPr>
          <p:nvPr/>
        </p:nvSpPr>
        <p:spPr>
          <a:xfrm>
            <a:off x="7124700"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4" name="connector_610"/>
          <p:cNvSpPr>
            <a:spLocks noGrp="1"/>
          </p:cNvSpPr>
          <p:nvPr/>
        </p:nvSpPr>
        <p:spPr>
          <a:xfrm>
            <a:off x="7124700"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5" name="connector_611"/>
          <p:cNvSpPr>
            <a:spLocks noGrp="1"/>
          </p:cNvSpPr>
          <p:nvPr/>
        </p:nvSpPr>
        <p:spPr>
          <a:xfrm>
            <a:off x="7124700"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6" name="connector_612"/>
          <p:cNvSpPr>
            <a:spLocks noGrp="1"/>
          </p:cNvSpPr>
          <p:nvPr/>
        </p:nvSpPr>
        <p:spPr>
          <a:xfrm>
            <a:off x="7124700"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7" name="connector_613"/>
          <p:cNvSpPr>
            <a:spLocks noGrp="1"/>
          </p:cNvSpPr>
          <p:nvPr/>
        </p:nvSpPr>
        <p:spPr>
          <a:xfrm>
            <a:off x="7124700"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8" name="connector_614"/>
          <p:cNvSpPr>
            <a:spLocks noGrp="1"/>
          </p:cNvSpPr>
          <p:nvPr/>
        </p:nvSpPr>
        <p:spPr>
          <a:xfrm>
            <a:off x="7124700"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9" name="connector_615"/>
          <p:cNvSpPr>
            <a:spLocks noGrp="1"/>
          </p:cNvSpPr>
          <p:nvPr/>
        </p:nvSpPr>
        <p:spPr>
          <a:xfrm>
            <a:off x="7124700"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0" name="connector_616"/>
          <p:cNvSpPr>
            <a:spLocks noGrp="1"/>
          </p:cNvSpPr>
          <p:nvPr/>
        </p:nvSpPr>
        <p:spPr>
          <a:xfrm>
            <a:off x="7124700"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1" name="connector_617"/>
          <p:cNvSpPr>
            <a:spLocks noGrp="1"/>
          </p:cNvSpPr>
          <p:nvPr/>
        </p:nvSpPr>
        <p:spPr>
          <a:xfrm>
            <a:off x="7124700"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2" name="connector_618"/>
          <p:cNvSpPr>
            <a:spLocks noGrp="1"/>
          </p:cNvSpPr>
          <p:nvPr/>
        </p:nvSpPr>
        <p:spPr>
          <a:xfrm>
            <a:off x="7124700"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3" name="connector_619"/>
          <p:cNvSpPr>
            <a:spLocks noGrp="1"/>
          </p:cNvSpPr>
          <p:nvPr/>
        </p:nvSpPr>
        <p:spPr>
          <a:xfrm>
            <a:off x="7124700"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4" name="connector_620"/>
          <p:cNvSpPr>
            <a:spLocks noGrp="1"/>
          </p:cNvSpPr>
          <p:nvPr/>
        </p:nvSpPr>
        <p:spPr>
          <a:xfrm>
            <a:off x="7124700"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5" name="connector_621"/>
          <p:cNvSpPr>
            <a:spLocks noGrp="1"/>
          </p:cNvSpPr>
          <p:nvPr/>
        </p:nvSpPr>
        <p:spPr>
          <a:xfrm>
            <a:off x="7124700"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6" name="connector_622"/>
          <p:cNvSpPr>
            <a:spLocks noGrp="1"/>
          </p:cNvSpPr>
          <p:nvPr/>
        </p:nvSpPr>
        <p:spPr>
          <a:xfrm>
            <a:off x="7124700"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7" name="connector_623"/>
          <p:cNvSpPr>
            <a:spLocks noGrp="1"/>
          </p:cNvSpPr>
          <p:nvPr/>
        </p:nvSpPr>
        <p:spPr>
          <a:xfrm>
            <a:off x="7124700"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8" name="connector_624"/>
          <p:cNvSpPr>
            <a:spLocks noGrp="1"/>
          </p:cNvSpPr>
          <p:nvPr/>
        </p:nvSpPr>
        <p:spPr>
          <a:xfrm>
            <a:off x="7124700"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9" name="connector_625"/>
          <p:cNvSpPr>
            <a:spLocks noGrp="1"/>
          </p:cNvSpPr>
          <p:nvPr/>
        </p:nvSpPr>
        <p:spPr>
          <a:xfrm>
            <a:off x="7124700"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0" name="connector_626"/>
          <p:cNvSpPr>
            <a:spLocks noGrp="1"/>
          </p:cNvSpPr>
          <p:nvPr/>
        </p:nvSpPr>
        <p:spPr>
          <a:xfrm>
            <a:off x="7124700"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1" name="connector_627"/>
          <p:cNvSpPr>
            <a:spLocks noGrp="1"/>
          </p:cNvSpPr>
          <p:nvPr/>
        </p:nvSpPr>
        <p:spPr>
          <a:xfrm>
            <a:off x="7124700"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2" name="connector_628"/>
          <p:cNvSpPr>
            <a:spLocks noGrp="1"/>
          </p:cNvSpPr>
          <p:nvPr/>
        </p:nvSpPr>
        <p:spPr>
          <a:xfrm>
            <a:off x="7124700"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3" name="connector_629"/>
          <p:cNvSpPr>
            <a:spLocks noGrp="1"/>
          </p:cNvSpPr>
          <p:nvPr/>
        </p:nvSpPr>
        <p:spPr>
          <a:xfrm>
            <a:off x="7124700"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4" name="connector_630"/>
          <p:cNvSpPr>
            <a:spLocks noGrp="1"/>
          </p:cNvSpPr>
          <p:nvPr/>
        </p:nvSpPr>
        <p:spPr>
          <a:xfrm>
            <a:off x="7124700"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5" name="connector_631"/>
          <p:cNvSpPr>
            <a:spLocks noGrp="1"/>
          </p:cNvSpPr>
          <p:nvPr/>
        </p:nvSpPr>
        <p:spPr>
          <a:xfrm>
            <a:off x="7124700"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6" name="connector_632"/>
          <p:cNvSpPr>
            <a:spLocks noGrp="1"/>
          </p:cNvSpPr>
          <p:nvPr/>
        </p:nvSpPr>
        <p:spPr>
          <a:xfrm>
            <a:off x="7124700"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7" name="connector_633"/>
          <p:cNvSpPr>
            <a:spLocks noGrp="1"/>
          </p:cNvSpPr>
          <p:nvPr/>
        </p:nvSpPr>
        <p:spPr>
          <a:xfrm>
            <a:off x="7124700"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8" name="connector_634"/>
          <p:cNvSpPr>
            <a:spLocks noGrp="1"/>
          </p:cNvSpPr>
          <p:nvPr/>
        </p:nvSpPr>
        <p:spPr>
          <a:xfrm>
            <a:off x="7124700"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9" name="connector_635"/>
          <p:cNvSpPr>
            <a:spLocks noGrp="1"/>
          </p:cNvSpPr>
          <p:nvPr/>
        </p:nvSpPr>
        <p:spPr>
          <a:xfrm>
            <a:off x="7124700"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0" name="connector_636"/>
          <p:cNvSpPr>
            <a:spLocks noGrp="1"/>
          </p:cNvSpPr>
          <p:nvPr/>
        </p:nvSpPr>
        <p:spPr>
          <a:xfrm>
            <a:off x="7124700"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1" name="connector_637"/>
          <p:cNvSpPr>
            <a:spLocks noGrp="1"/>
          </p:cNvSpPr>
          <p:nvPr/>
        </p:nvSpPr>
        <p:spPr>
          <a:xfrm>
            <a:off x="7124700"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2" name="connector_638"/>
          <p:cNvSpPr>
            <a:spLocks noGrp="1"/>
          </p:cNvSpPr>
          <p:nvPr/>
        </p:nvSpPr>
        <p:spPr>
          <a:xfrm>
            <a:off x="7124700"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3" name="connector_639"/>
          <p:cNvSpPr>
            <a:spLocks noGrp="1"/>
          </p:cNvSpPr>
          <p:nvPr/>
        </p:nvSpPr>
        <p:spPr>
          <a:xfrm>
            <a:off x="7124700"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4" name="connector_640"/>
          <p:cNvSpPr>
            <a:spLocks noGrp="1"/>
          </p:cNvSpPr>
          <p:nvPr/>
        </p:nvSpPr>
        <p:spPr>
          <a:xfrm>
            <a:off x="7124700"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5" name="connector_641"/>
          <p:cNvSpPr>
            <a:spLocks noGrp="1"/>
          </p:cNvSpPr>
          <p:nvPr/>
        </p:nvSpPr>
        <p:spPr>
          <a:xfrm>
            <a:off x="7124700"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6" name="connector_642"/>
          <p:cNvSpPr>
            <a:spLocks noGrp="1"/>
          </p:cNvSpPr>
          <p:nvPr/>
        </p:nvSpPr>
        <p:spPr>
          <a:xfrm>
            <a:off x="7124700"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7" name="connector_643"/>
          <p:cNvSpPr>
            <a:spLocks noGrp="1"/>
          </p:cNvSpPr>
          <p:nvPr/>
        </p:nvSpPr>
        <p:spPr>
          <a:xfrm>
            <a:off x="7124700"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8" name="connector_644"/>
          <p:cNvSpPr>
            <a:spLocks noGrp="1"/>
          </p:cNvSpPr>
          <p:nvPr/>
        </p:nvSpPr>
        <p:spPr>
          <a:xfrm>
            <a:off x="7124700"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9" name="connector_645"/>
          <p:cNvSpPr>
            <a:spLocks noGrp="1"/>
          </p:cNvSpPr>
          <p:nvPr/>
        </p:nvSpPr>
        <p:spPr>
          <a:xfrm>
            <a:off x="7124700"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0" name="connector_646"/>
          <p:cNvSpPr>
            <a:spLocks noGrp="1"/>
          </p:cNvSpPr>
          <p:nvPr/>
        </p:nvSpPr>
        <p:spPr>
          <a:xfrm>
            <a:off x="7124700"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1" name="connector_647"/>
          <p:cNvSpPr>
            <a:spLocks noGrp="1"/>
          </p:cNvSpPr>
          <p:nvPr/>
        </p:nvSpPr>
        <p:spPr>
          <a:xfrm>
            <a:off x="7124700"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2" name="connector_648"/>
          <p:cNvSpPr>
            <a:spLocks noGrp="1"/>
          </p:cNvSpPr>
          <p:nvPr/>
        </p:nvSpPr>
        <p:spPr>
          <a:xfrm>
            <a:off x="7124700"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3" name="connector_649"/>
          <p:cNvSpPr>
            <a:spLocks noGrp="1"/>
          </p:cNvSpPr>
          <p:nvPr/>
        </p:nvSpPr>
        <p:spPr>
          <a:xfrm>
            <a:off x="7124700"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4" name="connector_650"/>
          <p:cNvSpPr>
            <a:spLocks noGrp="1"/>
          </p:cNvSpPr>
          <p:nvPr/>
        </p:nvSpPr>
        <p:spPr>
          <a:xfrm>
            <a:off x="7124700" y="6200775"/>
            <a:ext cx="19050" cy="28575"/>
          </a:xfrm>
          <a:custGeom>
            <a:avLst/>
            <a:gdLst/>
            <a:ahLst/>
            <a:cxnLst/>
            <a:rect l="0" t="0" r="0" b="0"/>
            <a:pathLst>
              <a:path w="19050" h="28575">
                <a:moveTo>
                  <a:pt x="9525" y="9525"/>
                </a:moveTo>
                <a:lnTo>
                  <a:pt x="9525" y="19050"/>
                </a:lnTo>
              </a:path>
            </a:pathLst>
          </a:custGeom>
          <a:noFill/>
          <a:ln w="19050">
            <a:solidFill>
              <a:srgbClr val="D9D9D9"/>
            </a:solidFill>
          </a:ln>
        </p:spPr>
      </p:sp>
      <p:sp>
        <p:nvSpPr>
          <p:cNvPr id="95" name="object_651"/>
          <p:cNvSpPr>
            <a:spLocks noGrp="1"/>
          </p:cNvSpPr>
          <p:nvPr/>
        </p:nvSpPr>
        <p:spPr>
          <a:xfrm>
            <a:off x="1019175" y="1495425"/>
            <a:ext cx="2514600" cy="390525"/>
          </a:xfrm>
          <a:prstGeom prst="rect">
            <a:avLst/>
          </a:prstGeom>
          <a:solidFill>
            <a:srgbClr val="F2F2F2"/>
          </a:solidFill>
          <a:ln w="17145">
            <a:solidFill>
              <a:srgbClr val="D7000F"/>
            </a:solidFill>
          </a:ln>
        </p:spPr>
      </p:sp>
      <p:sp>
        <p:nvSpPr>
          <p:cNvPr id="96" name="text_653_正确的 Kernel"/>
          <p:cNvSpPr>
            <a:spLocks noGrp="1"/>
          </p:cNvSpPr>
          <p:nvPr/>
        </p:nvSpPr>
        <p:spPr>
          <a:xfrm>
            <a:off x="1085850" y="1543050"/>
            <a:ext cx="2381250" cy="295275"/>
          </a:xfrm>
          <a:prstGeom prst="rect">
            <a:avLst/>
          </a:prstGeom>
          <a:noFill/>
          <a:ln w="9525">
            <a:noFill/>
          </a:ln>
        </p:spPr>
        <p:txBody>
          <a:bodyPr wrap="none" lIns="0" tIns="0" rIns="0" bIns="0" anchor="ctr">
            <a:noAutofit/>
          </a:bodyPr>
          <a:lstStyle/>
          <a:p>
            <a:pPr algn="ctr">
              <a:defRPr sz="1500" b="1">
                <a:solidFill>
                  <a:srgbClr val="000000"/>
                </a:solidFill>
                <a:latin typeface="Arial" panose="020B0604020202020204"/>
                <a:ea typeface="Arial" panose="020B0604020202020204"/>
                <a:cs typeface="Arial" panose="020B0604020202020204"/>
              </a:defRPr>
            </a:pPr>
            <a:r>
              <a:rPr sz="1500" b="1">
                <a:solidFill>
                  <a:srgbClr val="000000"/>
                </a:solidFill>
                <a:latin typeface="Arial" panose="020B0604020202020204"/>
                <a:ea typeface="Arial" panose="020B0604020202020204"/>
                <a:cs typeface="Arial" panose="020B0604020202020204"/>
              </a:rPr>
              <a:t>正确的 Kernel</a:t>
            </a:r>
          </a:p>
        </p:txBody>
      </p:sp>
      <p:sp>
        <p:nvSpPr>
          <p:cNvPr id="97" name="object_654"/>
          <p:cNvSpPr>
            <a:spLocks noGrp="1"/>
          </p:cNvSpPr>
          <p:nvPr/>
        </p:nvSpPr>
        <p:spPr>
          <a:xfrm>
            <a:off x="1019175" y="2047875"/>
            <a:ext cx="2514600" cy="381000"/>
          </a:xfrm>
          <a:prstGeom prst="rect">
            <a:avLst/>
          </a:prstGeom>
          <a:solidFill>
            <a:srgbClr val="FFFFFF"/>
          </a:solidFill>
          <a:ln w="17145">
            <a:solidFill>
              <a:srgbClr val="D7000F"/>
            </a:solidFill>
          </a:ln>
        </p:spPr>
      </p:sp>
      <p:sp>
        <p:nvSpPr>
          <p:cNvPr id="98" name="text_656_基础优化（基础配置）"/>
          <p:cNvSpPr>
            <a:spLocks noGrp="1"/>
          </p:cNvSpPr>
          <p:nvPr/>
        </p:nvSpPr>
        <p:spPr>
          <a:xfrm>
            <a:off x="1085850" y="2095500"/>
            <a:ext cx="2381250" cy="285750"/>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sz="1350" b="1">
                <a:solidFill>
                  <a:srgbClr val="000000"/>
                </a:solidFill>
                <a:latin typeface="Arial" panose="020B0604020202020204"/>
                <a:ea typeface="Arial" panose="020B0604020202020204"/>
                <a:cs typeface="Arial" panose="020B0604020202020204"/>
              </a:rPr>
              <a:t>基础优化（基础配置）</a:t>
            </a:r>
          </a:p>
        </p:txBody>
      </p:sp>
      <p:sp>
        <p:nvSpPr>
          <p:cNvPr id="99" name="connector_657"/>
          <p:cNvSpPr>
            <a:spLocks noGrp="1"/>
          </p:cNvSpPr>
          <p:nvPr/>
        </p:nvSpPr>
        <p:spPr>
          <a:xfrm>
            <a:off x="2266950" y="1914525"/>
            <a:ext cx="19050" cy="114300"/>
          </a:xfrm>
          <a:custGeom>
            <a:avLst/>
            <a:gdLst/>
            <a:ahLst/>
            <a:cxnLst/>
            <a:rect l="0" t="0" r="0" b="0"/>
            <a:pathLst>
              <a:path w="19050" h="114300">
                <a:moveTo>
                  <a:pt x="9525" y="9525"/>
                </a:moveTo>
                <a:lnTo>
                  <a:pt x="9525" y="104775"/>
                </a:lnTo>
              </a:path>
            </a:pathLst>
          </a:custGeom>
          <a:noFill/>
          <a:ln w="19050">
            <a:solidFill>
              <a:srgbClr val="D7000F"/>
            </a:solidFill>
          </a:ln>
        </p:spPr>
      </p:sp>
      <p:sp>
        <p:nvSpPr>
          <p:cNvPr id="100" name="connector_658"/>
          <p:cNvSpPr>
            <a:spLocks noGrp="1"/>
          </p:cNvSpPr>
          <p:nvPr/>
        </p:nvSpPr>
        <p:spPr>
          <a:xfrm>
            <a:off x="2234984" y="19512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01" name="object_659"/>
          <p:cNvSpPr>
            <a:spLocks noGrp="1"/>
          </p:cNvSpPr>
          <p:nvPr/>
        </p:nvSpPr>
        <p:spPr>
          <a:xfrm>
            <a:off x="1019175" y="2571750"/>
            <a:ext cx="2514600" cy="381000"/>
          </a:xfrm>
          <a:prstGeom prst="rect">
            <a:avLst/>
          </a:prstGeom>
          <a:solidFill>
            <a:srgbClr val="FFFFFF"/>
          </a:solidFill>
          <a:ln w="17145">
            <a:solidFill>
              <a:srgbClr val="D7000F"/>
            </a:solidFill>
          </a:ln>
        </p:spPr>
      </p:sp>
      <p:sp>
        <p:nvSpPr>
          <p:cNvPr id="102" name="text_661_Retiling（Tile / Block）"/>
          <p:cNvSpPr>
            <a:spLocks noGrp="1"/>
          </p:cNvSpPr>
          <p:nvPr/>
        </p:nvSpPr>
        <p:spPr>
          <a:xfrm>
            <a:off x="1085850" y="2619375"/>
            <a:ext cx="2381250" cy="285750"/>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sz="1350" b="1">
                <a:solidFill>
                  <a:srgbClr val="000000"/>
                </a:solidFill>
                <a:latin typeface="Arial" panose="020B0604020202020204"/>
                <a:ea typeface="Arial" panose="020B0604020202020204"/>
                <a:cs typeface="Arial" panose="020B0604020202020204"/>
              </a:rPr>
              <a:t>Retiling（Tile / Block）</a:t>
            </a:r>
          </a:p>
        </p:txBody>
      </p:sp>
      <p:sp>
        <p:nvSpPr>
          <p:cNvPr id="103" name="connector_662"/>
          <p:cNvSpPr>
            <a:spLocks noGrp="1"/>
          </p:cNvSpPr>
          <p:nvPr/>
        </p:nvSpPr>
        <p:spPr>
          <a:xfrm>
            <a:off x="2266950" y="2438400"/>
            <a:ext cx="19050" cy="114300"/>
          </a:xfrm>
          <a:custGeom>
            <a:avLst/>
            <a:gdLst/>
            <a:ahLst/>
            <a:cxnLst/>
            <a:rect l="0" t="0" r="0" b="0"/>
            <a:pathLst>
              <a:path w="19050" h="114300">
                <a:moveTo>
                  <a:pt x="9525" y="9525"/>
                </a:moveTo>
                <a:lnTo>
                  <a:pt x="9525" y="104775"/>
                </a:lnTo>
              </a:path>
            </a:pathLst>
          </a:custGeom>
          <a:noFill/>
          <a:ln w="19050">
            <a:solidFill>
              <a:srgbClr val="D7000F"/>
            </a:solidFill>
          </a:ln>
        </p:spPr>
      </p:sp>
      <p:sp>
        <p:nvSpPr>
          <p:cNvPr id="104" name="connector_663"/>
          <p:cNvSpPr>
            <a:spLocks noGrp="1"/>
          </p:cNvSpPr>
          <p:nvPr/>
        </p:nvSpPr>
        <p:spPr>
          <a:xfrm>
            <a:off x="2234984" y="24751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05" name="object_664"/>
          <p:cNvSpPr>
            <a:spLocks noGrp="1"/>
          </p:cNvSpPr>
          <p:nvPr/>
        </p:nvSpPr>
        <p:spPr>
          <a:xfrm>
            <a:off x="1019175" y="3095625"/>
            <a:ext cx="2514600" cy="381000"/>
          </a:xfrm>
          <a:prstGeom prst="rect">
            <a:avLst/>
          </a:prstGeom>
          <a:solidFill>
            <a:srgbClr val="FFFFFF"/>
          </a:solidFill>
          <a:ln w="17145">
            <a:solidFill>
              <a:srgbClr val="D7000F"/>
            </a:solidFill>
          </a:ln>
        </p:spPr>
      </p:sp>
      <p:sp>
        <p:nvSpPr>
          <p:cNvPr id="106" name="text_666_Reduce（规约相关）"/>
          <p:cNvSpPr>
            <a:spLocks noGrp="1"/>
          </p:cNvSpPr>
          <p:nvPr/>
        </p:nvSpPr>
        <p:spPr>
          <a:xfrm>
            <a:off x="1085850" y="3143250"/>
            <a:ext cx="2381250" cy="285750"/>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sz="1350" b="1">
                <a:solidFill>
                  <a:srgbClr val="000000"/>
                </a:solidFill>
                <a:latin typeface="Arial" panose="020B0604020202020204"/>
                <a:ea typeface="Arial" panose="020B0604020202020204"/>
                <a:cs typeface="Arial" panose="020B0604020202020204"/>
              </a:rPr>
              <a:t>Reduce（规约相关）</a:t>
            </a:r>
          </a:p>
        </p:txBody>
      </p:sp>
      <p:sp>
        <p:nvSpPr>
          <p:cNvPr id="107" name="connector_667"/>
          <p:cNvSpPr>
            <a:spLocks noGrp="1"/>
          </p:cNvSpPr>
          <p:nvPr/>
        </p:nvSpPr>
        <p:spPr>
          <a:xfrm>
            <a:off x="2266950" y="2962275"/>
            <a:ext cx="19050" cy="114300"/>
          </a:xfrm>
          <a:custGeom>
            <a:avLst/>
            <a:gdLst/>
            <a:ahLst/>
            <a:cxnLst/>
            <a:rect l="0" t="0" r="0" b="0"/>
            <a:pathLst>
              <a:path w="19050" h="114300">
                <a:moveTo>
                  <a:pt x="9525" y="9525"/>
                </a:moveTo>
                <a:lnTo>
                  <a:pt x="9525" y="104775"/>
                </a:lnTo>
              </a:path>
            </a:pathLst>
          </a:custGeom>
          <a:noFill/>
          <a:ln w="19050">
            <a:solidFill>
              <a:srgbClr val="D7000F"/>
            </a:solidFill>
          </a:ln>
        </p:spPr>
      </p:sp>
      <p:sp>
        <p:nvSpPr>
          <p:cNvPr id="108" name="connector_668"/>
          <p:cNvSpPr>
            <a:spLocks noGrp="1"/>
          </p:cNvSpPr>
          <p:nvPr/>
        </p:nvSpPr>
        <p:spPr>
          <a:xfrm>
            <a:off x="2234984" y="299901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09" name="object_669"/>
          <p:cNvSpPr>
            <a:spLocks noGrp="1"/>
          </p:cNvSpPr>
          <p:nvPr/>
        </p:nvSpPr>
        <p:spPr>
          <a:xfrm>
            <a:off x="1019175" y="3619500"/>
            <a:ext cx="2514600" cy="381000"/>
          </a:xfrm>
          <a:prstGeom prst="rect">
            <a:avLst/>
          </a:prstGeom>
          <a:solidFill>
            <a:srgbClr val="FFFFFF"/>
          </a:solidFill>
          <a:ln w="17145">
            <a:solidFill>
              <a:srgbClr val="D7000F"/>
            </a:solidFill>
          </a:ln>
        </p:spPr>
      </p:sp>
      <p:sp>
        <p:nvSpPr>
          <p:cNvPr id="110" name="text_671_Grid（并行策略）"/>
          <p:cNvSpPr>
            <a:spLocks noGrp="1"/>
          </p:cNvSpPr>
          <p:nvPr/>
        </p:nvSpPr>
        <p:spPr>
          <a:xfrm>
            <a:off x="1085850" y="3667125"/>
            <a:ext cx="2381250" cy="285750"/>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sz="1350" b="1">
                <a:solidFill>
                  <a:srgbClr val="000000"/>
                </a:solidFill>
                <a:latin typeface="Arial" panose="020B0604020202020204"/>
                <a:ea typeface="Arial" panose="020B0604020202020204"/>
                <a:cs typeface="Arial" panose="020B0604020202020204"/>
              </a:rPr>
              <a:t>Grid（并行策略）</a:t>
            </a:r>
          </a:p>
        </p:txBody>
      </p:sp>
      <p:sp>
        <p:nvSpPr>
          <p:cNvPr id="111" name="connector_672"/>
          <p:cNvSpPr>
            <a:spLocks noGrp="1"/>
          </p:cNvSpPr>
          <p:nvPr/>
        </p:nvSpPr>
        <p:spPr>
          <a:xfrm>
            <a:off x="2266950" y="3486150"/>
            <a:ext cx="19050" cy="114300"/>
          </a:xfrm>
          <a:custGeom>
            <a:avLst/>
            <a:gdLst/>
            <a:ahLst/>
            <a:cxnLst/>
            <a:rect l="0" t="0" r="0" b="0"/>
            <a:pathLst>
              <a:path w="19050" h="114300">
                <a:moveTo>
                  <a:pt x="9525" y="9525"/>
                </a:moveTo>
                <a:lnTo>
                  <a:pt x="9525" y="104775"/>
                </a:lnTo>
              </a:path>
            </a:pathLst>
          </a:custGeom>
          <a:noFill/>
          <a:ln w="19050">
            <a:solidFill>
              <a:srgbClr val="D7000F"/>
            </a:solidFill>
          </a:ln>
        </p:spPr>
      </p:sp>
      <p:sp>
        <p:nvSpPr>
          <p:cNvPr id="112" name="connector_673"/>
          <p:cNvSpPr>
            <a:spLocks noGrp="1"/>
          </p:cNvSpPr>
          <p:nvPr/>
        </p:nvSpPr>
        <p:spPr>
          <a:xfrm>
            <a:off x="2234984" y="352288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13" name="object_674"/>
          <p:cNvSpPr>
            <a:spLocks noGrp="1"/>
          </p:cNvSpPr>
          <p:nvPr/>
        </p:nvSpPr>
        <p:spPr>
          <a:xfrm>
            <a:off x="1019175" y="4143375"/>
            <a:ext cx="2514600" cy="381000"/>
          </a:xfrm>
          <a:prstGeom prst="rect">
            <a:avLst/>
          </a:prstGeom>
          <a:solidFill>
            <a:srgbClr val="FFFFFF"/>
          </a:solidFill>
          <a:ln w="17145">
            <a:solidFill>
              <a:srgbClr val="D7000F"/>
            </a:solidFill>
          </a:ln>
        </p:spPr>
      </p:sp>
      <p:sp>
        <p:nvSpPr>
          <p:cNvPr id="114" name="text_676_Config（num_warps 等）"/>
          <p:cNvSpPr>
            <a:spLocks noGrp="1"/>
          </p:cNvSpPr>
          <p:nvPr/>
        </p:nvSpPr>
        <p:spPr>
          <a:xfrm>
            <a:off x="1085850" y="4191000"/>
            <a:ext cx="2381250" cy="285750"/>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sz="1350" b="1">
                <a:solidFill>
                  <a:srgbClr val="000000"/>
                </a:solidFill>
                <a:latin typeface="Arial" panose="020B0604020202020204"/>
                <a:ea typeface="Arial" panose="020B0604020202020204"/>
                <a:cs typeface="Arial" panose="020B0604020202020204"/>
              </a:rPr>
              <a:t>Config（num_warps 等）</a:t>
            </a:r>
          </a:p>
        </p:txBody>
      </p:sp>
      <p:sp>
        <p:nvSpPr>
          <p:cNvPr id="115" name="connector_677"/>
          <p:cNvSpPr>
            <a:spLocks noGrp="1"/>
          </p:cNvSpPr>
          <p:nvPr/>
        </p:nvSpPr>
        <p:spPr>
          <a:xfrm>
            <a:off x="2266950" y="4010025"/>
            <a:ext cx="19050" cy="114300"/>
          </a:xfrm>
          <a:custGeom>
            <a:avLst/>
            <a:gdLst/>
            <a:ahLst/>
            <a:cxnLst/>
            <a:rect l="0" t="0" r="0" b="0"/>
            <a:pathLst>
              <a:path w="19050" h="114300">
                <a:moveTo>
                  <a:pt x="9525" y="9525"/>
                </a:moveTo>
                <a:lnTo>
                  <a:pt x="9525" y="104775"/>
                </a:lnTo>
              </a:path>
            </a:pathLst>
          </a:custGeom>
          <a:noFill/>
          <a:ln w="19050">
            <a:solidFill>
              <a:srgbClr val="D7000F"/>
            </a:solidFill>
          </a:ln>
        </p:spPr>
      </p:sp>
      <p:sp>
        <p:nvSpPr>
          <p:cNvPr id="116" name="connector_678"/>
          <p:cNvSpPr>
            <a:spLocks noGrp="1"/>
          </p:cNvSpPr>
          <p:nvPr/>
        </p:nvSpPr>
        <p:spPr>
          <a:xfrm>
            <a:off x="2234984" y="40467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17" name="object_679"/>
          <p:cNvSpPr>
            <a:spLocks noGrp="1"/>
          </p:cNvSpPr>
          <p:nvPr/>
        </p:nvSpPr>
        <p:spPr>
          <a:xfrm>
            <a:off x="1019175" y="4667250"/>
            <a:ext cx="2514600" cy="381000"/>
          </a:xfrm>
          <a:prstGeom prst="rect">
            <a:avLst/>
          </a:prstGeom>
          <a:solidFill>
            <a:srgbClr val="FFFFFF"/>
          </a:solidFill>
          <a:ln w="17145">
            <a:solidFill>
              <a:srgbClr val="D7000F"/>
            </a:solidFill>
          </a:ln>
        </p:spPr>
      </p:sp>
      <p:sp>
        <p:nvSpPr>
          <p:cNvPr id="118" name="text_681_其他（内存 / 指令 / 流水）"/>
          <p:cNvSpPr>
            <a:spLocks noGrp="1"/>
          </p:cNvSpPr>
          <p:nvPr/>
        </p:nvSpPr>
        <p:spPr>
          <a:xfrm>
            <a:off x="1085850" y="4714875"/>
            <a:ext cx="2381250" cy="285750"/>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lang="zh-CN" altLang="en-US" sz="1350" b="1" dirty="0" smtClean="0">
                <a:solidFill>
                  <a:srgbClr val="000000"/>
                </a:solidFill>
                <a:latin typeface="Arial" panose="020B0604020202020204"/>
                <a:ea typeface="Arial" panose="020B0604020202020204"/>
                <a:cs typeface="Arial" panose="020B0604020202020204"/>
              </a:rPr>
              <a:t>深度优化</a:t>
            </a:r>
            <a:r>
              <a:rPr sz="1350" b="1" dirty="0" smtClean="0">
                <a:solidFill>
                  <a:srgbClr val="000000"/>
                </a:solidFill>
                <a:latin typeface="Arial" panose="020B0604020202020204"/>
                <a:ea typeface="Arial" panose="020B0604020202020204"/>
                <a:cs typeface="Arial" panose="020B0604020202020204"/>
              </a:rPr>
              <a:t>（</a:t>
            </a:r>
            <a:r>
              <a:rPr sz="1350" b="1" dirty="0" err="1">
                <a:solidFill>
                  <a:srgbClr val="000000"/>
                </a:solidFill>
                <a:latin typeface="Arial" panose="020B0604020202020204"/>
                <a:ea typeface="Arial" panose="020B0604020202020204"/>
                <a:cs typeface="Arial" panose="020B0604020202020204"/>
              </a:rPr>
              <a:t>内存</a:t>
            </a:r>
            <a:r>
              <a:rPr sz="1350" b="1" dirty="0">
                <a:solidFill>
                  <a:srgbClr val="000000"/>
                </a:solidFill>
                <a:latin typeface="Arial" panose="020B0604020202020204"/>
                <a:ea typeface="Arial" panose="020B0604020202020204"/>
                <a:cs typeface="Arial" panose="020B0604020202020204"/>
              </a:rPr>
              <a:t> / </a:t>
            </a:r>
            <a:r>
              <a:rPr sz="1350" b="1" dirty="0" err="1">
                <a:solidFill>
                  <a:srgbClr val="000000"/>
                </a:solidFill>
                <a:latin typeface="Arial" panose="020B0604020202020204"/>
                <a:ea typeface="Arial" panose="020B0604020202020204"/>
                <a:cs typeface="Arial" panose="020B0604020202020204"/>
              </a:rPr>
              <a:t>指令</a:t>
            </a:r>
            <a:r>
              <a:rPr sz="1350" b="1" dirty="0">
                <a:solidFill>
                  <a:srgbClr val="000000"/>
                </a:solidFill>
                <a:latin typeface="Arial" panose="020B0604020202020204"/>
                <a:ea typeface="Arial" panose="020B0604020202020204"/>
                <a:cs typeface="Arial" panose="020B0604020202020204"/>
              </a:rPr>
              <a:t> / </a:t>
            </a:r>
            <a:r>
              <a:rPr sz="1350" b="1" dirty="0" err="1">
                <a:solidFill>
                  <a:srgbClr val="000000"/>
                </a:solidFill>
                <a:latin typeface="Arial" panose="020B0604020202020204"/>
                <a:ea typeface="Arial" panose="020B0604020202020204"/>
                <a:cs typeface="Arial" panose="020B0604020202020204"/>
              </a:rPr>
              <a:t>流水</a:t>
            </a:r>
            <a:r>
              <a:rPr sz="1350" b="1" dirty="0">
                <a:solidFill>
                  <a:srgbClr val="000000"/>
                </a:solidFill>
                <a:latin typeface="Arial" panose="020B0604020202020204"/>
                <a:ea typeface="Arial" panose="020B0604020202020204"/>
                <a:cs typeface="Arial" panose="020B0604020202020204"/>
              </a:rPr>
              <a:t>）</a:t>
            </a:r>
          </a:p>
        </p:txBody>
      </p:sp>
      <p:sp>
        <p:nvSpPr>
          <p:cNvPr id="119" name="connector_682"/>
          <p:cNvSpPr>
            <a:spLocks noGrp="1"/>
          </p:cNvSpPr>
          <p:nvPr/>
        </p:nvSpPr>
        <p:spPr>
          <a:xfrm>
            <a:off x="2266950" y="4533900"/>
            <a:ext cx="19050" cy="114300"/>
          </a:xfrm>
          <a:custGeom>
            <a:avLst/>
            <a:gdLst/>
            <a:ahLst/>
            <a:cxnLst/>
            <a:rect l="0" t="0" r="0" b="0"/>
            <a:pathLst>
              <a:path w="19050" h="114300">
                <a:moveTo>
                  <a:pt x="9525" y="9525"/>
                </a:moveTo>
                <a:lnTo>
                  <a:pt x="9525" y="104775"/>
                </a:lnTo>
              </a:path>
            </a:pathLst>
          </a:custGeom>
          <a:noFill/>
          <a:ln w="19050">
            <a:solidFill>
              <a:srgbClr val="D7000F"/>
            </a:solidFill>
          </a:ln>
        </p:spPr>
      </p:sp>
      <p:sp>
        <p:nvSpPr>
          <p:cNvPr id="120" name="connector_683"/>
          <p:cNvSpPr>
            <a:spLocks noGrp="1"/>
          </p:cNvSpPr>
          <p:nvPr/>
        </p:nvSpPr>
        <p:spPr>
          <a:xfrm>
            <a:off x="2234984" y="45706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21" name="object_684"/>
          <p:cNvSpPr>
            <a:spLocks noGrp="1"/>
          </p:cNvSpPr>
          <p:nvPr/>
        </p:nvSpPr>
        <p:spPr>
          <a:xfrm>
            <a:off x="1009650" y="5238750"/>
            <a:ext cx="2524125" cy="609600"/>
          </a:xfrm>
          <a:prstGeom prst="rect">
            <a:avLst/>
          </a:prstGeom>
          <a:solidFill>
            <a:srgbClr val="F2F2F2"/>
          </a:solidFill>
          <a:ln w="9525">
            <a:noFill/>
          </a:ln>
        </p:spPr>
      </p:sp>
      <p:sp>
        <p:nvSpPr>
          <p:cNvPr id="122" name="text_686_连续 3 轮无性能提升"/>
          <p:cNvSpPr>
            <a:spLocks noGrp="1"/>
          </p:cNvSpPr>
          <p:nvPr/>
        </p:nvSpPr>
        <p:spPr>
          <a:xfrm>
            <a:off x="1057275" y="5267325"/>
            <a:ext cx="2428875" cy="238125"/>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sz="1350" b="1">
                <a:solidFill>
                  <a:srgbClr val="000000"/>
                </a:solidFill>
                <a:latin typeface="Arial" panose="020B0604020202020204"/>
                <a:ea typeface="Arial" panose="020B0604020202020204"/>
                <a:cs typeface="Arial" panose="020B0604020202020204"/>
              </a:rPr>
              <a:t>连续 3 轮无性能提升</a:t>
            </a:r>
          </a:p>
        </p:txBody>
      </p:sp>
      <p:sp>
        <p:nvSpPr>
          <p:cNvPr id="123" name="text_688_且 Profile 无新建议？"/>
          <p:cNvSpPr>
            <a:spLocks noGrp="1"/>
          </p:cNvSpPr>
          <p:nvPr/>
        </p:nvSpPr>
        <p:spPr>
          <a:xfrm>
            <a:off x="1057275" y="5505450"/>
            <a:ext cx="2428875" cy="238125"/>
          </a:xfrm>
          <a:prstGeom prst="rect">
            <a:avLst/>
          </a:prstGeom>
          <a:noFill/>
          <a:ln w="9525">
            <a:noFill/>
          </a:ln>
        </p:spPr>
        <p:txBody>
          <a:bodyPr wrap="none" lIns="0" tIns="0" rIns="0" bIns="0" anchor="ctr">
            <a:noAutofit/>
          </a:bodyPr>
          <a:lstStyle/>
          <a:p>
            <a:pPr algn="ctr">
              <a:defRPr sz="1350" b="1">
                <a:solidFill>
                  <a:srgbClr val="000000"/>
                </a:solidFill>
                <a:latin typeface="Arial" panose="020B0604020202020204"/>
                <a:ea typeface="Arial" panose="020B0604020202020204"/>
                <a:cs typeface="Arial" panose="020B0604020202020204"/>
              </a:defRPr>
            </a:pPr>
            <a:r>
              <a:rPr sz="1350" b="1">
                <a:solidFill>
                  <a:srgbClr val="000000"/>
                </a:solidFill>
                <a:latin typeface="Arial" panose="020B0604020202020204"/>
                <a:ea typeface="Arial" panose="020B0604020202020204"/>
                <a:cs typeface="Arial" panose="020B0604020202020204"/>
              </a:rPr>
              <a:t>且 Profile 无新建议？</a:t>
            </a:r>
          </a:p>
        </p:txBody>
      </p:sp>
      <p:sp>
        <p:nvSpPr>
          <p:cNvPr id="124" name="connector_689"/>
          <p:cNvSpPr>
            <a:spLocks noGrp="1"/>
          </p:cNvSpPr>
          <p:nvPr/>
        </p:nvSpPr>
        <p:spPr>
          <a:xfrm>
            <a:off x="2266950" y="5867400"/>
            <a:ext cx="19050" cy="190500"/>
          </a:xfrm>
          <a:custGeom>
            <a:avLst/>
            <a:gdLst/>
            <a:ahLst/>
            <a:cxnLst/>
            <a:rect l="0" t="0" r="0" b="0"/>
            <a:pathLst>
              <a:path w="19050" h="190500">
                <a:moveTo>
                  <a:pt x="9525" y="9525"/>
                </a:moveTo>
                <a:lnTo>
                  <a:pt x="9525" y="180975"/>
                </a:lnTo>
              </a:path>
            </a:pathLst>
          </a:custGeom>
          <a:noFill/>
          <a:ln w="19050">
            <a:solidFill>
              <a:srgbClr val="D7000F"/>
            </a:solidFill>
          </a:ln>
        </p:spPr>
      </p:sp>
      <p:sp>
        <p:nvSpPr>
          <p:cNvPr id="125" name="connector_690"/>
          <p:cNvSpPr>
            <a:spLocks noGrp="1"/>
          </p:cNvSpPr>
          <p:nvPr/>
        </p:nvSpPr>
        <p:spPr>
          <a:xfrm>
            <a:off x="2234984" y="59803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26" name="text_692_是"/>
          <p:cNvSpPr>
            <a:spLocks noGrp="1"/>
          </p:cNvSpPr>
          <p:nvPr/>
        </p:nvSpPr>
        <p:spPr>
          <a:xfrm>
            <a:off x="2009775" y="5857875"/>
            <a:ext cx="238125" cy="228600"/>
          </a:xfrm>
          <a:prstGeom prst="rect">
            <a:avLst/>
          </a:prstGeom>
          <a:noFill/>
          <a:ln w="9525">
            <a:noFill/>
          </a:ln>
        </p:spPr>
        <p:txBody>
          <a:bodyPr wrap="none" lIns="0" tIns="0" rIns="0" bIns="0" anchor="ctr">
            <a:noAutofit/>
          </a:bodyPr>
          <a:lstStyle/>
          <a:p>
            <a:pPr algn="l">
              <a:defRPr sz="1125" b="0">
                <a:solidFill>
                  <a:srgbClr val="D7000F"/>
                </a:solidFill>
                <a:latin typeface="Arial" panose="020B0604020202020204"/>
                <a:ea typeface="Arial" panose="020B0604020202020204"/>
                <a:cs typeface="Arial" panose="020B0604020202020204"/>
              </a:defRPr>
            </a:pPr>
            <a:r>
              <a:rPr sz="1125" b="0">
                <a:solidFill>
                  <a:srgbClr val="D7000F"/>
                </a:solidFill>
                <a:latin typeface="Arial" panose="020B0604020202020204"/>
                <a:ea typeface="Arial" panose="020B0604020202020204"/>
                <a:cs typeface="Arial" panose="020B0604020202020204"/>
              </a:rPr>
              <a:t>是</a:t>
            </a:r>
          </a:p>
        </p:txBody>
      </p:sp>
      <p:sp>
        <p:nvSpPr>
          <p:cNvPr id="127" name="text_694_结束优化"/>
          <p:cNvSpPr>
            <a:spLocks noGrp="1"/>
          </p:cNvSpPr>
          <p:nvPr/>
        </p:nvSpPr>
        <p:spPr>
          <a:xfrm>
            <a:off x="1543050" y="6076950"/>
            <a:ext cx="1457325" cy="266700"/>
          </a:xfrm>
          <a:prstGeom prst="rect">
            <a:avLst/>
          </a:prstGeom>
          <a:noFill/>
          <a:ln w="9525">
            <a:noFill/>
          </a:ln>
        </p:spPr>
        <p:txBody>
          <a:bodyPr wrap="none" lIns="0" tIns="0" rIns="0" bIns="0" anchor="ctr">
            <a:noAutofit/>
          </a:bodyPr>
          <a:lstStyle/>
          <a:p>
            <a:pPr algn="ctr">
              <a:defRPr sz="1500" b="1">
                <a:solidFill>
                  <a:srgbClr val="D7000F"/>
                </a:solidFill>
                <a:latin typeface="Arial" panose="020B0604020202020204"/>
                <a:ea typeface="Arial" panose="020B0604020202020204"/>
                <a:cs typeface="Arial" panose="020B0604020202020204"/>
              </a:defRPr>
            </a:pPr>
            <a:r>
              <a:rPr sz="1500" b="1">
                <a:solidFill>
                  <a:srgbClr val="D7000F"/>
                </a:solidFill>
                <a:latin typeface="Arial" panose="020B0604020202020204"/>
                <a:ea typeface="Arial" panose="020B0604020202020204"/>
                <a:cs typeface="Arial" panose="020B0604020202020204"/>
              </a:rPr>
              <a:t>结束优化</a:t>
            </a:r>
          </a:p>
        </p:txBody>
      </p:sp>
      <p:sp>
        <p:nvSpPr>
          <p:cNvPr id="128" name="connector_695"/>
          <p:cNvSpPr>
            <a:spLocks noGrp="1"/>
          </p:cNvSpPr>
          <p:nvPr/>
        </p:nvSpPr>
        <p:spPr>
          <a:xfrm>
            <a:off x="819150" y="5553075"/>
            <a:ext cx="200025" cy="19050"/>
          </a:xfrm>
          <a:custGeom>
            <a:avLst/>
            <a:gdLst/>
            <a:ahLst/>
            <a:cxnLst/>
            <a:rect l="0" t="0" r="0" b="0"/>
            <a:pathLst>
              <a:path w="200025" h="19050">
                <a:moveTo>
                  <a:pt x="190500" y="9525"/>
                </a:moveTo>
                <a:lnTo>
                  <a:pt x="9525" y="9525"/>
                </a:lnTo>
              </a:path>
            </a:pathLst>
          </a:custGeom>
          <a:noFill/>
          <a:ln w="14288">
            <a:solidFill>
              <a:srgbClr val="D7000F"/>
            </a:solidFill>
          </a:ln>
        </p:spPr>
      </p:sp>
      <p:sp>
        <p:nvSpPr>
          <p:cNvPr id="129" name="connector_696"/>
          <p:cNvSpPr>
            <a:spLocks noGrp="1"/>
          </p:cNvSpPr>
          <p:nvPr/>
        </p:nvSpPr>
        <p:spPr>
          <a:xfrm>
            <a:off x="819150" y="2228850"/>
            <a:ext cx="19050" cy="3343275"/>
          </a:xfrm>
          <a:custGeom>
            <a:avLst/>
            <a:gdLst/>
            <a:ahLst/>
            <a:cxnLst/>
            <a:rect l="0" t="0" r="0" b="0"/>
            <a:pathLst>
              <a:path w="19050" h="3343275">
                <a:moveTo>
                  <a:pt x="9525" y="3333750"/>
                </a:moveTo>
                <a:lnTo>
                  <a:pt x="9525" y="9525"/>
                </a:lnTo>
              </a:path>
            </a:pathLst>
          </a:custGeom>
          <a:noFill/>
          <a:ln w="14288">
            <a:solidFill>
              <a:srgbClr val="D7000F"/>
            </a:solidFill>
          </a:ln>
        </p:spPr>
      </p:sp>
      <p:sp>
        <p:nvSpPr>
          <p:cNvPr id="130" name="connector_697"/>
          <p:cNvSpPr>
            <a:spLocks noGrp="1"/>
          </p:cNvSpPr>
          <p:nvPr/>
        </p:nvSpPr>
        <p:spPr>
          <a:xfrm>
            <a:off x="819150" y="2228850"/>
            <a:ext cx="171450" cy="19050"/>
          </a:xfrm>
          <a:custGeom>
            <a:avLst/>
            <a:gdLst/>
            <a:ahLst/>
            <a:cxnLst/>
            <a:rect l="0" t="0" r="0" b="0"/>
            <a:pathLst>
              <a:path w="171450" h="19050">
                <a:moveTo>
                  <a:pt x="9525" y="9525"/>
                </a:moveTo>
                <a:lnTo>
                  <a:pt x="161925" y="9525"/>
                </a:lnTo>
              </a:path>
            </a:pathLst>
          </a:custGeom>
          <a:noFill/>
          <a:ln w="19050">
            <a:solidFill>
              <a:srgbClr val="D7000F"/>
            </a:solidFill>
          </a:ln>
        </p:spPr>
      </p:sp>
      <p:sp>
        <p:nvSpPr>
          <p:cNvPr id="131" name="connector_698"/>
          <p:cNvSpPr>
            <a:spLocks noGrp="1"/>
          </p:cNvSpPr>
          <p:nvPr/>
        </p:nvSpPr>
        <p:spPr>
          <a:xfrm>
            <a:off x="913037" y="219688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32" name="text_700_否"/>
          <p:cNvSpPr>
            <a:spLocks noGrp="1"/>
          </p:cNvSpPr>
          <p:nvPr/>
        </p:nvSpPr>
        <p:spPr>
          <a:xfrm>
            <a:off x="581025" y="4667250"/>
            <a:ext cx="209550" cy="266700"/>
          </a:xfrm>
          <a:prstGeom prst="rect">
            <a:avLst/>
          </a:prstGeom>
          <a:noFill/>
          <a:ln w="9525">
            <a:noFill/>
          </a:ln>
        </p:spPr>
        <p:txBody>
          <a:bodyPr wrap="none" lIns="0" tIns="0" rIns="0" bIns="0" anchor="ctr">
            <a:noAutofit/>
          </a:bodyPr>
          <a:lstStyle/>
          <a:p>
            <a:pPr algn="l">
              <a:defRPr sz="1200" b="1">
                <a:solidFill>
                  <a:srgbClr val="D7000F"/>
                </a:solidFill>
                <a:latin typeface="Arial" panose="020B0604020202020204"/>
                <a:ea typeface="Arial" panose="020B0604020202020204"/>
                <a:cs typeface="Arial" panose="020B0604020202020204"/>
              </a:defRPr>
            </a:pPr>
            <a:r>
              <a:rPr sz="1200" b="1">
                <a:solidFill>
                  <a:srgbClr val="D7000F"/>
                </a:solidFill>
                <a:latin typeface="Arial" panose="020B0604020202020204"/>
                <a:ea typeface="Arial" panose="020B0604020202020204"/>
                <a:cs typeface="Arial" panose="020B0604020202020204"/>
              </a:rPr>
              <a:t>否</a:t>
            </a:r>
          </a:p>
        </p:txBody>
      </p:sp>
      <p:sp>
        <p:nvSpPr>
          <p:cNvPr id="133" name="object_701"/>
          <p:cNvSpPr>
            <a:spLocks noGrp="1"/>
          </p:cNvSpPr>
          <p:nvPr/>
        </p:nvSpPr>
        <p:spPr>
          <a:xfrm>
            <a:off x="4010025" y="1504950"/>
            <a:ext cx="2943225" cy="514350"/>
          </a:xfrm>
          <a:prstGeom prst="rect">
            <a:avLst/>
          </a:prstGeom>
          <a:solidFill>
            <a:srgbClr val="FFFFFF"/>
          </a:solidFill>
          <a:ln w="17145">
            <a:solidFill>
              <a:srgbClr val="D7000F"/>
            </a:solidFill>
          </a:ln>
        </p:spPr>
      </p:sp>
      <p:sp>
        <p:nvSpPr>
          <p:cNvPr id="134" name="text_703_正确的 Kernel"/>
          <p:cNvSpPr>
            <a:spLocks noGrp="1"/>
          </p:cNvSpPr>
          <p:nvPr/>
        </p:nvSpPr>
        <p:spPr>
          <a:xfrm>
            <a:off x="4076700" y="1533525"/>
            <a:ext cx="2809875" cy="23812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正确的 Kernel</a:t>
            </a:r>
          </a:p>
        </p:txBody>
      </p:sp>
      <p:sp>
        <p:nvSpPr>
          <p:cNvPr id="135" name="text_705_已通过正确性验证"/>
          <p:cNvSpPr>
            <a:spLocks noGrp="1"/>
          </p:cNvSpPr>
          <p:nvPr/>
        </p:nvSpPr>
        <p:spPr>
          <a:xfrm>
            <a:off x="4086225" y="1781175"/>
            <a:ext cx="2790825" cy="209550"/>
          </a:xfrm>
          <a:prstGeom prst="rect">
            <a:avLst/>
          </a:prstGeom>
          <a:noFill/>
          <a:ln w="9525">
            <a:noFill/>
          </a:ln>
        </p:spPr>
        <p:txBody>
          <a:bodyPr wrap="none" lIns="0" tIns="0" rIns="0" bIns="0" anchor="ctr">
            <a:noAutofit/>
          </a:bodyPr>
          <a:lstStyle/>
          <a:p>
            <a:pPr algn="ctr">
              <a:defRPr sz="1200" b="0">
                <a:solidFill>
                  <a:srgbClr val="242424"/>
                </a:solidFill>
                <a:latin typeface="Arial" panose="020B0604020202020204"/>
                <a:ea typeface="Arial" panose="020B0604020202020204"/>
                <a:cs typeface="Arial" panose="020B0604020202020204"/>
              </a:defRPr>
            </a:pPr>
            <a:r>
              <a:rPr sz="1200" b="0">
                <a:solidFill>
                  <a:srgbClr val="242424"/>
                </a:solidFill>
                <a:latin typeface="Arial" panose="020B0604020202020204"/>
                <a:ea typeface="Arial" panose="020B0604020202020204"/>
                <a:cs typeface="Arial" panose="020B0604020202020204"/>
              </a:rPr>
              <a:t>已通过正确性验证</a:t>
            </a:r>
          </a:p>
        </p:txBody>
      </p:sp>
      <p:sp>
        <p:nvSpPr>
          <p:cNvPr id="136" name="connector_706"/>
          <p:cNvSpPr>
            <a:spLocks noGrp="1"/>
          </p:cNvSpPr>
          <p:nvPr/>
        </p:nvSpPr>
        <p:spPr>
          <a:xfrm>
            <a:off x="5476875" y="2038350"/>
            <a:ext cx="19050" cy="133350"/>
          </a:xfrm>
          <a:custGeom>
            <a:avLst/>
            <a:gdLst/>
            <a:ahLst/>
            <a:cxnLst/>
            <a:rect l="0" t="0" r="0" b="0"/>
            <a:pathLst>
              <a:path w="19050" h="133350">
                <a:moveTo>
                  <a:pt x="9525" y="9525"/>
                </a:moveTo>
                <a:lnTo>
                  <a:pt x="9525" y="123825"/>
                </a:lnTo>
              </a:path>
            </a:pathLst>
          </a:custGeom>
          <a:noFill/>
          <a:ln w="19050">
            <a:solidFill>
              <a:srgbClr val="D7000F"/>
            </a:solidFill>
          </a:ln>
        </p:spPr>
      </p:sp>
      <p:sp>
        <p:nvSpPr>
          <p:cNvPr id="137" name="connector_707"/>
          <p:cNvSpPr>
            <a:spLocks noGrp="1"/>
          </p:cNvSpPr>
          <p:nvPr/>
        </p:nvSpPr>
        <p:spPr>
          <a:xfrm>
            <a:off x="5444909" y="20941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38" name="object_708"/>
          <p:cNvSpPr>
            <a:spLocks noGrp="1"/>
          </p:cNvSpPr>
          <p:nvPr/>
        </p:nvSpPr>
        <p:spPr>
          <a:xfrm>
            <a:off x="4010025" y="2190750"/>
            <a:ext cx="2943225" cy="514350"/>
          </a:xfrm>
          <a:prstGeom prst="rect">
            <a:avLst/>
          </a:prstGeom>
          <a:solidFill>
            <a:srgbClr val="FFFFFF"/>
          </a:solidFill>
          <a:ln w="17145">
            <a:solidFill>
              <a:srgbClr val="D7000F"/>
            </a:solidFill>
          </a:ln>
        </p:spPr>
      </p:sp>
      <p:sp>
        <p:nvSpPr>
          <p:cNvPr id="139" name="text_710_基准测试"/>
          <p:cNvSpPr>
            <a:spLocks noGrp="1"/>
          </p:cNvSpPr>
          <p:nvPr/>
        </p:nvSpPr>
        <p:spPr>
          <a:xfrm>
            <a:off x="4076700" y="2219325"/>
            <a:ext cx="2809875" cy="23812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基准测试</a:t>
            </a:r>
          </a:p>
        </p:txBody>
      </p:sp>
      <p:sp>
        <p:nvSpPr>
          <p:cNvPr id="140" name="text_712_Benchmark"/>
          <p:cNvSpPr>
            <a:spLocks noGrp="1"/>
          </p:cNvSpPr>
          <p:nvPr/>
        </p:nvSpPr>
        <p:spPr>
          <a:xfrm>
            <a:off x="4086225" y="2466975"/>
            <a:ext cx="2790825" cy="209550"/>
          </a:xfrm>
          <a:prstGeom prst="rect">
            <a:avLst/>
          </a:prstGeom>
          <a:noFill/>
          <a:ln w="9525">
            <a:noFill/>
          </a:ln>
        </p:spPr>
        <p:txBody>
          <a:bodyPr wrap="none" lIns="0" tIns="0" rIns="0" bIns="0" anchor="ctr">
            <a:noAutofit/>
          </a:bodyPr>
          <a:lstStyle/>
          <a:p>
            <a:pPr algn="ctr">
              <a:defRPr sz="1200" b="0">
                <a:solidFill>
                  <a:srgbClr val="242424"/>
                </a:solidFill>
                <a:latin typeface="Arial" panose="020B0604020202020204"/>
                <a:ea typeface="Arial" panose="020B0604020202020204"/>
                <a:cs typeface="Arial" panose="020B0604020202020204"/>
              </a:defRPr>
            </a:pPr>
            <a:r>
              <a:rPr sz="1200" b="0">
                <a:solidFill>
                  <a:srgbClr val="242424"/>
                </a:solidFill>
                <a:latin typeface="Arial" panose="020B0604020202020204"/>
                <a:ea typeface="Arial" panose="020B0604020202020204"/>
                <a:cs typeface="Arial" panose="020B0604020202020204"/>
              </a:rPr>
              <a:t>Benchmark</a:t>
            </a:r>
          </a:p>
        </p:txBody>
      </p:sp>
      <p:sp>
        <p:nvSpPr>
          <p:cNvPr id="141" name="connector_713"/>
          <p:cNvSpPr>
            <a:spLocks noGrp="1"/>
          </p:cNvSpPr>
          <p:nvPr/>
        </p:nvSpPr>
        <p:spPr>
          <a:xfrm>
            <a:off x="5476875" y="2724150"/>
            <a:ext cx="19050" cy="133350"/>
          </a:xfrm>
          <a:custGeom>
            <a:avLst/>
            <a:gdLst/>
            <a:ahLst/>
            <a:cxnLst/>
            <a:rect l="0" t="0" r="0" b="0"/>
            <a:pathLst>
              <a:path w="19050" h="133350">
                <a:moveTo>
                  <a:pt x="9525" y="9525"/>
                </a:moveTo>
                <a:lnTo>
                  <a:pt x="9525" y="123825"/>
                </a:lnTo>
              </a:path>
            </a:pathLst>
          </a:custGeom>
          <a:noFill/>
          <a:ln w="19050">
            <a:solidFill>
              <a:srgbClr val="D7000F"/>
            </a:solidFill>
          </a:ln>
        </p:spPr>
      </p:sp>
      <p:sp>
        <p:nvSpPr>
          <p:cNvPr id="142" name="connector_714"/>
          <p:cNvSpPr>
            <a:spLocks noGrp="1"/>
          </p:cNvSpPr>
          <p:nvPr/>
        </p:nvSpPr>
        <p:spPr>
          <a:xfrm>
            <a:off x="5444909" y="27799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43" name="object_715"/>
          <p:cNvSpPr>
            <a:spLocks noGrp="1"/>
          </p:cNvSpPr>
          <p:nvPr/>
        </p:nvSpPr>
        <p:spPr>
          <a:xfrm>
            <a:off x="4010025" y="2876550"/>
            <a:ext cx="2943225" cy="514350"/>
          </a:xfrm>
          <a:prstGeom prst="rect">
            <a:avLst/>
          </a:prstGeom>
          <a:solidFill>
            <a:srgbClr val="FFFFFF"/>
          </a:solidFill>
          <a:ln w="17145">
            <a:solidFill>
              <a:srgbClr val="D7000F"/>
            </a:solidFill>
          </a:ln>
        </p:spPr>
      </p:sp>
      <p:sp>
        <p:nvSpPr>
          <p:cNvPr id="144" name="text_717_性能分析"/>
          <p:cNvSpPr>
            <a:spLocks noGrp="1"/>
          </p:cNvSpPr>
          <p:nvPr/>
        </p:nvSpPr>
        <p:spPr>
          <a:xfrm>
            <a:off x="4076700" y="2905125"/>
            <a:ext cx="2809875" cy="23812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性能分析</a:t>
            </a:r>
          </a:p>
        </p:txBody>
      </p:sp>
      <p:sp>
        <p:nvSpPr>
          <p:cNvPr id="145" name="text_719_Profiler"/>
          <p:cNvSpPr>
            <a:spLocks noGrp="1"/>
          </p:cNvSpPr>
          <p:nvPr/>
        </p:nvSpPr>
        <p:spPr>
          <a:xfrm>
            <a:off x="4086225" y="3152775"/>
            <a:ext cx="2790825" cy="209550"/>
          </a:xfrm>
          <a:prstGeom prst="rect">
            <a:avLst/>
          </a:prstGeom>
          <a:noFill/>
          <a:ln w="9525">
            <a:noFill/>
          </a:ln>
        </p:spPr>
        <p:txBody>
          <a:bodyPr wrap="none" lIns="0" tIns="0" rIns="0" bIns="0" anchor="ctr">
            <a:noAutofit/>
          </a:bodyPr>
          <a:lstStyle/>
          <a:p>
            <a:pPr algn="ctr">
              <a:defRPr sz="1200" b="0">
                <a:solidFill>
                  <a:srgbClr val="242424"/>
                </a:solidFill>
                <a:latin typeface="Arial" panose="020B0604020202020204"/>
                <a:ea typeface="Arial" panose="020B0604020202020204"/>
                <a:cs typeface="Arial" panose="020B0604020202020204"/>
              </a:defRPr>
            </a:pPr>
            <a:r>
              <a:rPr sz="1200" b="0">
                <a:solidFill>
                  <a:srgbClr val="242424"/>
                </a:solidFill>
                <a:latin typeface="Arial" panose="020B0604020202020204"/>
                <a:ea typeface="Arial" panose="020B0604020202020204"/>
                <a:cs typeface="Arial" panose="020B0604020202020204"/>
              </a:rPr>
              <a:t>Profiler</a:t>
            </a:r>
          </a:p>
        </p:txBody>
      </p:sp>
      <p:sp>
        <p:nvSpPr>
          <p:cNvPr id="146" name="connector_720"/>
          <p:cNvSpPr>
            <a:spLocks noGrp="1"/>
          </p:cNvSpPr>
          <p:nvPr/>
        </p:nvSpPr>
        <p:spPr>
          <a:xfrm>
            <a:off x="5476875" y="3409950"/>
            <a:ext cx="19050" cy="133350"/>
          </a:xfrm>
          <a:custGeom>
            <a:avLst/>
            <a:gdLst/>
            <a:ahLst/>
            <a:cxnLst/>
            <a:rect l="0" t="0" r="0" b="0"/>
            <a:pathLst>
              <a:path w="19050" h="133350">
                <a:moveTo>
                  <a:pt x="9525" y="9525"/>
                </a:moveTo>
                <a:lnTo>
                  <a:pt x="9525" y="123825"/>
                </a:lnTo>
              </a:path>
            </a:pathLst>
          </a:custGeom>
          <a:noFill/>
          <a:ln w="19050">
            <a:solidFill>
              <a:srgbClr val="D7000F"/>
            </a:solidFill>
          </a:ln>
        </p:spPr>
      </p:sp>
      <p:sp>
        <p:nvSpPr>
          <p:cNvPr id="147" name="connector_721"/>
          <p:cNvSpPr>
            <a:spLocks noGrp="1"/>
          </p:cNvSpPr>
          <p:nvPr/>
        </p:nvSpPr>
        <p:spPr>
          <a:xfrm>
            <a:off x="5444909" y="34657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48" name="object_722"/>
          <p:cNvSpPr>
            <a:spLocks noGrp="1"/>
          </p:cNvSpPr>
          <p:nvPr/>
        </p:nvSpPr>
        <p:spPr>
          <a:xfrm>
            <a:off x="4010025" y="3562350"/>
            <a:ext cx="2943225" cy="514350"/>
          </a:xfrm>
          <a:prstGeom prst="rect">
            <a:avLst/>
          </a:prstGeom>
          <a:solidFill>
            <a:srgbClr val="FFFFFF"/>
          </a:solidFill>
          <a:ln w="17145">
            <a:solidFill>
              <a:srgbClr val="D7000F"/>
            </a:solidFill>
          </a:ln>
        </p:spPr>
      </p:sp>
      <p:sp>
        <p:nvSpPr>
          <p:cNvPr id="149" name="text_724_算子类型分类"/>
          <p:cNvSpPr>
            <a:spLocks noGrp="1"/>
          </p:cNvSpPr>
          <p:nvPr/>
        </p:nvSpPr>
        <p:spPr>
          <a:xfrm>
            <a:off x="4076700" y="3590925"/>
            <a:ext cx="2809875" cy="23812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算子类型分类</a:t>
            </a:r>
          </a:p>
        </p:txBody>
      </p:sp>
      <p:sp>
        <p:nvSpPr>
          <p:cNvPr id="150" name="text_726_分析瓶颈与特征"/>
          <p:cNvSpPr>
            <a:spLocks noGrp="1"/>
          </p:cNvSpPr>
          <p:nvPr/>
        </p:nvSpPr>
        <p:spPr>
          <a:xfrm>
            <a:off x="4086225" y="3838575"/>
            <a:ext cx="2790825" cy="209550"/>
          </a:xfrm>
          <a:prstGeom prst="rect">
            <a:avLst/>
          </a:prstGeom>
          <a:noFill/>
          <a:ln w="9525">
            <a:noFill/>
          </a:ln>
        </p:spPr>
        <p:txBody>
          <a:bodyPr wrap="none" lIns="0" tIns="0" rIns="0" bIns="0" anchor="ctr">
            <a:noAutofit/>
          </a:bodyPr>
          <a:lstStyle/>
          <a:p>
            <a:pPr algn="ctr">
              <a:defRPr sz="1200" b="0">
                <a:solidFill>
                  <a:srgbClr val="242424"/>
                </a:solidFill>
                <a:latin typeface="Arial" panose="020B0604020202020204"/>
                <a:ea typeface="Arial" panose="020B0604020202020204"/>
                <a:cs typeface="Arial" panose="020B0604020202020204"/>
              </a:defRPr>
            </a:pPr>
            <a:r>
              <a:rPr sz="1200" b="0">
                <a:solidFill>
                  <a:srgbClr val="242424"/>
                </a:solidFill>
                <a:latin typeface="Arial" panose="020B0604020202020204"/>
                <a:ea typeface="Arial" panose="020B0604020202020204"/>
                <a:cs typeface="Arial" panose="020B0604020202020204"/>
              </a:rPr>
              <a:t>分析瓶颈与特征</a:t>
            </a:r>
          </a:p>
        </p:txBody>
      </p:sp>
      <p:sp>
        <p:nvSpPr>
          <p:cNvPr id="151" name="connector_727"/>
          <p:cNvSpPr>
            <a:spLocks noGrp="1"/>
          </p:cNvSpPr>
          <p:nvPr/>
        </p:nvSpPr>
        <p:spPr>
          <a:xfrm>
            <a:off x="5476875" y="4095750"/>
            <a:ext cx="19050" cy="133350"/>
          </a:xfrm>
          <a:custGeom>
            <a:avLst/>
            <a:gdLst/>
            <a:ahLst/>
            <a:cxnLst/>
            <a:rect l="0" t="0" r="0" b="0"/>
            <a:pathLst>
              <a:path w="19050" h="133350">
                <a:moveTo>
                  <a:pt x="9525" y="9525"/>
                </a:moveTo>
                <a:lnTo>
                  <a:pt x="9525" y="123825"/>
                </a:lnTo>
              </a:path>
            </a:pathLst>
          </a:custGeom>
          <a:noFill/>
          <a:ln w="19050">
            <a:solidFill>
              <a:srgbClr val="D7000F"/>
            </a:solidFill>
          </a:ln>
        </p:spPr>
      </p:sp>
      <p:sp>
        <p:nvSpPr>
          <p:cNvPr id="152" name="connector_728"/>
          <p:cNvSpPr>
            <a:spLocks noGrp="1"/>
          </p:cNvSpPr>
          <p:nvPr/>
        </p:nvSpPr>
        <p:spPr>
          <a:xfrm>
            <a:off x="5444909" y="41515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53" name="object_729"/>
          <p:cNvSpPr>
            <a:spLocks noGrp="1"/>
          </p:cNvSpPr>
          <p:nvPr/>
        </p:nvSpPr>
        <p:spPr>
          <a:xfrm>
            <a:off x="4010025" y="4248150"/>
            <a:ext cx="2943225" cy="514350"/>
          </a:xfrm>
          <a:prstGeom prst="rect">
            <a:avLst/>
          </a:prstGeom>
          <a:solidFill>
            <a:srgbClr val="F2F2F2"/>
          </a:solidFill>
          <a:ln w="17145">
            <a:solidFill>
              <a:srgbClr val="D7000F"/>
            </a:solidFill>
          </a:ln>
        </p:spPr>
      </p:sp>
      <p:sp>
        <p:nvSpPr>
          <p:cNvPr id="154" name="text_731_优化策略选择"/>
          <p:cNvSpPr>
            <a:spLocks noGrp="1"/>
          </p:cNvSpPr>
          <p:nvPr/>
        </p:nvSpPr>
        <p:spPr>
          <a:xfrm>
            <a:off x="4076700" y="4276725"/>
            <a:ext cx="2809875" cy="23812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优化策略选择</a:t>
            </a:r>
          </a:p>
        </p:txBody>
      </p:sp>
      <p:sp>
        <p:nvSpPr>
          <p:cNvPr id="155" name="text_733_筛选适用策略"/>
          <p:cNvSpPr>
            <a:spLocks noGrp="1"/>
          </p:cNvSpPr>
          <p:nvPr/>
        </p:nvSpPr>
        <p:spPr>
          <a:xfrm>
            <a:off x="4086225" y="4524375"/>
            <a:ext cx="2790825" cy="209550"/>
          </a:xfrm>
          <a:prstGeom prst="rect">
            <a:avLst/>
          </a:prstGeom>
          <a:noFill/>
          <a:ln w="9525">
            <a:noFill/>
          </a:ln>
        </p:spPr>
        <p:txBody>
          <a:bodyPr wrap="none" lIns="0" tIns="0" rIns="0" bIns="0" anchor="ctr">
            <a:noAutofit/>
          </a:bodyPr>
          <a:lstStyle/>
          <a:p>
            <a:pPr algn="ctr">
              <a:defRPr sz="1200" b="0">
                <a:solidFill>
                  <a:srgbClr val="242424"/>
                </a:solidFill>
                <a:latin typeface="Arial" panose="020B0604020202020204"/>
                <a:ea typeface="Arial" panose="020B0604020202020204"/>
                <a:cs typeface="Arial" panose="020B0604020202020204"/>
              </a:defRPr>
            </a:pPr>
            <a:r>
              <a:rPr sz="1200" b="0">
                <a:solidFill>
                  <a:srgbClr val="242424"/>
                </a:solidFill>
                <a:latin typeface="Arial" panose="020B0604020202020204"/>
                <a:ea typeface="Arial" panose="020B0604020202020204"/>
                <a:cs typeface="Arial" panose="020B0604020202020204"/>
              </a:rPr>
              <a:t>筛选适用策略</a:t>
            </a:r>
          </a:p>
        </p:txBody>
      </p:sp>
      <p:sp>
        <p:nvSpPr>
          <p:cNvPr id="156" name="connector_734"/>
          <p:cNvSpPr>
            <a:spLocks noGrp="1"/>
          </p:cNvSpPr>
          <p:nvPr/>
        </p:nvSpPr>
        <p:spPr>
          <a:xfrm>
            <a:off x="5476875" y="4781550"/>
            <a:ext cx="19050" cy="133350"/>
          </a:xfrm>
          <a:custGeom>
            <a:avLst/>
            <a:gdLst/>
            <a:ahLst/>
            <a:cxnLst/>
            <a:rect l="0" t="0" r="0" b="0"/>
            <a:pathLst>
              <a:path w="19050" h="133350">
                <a:moveTo>
                  <a:pt x="9525" y="9525"/>
                </a:moveTo>
                <a:lnTo>
                  <a:pt x="9525" y="123825"/>
                </a:lnTo>
              </a:path>
            </a:pathLst>
          </a:custGeom>
          <a:noFill/>
          <a:ln w="19050">
            <a:solidFill>
              <a:srgbClr val="D7000F"/>
            </a:solidFill>
          </a:ln>
        </p:spPr>
      </p:sp>
      <p:sp>
        <p:nvSpPr>
          <p:cNvPr id="157" name="connector_735"/>
          <p:cNvSpPr>
            <a:spLocks noGrp="1"/>
          </p:cNvSpPr>
          <p:nvPr/>
        </p:nvSpPr>
        <p:spPr>
          <a:xfrm>
            <a:off x="5444909" y="48373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58" name="object_736"/>
          <p:cNvSpPr>
            <a:spLocks noGrp="1"/>
          </p:cNvSpPr>
          <p:nvPr/>
        </p:nvSpPr>
        <p:spPr>
          <a:xfrm>
            <a:off x="4010025" y="4933950"/>
            <a:ext cx="2943225" cy="514350"/>
          </a:xfrm>
          <a:prstGeom prst="rect">
            <a:avLst/>
          </a:prstGeom>
          <a:solidFill>
            <a:srgbClr val="FFFFFF"/>
          </a:solidFill>
          <a:ln w="17145">
            <a:solidFill>
              <a:srgbClr val="D7000F"/>
            </a:solidFill>
          </a:ln>
        </p:spPr>
      </p:sp>
      <p:sp>
        <p:nvSpPr>
          <p:cNvPr id="159" name="text_738_针对性优化"/>
          <p:cNvSpPr>
            <a:spLocks noGrp="1"/>
          </p:cNvSpPr>
          <p:nvPr/>
        </p:nvSpPr>
        <p:spPr>
          <a:xfrm>
            <a:off x="4076700" y="4962525"/>
            <a:ext cx="2809875" cy="23812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针对性优化</a:t>
            </a:r>
          </a:p>
        </p:txBody>
      </p:sp>
      <p:sp>
        <p:nvSpPr>
          <p:cNvPr id="160" name="text_740_执行选定策略"/>
          <p:cNvSpPr>
            <a:spLocks noGrp="1"/>
          </p:cNvSpPr>
          <p:nvPr/>
        </p:nvSpPr>
        <p:spPr>
          <a:xfrm>
            <a:off x="4086225" y="5210175"/>
            <a:ext cx="2790825" cy="209550"/>
          </a:xfrm>
          <a:prstGeom prst="rect">
            <a:avLst/>
          </a:prstGeom>
          <a:noFill/>
          <a:ln w="9525">
            <a:noFill/>
          </a:ln>
        </p:spPr>
        <p:txBody>
          <a:bodyPr wrap="none" lIns="0" tIns="0" rIns="0" bIns="0" anchor="ctr">
            <a:noAutofit/>
          </a:bodyPr>
          <a:lstStyle/>
          <a:p>
            <a:pPr algn="ctr">
              <a:defRPr sz="1200" b="0">
                <a:solidFill>
                  <a:srgbClr val="242424"/>
                </a:solidFill>
                <a:latin typeface="Arial" panose="020B0604020202020204"/>
                <a:ea typeface="Arial" panose="020B0604020202020204"/>
                <a:cs typeface="Arial" panose="020B0604020202020204"/>
              </a:defRPr>
            </a:pPr>
            <a:r>
              <a:rPr sz="1200" b="0">
                <a:solidFill>
                  <a:srgbClr val="242424"/>
                </a:solidFill>
                <a:latin typeface="Arial" panose="020B0604020202020204"/>
                <a:ea typeface="Arial" panose="020B0604020202020204"/>
                <a:cs typeface="Arial" panose="020B0604020202020204"/>
              </a:rPr>
              <a:t>执行选定策略</a:t>
            </a:r>
          </a:p>
        </p:txBody>
      </p:sp>
      <p:sp>
        <p:nvSpPr>
          <p:cNvPr id="161" name="connector_741"/>
          <p:cNvSpPr>
            <a:spLocks noGrp="1"/>
          </p:cNvSpPr>
          <p:nvPr/>
        </p:nvSpPr>
        <p:spPr>
          <a:xfrm>
            <a:off x="5476875" y="5467350"/>
            <a:ext cx="19050" cy="133350"/>
          </a:xfrm>
          <a:custGeom>
            <a:avLst/>
            <a:gdLst/>
            <a:ahLst/>
            <a:cxnLst/>
            <a:rect l="0" t="0" r="0" b="0"/>
            <a:pathLst>
              <a:path w="19050" h="133350">
                <a:moveTo>
                  <a:pt x="9525" y="9525"/>
                </a:moveTo>
                <a:lnTo>
                  <a:pt x="9525" y="123825"/>
                </a:lnTo>
              </a:path>
            </a:pathLst>
          </a:custGeom>
          <a:noFill/>
          <a:ln w="19050">
            <a:solidFill>
              <a:srgbClr val="D7000F"/>
            </a:solidFill>
          </a:ln>
        </p:spPr>
      </p:sp>
      <p:sp>
        <p:nvSpPr>
          <p:cNvPr id="162" name="connector_742"/>
          <p:cNvSpPr>
            <a:spLocks noGrp="1"/>
          </p:cNvSpPr>
          <p:nvPr/>
        </p:nvSpPr>
        <p:spPr>
          <a:xfrm>
            <a:off x="5444909" y="55231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63" name="object_743"/>
          <p:cNvSpPr>
            <a:spLocks noGrp="1"/>
          </p:cNvSpPr>
          <p:nvPr/>
        </p:nvSpPr>
        <p:spPr>
          <a:xfrm>
            <a:off x="4010025" y="5619750"/>
            <a:ext cx="2943225" cy="514350"/>
          </a:xfrm>
          <a:prstGeom prst="rect">
            <a:avLst/>
          </a:prstGeom>
          <a:solidFill>
            <a:srgbClr val="FFFFFF"/>
          </a:solidFill>
          <a:ln w="17145">
            <a:solidFill>
              <a:srgbClr val="D7000F"/>
            </a:solidFill>
          </a:ln>
        </p:spPr>
      </p:sp>
      <p:sp>
        <p:nvSpPr>
          <p:cNvPr id="164" name="text_745_优化结果"/>
          <p:cNvSpPr>
            <a:spLocks noGrp="1"/>
          </p:cNvSpPr>
          <p:nvPr/>
        </p:nvSpPr>
        <p:spPr>
          <a:xfrm>
            <a:off x="4076700" y="5648325"/>
            <a:ext cx="2809875" cy="23812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优化结果</a:t>
            </a:r>
          </a:p>
        </p:txBody>
      </p:sp>
      <p:sp>
        <p:nvSpPr>
          <p:cNvPr id="165" name="text_747_复测并记录"/>
          <p:cNvSpPr>
            <a:spLocks noGrp="1"/>
          </p:cNvSpPr>
          <p:nvPr/>
        </p:nvSpPr>
        <p:spPr>
          <a:xfrm>
            <a:off x="4086225" y="5895975"/>
            <a:ext cx="2790825" cy="209550"/>
          </a:xfrm>
          <a:prstGeom prst="rect">
            <a:avLst/>
          </a:prstGeom>
          <a:noFill/>
          <a:ln w="9525">
            <a:noFill/>
          </a:ln>
        </p:spPr>
        <p:txBody>
          <a:bodyPr wrap="none" lIns="0" tIns="0" rIns="0" bIns="0" anchor="ctr">
            <a:noAutofit/>
          </a:bodyPr>
          <a:lstStyle/>
          <a:p>
            <a:pPr algn="ctr">
              <a:defRPr sz="1200" b="0">
                <a:solidFill>
                  <a:srgbClr val="242424"/>
                </a:solidFill>
                <a:latin typeface="Arial" panose="020B0604020202020204"/>
                <a:ea typeface="Arial" panose="020B0604020202020204"/>
                <a:cs typeface="Arial" panose="020B0604020202020204"/>
              </a:defRPr>
            </a:pPr>
            <a:r>
              <a:rPr sz="1200" b="0">
                <a:solidFill>
                  <a:srgbClr val="242424"/>
                </a:solidFill>
                <a:latin typeface="Arial" panose="020B0604020202020204"/>
                <a:ea typeface="Arial" panose="020B0604020202020204"/>
                <a:cs typeface="Arial" panose="020B0604020202020204"/>
              </a:rPr>
              <a:t>复测并记录</a:t>
            </a:r>
          </a:p>
        </p:txBody>
      </p:sp>
      <p:graphicFrame>
        <p:nvGraphicFramePr>
          <p:cNvPr id="348" name="表格 347"/>
          <p:cNvGraphicFramePr/>
          <p:nvPr>
            <p:extLst>
              <p:ext uri="{D42A27DB-BD31-4B8C-83A1-F6EECF244321}">
                <p14:modId xmlns:p14="http://schemas.microsoft.com/office/powerpoint/2010/main" val="2052384024"/>
              </p:ext>
            </p:extLst>
          </p:nvPr>
        </p:nvGraphicFramePr>
        <p:xfrm>
          <a:off x="7400925" y="1495425"/>
          <a:ext cx="4114800" cy="2061972"/>
        </p:xfrm>
        <a:graphic>
          <a:graphicData uri="http://schemas.openxmlformats.org/drawingml/2006/table">
            <a:tbl>
              <a:tblPr/>
              <a:tblGrid>
                <a:gridCol w="1028700">
                  <a:extLst>
                    <a:ext uri="{9D8B030D-6E8A-4147-A177-3AD203B41FA5}">
                      <a16:colId xmlns:a16="http://schemas.microsoft.com/office/drawing/2014/main" val="20000"/>
                    </a:ext>
                  </a:extLst>
                </a:gridCol>
                <a:gridCol w="1543050">
                  <a:extLst>
                    <a:ext uri="{9D8B030D-6E8A-4147-A177-3AD203B41FA5}">
                      <a16:colId xmlns:a16="http://schemas.microsoft.com/office/drawing/2014/main" val="20001"/>
                    </a:ext>
                  </a:extLst>
                </a:gridCol>
                <a:gridCol w="1543050">
                  <a:extLst>
                    <a:ext uri="{9D8B030D-6E8A-4147-A177-3AD203B41FA5}">
                      <a16:colId xmlns:a16="http://schemas.microsoft.com/office/drawing/2014/main" val="20002"/>
                    </a:ext>
                  </a:extLst>
                </a:gridCol>
              </a:tblGrid>
              <a:tr h="411480">
                <a:tc>
                  <a:txBody>
                    <a:bodyPr/>
                    <a:lstStyle/>
                    <a:p>
                      <a:pPr algn="ctr"/>
                      <a:r>
                        <a:rPr sz="1240" b="1">
                          <a:solidFill>
                            <a:srgbClr val="000000"/>
                          </a:solidFill>
                          <a:latin typeface="Arial" panose="020B0604020202020204"/>
                          <a:ea typeface="Arial" panose="020B0604020202020204"/>
                          <a:cs typeface="Arial" panose="020B0604020202020204"/>
                        </a:rPr>
                        <a:t>判断项</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240" b="1">
                          <a:solidFill>
                            <a:srgbClr val="000000"/>
                          </a:solidFill>
                          <a:latin typeface="Arial" panose="020B0604020202020204"/>
                          <a:ea typeface="Arial" panose="020B0604020202020204"/>
                          <a:cs typeface="Arial" panose="020B0604020202020204"/>
                        </a:rPr>
                        <a:t>Elementwise</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240" b="1">
                          <a:solidFill>
                            <a:srgbClr val="000000"/>
                          </a:solidFill>
                          <a:latin typeface="Arial" panose="020B0604020202020204"/>
                          <a:ea typeface="Arial" panose="020B0604020202020204"/>
                          <a:cs typeface="Arial" panose="020B0604020202020204"/>
                        </a:rPr>
                        <a:t>Reduction</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extLst>
                  <a:ext uri="{0D108BD9-81ED-4DB2-BD59-A6C34878D82A}">
                    <a16:rowId xmlns:a16="http://schemas.microsoft.com/office/drawing/2014/main" val="10000"/>
                  </a:ext>
                </a:extLst>
              </a:tr>
              <a:tr h="411480">
                <a:tc>
                  <a:txBody>
                    <a:bodyPr/>
                    <a:lstStyle/>
                    <a:p>
                      <a:pPr algn="ctr"/>
                      <a:r>
                        <a:rPr sz="1240" b="0">
                          <a:solidFill>
                            <a:srgbClr val="000000"/>
                          </a:solidFill>
                          <a:latin typeface="Arial" panose="020B0604020202020204"/>
                          <a:ea typeface="Arial" panose="020B0604020202020204"/>
                          <a:cs typeface="Arial" panose="020B0604020202020204"/>
                        </a:rPr>
                        <a:t>计算特征</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40" b="0">
                          <a:solidFill>
                            <a:srgbClr val="000000"/>
                          </a:solidFill>
                          <a:latin typeface="Arial" panose="020B0604020202020204"/>
                          <a:ea typeface="Arial" panose="020B0604020202020204"/>
                          <a:cs typeface="Arial" panose="020B0604020202020204"/>
                        </a:rPr>
                        <a:t>无 Reduction</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40" b="0">
                          <a:solidFill>
                            <a:srgbClr val="000000"/>
                          </a:solidFill>
                          <a:latin typeface="Arial" panose="020B0604020202020204"/>
                          <a:ea typeface="Arial" panose="020B0604020202020204"/>
                          <a:cs typeface="Arial" panose="020B0604020202020204"/>
                        </a:rPr>
                        <a:t>存在 Reduction</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1"/>
                  </a:ext>
                </a:extLst>
              </a:tr>
              <a:tr h="411480">
                <a:tc>
                  <a:txBody>
                    <a:bodyPr/>
                    <a:lstStyle/>
                    <a:p>
                      <a:pPr algn="ctr"/>
                      <a:r>
                        <a:rPr sz="1240" b="0">
                          <a:solidFill>
                            <a:srgbClr val="000000"/>
                          </a:solidFill>
                          <a:latin typeface="Arial" panose="020B0604020202020204"/>
                          <a:ea typeface="Arial" panose="020B0604020202020204"/>
                          <a:cs typeface="Arial" panose="020B0604020202020204"/>
                        </a:rPr>
                        <a:t>主要瓶颈</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40" b="0">
                          <a:solidFill>
                            <a:srgbClr val="000000"/>
                          </a:solidFill>
                          <a:latin typeface="Arial" panose="020B0604020202020204"/>
                          <a:ea typeface="Arial" panose="020B0604020202020204"/>
                          <a:cs typeface="Arial" panose="020B0604020202020204"/>
                        </a:rPr>
                        <a:t>内存带宽</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40" b="0">
                          <a:solidFill>
                            <a:srgbClr val="000000"/>
                          </a:solidFill>
                          <a:latin typeface="Arial" panose="020B0604020202020204"/>
                          <a:ea typeface="Arial" panose="020B0604020202020204"/>
                          <a:cs typeface="Arial" panose="020B0604020202020204"/>
                        </a:rPr>
                        <a:t>规约性能</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2"/>
                  </a:ext>
                </a:extLst>
              </a:tr>
              <a:tr h="411480">
                <a:tc>
                  <a:txBody>
                    <a:bodyPr/>
                    <a:lstStyle/>
                    <a:p>
                      <a:pPr algn="ctr"/>
                      <a:r>
                        <a:rPr sz="1240" b="0">
                          <a:solidFill>
                            <a:srgbClr val="000000"/>
                          </a:solidFill>
                          <a:latin typeface="Arial" panose="020B0604020202020204"/>
                          <a:ea typeface="Arial" panose="020B0604020202020204"/>
                          <a:cs typeface="Arial" panose="020B0604020202020204"/>
                        </a:rPr>
                        <a:t>适用策略</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40" b="0">
                          <a:solidFill>
                            <a:srgbClr val="000000"/>
                          </a:solidFill>
                          <a:latin typeface="Arial" panose="020B0604020202020204"/>
                          <a:ea typeface="Arial" panose="020B0604020202020204"/>
                          <a:cs typeface="Arial" panose="020B0604020202020204"/>
                        </a:rPr>
                        <a:t>Tiling /</a:t>
                      </a:r>
                    </a:p>
                    <a:p>
                      <a:pPr algn="ctr"/>
                      <a:r>
                        <a:rPr sz="1240" b="0">
                          <a:solidFill>
                            <a:srgbClr val="000000"/>
                          </a:solidFill>
                          <a:latin typeface="Arial" panose="020B0604020202020204"/>
                          <a:ea typeface="Arial" panose="020B0604020202020204"/>
                          <a:cs typeface="Arial" panose="020B0604020202020204"/>
                        </a:rPr>
                        <a:t>Vectorize</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40" b="0">
                          <a:solidFill>
                            <a:srgbClr val="000000"/>
                          </a:solidFill>
                          <a:latin typeface="Arial" panose="020B0604020202020204"/>
                          <a:ea typeface="Arial" panose="020B0604020202020204"/>
                          <a:cs typeface="Arial" panose="020B0604020202020204"/>
                        </a:rPr>
                        <a:t>Reduce / Tiling</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3"/>
                  </a:ext>
                </a:extLst>
              </a:tr>
              <a:tr h="411480">
                <a:tc>
                  <a:txBody>
                    <a:bodyPr/>
                    <a:lstStyle/>
                    <a:p>
                      <a:pPr algn="ctr"/>
                      <a:r>
                        <a:rPr sz="1240" b="0" dirty="0" err="1">
                          <a:solidFill>
                            <a:srgbClr val="000000"/>
                          </a:solidFill>
                          <a:latin typeface="Arial" panose="020B0604020202020204"/>
                          <a:ea typeface="Arial" panose="020B0604020202020204"/>
                          <a:cs typeface="Arial" panose="020B0604020202020204"/>
                        </a:rPr>
                        <a:t>排除</a:t>
                      </a:r>
                      <a:r>
                        <a:rPr sz="1240" b="0" dirty="0">
                          <a:solidFill>
                            <a:srgbClr val="000000"/>
                          </a:solidFill>
                          <a:latin typeface="Arial" panose="020B0604020202020204"/>
                          <a:ea typeface="Arial" panose="020B0604020202020204"/>
                          <a:cs typeface="Arial" panose="020B0604020202020204"/>
                        </a:rPr>
                        <a:t> / </a:t>
                      </a:r>
                      <a:r>
                        <a:rPr sz="1240" b="0" dirty="0" err="1">
                          <a:solidFill>
                            <a:srgbClr val="000000"/>
                          </a:solidFill>
                          <a:latin typeface="Arial" panose="020B0604020202020204"/>
                          <a:ea typeface="Arial" panose="020B0604020202020204"/>
                          <a:cs typeface="Arial" panose="020B0604020202020204"/>
                        </a:rPr>
                        <a:t>慎用</a:t>
                      </a:r>
                      <a:endParaRPr sz="1240" b="0" dirty="0">
                        <a:solidFill>
                          <a:srgbClr val="000000"/>
                        </a:solidFill>
                        <a:latin typeface="Arial" panose="020B0604020202020204"/>
                        <a:ea typeface="Arial" panose="020B0604020202020204"/>
                        <a:cs typeface="Arial" panose="020B0604020202020204"/>
                      </a:endParaRP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40" b="0">
                          <a:solidFill>
                            <a:srgbClr val="000000"/>
                          </a:solidFill>
                          <a:latin typeface="Arial" panose="020B0604020202020204"/>
                          <a:ea typeface="Arial" panose="020B0604020202020204"/>
                          <a:cs typeface="Arial" panose="020B0604020202020204"/>
                        </a:rPr>
                        <a:t>跳过 Reduce</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lang="en-US" sz="1240" b="0" dirty="0" smtClean="0">
                          <a:solidFill>
                            <a:srgbClr val="000000"/>
                          </a:solidFill>
                          <a:latin typeface="Arial" panose="020B0604020202020204"/>
                          <a:ea typeface="Arial" panose="020B0604020202020204"/>
                          <a:cs typeface="Arial" panose="020B0604020202020204"/>
                        </a:rPr>
                        <a:t>G</a:t>
                      </a:r>
                      <a:r>
                        <a:rPr lang="en-US" altLang="zh-CN" sz="1240" b="0" dirty="0" smtClean="0">
                          <a:solidFill>
                            <a:srgbClr val="000000"/>
                          </a:solidFill>
                          <a:latin typeface="Arial" panose="020B0604020202020204"/>
                          <a:ea typeface="Arial" panose="020B0604020202020204"/>
                          <a:cs typeface="Arial" panose="020B0604020202020204"/>
                        </a:rPr>
                        <a:t>rid</a:t>
                      </a:r>
                      <a:r>
                        <a:rPr lang="zh-CN" altLang="en-US" sz="1240" b="0" dirty="0" smtClean="0">
                          <a:solidFill>
                            <a:srgbClr val="000000"/>
                          </a:solidFill>
                          <a:latin typeface="Arial" panose="020B0604020202020204"/>
                          <a:ea typeface="Arial" panose="020B0604020202020204"/>
                          <a:cs typeface="Arial" panose="020B0604020202020204"/>
                        </a:rPr>
                        <a:t>优化</a:t>
                      </a:r>
                      <a:endParaRPr sz="1240" b="0" dirty="0">
                        <a:solidFill>
                          <a:srgbClr val="000000"/>
                        </a:solidFill>
                        <a:latin typeface="Arial" panose="020B0604020202020204"/>
                        <a:ea typeface="Arial" panose="020B0604020202020204"/>
                        <a:cs typeface="Arial" panose="020B0604020202020204"/>
                      </a:endParaRP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4"/>
                  </a:ext>
                </a:extLst>
              </a:tr>
            </a:tbl>
          </a:graphicData>
        </a:graphic>
      </p:graphicFrame>
      <p:sp>
        <p:nvSpPr>
          <p:cNvPr id="167" name="text_749_策略决策文件（示例）"/>
          <p:cNvSpPr>
            <a:spLocks noGrp="1"/>
          </p:cNvSpPr>
          <p:nvPr/>
        </p:nvSpPr>
        <p:spPr>
          <a:xfrm>
            <a:off x="7410450" y="3686175"/>
            <a:ext cx="4076700" cy="295275"/>
          </a:xfrm>
          <a:prstGeom prst="rect">
            <a:avLst/>
          </a:prstGeom>
          <a:noFill/>
          <a:ln w="9525">
            <a:noFill/>
          </a:ln>
        </p:spPr>
        <p:txBody>
          <a:bodyPr wrap="none" lIns="0" tIns="0" rIns="0" bIns="0" anchor="ctr">
            <a:noAutofit/>
          </a:bodyPr>
          <a:lstStyle/>
          <a:p>
            <a:pPr algn="l">
              <a:defRPr sz="1650" b="1">
                <a:solidFill>
                  <a:srgbClr val="D7000F"/>
                </a:solidFill>
                <a:latin typeface="Arial" panose="020B0604020202020204"/>
                <a:ea typeface="Arial" panose="020B0604020202020204"/>
                <a:cs typeface="Arial" panose="020B0604020202020204"/>
              </a:defRPr>
            </a:pPr>
            <a:r>
              <a:rPr sz="1650" b="1">
                <a:solidFill>
                  <a:srgbClr val="D7000F"/>
                </a:solidFill>
                <a:latin typeface="Arial" panose="020B0604020202020204"/>
                <a:ea typeface="Arial" panose="020B0604020202020204"/>
                <a:cs typeface="Arial" panose="020B0604020202020204"/>
              </a:rPr>
              <a:t>策略决策文件（示例）</a:t>
            </a:r>
          </a:p>
        </p:txBody>
      </p:sp>
      <p:sp>
        <p:nvSpPr>
          <p:cNvPr id="168" name="object_750"/>
          <p:cNvSpPr>
            <a:spLocks noGrp="1"/>
          </p:cNvSpPr>
          <p:nvPr/>
        </p:nvSpPr>
        <p:spPr>
          <a:xfrm>
            <a:off x="7400925" y="4048125"/>
            <a:ext cx="4114800" cy="1914525"/>
          </a:xfrm>
          <a:prstGeom prst="rect">
            <a:avLst/>
          </a:prstGeom>
          <a:solidFill>
            <a:srgbClr val="F2F2F2"/>
          </a:solidFill>
          <a:ln w="9525">
            <a:noFill/>
          </a:ln>
        </p:spPr>
      </p:sp>
      <p:sp>
        <p:nvSpPr>
          <p:cNvPr id="169" name="text_752_{"/>
          <p:cNvSpPr>
            <a:spLocks noGrp="1"/>
          </p:cNvSpPr>
          <p:nvPr/>
        </p:nvSpPr>
        <p:spPr>
          <a:xfrm>
            <a:off x="7496175" y="408622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a:t>
            </a:r>
          </a:p>
        </p:txBody>
      </p:sp>
      <p:sp>
        <p:nvSpPr>
          <p:cNvPr id="170" name="text_754_  &quot;op_type&quot;: &quot;elementwis"/>
          <p:cNvSpPr>
            <a:spLocks noGrp="1"/>
          </p:cNvSpPr>
          <p:nvPr/>
        </p:nvSpPr>
        <p:spPr>
          <a:xfrm>
            <a:off x="7496175" y="426529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  "op_type": "elementwise",</a:t>
            </a:r>
          </a:p>
        </p:txBody>
      </p:sp>
      <p:sp>
        <p:nvSpPr>
          <p:cNvPr id="171" name="text_756_  &quot;applicable_strategies"/>
          <p:cNvSpPr>
            <a:spLocks noGrp="1"/>
          </p:cNvSpPr>
          <p:nvPr/>
        </p:nvSpPr>
        <p:spPr>
          <a:xfrm>
            <a:off x="7496175" y="444436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  "applicable_strategies": [</a:t>
            </a:r>
          </a:p>
        </p:txBody>
      </p:sp>
      <p:sp>
        <p:nvSpPr>
          <p:cNvPr id="172" name="text_758_    &quot;tiling&quot;, &quot;vectorize"/>
          <p:cNvSpPr>
            <a:spLocks noGrp="1"/>
          </p:cNvSpPr>
          <p:nvPr/>
        </p:nvSpPr>
        <p:spPr>
          <a:xfrm>
            <a:off x="7496175" y="462343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    "tiling", "vectorize", "memory"],</a:t>
            </a:r>
          </a:p>
        </p:txBody>
      </p:sp>
      <p:sp>
        <p:nvSpPr>
          <p:cNvPr id="173" name="text_760_  &quot;excluded_strategies&quot;:"/>
          <p:cNvSpPr>
            <a:spLocks noGrp="1"/>
          </p:cNvSpPr>
          <p:nvPr/>
        </p:nvSpPr>
        <p:spPr>
          <a:xfrm>
            <a:off x="7496175" y="480250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dirty="0">
                <a:solidFill>
                  <a:srgbClr val="242424"/>
                </a:solidFill>
                <a:latin typeface="Arial" panose="020B0604020202020204"/>
                <a:ea typeface="Arial" panose="020B0604020202020204"/>
                <a:cs typeface="Arial" panose="020B0604020202020204"/>
              </a:rPr>
              <a:t>  "</a:t>
            </a:r>
            <a:r>
              <a:rPr sz="1175" b="0" dirty="0" err="1">
                <a:solidFill>
                  <a:srgbClr val="242424"/>
                </a:solidFill>
                <a:latin typeface="Arial" panose="020B0604020202020204"/>
                <a:ea typeface="Arial" panose="020B0604020202020204"/>
                <a:cs typeface="Arial" panose="020B0604020202020204"/>
              </a:rPr>
              <a:t>excluded_strategies</a:t>
            </a:r>
            <a:r>
              <a:rPr sz="1175" b="0" dirty="0">
                <a:solidFill>
                  <a:srgbClr val="242424"/>
                </a:solidFill>
                <a:latin typeface="Arial" panose="020B0604020202020204"/>
                <a:ea typeface="Arial" panose="020B0604020202020204"/>
                <a:cs typeface="Arial" panose="020B0604020202020204"/>
              </a:rPr>
              <a:t>": ["reduce"],</a:t>
            </a:r>
          </a:p>
        </p:txBody>
      </p:sp>
      <p:sp>
        <p:nvSpPr>
          <p:cNvPr id="174" name="text_762_  &quot;reason&quot;: &quot;no reductio"/>
          <p:cNvSpPr>
            <a:spLocks noGrp="1"/>
          </p:cNvSpPr>
          <p:nvPr/>
        </p:nvSpPr>
        <p:spPr>
          <a:xfrm>
            <a:off x="7496175" y="498157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  "reason": "no reduction in operator",</a:t>
            </a:r>
          </a:p>
        </p:txBody>
      </p:sp>
      <p:sp>
        <p:nvSpPr>
          <p:cNvPr id="175" name="text_764_  &quot;profiler_signals&quot;: {"/>
          <p:cNvSpPr>
            <a:spLocks noGrp="1"/>
          </p:cNvSpPr>
          <p:nvPr/>
        </p:nvSpPr>
        <p:spPr>
          <a:xfrm>
            <a:off x="7496175" y="516064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  "profiler_signals": {</a:t>
            </a:r>
          </a:p>
        </p:txBody>
      </p:sp>
      <p:sp>
        <p:nvSpPr>
          <p:cNvPr id="176" name="text_766_    &quot;memory_bound&quot;: true"/>
          <p:cNvSpPr>
            <a:spLocks noGrp="1"/>
          </p:cNvSpPr>
          <p:nvPr/>
        </p:nvSpPr>
        <p:spPr>
          <a:xfrm>
            <a:off x="7496175" y="533971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    "memory_bound": true,</a:t>
            </a:r>
          </a:p>
        </p:txBody>
      </p:sp>
      <p:sp>
        <p:nvSpPr>
          <p:cNvPr id="177" name="text_768_    &quot;compute_bound&quot;: fal"/>
          <p:cNvSpPr>
            <a:spLocks noGrp="1"/>
          </p:cNvSpPr>
          <p:nvPr/>
        </p:nvSpPr>
        <p:spPr>
          <a:xfrm>
            <a:off x="7496175" y="551878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    "compute_bound": false }</a:t>
            </a:r>
          </a:p>
        </p:txBody>
      </p:sp>
      <p:sp>
        <p:nvSpPr>
          <p:cNvPr id="178" name="text_770_}"/>
          <p:cNvSpPr>
            <a:spLocks noGrp="1"/>
          </p:cNvSpPr>
          <p:nvPr/>
        </p:nvSpPr>
        <p:spPr>
          <a:xfrm>
            <a:off x="7496175" y="5697855"/>
            <a:ext cx="3924300" cy="179070"/>
          </a:xfrm>
          <a:prstGeom prst="rect">
            <a:avLst/>
          </a:prstGeom>
          <a:noFill/>
          <a:ln w="9525">
            <a:noFill/>
          </a:ln>
        </p:spPr>
        <p:txBody>
          <a:bodyPr wrap="none" lIns="0" tIns="0" rIns="0" bIns="0" anchor="ctr">
            <a:noAutofit/>
          </a:bodyPr>
          <a:lstStyle/>
          <a:p>
            <a:pPr algn="l">
              <a:defRPr sz="1175" b="0">
                <a:solidFill>
                  <a:srgbClr val="242424"/>
                </a:solidFill>
                <a:latin typeface="Arial" panose="020B0604020202020204"/>
                <a:ea typeface="Arial" panose="020B0604020202020204"/>
                <a:cs typeface="Arial" panose="020B0604020202020204"/>
              </a:defRPr>
            </a:pPr>
            <a:r>
              <a:rPr sz="1175" b="0">
                <a:solidFill>
                  <a:srgbClr val="242424"/>
                </a:solidFill>
                <a:latin typeface="Arial" panose="020B0604020202020204"/>
                <a:ea typeface="Arial" panose="020B0604020202020204"/>
                <a:cs typeface="Arial" panose="020B0604020202020204"/>
              </a:rPr>
              <a:t>}</a:t>
            </a:r>
          </a:p>
        </p:txBody>
      </p:sp>
      <p:sp>
        <p:nvSpPr>
          <p:cNvPr id="179" name="text_772_保存判断结果，后续 Agent 再次确认"/>
          <p:cNvSpPr>
            <a:spLocks noGrp="1"/>
          </p:cNvSpPr>
          <p:nvPr/>
        </p:nvSpPr>
        <p:spPr>
          <a:xfrm>
            <a:off x="7410450" y="6029325"/>
            <a:ext cx="4105275" cy="247650"/>
          </a:xfrm>
          <a:prstGeom prst="rect">
            <a:avLst/>
          </a:prstGeom>
          <a:noFill/>
          <a:ln w="9525">
            <a:noFill/>
          </a:ln>
        </p:spPr>
        <p:txBody>
          <a:bodyPr wrap="none" lIns="0" tIns="0" rIns="0" bIns="0" anchor="ctr">
            <a:noAutofit/>
          </a:bodyPr>
          <a:lstStyle/>
          <a:p>
            <a:pPr algn="l">
              <a:defRPr sz="1350" b="1">
                <a:solidFill>
                  <a:srgbClr val="D7000F"/>
                </a:solidFill>
                <a:latin typeface="Arial" panose="020B0604020202020204"/>
                <a:ea typeface="Arial" panose="020B0604020202020204"/>
                <a:cs typeface="Arial" panose="020B0604020202020204"/>
              </a:defRPr>
            </a:pPr>
            <a:r>
              <a:rPr sz="1350" b="1">
                <a:solidFill>
                  <a:srgbClr val="D7000F"/>
                </a:solidFill>
                <a:latin typeface="Arial" panose="020B0604020202020204"/>
                <a:ea typeface="Arial" panose="020B0604020202020204"/>
                <a:cs typeface="Arial" panose="020B0604020202020204"/>
              </a:rPr>
              <a:t>保存判断结果，后续 Agent 再次确认</a:t>
            </a:r>
          </a:p>
        </p:txBody>
      </p:sp>
      <p:sp>
        <p:nvSpPr>
          <p:cNvPr id="180" name="text_774_依据算子类型与 Profile 信号筛选策略，减"/>
          <p:cNvSpPr>
            <a:spLocks noGrp="1"/>
          </p:cNvSpPr>
          <p:nvPr/>
        </p:nvSpPr>
        <p:spPr>
          <a:xfrm>
            <a:off x="723900" y="6372225"/>
            <a:ext cx="10829925" cy="371475"/>
          </a:xfrm>
          <a:prstGeom prst="rect">
            <a:avLst/>
          </a:prstGeom>
          <a:noFill/>
          <a:ln w="9525">
            <a:noFill/>
          </a:ln>
        </p:spPr>
        <p:txBody>
          <a:bodyPr wrap="none" lIns="0" tIns="0" rIns="0" bIns="0" anchor="ctr">
            <a:noAutofit/>
          </a:bodyPr>
          <a:lstStyle/>
          <a:p>
            <a:pPr algn="ctr">
              <a:defRPr sz="1800" b="1">
                <a:solidFill>
                  <a:srgbClr val="FF0000"/>
                </a:solidFill>
                <a:latin typeface="Arial" panose="020B0604020202020204"/>
                <a:ea typeface="Arial" panose="020B0604020202020204"/>
                <a:cs typeface="Arial" panose="020B0604020202020204"/>
              </a:defRPr>
            </a:pPr>
            <a:r>
              <a:rPr sz="1800" b="1">
                <a:solidFill>
                  <a:srgbClr val="FF0000"/>
                </a:solidFill>
                <a:latin typeface="Arial" panose="020B0604020202020204"/>
                <a:ea typeface="Arial" panose="020B0604020202020204"/>
                <a:cs typeface="Arial" panose="020B0604020202020204"/>
              </a:rPr>
              <a:t>依据算子类型与 Profile 信号筛选策略，减少无效优化和重复搜索。</a:t>
            </a:r>
          </a:p>
        </p:txBody>
      </p:sp>
      <p:pic>
        <p:nvPicPr>
          <p:cNvPr id="363" name="图片 5"/>
          <p:cNvPicPr>
            <a:picLocks noChangeAspect="1"/>
          </p:cNvPicPr>
          <p:nvPr/>
        </p:nvPicPr>
        <p:blipFill>
          <a:blip r:embed="rId3"/>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364" name="图片 29"/>
          <p:cNvPicPr>
            <a:picLocks noChangeAspect="1"/>
          </p:cNvPicPr>
          <p:nvPr/>
        </p:nvPicPr>
        <p:blipFill>
          <a:blip r:embed="rId4"/>
          <a:stretch>
            <a:fillRect/>
          </a:stretch>
        </p:blipFill>
        <p:spPr>
          <a:xfrm>
            <a:off x="3952875" y="895350"/>
            <a:ext cx="361950" cy="361950"/>
          </a:xfrm>
          <a:prstGeom prst="rect">
            <a:avLst/>
          </a:prstGeom>
          <a:effectLst>
            <a:outerShdw blurRad="50800" dist="38100" dir="2700000" algn="tl" rotWithShape="0">
              <a:prstClr val="black">
                <a:alpha val="40000"/>
              </a:prstClr>
            </a:outerShdw>
          </a:effectLst>
        </p:spPr>
      </p:pic>
      <p:pic>
        <p:nvPicPr>
          <p:cNvPr id="365" name="图片 47"/>
          <p:cNvPicPr>
            <a:picLocks noChangeAspect="1"/>
          </p:cNvPicPr>
          <p:nvPr/>
        </p:nvPicPr>
        <p:blipFill>
          <a:blip r:embed="rId5"/>
          <a:stretch>
            <a:fillRect/>
          </a:stretch>
        </p:blipFill>
        <p:spPr>
          <a:xfrm>
            <a:off x="7372350" y="895350"/>
            <a:ext cx="361950" cy="361950"/>
          </a:xfrm>
          <a:prstGeom prst="rect">
            <a:avLst/>
          </a:prstGeom>
        </p:spPr>
      </p:pic>
      <p:sp>
        <p:nvSpPr>
          <p:cNvPr id="186" name="文本框 185">
            <a:extLst>
              <a:ext uri="{FF2B5EF4-FFF2-40B4-BE49-F238E27FC236}">
                <a16:creationId xmlns:a16="http://schemas.microsoft.com/office/drawing/2014/main" id="{5DD2B837-D4F1-3A6F-1B0A-568521133E70}"/>
              </a:ext>
            </a:extLst>
          </p:cNvPr>
          <p:cNvSpPr txBox="1"/>
          <p:nvPr/>
        </p:nvSpPr>
        <p:spPr>
          <a:xfrm>
            <a:off x="118293" y="6067425"/>
            <a:ext cx="1253307" cy="369332"/>
          </a:xfrm>
          <a:prstGeom prst="rect">
            <a:avLst/>
          </a:prstGeom>
          <a:noFill/>
          <a:ln>
            <a:solidFill>
              <a:schemeClr val="accent1"/>
            </a:solidFill>
          </a:ln>
        </p:spPr>
        <p:txBody>
          <a:bodyPr wrap="square" rtlCol="0">
            <a:spAutoFit/>
          </a:bodyPr>
          <a:lstStyle/>
          <a:p>
            <a:r>
              <a:rPr lang="zh-CN" altLang="en-US" dirty="0"/>
              <a:t>存在</a:t>
            </a:r>
            <a:r>
              <a:rPr lang="zh-CN" altLang="en-US" dirty="0" smtClean="0"/>
              <a:t>浪费</a:t>
            </a:r>
            <a:endParaRPr lang="zh-CN" altLang="en-US" dirty="0"/>
          </a:p>
        </p:txBody>
      </p:sp>
    </p:spTree>
    <p:extLst>
      <p:ext uri="{BB962C8B-B14F-4D97-AF65-F5344CB8AC3E}">
        <p14:creationId xmlns:p14="http://schemas.microsoft.com/office/powerpoint/2010/main" val="4049615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wrap="none" lIns="0" tIns="0" rIns="0" bIns="0">
            <a:noAutofit/>
          </a:bodyPr>
          <a:lstStyle/>
          <a:p>
            <a:pPr>
              <a:defRPr sz="2600" b="1">
                <a:solidFill>
                  <a:srgbClr val="000000"/>
                </a:solidFill>
                <a:latin typeface="Arial" panose="020B0604020202020204"/>
                <a:ea typeface="Arial" panose="020B0604020202020204"/>
                <a:cs typeface="Arial" panose="020B0604020202020204"/>
              </a:defRPr>
            </a:pPr>
            <a:r>
              <a:rPr lang="zh-CN" altLang="en-US" dirty="0" smtClean="0">
                <a:solidFill>
                  <a:srgbClr val="000000"/>
                </a:solidFill>
                <a:latin typeface="Arial" panose="020B0604020202020204"/>
                <a:ea typeface="Arial" panose="020B0604020202020204"/>
                <a:cs typeface="Arial" panose="020B0604020202020204"/>
              </a:rPr>
              <a:t>优化④：</a:t>
            </a:r>
            <a:r>
              <a:rPr sz="2600" b="1" dirty="0" err="1" smtClean="0">
                <a:solidFill>
                  <a:srgbClr val="000000"/>
                </a:solidFill>
                <a:latin typeface="Arial" panose="020B0604020202020204"/>
                <a:ea typeface="Arial" panose="020B0604020202020204"/>
                <a:cs typeface="Arial" panose="020B0604020202020204"/>
              </a:rPr>
              <a:t>按修改范围选择验证深度</a:t>
            </a:r>
            <a:endParaRPr sz="2600" b="1" dirty="0">
              <a:solidFill>
                <a:srgbClr val="000000"/>
              </a:solidFill>
              <a:latin typeface="Arial" panose="020B0604020202020204"/>
              <a:ea typeface="Arial" panose="020B0604020202020204"/>
              <a:cs typeface="Arial" panose="020B0604020202020204"/>
            </a:endParaRPr>
          </a:p>
        </p:txBody>
      </p:sp>
      <p:sp>
        <p:nvSpPr>
          <p:cNvPr id="3" name="text_777_验证层级与检查内容"/>
          <p:cNvSpPr>
            <a:spLocks noGrp="1"/>
          </p:cNvSpPr>
          <p:nvPr/>
        </p:nvSpPr>
        <p:spPr>
          <a:xfrm>
            <a:off x="1181100" y="876300"/>
            <a:ext cx="4600575" cy="400050"/>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lang="zh-CN" altLang="en-US" sz="2100" b="1" dirty="0" smtClean="0">
                <a:solidFill>
                  <a:srgbClr val="000000"/>
                </a:solidFill>
                <a:latin typeface="Arial" panose="020B0604020202020204"/>
                <a:ea typeface="Arial" panose="020B0604020202020204"/>
                <a:cs typeface="Arial" panose="020B0604020202020204"/>
              </a:rPr>
              <a:t>三层验证体系</a:t>
            </a:r>
            <a:endParaRPr sz="2100" b="1" dirty="0">
              <a:solidFill>
                <a:srgbClr val="000000"/>
              </a:solidFill>
              <a:latin typeface="Arial" panose="020B0604020202020204"/>
              <a:ea typeface="Arial" panose="020B0604020202020204"/>
              <a:cs typeface="Arial" panose="020B0604020202020204"/>
            </a:endParaRPr>
          </a:p>
        </p:txBody>
      </p:sp>
      <p:sp>
        <p:nvSpPr>
          <p:cNvPr id="4" name="connector_778"/>
          <p:cNvSpPr>
            <a:spLocks noGrp="1"/>
          </p:cNvSpPr>
          <p:nvPr/>
        </p:nvSpPr>
        <p:spPr>
          <a:xfrm>
            <a:off x="7143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5" name="text_781_修改类型与验证策略"/>
          <p:cNvSpPr>
            <a:spLocks noGrp="1"/>
          </p:cNvSpPr>
          <p:nvPr/>
        </p:nvSpPr>
        <p:spPr>
          <a:xfrm>
            <a:off x="6772275" y="876300"/>
            <a:ext cx="4781550" cy="400050"/>
          </a:xfrm>
          <a:prstGeom prst="rect">
            <a:avLst/>
          </a:prstGeom>
          <a:noFill/>
          <a:ln w="9525">
            <a:noFill/>
          </a:ln>
        </p:spPr>
        <p:txBody>
          <a:bodyPr wrap="none" lIns="0" tIns="0" rIns="0" bIns="0" anchor="ctr">
            <a:noAutofit/>
          </a:bodyPr>
          <a:lstStyle/>
          <a:p>
            <a:pPr algn="l">
              <a:defRPr sz="2100" b="1">
                <a:solidFill>
                  <a:srgbClr val="000000"/>
                </a:solidFill>
                <a:latin typeface="Arial" panose="020B0604020202020204"/>
                <a:ea typeface="Arial" panose="020B0604020202020204"/>
                <a:cs typeface="Arial" panose="020B0604020202020204"/>
              </a:defRPr>
            </a:pPr>
            <a:r>
              <a:rPr sz="2100" b="1">
                <a:solidFill>
                  <a:srgbClr val="000000"/>
                </a:solidFill>
                <a:latin typeface="Arial" panose="020B0604020202020204"/>
                <a:ea typeface="Arial" panose="020B0604020202020204"/>
                <a:cs typeface="Arial" panose="020B0604020202020204"/>
              </a:rPr>
              <a:t>修改类型与验证策略</a:t>
            </a:r>
          </a:p>
        </p:txBody>
      </p:sp>
      <p:sp>
        <p:nvSpPr>
          <p:cNvPr id="6" name="connector_782"/>
          <p:cNvSpPr>
            <a:spLocks noGrp="1"/>
          </p:cNvSpPr>
          <p:nvPr/>
        </p:nvSpPr>
        <p:spPr>
          <a:xfrm>
            <a:off x="6305550"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connector_783"/>
          <p:cNvSpPr>
            <a:spLocks noGrp="1"/>
          </p:cNvSpPr>
          <p:nvPr/>
        </p:nvSpPr>
        <p:spPr>
          <a:xfrm>
            <a:off x="6038850"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 name="connector_784"/>
          <p:cNvSpPr>
            <a:spLocks noGrp="1"/>
          </p:cNvSpPr>
          <p:nvPr/>
        </p:nvSpPr>
        <p:spPr>
          <a:xfrm>
            <a:off x="6038850"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 name="connector_785"/>
          <p:cNvSpPr>
            <a:spLocks noGrp="1"/>
          </p:cNvSpPr>
          <p:nvPr/>
        </p:nvSpPr>
        <p:spPr>
          <a:xfrm>
            <a:off x="6038850"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 name="connector_786"/>
          <p:cNvSpPr>
            <a:spLocks noGrp="1"/>
          </p:cNvSpPr>
          <p:nvPr/>
        </p:nvSpPr>
        <p:spPr>
          <a:xfrm>
            <a:off x="6038850"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 name="connector_787"/>
          <p:cNvSpPr>
            <a:spLocks noGrp="1"/>
          </p:cNvSpPr>
          <p:nvPr/>
        </p:nvSpPr>
        <p:spPr>
          <a:xfrm>
            <a:off x="6038850"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788"/>
          <p:cNvSpPr>
            <a:spLocks noGrp="1"/>
          </p:cNvSpPr>
          <p:nvPr/>
        </p:nvSpPr>
        <p:spPr>
          <a:xfrm>
            <a:off x="6038850"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789"/>
          <p:cNvSpPr>
            <a:spLocks noGrp="1"/>
          </p:cNvSpPr>
          <p:nvPr/>
        </p:nvSpPr>
        <p:spPr>
          <a:xfrm>
            <a:off x="6038850"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790"/>
          <p:cNvSpPr>
            <a:spLocks noGrp="1"/>
          </p:cNvSpPr>
          <p:nvPr/>
        </p:nvSpPr>
        <p:spPr>
          <a:xfrm>
            <a:off x="6038850"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791"/>
          <p:cNvSpPr>
            <a:spLocks noGrp="1"/>
          </p:cNvSpPr>
          <p:nvPr/>
        </p:nvSpPr>
        <p:spPr>
          <a:xfrm>
            <a:off x="6038850"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792"/>
          <p:cNvSpPr>
            <a:spLocks noGrp="1"/>
          </p:cNvSpPr>
          <p:nvPr/>
        </p:nvSpPr>
        <p:spPr>
          <a:xfrm>
            <a:off x="6038850"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793"/>
          <p:cNvSpPr>
            <a:spLocks noGrp="1"/>
          </p:cNvSpPr>
          <p:nvPr/>
        </p:nvSpPr>
        <p:spPr>
          <a:xfrm>
            <a:off x="6038850"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794"/>
          <p:cNvSpPr>
            <a:spLocks noGrp="1"/>
          </p:cNvSpPr>
          <p:nvPr/>
        </p:nvSpPr>
        <p:spPr>
          <a:xfrm>
            <a:off x="6038850"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795"/>
          <p:cNvSpPr>
            <a:spLocks noGrp="1"/>
          </p:cNvSpPr>
          <p:nvPr/>
        </p:nvSpPr>
        <p:spPr>
          <a:xfrm>
            <a:off x="6038850"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796"/>
          <p:cNvSpPr>
            <a:spLocks noGrp="1"/>
          </p:cNvSpPr>
          <p:nvPr/>
        </p:nvSpPr>
        <p:spPr>
          <a:xfrm>
            <a:off x="6038850"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797"/>
          <p:cNvSpPr>
            <a:spLocks noGrp="1"/>
          </p:cNvSpPr>
          <p:nvPr/>
        </p:nvSpPr>
        <p:spPr>
          <a:xfrm>
            <a:off x="6038850"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798"/>
          <p:cNvSpPr>
            <a:spLocks noGrp="1"/>
          </p:cNvSpPr>
          <p:nvPr/>
        </p:nvSpPr>
        <p:spPr>
          <a:xfrm>
            <a:off x="6038850"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799"/>
          <p:cNvSpPr>
            <a:spLocks noGrp="1"/>
          </p:cNvSpPr>
          <p:nvPr/>
        </p:nvSpPr>
        <p:spPr>
          <a:xfrm>
            <a:off x="6038850"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800"/>
          <p:cNvSpPr>
            <a:spLocks noGrp="1"/>
          </p:cNvSpPr>
          <p:nvPr/>
        </p:nvSpPr>
        <p:spPr>
          <a:xfrm>
            <a:off x="6038850"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801"/>
          <p:cNvSpPr>
            <a:spLocks noGrp="1"/>
          </p:cNvSpPr>
          <p:nvPr/>
        </p:nvSpPr>
        <p:spPr>
          <a:xfrm>
            <a:off x="6038850"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802"/>
          <p:cNvSpPr>
            <a:spLocks noGrp="1"/>
          </p:cNvSpPr>
          <p:nvPr/>
        </p:nvSpPr>
        <p:spPr>
          <a:xfrm>
            <a:off x="6038850"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803"/>
          <p:cNvSpPr>
            <a:spLocks noGrp="1"/>
          </p:cNvSpPr>
          <p:nvPr/>
        </p:nvSpPr>
        <p:spPr>
          <a:xfrm>
            <a:off x="6038850"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804"/>
          <p:cNvSpPr>
            <a:spLocks noGrp="1"/>
          </p:cNvSpPr>
          <p:nvPr/>
        </p:nvSpPr>
        <p:spPr>
          <a:xfrm>
            <a:off x="6038850"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805"/>
          <p:cNvSpPr>
            <a:spLocks noGrp="1"/>
          </p:cNvSpPr>
          <p:nvPr/>
        </p:nvSpPr>
        <p:spPr>
          <a:xfrm>
            <a:off x="6038850"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806"/>
          <p:cNvSpPr>
            <a:spLocks noGrp="1"/>
          </p:cNvSpPr>
          <p:nvPr/>
        </p:nvSpPr>
        <p:spPr>
          <a:xfrm>
            <a:off x="6038850"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807"/>
          <p:cNvSpPr>
            <a:spLocks noGrp="1"/>
          </p:cNvSpPr>
          <p:nvPr/>
        </p:nvSpPr>
        <p:spPr>
          <a:xfrm>
            <a:off x="6038850"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808"/>
          <p:cNvSpPr>
            <a:spLocks noGrp="1"/>
          </p:cNvSpPr>
          <p:nvPr/>
        </p:nvSpPr>
        <p:spPr>
          <a:xfrm>
            <a:off x="6038850"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809"/>
          <p:cNvSpPr>
            <a:spLocks noGrp="1"/>
          </p:cNvSpPr>
          <p:nvPr/>
        </p:nvSpPr>
        <p:spPr>
          <a:xfrm>
            <a:off x="6038850"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810"/>
          <p:cNvSpPr>
            <a:spLocks noGrp="1"/>
          </p:cNvSpPr>
          <p:nvPr/>
        </p:nvSpPr>
        <p:spPr>
          <a:xfrm>
            <a:off x="6038850"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811"/>
          <p:cNvSpPr>
            <a:spLocks noGrp="1"/>
          </p:cNvSpPr>
          <p:nvPr/>
        </p:nvSpPr>
        <p:spPr>
          <a:xfrm>
            <a:off x="6038850"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812"/>
          <p:cNvSpPr>
            <a:spLocks noGrp="1"/>
          </p:cNvSpPr>
          <p:nvPr/>
        </p:nvSpPr>
        <p:spPr>
          <a:xfrm>
            <a:off x="6038850"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813"/>
          <p:cNvSpPr>
            <a:spLocks noGrp="1"/>
          </p:cNvSpPr>
          <p:nvPr/>
        </p:nvSpPr>
        <p:spPr>
          <a:xfrm>
            <a:off x="6038850"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814"/>
          <p:cNvSpPr>
            <a:spLocks noGrp="1"/>
          </p:cNvSpPr>
          <p:nvPr/>
        </p:nvSpPr>
        <p:spPr>
          <a:xfrm>
            <a:off x="6038850"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815"/>
          <p:cNvSpPr>
            <a:spLocks noGrp="1"/>
          </p:cNvSpPr>
          <p:nvPr/>
        </p:nvSpPr>
        <p:spPr>
          <a:xfrm>
            <a:off x="6038850"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816"/>
          <p:cNvSpPr>
            <a:spLocks noGrp="1"/>
          </p:cNvSpPr>
          <p:nvPr/>
        </p:nvSpPr>
        <p:spPr>
          <a:xfrm>
            <a:off x="6038850"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817"/>
          <p:cNvSpPr>
            <a:spLocks noGrp="1"/>
          </p:cNvSpPr>
          <p:nvPr/>
        </p:nvSpPr>
        <p:spPr>
          <a:xfrm>
            <a:off x="6038850"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818"/>
          <p:cNvSpPr>
            <a:spLocks noGrp="1"/>
          </p:cNvSpPr>
          <p:nvPr/>
        </p:nvSpPr>
        <p:spPr>
          <a:xfrm>
            <a:off x="6038850"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3" name="connector_819"/>
          <p:cNvSpPr>
            <a:spLocks noGrp="1"/>
          </p:cNvSpPr>
          <p:nvPr/>
        </p:nvSpPr>
        <p:spPr>
          <a:xfrm>
            <a:off x="6038850"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4" name="connector_820"/>
          <p:cNvSpPr>
            <a:spLocks noGrp="1"/>
          </p:cNvSpPr>
          <p:nvPr/>
        </p:nvSpPr>
        <p:spPr>
          <a:xfrm>
            <a:off x="6038850"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5" name="connector_821"/>
          <p:cNvSpPr>
            <a:spLocks noGrp="1"/>
          </p:cNvSpPr>
          <p:nvPr/>
        </p:nvSpPr>
        <p:spPr>
          <a:xfrm>
            <a:off x="6038850"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822"/>
          <p:cNvSpPr>
            <a:spLocks noGrp="1"/>
          </p:cNvSpPr>
          <p:nvPr/>
        </p:nvSpPr>
        <p:spPr>
          <a:xfrm>
            <a:off x="6038850"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823"/>
          <p:cNvSpPr>
            <a:spLocks noGrp="1"/>
          </p:cNvSpPr>
          <p:nvPr/>
        </p:nvSpPr>
        <p:spPr>
          <a:xfrm>
            <a:off x="6038850"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824"/>
          <p:cNvSpPr>
            <a:spLocks noGrp="1"/>
          </p:cNvSpPr>
          <p:nvPr/>
        </p:nvSpPr>
        <p:spPr>
          <a:xfrm>
            <a:off x="6038850"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9" name="object_825"/>
          <p:cNvSpPr>
            <a:spLocks noGrp="1"/>
          </p:cNvSpPr>
          <p:nvPr/>
        </p:nvSpPr>
        <p:spPr>
          <a:xfrm>
            <a:off x="742950" y="1581150"/>
            <a:ext cx="1057275" cy="1200150"/>
          </a:xfrm>
          <a:prstGeom prst="rect">
            <a:avLst/>
          </a:prstGeom>
          <a:solidFill>
            <a:srgbClr val="F2F2F2"/>
          </a:solidFill>
          <a:ln w="9525">
            <a:noFill/>
          </a:ln>
        </p:spPr>
      </p:sp>
      <p:sp>
        <p:nvSpPr>
          <p:cNvPr id="50" name="text_827_L1"/>
          <p:cNvSpPr>
            <a:spLocks noGrp="1"/>
          </p:cNvSpPr>
          <p:nvPr/>
        </p:nvSpPr>
        <p:spPr>
          <a:xfrm>
            <a:off x="781050" y="1733550"/>
            <a:ext cx="981075" cy="466725"/>
          </a:xfrm>
          <a:prstGeom prst="rect">
            <a:avLst/>
          </a:prstGeom>
          <a:noFill/>
          <a:ln w="9525">
            <a:noFill/>
          </a:ln>
        </p:spPr>
        <p:txBody>
          <a:bodyPr wrap="none" lIns="0" tIns="0" rIns="0" bIns="0" anchor="ctr">
            <a:noAutofit/>
          </a:bodyPr>
          <a:lstStyle/>
          <a:p>
            <a:pPr algn="ctr">
              <a:defRPr sz="2700" b="1">
                <a:solidFill>
                  <a:srgbClr val="D7000F"/>
                </a:solidFill>
                <a:latin typeface="Arial" panose="020B0604020202020204"/>
                <a:ea typeface="Arial" panose="020B0604020202020204"/>
                <a:cs typeface="Arial" panose="020B0604020202020204"/>
              </a:defRPr>
            </a:pPr>
            <a:r>
              <a:rPr sz="2700" b="1">
                <a:solidFill>
                  <a:srgbClr val="D7000F"/>
                </a:solidFill>
                <a:latin typeface="Arial" panose="020B0604020202020204"/>
                <a:ea typeface="Arial" panose="020B0604020202020204"/>
                <a:cs typeface="Arial" panose="020B0604020202020204"/>
              </a:rPr>
              <a:t>L1</a:t>
            </a:r>
          </a:p>
        </p:txBody>
      </p:sp>
      <p:sp>
        <p:nvSpPr>
          <p:cNvPr id="51" name="text_829_低成本"/>
          <p:cNvSpPr>
            <a:spLocks noGrp="1"/>
          </p:cNvSpPr>
          <p:nvPr/>
        </p:nvSpPr>
        <p:spPr>
          <a:xfrm>
            <a:off x="771525" y="2305050"/>
            <a:ext cx="1000125" cy="33337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低成本</a:t>
            </a:r>
          </a:p>
        </p:txBody>
      </p:sp>
      <p:sp>
        <p:nvSpPr>
          <p:cNvPr id="52" name="text_831_静态结构验证"/>
          <p:cNvSpPr>
            <a:spLocks noGrp="1"/>
          </p:cNvSpPr>
          <p:nvPr/>
        </p:nvSpPr>
        <p:spPr>
          <a:xfrm>
            <a:off x="2000250" y="1581150"/>
            <a:ext cx="3857625" cy="304800"/>
          </a:xfrm>
          <a:prstGeom prst="rect">
            <a:avLst/>
          </a:prstGeom>
          <a:noFill/>
          <a:ln w="9525">
            <a:noFill/>
          </a:ln>
        </p:spPr>
        <p:txBody>
          <a:bodyPr wrap="none" lIns="0" tIns="0" rIns="0" bIns="0" anchor="ctr">
            <a:noAutofit/>
          </a:bodyPr>
          <a:lstStyle/>
          <a:p>
            <a:pPr algn="l">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静态结构验证</a:t>
            </a:r>
          </a:p>
        </p:txBody>
      </p:sp>
      <p:sp>
        <p:nvSpPr>
          <p:cNvPr id="53" name="text_833_快速、低成本"/>
          <p:cNvSpPr>
            <a:spLocks noGrp="1"/>
          </p:cNvSpPr>
          <p:nvPr/>
        </p:nvSpPr>
        <p:spPr>
          <a:xfrm>
            <a:off x="2000250" y="1905000"/>
            <a:ext cx="3857625" cy="257175"/>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快速、低成本</a:t>
            </a:r>
          </a:p>
        </p:txBody>
      </p:sp>
      <p:sp>
        <p:nvSpPr>
          <p:cNvPr id="54" name="text_835_Markdown 规范 / Python 语法"/>
          <p:cNvSpPr>
            <a:spLocks noGrp="1"/>
          </p:cNvSpPr>
          <p:nvPr/>
        </p:nvSpPr>
        <p:spPr>
          <a:xfrm>
            <a:off x="2009775" y="223837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lang="zh-CN" altLang="en-US" sz="1425" b="0" dirty="0" smtClean="0">
                <a:solidFill>
                  <a:srgbClr val="242424"/>
                </a:solidFill>
                <a:latin typeface="Arial" panose="020B0604020202020204"/>
                <a:ea typeface="Arial" panose="020B0604020202020204"/>
                <a:cs typeface="Arial" panose="020B0604020202020204"/>
              </a:rPr>
              <a:t>比如 ：</a:t>
            </a:r>
            <a:r>
              <a:rPr sz="1425" b="0" dirty="0" smtClean="0">
                <a:solidFill>
                  <a:srgbClr val="242424"/>
                </a:solidFill>
                <a:latin typeface="Arial" panose="020B0604020202020204"/>
                <a:ea typeface="Arial" panose="020B0604020202020204"/>
                <a:cs typeface="Arial" panose="020B0604020202020204"/>
              </a:rPr>
              <a:t>Markdown </a:t>
            </a:r>
            <a:r>
              <a:rPr sz="1425" b="0" dirty="0" err="1">
                <a:solidFill>
                  <a:srgbClr val="242424"/>
                </a:solidFill>
                <a:latin typeface="Arial" panose="020B0604020202020204"/>
                <a:ea typeface="Arial" panose="020B0604020202020204"/>
                <a:cs typeface="Arial" panose="020B0604020202020204"/>
              </a:rPr>
              <a:t>规范</a:t>
            </a:r>
            <a:r>
              <a:rPr sz="1425" b="0" dirty="0">
                <a:solidFill>
                  <a:srgbClr val="242424"/>
                </a:solidFill>
                <a:latin typeface="Arial" panose="020B0604020202020204"/>
                <a:ea typeface="Arial" panose="020B0604020202020204"/>
                <a:cs typeface="Arial" panose="020B0604020202020204"/>
              </a:rPr>
              <a:t> / Python </a:t>
            </a:r>
            <a:r>
              <a:rPr sz="1425" b="0" dirty="0" err="1">
                <a:solidFill>
                  <a:srgbClr val="242424"/>
                </a:solidFill>
                <a:latin typeface="Arial" panose="020B0604020202020204"/>
                <a:ea typeface="Arial" panose="020B0604020202020204"/>
                <a:cs typeface="Arial" panose="020B0604020202020204"/>
              </a:rPr>
              <a:t>语法</a:t>
            </a:r>
            <a:endParaRPr sz="1425" b="0" dirty="0">
              <a:solidFill>
                <a:srgbClr val="242424"/>
              </a:solidFill>
              <a:latin typeface="Arial" panose="020B0604020202020204"/>
              <a:ea typeface="Arial" panose="020B0604020202020204"/>
              <a:cs typeface="Arial" panose="020B0604020202020204"/>
            </a:endParaRPr>
          </a:p>
        </p:txBody>
      </p:sp>
      <p:sp>
        <p:nvSpPr>
          <p:cNvPr id="55" name="text_837_JSON 格式 / 引用与路径合法性"/>
          <p:cNvSpPr>
            <a:spLocks noGrp="1"/>
          </p:cNvSpPr>
          <p:nvPr/>
        </p:nvSpPr>
        <p:spPr>
          <a:xfrm>
            <a:off x="2009775" y="248602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sz="1425" b="0">
                <a:solidFill>
                  <a:srgbClr val="242424"/>
                </a:solidFill>
                <a:latin typeface="Arial" panose="020B0604020202020204"/>
                <a:ea typeface="Arial" panose="020B0604020202020204"/>
                <a:cs typeface="Arial" panose="020B0604020202020204"/>
              </a:rPr>
              <a:t>JSON 格式 / 引用与路径合法性</a:t>
            </a:r>
          </a:p>
        </p:txBody>
      </p:sp>
      <p:sp>
        <p:nvSpPr>
          <p:cNvPr id="56" name="text_839_必需文件完整性"/>
          <p:cNvSpPr>
            <a:spLocks noGrp="1"/>
          </p:cNvSpPr>
          <p:nvPr/>
        </p:nvSpPr>
        <p:spPr>
          <a:xfrm>
            <a:off x="2009775" y="273367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sz="1425" b="0">
                <a:solidFill>
                  <a:srgbClr val="242424"/>
                </a:solidFill>
                <a:latin typeface="Arial" panose="020B0604020202020204"/>
                <a:ea typeface="Arial" panose="020B0604020202020204"/>
                <a:cs typeface="Arial" panose="020B0604020202020204"/>
              </a:rPr>
              <a:t>必需文件完整性</a:t>
            </a:r>
          </a:p>
        </p:txBody>
      </p:sp>
      <p:sp>
        <p:nvSpPr>
          <p:cNvPr id="57" name="object_840"/>
          <p:cNvSpPr>
            <a:spLocks noGrp="1"/>
          </p:cNvSpPr>
          <p:nvPr/>
        </p:nvSpPr>
        <p:spPr>
          <a:xfrm>
            <a:off x="742950" y="3105150"/>
            <a:ext cx="1057275" cy="1200150"/>
          </a:xfrm>
          <a:prstGeom prst="rect">
            <a:avLst/>
          </a:prstGeom>
          <a:solidFill>
            <a:srgbClr val="F2F2F2"/>
          </a:solidFill>
          <a:ln w="9525">
            <a:noFill/>
          </a:ln>
        </p:spPr>
      </p:sp>
      <p:sp>
        <p:nvSpPr>
          <p:cNvPr id="58" name="text_842_L2"/>
          <p:cNvSpPr>
            <a:spLocks noGrp="1"/>
          </p:cNvSpPr>
          <p:nvPr/>
        </p:nvSpPr>
        <p:spPr>
          <a:xfrm>
            <a:off x="781050" y="3257550"/>
            <a:ext cx="981075" cy="466725"/>
          </a:xfrm>
          <a:prstGeom prst="rect">
            <a:avLst/>
          </a:prstGeom>
          <a:noFill/>
          <a:ln w="9525">
            <a:noFill/>
          </a:ln>
        </p:spPr>
        <p:txBody>
          <a:bodyPr wrap="none" lIns="0" tIns="0" rIns="0" bIns="0" anchor="ctr">
            <a:noAutofit/>
          </a:bodyPr>
          <a:lstStyle/>
          <a:p>
            <a:pPr algn="ctr">
              <a:defRPr sz="2700" b="1">
                <a:solidFill>
                  <a:srgbClr val="D7000F"/>
                </a:solidFill>
                <a:latin typeface="Arial" panose="020B0604020202020204"/>
                <a:ea typeface="Arial" panose="020B0604020202020204"/>
                <a:cs typeface="Arial" panose="020B0604020202020204"/>
              </a:defRPr>
            </a:pPr>
            <a:r>
              <a:rPr sz="2700" b="1">
                <a:solidFill>
                  <a:srgbClr val="D7000F"/>
                </a:solidFill>
                <a:latin typeface="Arial" panose="020B0604020202020204"/>
                <a:ea typeface="Arial" panose="020B0604020202020204"/>
                <a:cs typeface="Arial" panose="020B0604020202020204"/>
              </a:rPr>
              <a:t>L2</a:t>
            </a:r>
          </a:p>
        </p:txBody>
      </p:sp>
      <p:sp>
        <p:nvSpPr>
          <p:cNvPr id="59" name="text_844_中等成本"/>
          <p:cNvSpPr>
            <a:spLocks noGrp="1"/>
          </p:cNvSpPr>
          <p:nvPr/>
        </p:nvSpPr>
        <p:spPr>
          <a:xfrm>
            <a:off x="771525" y="3829050"/>
            <a:ext cx="1000125" cy="33337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中等成本</a:t>
            </a:r>
          </a:p>
        </p:txBody>
      </p:sp>
      <p:sp>
        <p:nvSpPr>
          <p:cNvPr id="60" name="text_846_Workflow 行为验证"/>
          <p:cNvSpPr>
            <a:spLocks noGrp="1"/>
          </p:cNvSpPr>
          <p:nvPr/>
        </p:nvSpPr>
        <p:spPr>
          <a:xfrm>
            <a:off x="2000250" y="3105150"/>
            <a:ext cx="3857625" cy="304800"/>
          </a:xfrm>
          <a:prstGeom prst="rect">
            <a:avLst/>
          </a:prstGeom>
          <a:noFill/>
          <a:ln w="9525">
            <a:noFill/>
          </a:ln>
        </p:spPr>
        <p:txBody>
          <a:bodyPr wrap="none" lIns="0" tIns="0" rIns="0" bIns="0" anchor="ctr">
            <a:noAutofit/>
          </a:bodyPr>
          <a:lstStyle/>
          <a:p>
            <a:pPr algn="l">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Workflow 行为验证</a:t>
            </a:r>
          </a:p>
        </p:txBody>
      </p:sp>
      <p:sp>
        <p:nvSpPr>
          <p:cNvPr id="61" name="text_848_验证流程是否按预期工作"/>
          <p:cNvSpPr>
            <a:spLocks noGrp="1"/>
          </p:cNvSpPr>
          <p:nvPr/>
        </p:nvSpPr>
        <p:spPr>
          <a:xfrm>
            <a:off x="2000250" y="3429000"/>
            <a:ext cx="3857625" cy="257175"/>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验证流程是否按预期工作</a:t>
            </a:r>
          </a:p>
        </p:txBody>
      </p:sp>
      <p:sp>
        <p:nvSpPr>
          <p:cNvPr id="62" name="text_850_Routing / Mode Switch / "/>
          <p:cNvSpPr>
            <a:spLocks noGrp="1"/>
          </p:cNvSpPr>
          <p:nvPr/>
        </p:nvSpPr>
        <p:spPr>
          <a:xfrm>
            <a:off x="2009775" y="376237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lang="zh-CN" altLang="en-US" sz="1425" b="0" dirty="0" smtClean="0">
                <a:solidFill>
                  <a:srgbClr val="242424"/>
                </a:solidFill>
                <a:latin typeface="Arial" panose="020B0604020202020204"/>
                <a:ea typeface="Arial" panose="020B0604020202020204"/>
                <a:cs typeface="Arial" panose="020B0604020202020204"/>
              </a:rPr>
              <a:t>比如：</a:t>
            </a:r>
            <a:r>
              <a:rPr sz="1425" b="0" dirty="0" smtClean="0">
                <a:solidFill>
                  <a:srgbClr val="242424"/>
                </a:solidFill>
                <a:latin typeface="Arial" panose="020B0604020202020204"/>
                <a:ea typeface="Arial" panose="020B0604020202020204"/>
                <a:cs typeface="Arial" panose="020B0604020202020204"/>
              </a:rPr>
              <a:t>Routing </a:t>
            </a:r>
            <a:r>
              <a:rPr sz="1425" b="0" dirty="0">
                <a:solidFill>
                  <a:srgbClr val="242424"/>
                </a:solidFill>
                <a:latin typeface="Arial" panose="020B0604020202020204"/>
                <a:ea typeface="Arial" panose="020B0604020202020204"/>
                <a:cs typeface="Arial" panose="020B0604020202020204"/>
              </a:rPr>
              <a:t>/ Mode Switch / Budget</a:t>
            </a:r>
          </a:p>
        </p:txBody>
      </p:sp>
      <p:sp>
        <p:nvSpPr>
          <p:cNvPr id="63" name="text_852_State Machine / Cache / "/>
          <p:cNvSpPr>
            <a:spLocks noGrp="1"/>
          </p:cNvSpPr>
          <p:nvPr/>
        </p:nvSpPr>
        <p:spPr>
          <a:xfrm>
            <a:off x="2009775" y="401002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sz="1425" b="0">
                <a:solidFill>
                  <a:srgbClr val="242424"/>
                </a:solidFill>
                <a:latin typeface="Arial" panose="020B0604020202020204"/>
                <a:ea typeface="Arial" panose="020B0604020202020204"/>
                <a:cs typeface="Arial" panose="020B0604020202020204"/>
              </a:rPr>
              <a:t>State Machine / Cache / Resume</a:t>
            </a:r>
          </a:p>
        </p:txBody>
      </p:sp>
      <p:sp>
        <p:nvSpPr>
          <p:cNvPr id="64" name="text_854_路径穿越防护 / 错误分类 / Regressi"/>
          <p:cNvSpPr>
            <a:spLocks noGrp="1"/>
          </p:cNvSpPr>
          <p:nvPr/>
        </p:nvSpPr>
        <p:spPr>
          <a:xfrm>
            <a:off x="2009775" y="425767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sz="1425" b="0">
                <a:solidFill>
                  <a:srgbClr val="242424"/>
                </a:solidFill>
                <a:latin typeface="Arial" panose="020B0604020202020204"/>
                <a:ea typeface="Arial" panose="020B0604020202020204"/>
                <a:cs typeface="Arial" panose="020B0604020202020204"/>
              </a:rPr>
              <a:t>路径穿越防护 / 错误分类 / Regression</a:t>
            </a:r>
          </a:p>
        </p:txBody>
      </p:sp>
      <p:sp>
        <p:nvSpPr>
          <p:cNvPr id="65" name="object_855"/>
          <p:cNvSpPr>
            <a:spLocks noGrp="1"/>
          </p:cNvSpPr>
          <p:nvPr/>
        </p:nvSpPr>
        <p:spPr>
          <a:xfrm>
            <a:off x="742950" y="4629150"/>
            <a:ext cx="1057275" cy="1200150"/>
          </a:xfrm>
          <a:prstGeom prst="rect">
            <a:avLst/>
          </a:prstGeom>
          <a:solidFill>
            <a:srgbClr val="FCF0F1"/>
          </a:solidFill>
          <a:ln w="9525">
            <a:noFill/>
          </a:ln>
        </p:spPr>
      </p:sp>
      <p:sp>
        <p:nvSpPr>
          <p:cNvPr id="66" name="text_857_L3"/>
          <p:cNvSpPr>
            <a:spLocks noGrp="1"/>
          </p:cNvSpPr>
          <p:nvPr/>
        </p:nvSpPr>
        <p:spPr>
          <a:xfrm>
            <a:off x="781050" y="4781550"/>
            <a:ext cx="981075" cy="466725"/>
          </a:xfrm>
          <a:prstGeom prst="rect">
            <a:avLst/>
          </a:prstGeom>
          <a:noFill/>
          <a:ln w="9525">
            <a:noFill/>
          </a:ln>
        </p:spPr>
        <p:txBody>
          <a:bodyPr wrap="none" lIns="0" tIns="0" rIns="0" bIns="0" anchor="ctr">
            <a:noAutofit/>
          </a:bodyPr>
          <a:lstStyle/>
          <a:p>
            <a:pPr algn="ctr">
              <a:defRPr sz="2700" b="1">
                <a:solidFill>
                  <a:srgbClr val="D7000F"/>
                </a:solidFill>
                <a:latin typeface="Arial" panose="020B0604020202020204"/>
                <a:ea typeface="Arial" panose="020B0604020202020204"/>
                <a:cs typeface="Arial" panose="020B0604020202020204"/>
              </a:defRPr>
            </a:pPr>
            <a:r>
              <a:rPr sz="2700" b="1">
                <a:solidFill>
                  <a:srgbClr val="D7000F"/>
                </a:solidFill>
                <a:latin typeface="Arial" panose="020B0604020202020204"/>
                <a:ea typeface="Arial" panose="020B0604020202020204"/>
                <a:cs typeface="Arial" panose="020B0604020202020204"/>
              </a:rPr>
              <a:t>L3</a:t>
            </a:r>
          </a:p>
        </p:txBody>
      </p:sp>
      <p:sp>
        <p:nvSpPr>
          <p:cNvPr id="67" name="text_859_高成本"/>
          <p:cNvSpPr>
            <a:spLocks noGrp="1"/>
          </p:cNvSpPr>
          <p:nvPr/>
        </p:nvSpPr>
        <p:spPr>
          <a:xfrm>
            <a:off x="771525" y="5353050"/>
            <a:ext cx="1000125" cy="33337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a:solidFill>
                  <a:srgbClr val="000000"/>
                </a:solidFill>
                <a:latin typeface="Arial" panose="020B0604020202020204"/>
                <a:ea typeface="Arial" panose="020B0604020202020204"/>
                <a:cs typeface="Arial" panose="020B0604020202020204"/>
              </a:rPr>
              <a:t>高成本</a:t>
            </a:r>
          </a:p>
        </p:txBody>
      </p:sp>
      <p:sp>
        <p:nvSpPr>
          <p:cNvPr id="68" name="text_861_真实环境验证"/>
          <p:cNvSpPr>
            <a:spLocks noGrp="1"/>
          </p:cNvSpPr>
          <p:nvPr/>
        </p:nvSpPr>
        <p:spPr>
          <a:xfrm>
            <a:off x="2000250" y="4629150"/>
            <a:ext cx="3857625" cy="304800"/>
          </a:xfrm>
          <a:prstGeom prst="rect">
            <a:avLst/>
          </a:prstGeom>
          <a:noFill/>
          <a:ln w="9525">
            <a:noFill/>
          </a:ln>
        </p:spPr>
        <p:txBody>
          <a:bodyPr wrap="none" lIns="0" tIns="0" rIns="0" bIns="0" anchor="ctr">
            <a:noAutofit/>
          </a:bodyPr>
          <a:lstStyle/>
          <a:p>
            <a:pPr algn="l">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真实环境验证</a:t>
            </a:r>
          </a:p>
        </p:txBody>
      </p:sp>
      <p:sp>
        <p:nvSpPr>
          <p:cNvPr id="69" name="text_863_硬件与工具链绑定验证"/>
          <p:cNvSpPr>
            <a:spLocks noGrp="1"/>
          </p:cNvSpPr>
          <p:nvPr/>
        </p:nvSpPr>
        <p:spPr>
          <a:xfrm>
            <a:off x="2000250" y="4953000"/>
            <a:ext cx="3857625" cy="257175"/>
          </a:xfrm>
          <a:prstGeom prst="rect">
            <a:avLst/>
          </a:prstGeom>
          <a:noFill/>
          <a:ln w="9525">
            <a:noFill/>
          </a:ln>
        </p:spPr>
        <p:txBody>
          <a:bodyPr wrap="none" lIns="0" tIns="0" rIns="0" bIns="0" anchor="ctr">
            <a:noAutofit/>
          </a:bodyPr>
          <a:lstStyle/>
          <a:p>
            <a:pPr algn="l">
              <a:defRPr sz="1350" b="0">
                <a:solidFill>
                  <a:srgbClr val="242424"/>
                </a:solidFill>
                <a:latin typeface="Arial" panose="020B0604020202020204"/>
                <a:ea typeface="Arial" panose="020B0604020202020204"/>
                <a:cs typeface="Arial" panose="020B0604020202020204"/>
              </a:defRPr>
            </a:pPr>
            <a:r>
              <a:rPr sz="1350" b="0">
                <a:solidFill>
                  <a:srgbClr val="242424"/>
                </a:solidFill>
                <a:latin typeface="Arial" panose="020B0604020202020204"/>
                <a:ea typeface="Arial" panose="020B0604020202020204"/>
                <a:cs typeface="Arial" panose="020B0604020202020204"/>
              </a:rPr>
              <a:t>硬件与工具链绑定验证</a:t>
            </a:r>
          </a:p>
        </p:txBody>
      </p:sp>
      <p:sp>
        <p:nvSpPr>
          <p:cNvPr id="70" name="text_865_Compile / Run 与 Accuracy"/>
          <p:cNvSpPr>
            <a:spLocks noGrp="1"/>
          </p:cNvSpPr>
          <p:nvPr/>
        </p:nvSpPr>
        <p:spPr>
          <a:xfrm>
            <a:off x="2009775" y="528637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lang="zh-CN" altLang="en-US" sz="1425" b="0" dirty="0" smtClean="0">
                <a:solidFill>
                  <a:srgbClr val="242424"/>
                </a:solidFill>
                <a:latin typeface="Arial" panose="020B0604020202020204"/>
                <a:ea typeface="Arial" panose="020B0604020202020204"/>
                <a:cs typeface="Arial" panose="020B0604020202020204"/>
              </a:rPr>
              <a:t>比如：</a:t>
            </a:r>
            <a:r>
              <a:rPr sz="1425" b="0" dirty="0" smtClean="0">
                <a:solidFill>
                  <a:srgbClr val="242424"/>
                </a:solidFill>
                <a:latin typeface="Arial" panose="020B0604020202020204"/>
                <a:ea typeface="Arial" panose="020B0604020202020204"/>
                <a:cs typeface="Arial" panose="020B0604020202020204"/>
              </a:rPr>
              <a:t>Compile </a:t>
            </a:r>
            <a:r>
              <a:rPr sz="1425" b="0" dirty="0">
                <a:solidFill>
                  <a:srgbClr val="242424"/>
                </a:solidFill>
                <a:latin typeface="Arial" panose="020B0604020202020204"/>
                <a:ea typeface="Arial" panose="020B0604020202020204"/>
                <a:cs typeface="Arial" panose="020B0604020202020204"/>
              </a:rPr>
              <a:t>/ Run 与 Accuracy</a:t>
            </a:r>
          </a:p>
        </p:txBody>
      </p:sp>
      <p:sp>
        <p:nvSpPr>
          <p:cNvPr id="71" name="text_867_Benchmark 与 Profiler 分析"/>
          <p:cNvSpPr>
            <a:spLocks noGrp="1"/>
          </p:cNvSpPr>
          <p:nvPr/>
        </p:nvSpPr>
        <p:spPr>
          <a:xfrm>
            <a:off x="2009775" y="553402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sz="1425" b="0">
                <a:solidFill>
                  <a:srgbClr val="242424"/>
                </a:solidFill>
                <a:latin typeface="Arial" panose="020B0604020202020204"/>
                <a:ea typeface="Arial" panose="020B0604020202020204"/>
                <a:cs typeface="Arial" panose="020B0604020202020204"/>
              </a:rPr>
              <a:t>Benchmark 与 Profiler 分析</a:t>
            </a:r>
          </a:p>
        </p:txBody>
      </p:sp>
      <p:sp>
        <p:nvSpPr>
          <p:cNvPr id="72" name="text_869_验证算子全流程能力"/>
          <p:cNvSpPr>
            <a:spLocks noGrp="1"/>
          </p:cNvSpPr>
          <p:nvPr/>
        </p:nvSpPr>
        <p:spPr>
          <a:xfrm>
            <a:off x="2009775" y="5781675"/>
            <a:ext cx="3829050" cy="247650"/>
          </a:xfrm>
          <a:prstGeom prst="rect">
            <a:avLst/>
          </a:prstGeom>
          <a:noFill/>
          <a:ln w="9525">
            <a:noFill/>
          </a:ln>
        </p:spPr>
        <p:txBody>
          <a:bodyPr wrap="none" lIns="0" tIns="0" rIns="0" bIns="0" anchor="ctr">
            <a:noAutofit/>
          </a:bodyPr>
          <a:lstStyle/>
          <a:p>
            <a:pPr algn="l">
              <a:defRPr sz="1425" b="0">
                <a:solidFill>
                  <a:srgbClr val="242424"/>
                </a:solidFill>
                <a:latin typeface="Arial" panose="020B0604020202020204"/>
                <a:ea typeface="Arial" panose="020B0604020202020204"/>
                <a:cs typeface="Arial" panose="020B0604020202020204"/>
              </a:defRPr>
            </a:pPr>
            <a:r>
              <a:rPr sz="1425" b="0">
                <a:solidFill>
                  <a:srgbClr val="242424"/>
                </a:solidFill>
                <a:latin typeface="Arial" panose="020B0604020202020204"/>
                <a:ea typeface="Arial" panose="020B0604020202020204"/>
                <a:cs typeface="Arial" panose="020B0604020202020204"/>
              </a:rPr>
              <a:t>验证算子全流程能力</a:t>
            </a:r>
          </a:p>
        </p:txBody>
      </p:sp>
      <p:sp>
        <p:nvSpPr>
          <p:cNvPr id="73" name="text_871_修改范围越大，所需验证深度与成本越高"/>
          <p:cNvSpPr>
            <a:spLocks noGrp="1"/>
          </p:cNvSpPr>
          <p:nvPr/>
        </p:nvSpPr>
        <p:spPr>
          <a:xfrm>
            <a:off x="752475" y="6143625"/>
            <a:ext cx="5000625" cy="228600"/>
          </a:xfrm>
          <a:prstGeom prst="rect">
            <a:avLst/>
          </a:prstGeom>
          <a:noFill/>
          <a:ln w="9525">
            <a:noFill/>
          </a:ln>
        </p:spPr>
        <p:txBody>
          <a:bodyPr wrap="none" lIns="0" tIns="0" rIns="0" bIns="0" anchor="ctr">
            <a:noAutofit/>
          </a:bodyPr>
          <a:lstStyle/>
          <a:p>
            <a:pPr algn="l">
              <a:defRPr sz="1425" b="1">
                <a:solidFill>
                  <a:srgbClr val="D7000F"/>
                </a:solidFill>
                <a:latin typeface="Arial" panose="020B0604020202020204"/>
                <a:ea typeface="Arial" panose="020B0604020202020204"/>
                <a:cs typeface="Arial" panose="020B0604020202020204"/>
              </a:defRPr>
            </a:pPr>
            <a:r>
              <a:rPr sz="1425" b="1">
                <a:solidFill>
                  <a:srgbClr val="D7000F"/>
                </a:solidFill>
                <a:latin typeface="Arial" panose="020B0604020202020204"/>
                <a:ea typeface="Arial" panose="020B0604020202020204"/>
                <a:cs typeface="Arial" panose="020B0604020202020204"/>
              </a:rPr>
              <a:t>修改范围越大，所需验证深度与成本越高</a:t>
            </a:r>
          </a:p>
        </p:txBody>
      </p:sp>
      <p:graphicFrame>
        <p:nvGraphicFramePr>
          <p:cNvPr id="177" name="表格 176"/>
          <p:cNvGraphicFramePr/>
          <p:nvPr/>
        </p:nvGraphicFramePr>
        <p:xfrm>
          <a:off x="6305550" y="1533525"/>
          <a:ext cx="5257800" cy="2286000"/>
        </p:xfrm>
        <a:graphic>
          <a:graphicData uri="http://schemas.openxmlformats.org/drawingml/2006/table">
            <a:tbl>
              <a:tblPr/>
              <a:tblGrid>
                <a:gridCol w="1156716">
                  <a:extLst>
                    <a:ext uri="{9D8B030D-6E8A-4147-A177-3AD203B41FA5}">
                      <a16:colId xmlns:a16="http://schemas.microsoft.com/office/drawing/2014/main" val="20000"/>
                    </a:ext>
                  </a:extLst>
                </a:gridCol>
                <a:gridCol w="1629918">
                  <a:extLst>
                    <a:ext uri="{9D8B030D-6E8A-4147-A177-3AD203B41FA5}">
                      <a16:colId xmlns:a16="http://schemas.microsoft.com/office/drawing/2014/main" val="20001"/>
                    </a:ext>
                  </a:extLst>
                </a:gridCol>
                <a:gridCol w="1340739">
                  <a:extLst>
                    <a:ext uri="{9D8B030D-6E8A-4147-A177-3AD203B41FA5}">
                      <a16:colId xmlns:a16="http://schemas.microsoft.com/office/drawing/2014/main" val="20002"/>
                    </a:ext>
                  </a:extLst>
                </a:gridCol>
                <a:gridCol w="1130427">
                  <a:extLst>
                    <a:ext uri="{9D8B030D-6E8A-4147-A177-3AD203B41FA5}">
                      <a16:colId xmlns:a16="http://schemas.microsoft.com/office/drawing/2014/main" val="20003"/>
                    </a:ext>
                  </a:extLst>
                </a:gridCol>
              </a:tblGrid>
              <a:tr h="457200">
                <a:tc>
                  <a:txBody>
                    <a:bodyPr/>
                    <a:lstStyle/>
                    <a:p>
                      <a:pPr algn="ctr"/>
                      <a:r>
                        <a:rPr sz="1275" b="1">
                          <a:solidFill>
                            <a:srgbClr val="000000"/>
                          </a:solidFill>
                          <a:latin typeface="Arial" panose="020B0604020202020204"/>
                          <a:ea typeface="Arial" panose="020B0604020202020204"/>
                          <a:cs typeface="Arial" panose="020B0604020202020204"/>
                        </a:rPr>
                        <a:t>修改类型</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275" b="1">
                          <a:solidFill>
                            <a:srgbClr val="000000"/>
                          </a:solidFill>
                          <a:latin typeface="Arial" panose="020B0604020202020204"/>
                          <a:ea typeface="Arial" panose="020B0604020202020204"/>
                          <a:cs typeface="Arial" panose="020B0604020202020204"/>
                        </a:rPr>
                        <a:t>示例</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275" b="1">
                          <a:solidFill>
                            <a:srgbClr val="000000"/>
                          </a:solidFill>
                          <a:latin typeface="Arial" panose="020B0604020202020204"/>
                          <a:ea typeface="Arial" panose="020B0604020202020204"/>
                          <a:cs typeface="Arial" panose="020B0604020202020204"/>
                        </a:rPr>
                        <a:t>建议范围</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275" b="1">
                          <a:solidFill>
                            <a:srgbClr val="000000"/>
                          </a:solidFill>
                          <a:latin typeface="Arial" panose="020B0604020202020204"/>
                          <a:ea typeface="Arial" panose="020B0604020202020204"/>
                          <a:cs typeface="Arial" panose="020B0604020202020204"/>
                        </a:rPr>
                        <a:t>预期耗时</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extLst>
                  <a:ext uri="{0D108BD9-81ED-4DB2-BD59-A6C34878D82A}">
                    <a16:rowId xmlns:a16="http://schemas.microsoft.com/office/drawing/2014/main" val="10000"/>
                  </a:ext>
                </a:extLst>
              </a:tr>
              <a:tr h="457200">
                <a:tc>
                  <a:txBody>
                    <a:bodyPr/>
                    <a:lstStyle/>
                    <a:p>
                      <a:pPr algn="ctr"/>
                      <a:r>
                        <a:rPr sz="1275" b="0">
                          <a:solidFill>
                            <a:srgbClr val="000000"/>
                          </a:solidFill>
                          <a:latin typeface="Arial" panose="020B0604020202020204"/>
                          <a:ea typeface="Arial" panose="020B0604020202020204"/>
                          <a:cs typeface="Arial" panose="020B0604020202020204"/>
                        </a:rPr>
                        <a:t>文档 / 规则</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Markdown 规则</a:t>
                      </a:r>
                    </a:p>
                    <a:p>
                      <a:pPr algn="ctr"/>
                      <a:r>
                        <a:rPr sz="1275" b="0">
                          <a:solidFill>
                            <a:srgbClr val="000000"/>
                          </a:solidFill>
                          <a:latin typeface="Arial" panose="020B0604020202020204"/>
                          <a:ea typeface="Arial" panose="020B0604020202020204"/>
                          <a:cs typeface="Arial" panose="020B0604020202020204"/>
                        </a:rPr>
                        <a:t>平台说明更新</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L1</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分钟级</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1"/>
                  </a:ext>
                </a:extLst>
              </a:tr>
              <a:tr h="457200">
                <a:tc>
                  <a:txBody>
                    <a:bodyPr/>
                    <a:lstStyle/>
                    <a:p>
                      <a:pPr algn="ctr"/>
                      <a:r>
                        <a:rPr sz="1275" b="0">
                          <a:solidFill>
                            <a:srgbClr val="000000"/>
                          </a:solidFill>
                          <a:latin typeface="Arial" panose="020B0604020202020204"/>
                          <a:ea typeface="Arial" panose="020B0604020202020204"/>
                          <a:cs typeface="Arial" panose="020B0604020202020204"/>
                        </a:rPr>
                        <a:t>子 Agent</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Prompt / 工具</a:t>
                      </a:r>
                    </a:p>
                    <a:p>
                      <a:pPr algn="ctr"/>
                      <a:r>
                        <a:rPr sz="1275" b="0">
                          <a:solidFill>
                            <a:srgbClr val="000000"/>
                          </a:solidFill>
                          <a:latin typeface="Arial" panose="020B0604020202020204"/>
                          <a:ea typeface="Arial" panose="020B0604020202020204"/>
                          <a:cs typeface="Arial" panose="020B0604020202020204"/>
                        </a:rPr>
                        <a:t>单个 Skill</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L1 + L2</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十分钟级</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2"/>
                  </a:ext>
                </a:extLst>
              </a:tr>
              <a:tr h="457200">
                <a:tc>
                  <a:txBody>
                    <a:bodyPr/>
                    <a:lstStyle/>
                    <a:p>
                      <a:pPr algn="ctr"/>
                      <a:r>
                        <a:rPr sz="1275" b="0">
                          <a:solidFill>
                            <a:srgbClr val="000000"/>
                          </a:solidFill>
                          <a:latin typeface="Arial" panose="020B0604020202020204"/>
                          <a:ea typeface="Arial" panose="020B0604020202020204"/>
                          <a:cs typeface="Arial" panose="020B0604020202020204"/>
                        </a:rPr>
                        <a:t>中间流程</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路由 / Gate</a:t>
                      </a:r>
                    </a:p>
                    <a:p>
                      <a:pPr algn="ctr"/>
                      <a:r>
                        <a:rPr sz="1275" b="0">
                          <a:solidFill>
                            <a:srgbClr val="000000"/>
                          </a:solidFill>
                          <a:latin typeface="Arial" panose="020B0604020202020204"/>
                          <a:ea typeface="Arial" panose="020B0604020202020204"/>
                          <a:cs typeface="Arial" panose="020B0604020202020204"/>
                        </a:rPr>
                        <a:t>调度逻辑</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L1 + L2</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分钟～小时级</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3"/>
                  </a:ext>
                </a:extLst>
              </a:tr>
              <a:tr h="457200">
                <a:tc>
                  <a:txBody>
                    <a:bodyPr/>
                    <a:lstStyle/>
                    <a:p>
                      <a:pPr algn="ctr"/>
                      <a:r>
                        <a:rPr sz="1275" b="0">
                          <a:solidFill>
                            <a:srgbClr val="000000"/>
                          </a:solidFill>
                          <a:latin typeface="Arial" panose="020B0604020202020204"/>
                          <a:ea typeface="Arial" panose="020B0604020202020204"/>
                          <a:cs typeface="Arial" panose="020B0604020202020204"/>
                        </a:rPr>
                        <a:t>版本级</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dirty="0" err="1">
                          <a:solidFill>
                            <a:srgbClr val="000000"/>
                          </a:solidFill>
                          <a:latin typeface="Arial" panose="020B0604020202020204"/>
                          <a:ea typeface="Arial" panose="020B0604020202020204"/>
                          <a:cs typeface="Arial" panose="020B0604020202020204"/>
                        </a:rPr>
                        <a:t>主流程调整</a:t>
                      </a:r>
                      <a:endParaRPr sz="1275" b="0" dirty="0">
                        <a:solidFill>
                          <a:srgbClr val="000000"/>
                        </a:solidFill>
                        <a:latin typeface="Arial" panose="020B0604020202020204"/>
                        <a:ea typeface="Arial" panose="020B0604020202020204"/>
                        <a:cs typeface="Arial" panose="020B0604020202020204"/>
                      </a:endParaRPr>
                    </a:p>
                    <a:p>
                      <a:pPr algn="ctr"/>
                      <a:r>
                        <a:rPr sz="1275" b="0" dirty="0" err="1">
                          <a:solidFill>
                            <a:srgbClr val="000000"/>
                          </a:solidFill>
                          <a:latin typeface="Arial" panose="020B0604020202020204"/>
                          <a:ea typeface="Arial" panose="020B0604020202020204"/>
                          <a:cs typeface="Arial" panose="020B0604020202020204"/>
                        </a:rPr>
                        <a:t>架构变更</a:t>
                      </a:r>
                      <a:endParaRPr sz="1275" b="0" dirty="0">
                        <a:solidFill>
                          <a:srgbClr val="000000"/>
                        </a:solidFill>
                        <a:latin typeface="Arial" panose="020B0604020202020204"/>
                        <a:ea typeface="Arial" panose="020B0604020202020204"/>
                        <a:cs typeface="Arial" panose="020B0604020202020204"/>
                      </a:endParaRP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a:solidFill>
                            <a:srgbClr val="000000"/>
                          </a:solidFill>
                          <a:latin typeface="Arial" panose="020B0604020202020204"/>
                          <a:ea typeface="Arial" panose="020B0604020202020204"/>
                          <a:cs typeface="Arial" panose="020B0604020202020204"/>
                        </a:rPr>
                        <a:t>L1 + L2 + L3</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75" b="0" dirty="0" err="1">
                          <a:solidFill>
                            <a:srgbClr val="000000"/>
                          </a:solidFill>
                          <a:latin typeface="Arial" panose="020B0604020202020204"/>
                          <a:ea typeface="Arial" panose="020B0604020202020204"/>
                          <a:cs typeface="Arial" panose="020B0604020202020204"/>
                        </a:rPr>
                        <a:t>小时级</a:t>
                      </a:r>
                      <a:endParaRPr sz="1275" b="0" dirty="0">
                        <a:solidFill>
                          <a:srgbClr val="000000"/>
                        </a:solidFill>
                        <a:latin typeface="Arial" panose="020B0604020202020204"/>
                        <a:ea typeface="Arial" panose="020B0604020202020204"/>
                        <a:cs typeface="Arial" panose="020B0604020202020204"/>
                      </a:endParaRP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4"/>
                  </a:ext>
                </a:extLst>
              </a:tr>
            </a:tbl>
          </a:graphicData>
        </a:graphic>
      </p:graphicFrame>
      <p:sp>
        <p:nvSpPr>
          <p:cNvPr id="76" name="text_875_验证流程"/>
          <p:cNvSpPr>
            <a:spLocks noGrp="1"/>
          </p:cNvSpPr>
          <p:nvPr/>
        </p:nvSpPr>
        <p:spPr>
          <a:xfrm>
            <a:off x="6334125" y="4267200"/>
            <a:ext cx="5219700" cy="323850"/>
          </a:xfrm>
          <a:prstGeom prst="rect">
            <a:avLst/>
          </a:prstGeom>
          <a:noFill/>
          <a:ln w="9525">
            <a:noFill/>
          </a:ln>
        </p:spPr>
        <p:txBody>
          <a:bodyPr wrap="none" lIns="0" tIns="0" rIns="0" bIns="0" anchor="ctr">
            <a:noAutofit/>
          </a:bodyPr>
          <a:lstStyle/>
          <a:p>
            <a:pPr algn="l">
              <a:defRPr sz="1800" b="1">
                <a:solidFill>
                  <a:srgbClr val="D7000F"/>
                </a:solidFill>
                <a:latin typeface="Arial" panose="020B0604020202020204"/>
                <a:ea typeface="Arial" panose="020B0604020202020204"/>
                <a:cs typeface="Arial" panose="020B0604020202020204"/>
              </a:defRPr>
            </a:pPr>
            <a:r>
              <a:rPr sz="1800" b="1">
                <a:solidFill>
                  <a:srgbClr val="D7000F"/>
                </a:solidFill>
                <a:latin typeface="Arial" panose="020B0604020202020204"/>
                <a:ea typeface="Arial" panose="020B0604020202020204"/>
                <a:cs typeface="Arial" panose="020B0604020202020204"/>
              </a:rPr>
              <a:t>验证流程</a:t>
            </a:r>
          </a:p>
        </p:txBody>
      </p:sp>
      <p:sp>
        <p:nvSpPr>
          <p:cNvPr id="77" name="object_876"/>
          <p:cNvSpPr>
            <a:spLocks noGrp="1"/>
          </p:cNvSpPr>
          <p:nvPr/>
        </p:nvSpPr>
        <p:spPr>
          <a:xfrm>
            <a:off x="6342386" y="4915703"/>
            <a:ext cx="1352550" cy="619125"/>
          </a:xfrm>
          <a:prstGeom prst="rect">
            <a:avLst/>
          </a:prstGeom>
          <a:solidFill>
            <a:srgbClr val="F2F2F2"/>
          </a:solidFill>
          <a:ln w="17145">
            <a:solidFill>
              <a:srgbClr val="D7000F"/>
            </a:solidFill>
          </a:ln>
        </p:spPr>
      </p:sp>
      <p:sp>
        <p:nvSpPr>
          <p:cNvPr id="78" name="text_878_修改内容"/>
          <p:cNvSpPr>
            <a:spLocks noGrp="1"/>
          </p:cNvSpPr>
          <p:nvPr/>
        </p:nvSpPr>
        <p:spPr>
          <a:xfrm>
            <a:off x="6409061" y="5017266"/>
            <a:ext cx="1219200" cy="238125"/>
          </a:xfrm>
          <a:prstGeom prst="rect">
            <a:avLst/>
          </a:prstGeom>
          <a:noFill/>
          <a:ln w="9525">
            <a:noFill/>
          </a:ln>
        </p:spPr>
        <p:txBody>
          <a:bodyPr wrap="none" lIns="0" tIns="0" rIns="0" bIns="0" anchor="ctr">
            <a:noAutofit/>
          </a:bodyPr>
          <a:lstStyle/>
          <a:p>
            <a:pPr algn="ctr">
              <a:defRPr sz="1425" b="1">
                <a:solidFill>
                  <a:srgbClr val="000000"/>
                </a:solidFill>
                <a:latin typeface="Arial" panose="020B0604020202020204"/>
                <a:ea typeface="Arial" panose="020B0604020202020204"/>
                <a:cs typeface="Arial" panose="020B0604020202020204"/>
              </a:defRPr>
            </a:pPr>
            <a:r>
              <a:rPr sz="1425" b="1" dirty="0" err="1">
                <a:solidFill>
                  <a:srgbClr val="000000"/>
                </a:solidFill>
                <a:latin typeface="Arial" panose="020B0604020202020204"/>
                <a:ea typeface="Arial" panose="020B0604020202020204"/>
                <a:cs typeface="Arial" panose="020B0604020202020204"/>
              </a:rPr>
              <a:t>修改内容</a:t>
            </a:r>
            <a:endParaRPr sz="1425" b="1" dirty="0">
              <a:solidFill>
                <a:srgbClr val="000000"/>
              </a:solidFill>
              <a:latin typeface="Arial" panose="020B0604020202020204"/>
              <a:ea typeface="Arial" panose="020B0604020202020204"/>
              <a:cs typeface="Arial" panose="020B0604020202020204"/>
            </a:endParaRPr>
          </a:p>
        </p:txBody>
      </p:sp>
      <p:sp>
        <p:nvSpPr>
          <p:cNvPr id="79" name="text_880_判断修改范围"/>
          <p:cNvSpPr>
            <a:spLocks noGrp="1"/>
          </p:cNvSpPr>
          <p:nvPr/>
        </p:nvSpPr>
        <p:spPr>
          <a:xfrm>
            <a:off x="6418586" y="5276850"/>
            <a:ext cx="1200150" cy="209550"/>
          </a:xfrm>
          <a:prstGeom prst="rect">
            <a:avLst/>
          </a:prstGeom>
          <a:noFill/>
          <a:ln w="9525">
            <a:noFill/>
          </a:ln>
        </p:spPr>
        <p:txBody>
          <a:bodyPr wrap="none" lIns="0" tIns="0" rIns="0" bIns="0" anchor="ctr">
            <a:noAutofit/>
          </a:bodyPr>
          <a:lstStyle/>
          <a:p>
            <a:pPr algn="ctr">
              <a:defRPr sz="1200" b="0">
                <a:solidFill>
                  <a:srgbClr val="242424"/>
                </a:solidFill>
                <a:latin typeface="Arial" panose="020B0604020202020204"/>
                <a:ea typeface="Arial" panose="020B0604020202020204"/>
                <a:cs typeface="Arial" panose="020B0604020202020204"/>
              </a:defRPr>
            </a:pPr>
            <a:r>
              <a:rPr sz="1200" b="0" dirty="0" err="1" smtClean="0">
                <a:solidFill>
                  <a:srgbClr val="242424"/>
                </a:solidFill>
                <a:latin typeface="Arial" panose="020B0604020202020204"/>
                <a:ea typeface="Arial" panose="020B0604020202020204"/>
                <a:cs typeface="Arial" panose="020B0604020202020204"/>
              </a:rPr>
              <a:t>判断修改范围</a:t>
            </a:r>
            <a:endParaRPr sz="1200" b="0" dirty="0">
              <a:solidFill>
                <a:srgbClr val="242424"/>
              </a:solidFill>
              <a:latin typeface="Arial" panose="020B0604020202020204"/>
              <a:ea typeface="Arial" panose="020B0604020202020204"/>
              <a:cs typeface="Arial" panose="020B0604020202020204"/>
            </a:endParaRPr>
          </a:p>
        </p:txBody>
      </p:sp>
      <p:sp>
        <p:nvSpPr>
          <p:cNvPr id="80" name="connector_881"/>
          <p:cNvSpPr>
            <a:spLocks noGrp="1"/>
          </p:cNvSpPr>
          <p:nvPr/>
        </p:nvSpPr>
        <p:spPr>
          <a:xfrm>
            <a:off x="7692080" y="5220503"/>
            <a:ext cx="314325" cy="19050"/>
          </a:xfrm>
          <a:custGeom>
            <a:avLst/>
            <a:gdLst/>
            <a:ahLst/>
            <a:cxnLst/>
            <a:rect l="0" t="0" r="0" b="0"/>
            <a:pathLst>
              <a:path w="314325" h="19050">
                <a:moveTo>
                  <a:pt x="9525" y="9525"/>
                </a:moveTo>
                <a:lnTo>
                  <a:pt x="304800" y="9525"/>
                </a:lnTo>
              </a:path>
            </a:pathLst>
          </a:custGeom>
          <a:noFill/>
          <a:ln w="19050">
            <a:solidFill>
              <a:srgbClr val="D7000F"/>
            </a:solidFill>
          </a:ln>
        </p:spPr>
      </p:sp>
      <p:sp>
        <p:nvSpPr>
          <p:cNvPr id="81" name="connector_882"/>
          <p:cNvSpPr>
            <a:spLocks noGrp="1"/>
          </p:cNvSpPr>
          <p:nvPr/>
        </p:nvSpPr>
        <p:spPr>
          <a:xfrm>
            <a:off x="7969798" y="5188537"/>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82" name="connector_883"/>
          <p:cNvSpPr>
            <a:spLocks noGrp="1"/>
          </p:cNvSpPr>
          <p:nvPr/>
        </p:nvSpPr>
        <p:spPr>
          <a:xfrm flipH="1">
            <a:off x="8010525" y="4678470"/>
            <a:ext cx="78728" cy="1112730"/>
          </a:xfrm>
          <a:custGeom>
            <a:avLst/>
            <a:gdLst/>
            <a:ahLst/>
            <a:cxnLst/>
            <a:rect l="0" t="0" r="0" b="0"/>
            <a:pathLst>
              <a:path w="19050" h="1209675">
                <a:moveTo>
                  <a:pt x="9525" y="9525"/>
                </a:moveTo>
                <a:lnTo>
                  <a:pt x="9525" y="1200150"/>
                </a:lnTo>
              </a:path>
            </a:pathLst>
          </a:custGeom>
          <a:noFill/>
          <a:ln w="14288">
            <a:solidFill>
              <a:srgbClr val="D7000F"/>
            </a:solidFill>
          </a:ln>
        </p:spPr>
      </p:sp>
      <p:sp>
        <p:nvSpPr>
          <p:cNvPr id="83" name="connector_884"/>
          <p:cNvSpPr>
            <a:spLocks noGrp="1"/>
          </p:cNvSpPr>
          <p:nvPr/>
        </p:nvSpPr>
        <p:spPr>
          <a:xfrm>
            <a:off x="8058150" y="4667250"/>
            <a:ext cx="209550" cy="19050"/>
          </a:xfrm>
          <a:custGeom>
            <a:avLst/>
            <a:gdLst/>
            <a:ahLst/>
            <a:cxnLst/>
            <a:rect l="0" t="0" r="0" b="0"/>
            <a:pathLst>
              <a:path w="209550" h="19050">
                <a:moveTo>
                  <a:pt x="9525" y="9525"/>
                </a:moveTo>
                <a:lnTo>
                  <a:pt x="200025" y="9525"/>
                </a:lnTo>
              </a:path>
            </a:pathLst>
          </a:custGeom>
          <a:noFill/>
          <a:ln w="19050">
            <a:solidFill>
              <a:srgbClr val="D7000F"/>
            </a:solidFill>
          </a:ln>
        </p:spPr>
      </p:sp>
      <p:sp>
        <p:nvSpPr>
          <p:cNvPr id="84" name="connector_885"/>
          <p:cNvSpPr>
            <a:spLocks noGrp="1"/>
          </p:cNvSpPr>
          <p:nvPr/>
        </p:nvSpPr>
        <p:spPr>
          <a:xfrm>
            <a:off x="8190137" y="463528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85" name="object_886"/>
          <p:cNvSpPr>
            <a:spLocks noGrp="1"/>
          </p:cNvSpPr>
          <p:nvPr/>
        </p:nvSpPr>
        <p:spPr>
          <a:xfrm>
            <a:off x="8315325" y="4467225"/>
            <a:ext cx="2381250" cy="409575"/>
          </a:xfrm>
          <a:prstGeom prst="rect">
            <a:avLst/>
          </a:prstGeom>
          <a:solidFill>
            <a:srgbClr val="FFFFFF"/>
          </a:solidFill>
          <a:ln w="17145">
            <a:solidFill>
              <a:srgbClr val="D7000F"/>
            </a:solidFill>
          </a:ln>
        </p:spPr>
      </p:sp>
      <p:sp>
        <p:nvSpPr>
          <p:cNvPr id="86" name="text_888_L1 静态验证"/>
          <p:cNvSpPr>
            <a:spLocks noGrp="1"/>
          </p:cNvSpPr>
          <p:nvPr/>
        </p:nvSpPr>
        <p:spPr>
          <a:xfrm>
            <a:off x="8382000" y="4514850"/>
            <a:ext cx="2247900" cy="314325"/>
          </a:xfrm>
          <a:prstGeom prst="rect">
            <a:avLst/>
          </a:prstGeom>
          <a:noFill/>
          <a:ln w="9525">
            <a:no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sz="1315" b="1">
                <a:solidFill>
                  <a:srgbClr val="000000"/>
                </a:solidFill>
                <a:latin typeface="Arial" panose="020B0604020202020204"/>
                <a:ea typeface="Arial" panose="020B0604020202020204"/>
                <a:cs typeface="Arial" panose="020B0604020202020204"/>
              </a:rPr>
              <a:t>L1 静态验证</a:t>
            </a:r>
          </a:p>
        </p:txBody>
      </p:sp>
      <p:sp>
        <p:nvSpPr>
          <p:cNvPr id="87" name="connector_889"/>
          <p:cNvSpPr>
            <a:spLocks noGrp="1"/>
          </p:cNvSpPr>
          <p:nvPr/>
        </p:nvSpPr>
        <p:spPr>
          <a:xfrm>
            <a:off x="10734675" y="4657725"/>
            <a:ext cx="180975" cy="19050"/>
          </a:xfrm>
          <a:custGeom>
            <a:avLst/>
            <a:gdLst/>
            <a:ahLst/>
            <a:cxnLst/>
            <a:rect l="0" t="0" r="0" b="0"/>
            <a:pathLst>
              <a:path w="180975" h="19050">
                <a:moveTo>
                  <a:pt x="9525" y="9525"/>
                </a:moveTo>
                <a:lnTo>
                  <a:pt x="171450" y="9525"/>
                </a:lnTo>
              </a:path>
            </a:pathLst>
          </a:custGeom>
          <a:noFill/>
          <a:ln w="14288">
            <a:solidFill>
              <a:srgbClr val="D7000F"/>
            </a:solidFill>
          </a:ln>
        </p:spPr>
      </p:sp>
      <p:sp>
        <p:nvSpPr>
          <p:cNvPr id="88" name="connector_890"/>
          <p:cNvSpPr>
            <a:spLocks noGrp="1"/>
          </p:cNvSpPr>
          <p:nvPr/>
        </p:nvSpPr>
        <p:spPr>
          <a:xfrm>
            <a:off x="8058150" y="5219700"/>
            <a:ext cx="209550" cy="19050"/>
          </a:xfrm>
          <a:custGeom>
            <a:avLst/>
            <a:gdLst/>
            <a:ahLst/>
            <a:cxnLst/>
            <a:rect l="0" t="0" r="0" b="0"/>
            <a:pathLst>
              <a:path w="209550" h="19050">
                <a:moveTo>
                  <a:pt x="9525" y="9525"/>
                </a:moveTo>
                <a:lnTo>
                  <a:pt x="200025" y="9525"/>
                </a:lnTo>
              </a:path>
            </a:pathLst>
          </a:custGeom>
          <a:noFill/>
          <a:ln w="19050">
            <a:solidFill>
              <a:srgbClr val="D7000F"/>
            </a:solidFill>
          </a:ln>
        </p:spPr>
      </p:sp>
      <p:sp>
        <p:nvSpPr>
          <p:cNvPr id="89" name="connector_891"/>
          <p:cNvSpPr>
            <a:spLocks noGrp="1"/>
          </p:cNvSpPr>
          <p:nvPr/>
        </p:nvSpPr>
        <p:spPr>
          <a:xfrm>
            <a:off x="8190137" y="518773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90" name="object_892"/>
          <p:cNvSpPr>
            <a:spLocks noGrp="1"/>
          </p:cNvSpPr>
          <p:nvPr/>
        </p:nvSpPr>
        <p:spPr>
          <a:xfrm>
            <a:off x="8315325" y="5019675"/>
            <a:ext cx="2381250" cy="409575"/>
          </a:xfrm>
          <a:prstGeom prst="rect">
            <a:avLst/>
          </a:prstGeom>
          <a:solidFill>
            <a:srgbClr val="FFFFFF"/>
          </a:solidFill>
          <a:ln w="17145">
            <a:solidFill>
              <a:srgbClr val="D7000F"/>
            </a:solidFill>
          </a:ln>
        </p:spPr>
      </p:sp>
      <p:sp>
        <p:nvSpPr>
          <p:cNvPr id="91" name="text_894_L1 + L2 流程验证"/>
          <p:cNvSpPr>
            <a:spLocks noGrp="1"/>
          </p:cNvSpPr>
          <p:nvPr/>
        </p:nvSpPr>
        <p:spPr>
          <a:xfrm>
            <a:off x="8382000" y="5067300"/>
            <a:ext cx="2247900" cy="314325"/>
          </a:xfrm>
          <a:prstGeom prst="rect">
            <a:avLst/>
          </a:prstGeom>
          <a:noFill/>
          <a:ln w="9525">
            <a:no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sz="1315" b="1">
                <a:solidFill>
                  <a:srgbClr val="000000"/>
                </a:solidFill>
                <a:latin typeface="Arial" panose="020B0604020202020204"/>
                <a:ea typeface="Arial" panose="020B0604020202020204"/>
                <a:cs typeface="Arial" panose="020B0604020202020204"/>
              </a:rPr>
              <a:t>L1 + L2 流程验证</a:t>
            </a:r>
          </a:p>
        </p:txBody>
      </p:sp>
      <p:sp>
        <p:nvSpPr>
          <p:cNvPr id="92" name="connector_895"/>
          <p:cNvSpPr>
            <a:spLocks noGrp="1"/>
          </p:cNvSpPr>
          <p:nvPr/>
        </p:nvSpPr>
        <p:spPr>
          <a:xfrm>
            <a:off x="10734675" y="5210175"/>
            <a:ext cx="180975" cy="19050"/>
          </a:xfrm>
          <a:custGeom>
            <a:avLst/>
            <a:gdLst/>
            <a:ahLst/>
            <a:cxnLst/>
            <a:rect l="0" t="0" r="0" b="0"/>
            <a:pathLst>
              <a:path w="180975" h="19050">
                <a:moveTo>
                  <a:pt x="9525" y="9525"/>
                </a:moveTo>
                <a:lnTo>
                  <a:pt x="171450" y="9525"/>
                </a:lnTo>
              </a:path>
            </a:pathLst>
          </a:custGeom>
          <a:noFill/>
          <a:ln w="14288">
            <a:solidFill>
              <a:srgbClr val="D7000F"/>
            </a:solidFill>
          </a:ln>
        </p:spPr>
      </p:sp>
      <p:sp>
        <p:nvSpPr>
          <p:cNvPr id="93" name="connector_896"/>
          <p:cNvSpPr>
            <a:spLocks noGrp="1"/>
          </p:cNvSpPr>
          <p:nvPr/>
        </p:nvSpPr>
        <p:spPr>
          <a:xfrm>
            <a:off x="8058150" y="5772150"/>
            <a:ext cx="209550" cy="19050"/>
          </a:xfrm>
          <a:custGeom>
            <a:avLst/>
            <a:gdLst/>
            <a:ahLst/>
            <a:cxnLst/>
            <a:rect l="0" t="0" r="0" b="0"/>
            <a:pathLst>
              <a:path w="209550" h="19050">
                <a:moveTo>
                  <a:pt x="9525" y="9525"/>
                </a:moveTo>
                <a:lnTo>
                  <a:pt x="200025" y="9525"/>
                </a:lnTo>
              </a:path>
            </a:pathLst>
          </a:custGeom>
          <a:noFill/>
          <a:ln w="19050">
            <a:solidFill>
              <a:srgbClr val="D7000F"/>
            </a:solidFill>
          </a:ln>
        </p:spPr>
      </p:sp>
      <p:sp>
        <p:nvSpPr>
          <p:cNvPr id="94" name="connector_897"/>
          <p:cNvSpPr>
            <a:spLocks noGrp="1"/>
          </p:cNvSpPr>
          <p:nvPr/>
        </p:nvSpPr>
        <p:spPr>
          <a:xfrm>
            <a:off x="8190137" y="574018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95" name="object_898"/>
          <p:cNvSpPr>
            <a:spLocks noGrp="1"/>
          </p:cNvSpPr>
          <p:nvPr/>
        </p:nvSpPr>
        <p:spPr>
          <a:xfrm>
            <a:off x="8315325" y="5572125"/>
            <a:ext cx="2381250" cy="409575"/>
          </a:xfrm>
          <a:prstGeom prst="rect">
            <a:avLst/>
          </a:prstGeom>
          <a:solidFill>
            <a:srgbClr val="FFFFFF"/>
          </a:solidFill>
          <a:ln w="17145">
            <a:solidFill>
              <a:srgbClr val="D7000F"/>
            </a:solidFill>
          </a:ln>
        </p:spPr>
      </p:sp>
      <p:sp>
        <p:nvSpPr>
          <p:cNvPr id="96" name="text_900_L1 + L2 + L3 全流程"/>
          <p:cNvSpPr>
            <a:spLocks noGrp="1"/>
          </p:cNvSpPr>
          <p:nvPr/>
        </p:nvSpPr>
        <p:spPr>
          <a:xfrm>
            <a:off x="8382000" y="5619750"/>
            <a:ext cx="2247900" cy="314325"/>
          </a:xfrm>
          <a:prstGeom prst="rect">
            <a:avLst/>
          </a:prstGeom>
          <a:noFill/>
          <a:ln w="9525">
            <a:noFill/>
          </a:ln>
        </p:spPr>
        <p:txBody>
          <a:bodyPr wrap="none" lIns="0" tIns="0" rIns="0" bIns="0" anchor="ctr">
            <a:noAutofit/>
          </a:bodyPr>
          <a:lstStyle/>
          <a:p>
            <a:pPr algn="ctr">
              <a:defRPr sz="1315" b="1">
                <a:solidFill>
                  <a:srgbClr val="000000"/>
                </a:solidFill>
                <a:latin typeface="Arial" panose="020B0604020202020204"/>
                <a:ea typeface="Arial" panose="020B0604020202020204"/>
                <a:cs typeface="Arial" panose="020B0604020202020204"/>
              </a:defRPr>
            </a:pPr>
            <a:r>
              <a:rPr sz="1315" b="1">
                <a:solidFill>
                  <a:srgbClr val="000000"/>
                </a:solidFill>
                <a:latin typeface="Arial" panose="020B0604020202020204"/>
                <a:ea typeface="Arial" panose="020B0604020202020204"/>
                <a:cs typeface="Arial" panose="020B0604020202020204"/>
              </a:rPr>
              <a:t>L1 + L2 + L3 全流程</a:t>
            </a:r>
          </a:p>
        </p:txBody>
      </p:sp>
      <p:sp>
        <p:nvSpPr>
          <p:cNvPr id="97" name="connector_901"/>
          <p:cNvSpPr>
            <a:spLocks noGrp="1"/>
          </p:cNvSpPr>
          <p:nvPr/>
        </p:nvSpPr>
        <p:spPr>
          <a:xfrm>
            <a:off x="10734675" y="5762625"/>
            <a:ext cx="180975" cy="19050"/>
          </a:xfrm>
          <a:custGeom>
            <a:avLst/>
            <a:gdLst/>
            <a:ahLst/>
            <a:cxnLst/>
            <a:rect l="0" t="0" r="0" b="0"/>
            <a:pathLst>
              <a:path w="180975" h="19050">
                <a:moveTo>
                  <a:pt x="9525" y="9525"/>
                </a:moveTo>
                <a:lnTo>
                  <a:pt x="171450" y="9525"/>
                </a:lnTo>
              </a:path>
            </a:pathLst>
          </a:custGeom>
          <a:noFill/>
          <a:ln w="14288">
            <a:solidFill>
              <a:srgbClr val="D7000F"/>
            </a:solidFill>
          </a:ln>
        </p:spPr>
      </p:sp>
      <p:sp>
        <p:nvSpPr>
          <p:cNvPr id="98" name="connector_902"/>
          <p:cNvSpPr>
            <a:spLocks noGrp="1"/>
          </p:cNvSpPr>
          <p:nvPr/>
        </p:nvSpPr>
        <p:spPr>
          <a:xfrm>
            <a:off x="10896600" y="4657725"/>
            <a:ext cx="19050" cy="1123950"/>
          </a:xfrm>
          <a:custGeom>
            <a:avLst/>
            <a:gdLst/>
            <a:ahLst/>
            <a:cxnLst/>
            <a:rect l="0" t="0" r="0" b="0"/>
            <a:pathLst>
              <a:path w="19050" h="1123950">
                <a:moveTo>
                  <a:pt x="9525" y="9525"/>
                </a:moveTo>
                <a:lnTo>
                  <a:pt x="9525" y="1114425"/>
                </a:lnTo>
              </a:path>
            </a:pathLst>
          </a:custGeom>
          <a:noFill/>
          <a:ln w="14288">
            <a:solidFill>
              <a:srgbClr val="D7000F"/>
            </a:solidFill>
          </a:ln>
        </p:spPr>
      </p:sp>
      <p:sp>
        <p:nvSpPr>
          <p:cNvPr id="99" name="connector_903"/>
          <p:cNvSpPr>
            <a:spLocks noGrp="1"/>
          </p:cNvSpPr>
          <p:nvPr/>
        </p:nvSpPr>
        <p:spPr>
          <a:xfrm>
            <a:off x="10896600" y="5210175"/>
            <a:ext cx="190500" cy="19050"/>
          </a:xfrm>
          <a:custGeom>
            <a:avLst/>
            <a:gdLst/>
            <a:ahLst/>
            <a:cxnLst/>
            <a:rect l="0" t="0" r="0" b="0"/>
            <a:pathLst>
              <a:path w="190500" h="19050">
                <a:moveTo>
                  <a:pt x="9525" y="9525"/>
                </a:moveTo>
                <a:lnTo>
                  <a:pt x="180975" y="9525"/>
                </a:lnTo>
              </a:path>
            </a:pathLst>
          </a:custGeom>
          <a:noFill/>
          <a:ln w="19050">
            <a:solidFill>
              <a:srgbClr val="D7000F"/>
            </a:solidFill>
          </a:ln>
        </p:spPr>
      </p:sp>
      <p:sp>
        <p:nvSpPr>
          <p:cNvPr id="100" name="connector_904"/>
          <p:cNvSpPr>
            <a:spLocks noGrp="1"/>
          </p:cNvSpPr>
          <p:nvPr/>
        </p:nvSpPr>
        <p:spPr>
          <a:xfrm>
            <a:off x="11009537" y="517820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01" name="text_906_验证&#10;通过"/>
          <p:cNvSpPr>
            <a:spLocks noGrp="1"/>
          </p:cNvSpPr>
          <p:nvPr/>
        </p:nvSpPr>
        <p:spPr>
          <a:xfrm>
            <a:off x="11134725" y="4867275"/>
            <a:ext cx="409575" cy="733425"/>
          </a:xfrm>
          <a:prstGeom prst="rect">
            <a:avLst/>
          </a:prstGeom>
          <a:noFill/>
          <a:ln w="9525">
            <a:noFill/>
          </a:ln>
        </p:spPr>
        <p:txBody>
          <a:bodyPr wrap="none" lIns="0" tIns="0" rIns="0" bIns="0" anchor="ctr">
            <a:noAutofit/>
          </a:bodyPr>
          <a:lstStyle/>
          <a:p>
            <a:pPr algn="ctr">
              <a:defRPr sz="1500" b="1">
                <a:solidFill>
                  <a:srgbClr val="D7000F"/>
                </a:solidFill>
                <a:latin typeface="Arial" panose="020B0604020202020204"/>
                <a:ea typeface="Arial" panose="020B0604020202020204"/>
                <a:cs typeface="Arial" panose="020B0604020202020204"/>
              </a:defRPr>
            </a:pPr>
            <a:r>
              <a:rPr sz="1500" b="1">
                <a:solidFill>
                  <a:srgbClr val="D7000F"/>
                </a:solidFill>
                <a:latin typeface="Arial" panose="020B0604020202020204"/>
                <a:ea typeface="Arial" panose="020B0604020202020204"/>
                <a:cs typeface="Arial" panose="020B0604020202020204"/>
              </a:rPr>
              <a:t>验证</a:t>
            </a:r>
          </a:p>
          <a:p>
            <a:pPr algn="ctr">
              <a:defRPr sz="1500" b="1">
                <a:solidFill>
                  <a:srgbClr val="D7000F"/>
                </a:solidFill>
                <a:latin typeface="Arial" panose="020B0604020202020204"/>
                <a:ea typeface="Arial" panose="020B0604020202020204"/>
                <a:cs typeface="Arial" panose="020B0604020202020204"/>
              </a:defRPr>
            </a:pPr>
            <a:r>
              <a:rPr sz="1500" b="1">
                <a:solidFill>
                  <a:srgbClr val="D7000F"/>
                </a:solidFill>
                <a:latin typeface="Arial" panose="020B0604020202020204"/>
                <a:ea typeface="Arial" panose="020B0604020202020204"/>
                <a:cs typeface="Arial" panose="020B0604020202020204"/>
              </a:rPr>
              <a:t>通过</a:t>
            </a:r>
          </a:p>
        </p:txBody>
      </p:sp>
      <p:sp>
        <p:nvSpPr>
          <p:cNvPr id="102" name="text_908_根据修改范围匹配验证层级，避免不必要的全量验证，"/>
          <p:cNvSpPr>
            <a:spLocks noGrp="1"/>
          </p:cNvSpPr>
          <p:nvPr/>
        </p:nvSpPr>
        <p:spPr>
          <a:xfrm>
            <a:off x="723900" y="6372225"/>
            <a:ext cx="10829925" cy="371475"/>
          </a:xfrm>
          <a:prstGeom prst="rect">
            <a:avLst/>
          </a:prstGeom>
          <a:noFill/>
          <a:ln w="9525">
            <a:noFill/>
          </a:ln>
        </p:spPr>
        <p:txBody>
          <a:bodyPr wrap="none" lIns="0" tIns="0" rIns="0" bIns="0" anchor="ctr">
            <a:noAutofit/>
          </a:bodyPr>
          <a:lstStyle/>
          <a:p>
            <a:pPr algn="ctr">
              <a:defRPr sz="1800" b="1">
                <a:solidFill>
                  <a:srgbClr val="FF0000"/>
                </a:solidFill>
                <a:latin typeface="Arial" panose="020B0604020202020204"/>
                <a:ea typeface="Arial" panose="020B0604020202020204"/>
                <a:cs typeface="Arial" panose="020B0604020202020204"/>
              </a:defRPr>
            </a:pPr>
            <a:r>
              <a:rPr sz="1800" b="1">
                <a:solidFill>
                  <a:srgbClr val="FF0000"/>
                </a:solidFill>
                <a:latin typeface="Arial" panose="020B0604020202020204"/>
                <a:ea typeface="Arial" panose="020B0604020202020204"/>
                <a:cs typeface="Arial" panose="020B0604020202020204"/>
              </a:rPr>
              <a:t>根据修改范围匹配验证层级，避免不必要的全量验证，同时保留质量检查。</a:t>
            </a:r>
          </a:p>
        </p:txBody>
      </p:sp>
      <p:pic>
        <p:nvPicPr>
          <p:cNvPr id="206" name="图片 5"/>
          <p:cNvPicPr>
            <a:picLocks noChangeAspect="1"/>
          </p:cNvPicPr>
          <p:nvPr/>
        </p:nvPicPr>
        <p:blipFill>
          <a:blip r:embed="rId3"/>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207" name="图片 29"/>
          <p:cNvPicPr>
            <a:picLocks noChangeAspect="1"/>
          </p:cNvPicPr>
          <p:nvPr/>
        </p:nvPicPr>
        <p:blipFill>
          <a:blip r:embed="rId4"/>
          <a:stretch>
            <a:fillRect/>
          </a:stretch>
        </p:blipFill>
        <p:spPr>
          <a:xfrm>
            <a:off x="6315075" y="895350"/>
            <a:ext cx="361950" cy="3619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57125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2CEF0F-6364-4B12-8A94-117F90A3B848}"/>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000000"/>
                </a:solidFill>
                <a:latin typeface="Arial" panose="020B0604020202020204"/>
                <a:ea typeface="Arial" panose="020B0604020202020204"/>
                <a:cs typeface="Arial" panose="020B0604020202020204"/>
              </a:rPr>
              <a:t>优化</a:t>
            </a:r>
            <a:r>
              <a:rPr lang="zh-CN" altLang="en-US" dirty="0" smtClean="0">
                <a:solidFill>
                  <a:srgbClr val="000000"/>
                </a:solidFill>
                <a:latin typeface="Arial" panose="020B0604020202020204"/>
                <a:ea typeface="Arial" panose="020B0604020202020204"/>
                <a:cs typeface="Arial" panose="020B0604020202020204"/>
              </a:rPr>
              <a:t>⑤：</a:t>
            </a:r>
            <a:r>
              <a:rPr sz="2600" b="1" dirty="0" err="1" smtClean="0">
                <a:solidFill>
                  <a:srgbClr val="000000"/>
                </a:solidFill>
                <a:latin typeface="Arial"/>
                <a:ea typeface="Arial"/>
                <a:cs typeface="Arial"/>
              </a:rPr>
              <a:t>中间产物复用与断点续跑</a:t>
            </a:r>
            <a:endParaRPr dirty="0"/>
          </a:p>
        </p:txBody>
      </p:sp>
      <p:sp>
        <p:nvSpPr>
          <p:cNvPr id="3" name="text_3877_Artifact 驱动的开发流程">
            <a:extLst>
              <a:ext uri="{FF2B5EF4-FFF2-40B4-BE49-F238E27FC236}">
                <a16:creationId xmlns:a16="http://schemas.microsoft.com/office/drawing/2014/main" id="{38A3B9AF-298A-46E2-BDEF-CCD26FA634B7}"/>
              </a:ext>
            </a:extLst>
          </p:cNvPr>
          <p:cNvSpPr>
            <a:spLocks noGrp="1"/>
          </p:cNvSpPr>
          <p:nvPr/>
        </p:nvSpPr>
        <p:spPr>
          <a:xfrm>
            <a:off x="1181100" y="876300"/>
            <a:ext cx="3762375" cy="400050"/>
          </a:xfrm>
          <a:prstGeom prst="rect">
            <a:avLst/>
          </a:prstGeom>
          <a:noFill/>
          <a:ln w="9525">
            <a:noFill/>
          </a:ln>
        </p:spPr>
        <p:txBody>
          <a:bodyPr wrap="none" lIns="0" tIns="0" rIns="0" bIns="0" anchor="ctr">
            <a:no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Artifact 驱动的开发流程</a:t>
            </a:r>
          </a:p>
        </p:txBody>
      </p:sp>
      <p:sp>
        <p:nvSpPr>
          <p:cNvPr id="4" name="connector_3878">
            <a:extLst>
              <a:ext uri="{FF2B5EF4-FFF2-40B4-BE49-F238E27FC236}">
                <a16:creationId xmlns:a16="http://schemas.microsoft.com/office/drawing/2014/main" id="{4B230B64-9A2B-407E-B9BB-B6E83695C25E}"/>
              </a:ext>
            </a:extLst>
          </p:cNvPr>
          <p:cNvSpPr>
            <a:spLocks noGrp="1"/>
          </p:cNvSpPr>
          <p:nvPr/>
        </p:nvSpPr>
        <p:spPr>
          <a:xfrm>
            <a:off x="7143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5" name="text_3881_Artifact Card 与复用机制">
            <a:extLst>
              <a:ext uri="{FF2B5EF4-FFF2-40B4-BE49-F238E27FC236}">
                <a16:creationId xmlns:a16="http://schemas.microsoft.com/office/drawing/2014/main" id="{85EDEF05-0A1B-42F7-90F5-CA1F1CB6D0EF}"/>
              </a:ext>
            </a:extLst>
          </p:cNvPr>
          <p:cNvSpPr>
            <a:spLocks noGrp="1"/>
          </p:cNvSpPr>
          <p:nvPr/>
        </p:nvSpPr>
        <p:spPr>
          <a:xfrm>
            <a:off x="5743575" y="876300"/>
            <a:ext cx="5829300" cy="400050"/>
          </a:xfrm>
          <a:prstGeom prst="rect">
            <a:avLst/>
          </a:prstGeom>
          <a:noFill/>
          <a:ln w="9525">
            <a:noFill/>
          </a:ln>
        </p:spPr>
        <p:txBody>
          <a:bodyPr wrap="none" lIns="0" tIns="0" rIns="0" bIns="0" anchor="ctr">
            <a:noAutofit/>
          </a:bodyPr>
          <a:lstStyle/>
          <a:p>
            <a:pPr algn="l">
              <a:defRPr sz="1875" b="1">
                <a:solidFill>
                  <a:srgbClr val="000000"/>
                </a:solidFill>
                <a:latin typeface="Arial"/>
                <a:ea typeface="Arial"/>
                <a:cs typeface="Arial"/>
              </a:defRPr>
            </a:pPr>
            <a:r>
              <a:rPr sz="1875" b="1" dirty="0">
                <a:solidFill>
                  <a:srgbClr val="000000"/>
                </a:solidFill>
                <a:latin typeface="Arial"/>
                <a:ea typeface="Arial"/>
                <a:cs typeface="Arial"/>
              </a:rPr>
              <a:t>Artifact Card </a:t>
            </a:r>
            <a:r>
              <a:rPr sz="1875" b="1" dirty="0" err="1">
                <a:solidFill>
                  <a:srgbClr val="000000"/>
                </a:solidFill>
                <a:latin typeface="Arial"/>
                <a:ea typeface="Arial"/>
                <a:cs typeface="Arial"/>
              </a:rPr>
              <a:t>与复用机制</a:t>
            </a:r>
            <a:endParaRPr sz="1875" b="1" dirty="0">
              <a:solidFill>
                <a:srgbClr val="000000"/>
              </a:solidFill>
              <a:latin typeface="Arial"/>
              <a:ea typeface="Arial"/>
              <a:cs typeface="Arial"/>
            </a:endParaRPr>
          </a:p>
        </p:txBody>
      </p:sp>
      <p:sp>
        <p:nvSpPr>
          <p:cNvPr id="6" name="connector_3882">
            <a:extLst>
              <a:ext uri="{FF2B5EF4-FFF2-40B4-BE49-F238E27FC236}">
                <a16:creationId xmlns:a16="http://schemas.microsoft.com/office/drawing/2014/main" id="{A116E722-D608-49E6-8E8A-0633346B2D77}"/>
              </a:ext>
            </a:extLst>
          </p:cNvPr>
          <p:cNvSpPr>
            <a:spLocks noGrp="1"/>
          </p:cNvSpPr>
          <p:nvPr/>
        </p:nvSpPr>
        <p:spPr>
          <a:xfrm>
            <a:off x="5276850"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connector_3883">
            <a:extLst>
              <a:ext uri="{FF2B5EF4-FFF2-40B4-BE49-F238E27FC236}">
                <a16:creationId xmlns:a16="http://schemas.microsoft.com/office/drawing/2014/main" id="{E426E4B9-B419-4996-8253-44F2812110D6}"/>
              </a:ext>
            </a:extLst>
          </p:cNvPr>
          <p:cNvSpPr>
            <a:spLocks noGrp="1"/>
          </p:cNvSpPr>
          <p:nvPr/>
        </p:nvSpPr>
        <p:spPr>
          <a:xfrm>
            <a:off x="5048250" y="1009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 name="connector_3884">
            <a:extLst>
              <a:ext uri="{FF2B5EF4-FFF2-40B4-BE49-F238E27FC236}">
                <a16:creationId xmlns:a16="http://schemas.microsoft.com/office/drawing/2014/main" id="{D25A3B57-33C0-40BC-80EF-2ADFB1130F63}"/>
              </a:ext>
            </a:extLst>
          </p:cNvPr>
          <p:cNvSpPr>
            <a:spLocks noGrp="1"/>
          </p:cNvSpPr>
          <p:nvPr/>
        </p:nvSpPr>
        <p:spPr>
          <a:xfrm>
            <a:off x="5048250" y="1133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 name="connector_3885">
            <a:extLst>
              <a:ext uri="{FF2B5EF4-FFF2-40B4-BE49-F238E27FC236}">
                <a16:creationId xmlns:a16="http://schemas.microsoft.com/office/drawing/2014/main" id="{0FCB5204-1A35-48FC-8622-A4B348DCAE07}"/>
              </a:ext>
            </a:extLst>
          </p:cNvPr>
          <p:cNvSpPr>
            <a:spLocks noGrp="1"/>
          </p:cNvSpPr>
          <p:nvPr/>
        </p:nvSpPr>
        <p:spPr>
          <a:xfrm>
            <a:off x="5048250" y="1257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 name="connector_3886">
            <a:extLst>
              <a:ext uri="{FF2B5EF4-FFF2-40B4-BE49-F238E27FC236}">
                <a16:creationId xmlns:a16="http://schemas.microsoft.com/office/drawing/2014/main" id="{772FE127-11AC-4457-AAA4-1C2E410DCA99}"/>
              </a:ext>
            </a:extLst>
          </p:cNvPr>
          <p:cNvSpPr>
            <a:spLocks noGrp="1"/>
          </p:cNvSpPr>
          <p:nvPr/>
        </p:nvSpPr>
        <p:spPr>
          <a:xfrm>
            <a:off x="5048250" y="1381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 name="connector_3887">
            <a:extLst>
              <a:ext uri="{FF2B5EF4-FFF2-40B4-BE49-F238E27FC236}">
                <a16:creationId xmlns:a16="http://schemas.microsoft.com/office/drawing/2014/main" id="{4A5F4525-076C-47E3-8962-F044B28CE3D5}"/>
              </a:ext>
            </a:extLst>
          </p:cNvPr>
          <p:cNvSpPr>
            <a:spLocks noGrp="1"/>
          </p:cNvSpPr>
          <p:nvPr/>
        </p:nvSpPr>
        <p:spPr>
          <a:xfrm>
            <a:off x="5048250" y="1504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3888">
            <a:extLst>
              <a:ext uri="{FF2B5EF4-FFF2-40B4-BE49-F238E27FC236}">
                <a16:creationId xmlns:a16="http://schemas.microsoft.com/office/drawing/2014/main" id="{1A779DF0-4A6B-4E21-8AC0-14E33E57EB81}"/>
              </a:ext>
            </a:extLst>
          </p:cNvPr>
          <p:cNvSpPr>
            <a:spLocks noGrp="1"/>
          </p:cNvSpPr>
          <p:nvPr/>
        </p:nvSpPr>
        <p:spPr>
          <a:xfrm>
            <a:off x="5048250" y="1628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3889">
            <a:extLst>
              <a:ext uri="{FF2B5EF4-FFF2-40B4-BE49-F238E27FC236}">
                <a16:creationId xmlns:a16="http://schemas.microsoft.com/office/drawing/2014/main" id="{A7F33B19-6D16-4751-9191-F3B9D7C9F2A1}"/>
              </a:ext>
            </a:extLst>
          </p:cNvPr>
          <p:cNvSpPr>
            <a:spLocks noGrp="1"/>
          </p:cNvSpPr>
          <p:nvPr/>
        </p:nvSpPr>
        <p:spPr>
          <a:xfrm>
            <a:off x="5048250" y="1752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3890">
            <a:extLst>
              <a:ext uri="{FF2B5EF4-FFF2-40B4-BE49-F238E27FC236}">
                <a16:creationId xmlns:a16="http://schemas.microsoft.com/office/drawing/2014/main" id="{7DD0DFB7-96F2-473B-BB50-9E43E485D2CC}"/>
              </a:ext>
            </a:extLst>
          </p:cNvPr>
          <p:cNvSpPr>
            <a:spLocks noGrp="1"/>
          </p:cNvSpPr>
          <p:nvPr/>
        </p:nvSpPr>
        <p:spPr>
          <a:xfrm>
            <a:off x="5048250" y="1876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3891">
            <a:extLst>
              <a:ext uri="{FF2B5EF4-FFF2-40B4-BE49-F238E27FC236}">
                <a16:creationId xmlns:a16="http://schemas.microsoft.com/office/drawing/2014/main" id="{E2BACA0A-BAEE-4EAC-BD14-E1BD0B0B8F30}"/>
              </a:ext>
            </a:extLst>
          </p:cNvPr>
          <p:cNvSpPr>
            <a:spLocks noGrp="1"/>
          </p:cNvSpPr>
          <p:nvPr/>
        </p:nvSpPr>
        <p:spPr>
          <a:xfrm>
            <a:off x="5048250" y="2000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3892">
            <a:extLst>
              <a:ext uri="{FF2B5EF4-FFF2-40B4-BE49-F238E27FC236}">
                <a16:creationId xmlns:a16="http://schemas.microsoft.com/office/drawing/2014/main" id="{E140DB3F-C216-40CD-A36D-DEAF0332EB40}"/>
              </a:ext>
            </a:extLst>
          </p:cNvPr>
          <p:cNvSpPr>
            <a:spLocks noGrp="1"/>
          </p:cNvSpPr>
          <p:nvPr/>
        </p:nvSpPr>
        <p:spPr>
          <a:xfrm>
            <a:off x="5048250" y="2124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3893">
            <a:extLst>
              <a:ext uri="{FF2B5EF4-FFF2-40B4-BE49-F238E27FC236}">
                <a16:creationId xmlns:a16="http://schemas.microsoft.com/office/drawing/2014/main" id="{0C2D16BA-A6EF-4A68-8E9A-772A4B812C22}"/>
              </a:ext>
            </a:extLst>
          </p:cNvPr>
          <p:cNvSpPr>
            <a:spLocks noGrp="1"/>
          </p:cNvSpPr>
          <p:nvPr/>
        </p:nvSpPr>
        <p:spPr>
          <a:xfrm>
            <a:off x="5048250" y="2247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3894">
            <a:extLst>
              <a:ext uri="{FF2B5EF4-FFF2-40B4-BE49-F238E27FC236}">
                <a16:creationId xmlns:a16="http://schemas.microsoft.com/office/drawing/2014/main" id="{B075226C-3CF7-4205-A522-DEC325A945D8}"/>
              </a:ext>
            </a:extLst>
          </p:cNvPr>
          <p:cNvSpPr>
            <a:spLocks noGrp="1"/>
          </p:cNvSpPr>
          <p:nvPr/>
        </p:nvSpPr>
        <p:spPr>
          <a:xfrm>
            <a:off x="5048250" y="2371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3895">
            <a:extLst>
              <a:ext uri="{FF2B5EF4-FFF2-40B4-BE49-F238E27FC236}">
                <a16:creationId xmlns:a16="http://schemas.microsoft.com/office/drawing/2014/main" id="{C63DE32F-12A1-4CA2-8C0A-2A8CA445215E}"/>
              </a:ext>
            </a:extLst>
          </p:cNvPr>
          <p:cNvSpPr>
            <a:spLocks noGrp="1"/>
          </p:cNvSpPr>
          <p:nvPr/>
        </p:nvSpPr>
        <p:spPr>
          <a:xfrm>
            <a:off x="5048250" y="2495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3896">
            <a:extLst>
              <a:ext uri="{FF2B5EF4-FFF2-40B4-BE49-F238E27FC236}">
                <a16:creationId xmlns:a16="http://schemas.microsoft.com/office/drawing/2014/main" id="{542D4739-A2E4-409A-B6AB-DD2FC99E8760}"/>
              </a:ext>
            </a:extLst>
          </p:cNvPr>
          <p:cNvSpPr>
            <a:spLocks noGrp="1"/>
          </p:cNvSpPr>
          <p:nvPr/>
        </p:nvSpPr>
        <p:spPr>
          <a:xfrm>
            <a:off x="5048250" y="2619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3897">
            <a:extLst>
              <a:ext uri="{FF2B5EF4-FFF2-40B4-BE49-F238E27FC236}">
                <a16:creationId xmlns:a16="http://schemas.microsoft.com/office/drawing/2014/main" id="{1E93EB7C-427A-4FBE-A343-CD3298E01FB9}"/>
              </a:ext>
            </a:extLst>
          </p:cNvPr>
          <p:cNvSpPr>
            <a:spLocks noGrp="1"/>
          </p:cNvSpPr>
          <p:nvPr/>
        </p:nvSpPr>
        <p:spPr>
          <a:xfrm>
            <a:off x="5048250" y="2743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3898">
            <a:extLst>
              <a:ext uri="{FF2B5EF4-FFF2-40B4-BE49-F238E27FC236}">
                <a16:creationId xmlns:a16="http://schemas.microsoft.com/office/drawing/2014/main" id="{195FD5B0-93F1-4CD6-8C38-634B1F7BE0A4}"/>
              </a:ext>
            </a:extLst>
          </p:cNvPr>
          <p:cNvSpPr>
            <a:spLocks noGrp="1"/>
          </p:cNvSpPr>
          <p:nvPr/>
        </p:nvSpPr>
        <p:spPr>
          <a:xfrm>
            <a:off x="5048250" y="2867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3899">
            <a:extLst>
              <a:ext uri="{FF2B5EF4-FFF2-40B4-BE49-F238E27FC236}">
                <a16:creationId xmlns:a16="http://schemas.microsoft.com/office/drawing/2014/main" id="{35845051-C30C-4E12-AC9C-DBF16B02CA71}"/>
              </a:ext>
            </a:extLst>
          </p:cNvPr>
          <p:cNvSpPr>
            <a:spLocks noGrp="1"/>
          </p:cNvSpPr>
          <p:nvPr/>
        </p:nvSpPr>
        <p:spPr>
          <a:xfrm>
            <a:off x="5048250" y="2990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3900">
            <a:extLst>
              <a:ext uri="{FF2B5EF4-FFF2-40B4-BE49-F238E27FC236}">
                <a16:creationId xmlns:a16="http://schemas.microsoft.com/office/drawing/2014/main" id="{D22C2B3D-CB29-4F64-B686-0824E69A9636}"/>
              </a:ext>
            </a:extLst>
          </p:cNvPr>
          <p:cNvSpPr>
            <a:spLocks noGrp="1"/>
          </p:cNvSpPr>
          <p:nvPr/>
        </p:nvSpPr>
        <p:spPr>
          <a:xfrm>
            <a:off x="5048250" y="3114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3901">
            <a:extLst>
              <a:ext uri="{FF2B5EF4-FFF2-40B4-BE49-F238E27FC236}">
                <a16:creationId xmlns:a16="http://schemas.microsoft.com/office/drawing/2014/main" id="{498E886B-91D1-4882-9716-F0DA219ACF2A}"/>
              </a:ext>
            </a:extLst>
          </p:cNvPr>
          <p:cNvSpPr>
            <a:spLocks noGrp="1"/>
          </p:cNvSpPr>
          <p:nvPr/>
        </p:nvSpPr>
        <p:spPr>
          <a:xfrm>
            <a:off x="5048250" y="3238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3902">
            <a:extLst>
              <a:ext uri="{FF2B5EF4-FFF2-40B4-BE49-F238E27FC236}">
                <a16:creationId xmlns:a16="http://schemas.microsoft.com/office/drawing/2014/main" id="{31BFD4C2-931A-4B9B-A5D9-0DB32C6F4600}"/>
              </a:ext>
            </a:extLst>
          </p:cNvPr>
          <p:cNvSpPr>
            <a:spLocks noGrp="1"/>
          </p:cNvSpPr>
          <p:nvPr/>
        </p:nvSpPr>
        <p:spPr>
          <a:xfrm>
            <a:off x="5048250" y="3362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3903">
            <a:extLst>
              <a:ext uri="{FF2B5EF4-FFF2-40B4-BE49-F238E27FC236}">
                <a16:creationId xmlns:a16="http://schemas.microsoft.com/office/drawing/2014/main" id="{DD406842-36FC-47AF-8890-3C2DCCBAD353}"/>
              </a:ext>
            </a:extLst>
          </p:cNvPr>
          <p:cNvSpPr>
            <a:spLocks noGrp="1"/>
          </p:cNvSpPr>
          <p:nvPr/>
        </p:nvSpPr>
        <p:spPr>
          <a:xfrm>
            <a:off x="5048250" y="3486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3904">
            <a:extLst>
              <a:ext uri="{FF2B5EF4-FFF2-40B4-BE49-F238E27FC236}">
                <a16:creationId xmlns:a16="http://schemas.microsoft.com/office/drawing/2014/main" id="{345E272E-2E06-4E2E-A2E6-24E6100377B6}"/>
              </a:ext>
            </a:extLst>
          </p:cNvPr>
          <p:cNvSpPr>
            <a:spLocks noGrp="1"/>
          </p:cNvSpPr>
          <p:nvPr/>
        </p:nvSpPr>
        <p:spPr>
          <a:xfrm>
            <a:off x="5048250" y="3609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3905">
            <a:extLst>
              <a:ext uri="{FF2B5EF4-FFF2-40B4-BE49-F238E27FC236}">
                <a16:creationId xmlns:a16="http://schemas.microsoft.com/office/drawing/2014/main" id="{99648F2D-6A6E-4722-B8AF-4AA6786754A9}"/>
              </a:ext>
            </a:extLst>
          </p:cNvPr>
          <p:cNvSpPr>
            <a:spLocks noGrp="1"/>
          </p:cNvSpPr>
          <p:nvPr/>
        </p:nvSpPr>
        <p:spPr>
          <a:xfrm>
            <a:off x="5048250" y="3733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3906">
            <a:extLst>
              <a:ext uri="{FF2B5EF4-FFF2-40B4-BE49-F238E27FC236}">
                <a16:creationId xmlns:a16="http://schemas.microsoft.com/office/drawing/2014/main" id="{E6BAD4F3-A0C1-4204-BA3B-80E0B1A4D693}"/>
              </a:ext>
            </a:extLst>
          </p:cNvPr>
          <p:cNvSpPr>
            <a:spLocks noGrp="1"/>
          </p:cNvSpPr>
          <p:nvPr/>
        </p:nvSpPr>
        <p:spPr>
          <a:xfrm>
            <a:off x="5048250" y="3857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3907">
            <a:extLst>
              <a:ext uri="{FF2B5EF4-FFF2-40B4-BE49-F238E27FC236}">
                <a16:creationId xmlns:a16="http://schemas.microsoft.com/office/drawing/2014/main" id="{8D0FD7E8-C310-4231-9AE0-F94737AD9A8B}"/>
              </a:ext>
            </a:extLst>
          </p:cNvPr>
          <p:cNvSpPr>
            <a:spLocks noGrp="1"/>
          </p:cNvSpPr>
          <p:nvPr/>
        </p:nvSpPr>
        <p:spPr>
          <a:xfrm>
            <a:off x="5048250" y="3981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3908">
            <a:extLst>
              <a:ext uri="{FF2B5EF4-FFF2-40B4-BE49-F238E27FC236}">
                <a16:creationId xmlns:a16="http://schemas.microsoft.com/office/drawing/2014/main" id="{59503A86-F303-4223-BD2E-BD7CA3A6835C}"/>
              </a:ext>
            </a:extLst>
          </p:cNvPr>
          <p:cNvSpPr>
            <a:spLocks noGrp="1"/>
          </p:cNvSpPr>
          <p:nvPr/>
        </p:nvSpPr>
        <p:spPr>
          <a:xfrm>
            <a:off x="5048250" y="4105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3909">
            <a:extLst>
              <a:ext uri="{FF2B5EF4-FFF2-40B4-BE49-F238E27FC236}">
                <a16:creationId xmlns:a16="http://schemas.microsoft.com/office/drawing/2014/main" id="{FE035303-F7D4-44B9-B55A-51C292544945}"/>
              </a:ext>
            </a:extLst>
          </p:cNvPr>
          <p:cNvSpPr>
            <a:spLocks noGrp="1"/>
          </p:cNvSpPr>
          <p:nvPr/>
        </p:nvSpPr>
        <p:spPr>
          <a:xfrm>
            <a:off x="5048250" y="4229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3910">
            <a:extLst>
              <a:ext uri="{FF2B5EF4-FFF2-40B4-BE49-F238E27FC236}">
                <a16:creationId xmlns:a16="http://schemas.microsoft.com/office/drawing/2014/main" id="{15F9C5E7-2997-4A7A-9DB0-A693E6A5C46B}"/>
              </a:ext>
            </a:extLst>
          </p:cNvPr>
          <p:cNvSpPr>
            <a:spLocks noGrp="1"/>
          </p:cNvSpPr>
          <p:nvPr/>
        </p:nvSpPr>
        <p:spPr>
          <a:xfrm>
            <a:off x="5048250" y="4352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3911">
            <a:extLst>
              <a:ext uri="{FF2B5EF4-FFF2-40B4-BE49-F238E27FC236}">
                <a16:creationId xmlns:a16="http://schemas.microsoft.com/office/drawing/2014/main" id="{8D119EEC-54BB-4A55-ADCC-7B22172CAF53}"/>
              </a:ext>
            </a:extLst>
          </p:cNvPr>
          <p:cNvSpPr>
            <a:spLocks noGrp="1"/>
          </p:cNvSpPr>
          <p:nvPr/>
        </p:nvSpPr>
        <p:spPr>
          <a:xfrm>
            <a:off x="5048250" y="4476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3912">
            <a:extLst>
              <a:ext uri="{FF2B5EF4-FFF2-40B4-BE49-F238E27FC236}">
                <a16:creationId xmlns:a16="http://schemas.microsoft.com/office/drawing/2014/main" id="{8CD19C7C-BE6D-4A97-9F4C-34347AE6677E}"/>
              </a:ext>
            </a:extLst>
          </p:cNvPr>
          <p:cNvSpPr>
            <a:spLocks noGrp="1"/>
          </p:cNvSpPr>
          <p:nvPr/>
        </p:nvSpPr>
        <p:spPr>
          <a:xfrm>
            <a:off x="5048250" y="4600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3913">
            <a:extLst>
              <a:ext uri="{FF2B5EF4-FFF2-40B4-BE49-F238E27FC236}">
                <a16:creationId xmlns:a16="http://schemas.microsoft.com/office/drawing/2014/main" id="{4C2CC702-D924-48C2-B5AF-8127397592B5}"/>
              </a:ext>
            </a:extLst>
          </p:cNvPr>
          <p:cNvSpPr>
            <a:spLocks noGrp="1"/>
          </p:cNvSpPr>
          <p:nvPr/>
        </p:nvSpPr>
        <p:spPr>
          <a:xfrm>
            <a:off x="5048250" y="4724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3914">
            <a:extLst>
              <a:ext uri="{FF2B5EF4-FFF2-40B4-BE49-F238E27FC236}">
                <a16:creationId xmlns:a16="http://schemas.microsoft.com/office/drawing/2014/main" id="{293D653A-EE24-4D4C-BB43-D7A6A20CD29F}"/>
              </a:ext>
            </a:extLst>
          </p:cNvPr>
          <p:cNvSpPr>
            <a:spLocks noGrp="1"/>
          </p:cNvSpPr>
          <p:nvPr/>
        </p:nvSpPr>
        <p:spPr>
          <a:xfrm>
            <a:off x="5048250" y="4848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3915">
            <a:extLst>
              <a:ext uri="{FF2B5EF4-FFF2-40B4-BE49-F238E27FC236}">
                <a16:creationId xmlns:a16="http://schemas.microsoft.com/office/drawing/2014/main" id="{A05BF720-0584-4F49-BF2F-72836A6A689E}"/>
              </a:ext>
            </a:extLst>
          </p:cNvPr>
          <p:cNvSpPr>
            <a:spLocks noGrp="1"/>
          </p:cNvSpPr>
          <p:nvPr/>
        </p:nvSpPr>
        <p:spPr>
          <a:xfrm>
            <a:off x="5048250" y="4972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3916">
            <a:extLst>
              <a:ext uri="{FF2B5EF4-FFF2-40B4-BE49-F238E27FC236}">
                <a16:creationId xmlns:a16="http://schemas.microsoft.com/office/drawing/2014/main" id="{1BD7F19E-AAE2-48D2-B8DC-C55366DF2C90}"/>
              </a:ext>
            </a:extLst>
          </p:cNvPr>
          <p:cNvSpPr>
            <a:spLocks noGrp="1"/>
          </p:cNvSpPr>
          <p:nvPr/>
        </p:nvSpPr>
        <p:spPr>
          <a:xfrm>
            <a:off x="5048250" y="5095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3917">
            <a:extLst>
              <a:ext uri="{FF2B5EF4-FFF2-40B4-BE49-F238E27FC236}">
                <a16:creationId xmlns:a16="http://schemas.microsoft.com/office/drawing/2014/main" id="{C8C99371-39E1-4C8D-AB17-DCB6256E077B}"/>
              </a:ext>
            </a:extLst>
          </p:cNvPr>
          <p:cNvSpPr>
            <a:spLocks noGrp="1"/>
          </p:cNvSpPr>
          <p:nvPr/>
        </p:nvSpPr>
        <p:spPr>
          <a:xfrm>
            <a:off x="5048250" y="5219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3918">
            <a:extLst>
              <a:ext uri="{FF2B5EF4-FFF2-40B4-BE49-F238E27FC236}">
                <a16:creationId xmlns:a16="http://schemas.microsoft.com/office/drawing/2014/main" id="{66B43845-1911-44DF-9E34-F83DE9A06008}"/>
              </a:ext>
            </a:extLst>
          </p:cNvPr>
          <p:cNvSpPr>
            <a:spLocks noGrp="1"/>
          </p:cNvSpPr>
          <p:nvPr/>
        </p:nvSpPr>
        <p:spPr>
          <a:xfrm>
            <a:off x="5048250" y="5343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3" name="connector_3919">
            <a:extLst>
              <a:ext uri="{FF2B5EF4-FFF2-40B4-BE49-F238E27FC236}">
                <a16:creationId xmlns:a16="http://schemas.microsoft.com/office/drawing/2014/main" id="{26906A6C-28CC-40DC-955F-45278E4452E9}"/>
              </a:ext>
            </a:extLst>
          </p:cNvPr>
          <p:cNvSpPr>
            <a:spLocks noGrp="1"/>
          </p:cNvSpPr>
          <p:nvPr/>
        </p:nvSpPr>
        <p:spPr>
          <a:xfrm>
            <a:off x="5048250" y="5467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4" name="connector_3920">
            <a:extLst>
              <a:ext uri="{FF2B5EF4-FFF2-40B4-BE49-F238E27FC236}">
                <a16:creationId xmlns:a16="http://schemas.microsoft.com/office/drawing/2014/main" id="{D172C929-35EF-4C11-A162-36692BEE698D}"/>
              </a:ext>
            </a:extLst>
          </p:cNvPr>
          <p:cNvSpPr>
            <a:spLocks noGrp="1"/>
          </p:cNvSpPr>
          <p:nvPr/>
        </p:nvSpPr>
        <p:spPr>
          <a:xfrm>
            <a:off x="5048250" y="5591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5" name="connector_3921">
            <a:extLst>
              <a:ext uri="{FF2B5EF4-FFF2-40B4-BE49-F238E27FC236}">
                <a16:creationId xmlns:a16="http://schemas.microsoft.com/office/drawing/2014/main" id="{6BC77DC1-E9A0-431A-B215-BF0512CE0E23}"/>
              </a:ext>
            </a:extLst>
          </p:cNvPr>
          <p:cNvSpPr>
            <a:spLocks noGrp="1"/>
          </p:cNvSpPr>
          <p:nvPr/>
        </p:nvSpPr>
        <p:spPr>
          <a:xfrm>
            <a:off x="5048250" y="5715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3922">
            <a:extLst>
              <a:ext uri="{FF2B5EF4-FFF2-40B4-BE49-F238E27FC236}">
                <a16:creationId xmlns:a16="http://schemas.microsoft.com/office/drawing/2014/main" id="{19440FAF-B65A-44FB-BA8C-30EB1AF2A254}"/>
              </a:ext>
            </a:extLst>
          </p:cNvPr>
          <p:cNvSpPr>
            <a:spLocks noGrp="1"/>
          </p:cNvSpPr>
          <p:nvPr/>
        </p:nvSpPr>
        <p:spPr>
          <a:xfrm>
            <a:off x="5048250" y="5838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3923">
            <a:extLst>
              <a:ext uri="{FF2B5EF4-FFF2-40B4-BE49-F238E27FC236}">
                <a16:creationId xmlns:a16="http://schemas.microsoft.com/office/drawing/2014/main" id="{BA2650A6-95BA-4466-A5ED-E82D3D5359AE}"/>
              </a:ext>
            </a:extLst>
          </p:cNvPr>
          <p:cNvSpPr>
            <a:spLocks noGrp="1"/>
          </p:cNvSpPr>
          <p:nvPr/>
        </p:nvSpPr>
        <p:spPr>
          <a:xfrm>
            <a:off x="5048250" y="5962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3924">
            <a:extLst>
              <a:ext uri="{FF2B5EF4-FFF2-40B4-BE49-F238E27FC236}">
                <a16:creationId xmlns:a16="http://schemas.microsoft.com/office/drawing/2014/main" id="{DD6EE26B-0570-4597-B7AC-14C80FEE7EC5}"/>
              </a:ext>
            </a:extLst>
          </p:cNvPr>
          <p:cNvSpPr>
            <a:spLocks noGrp="1"/>
          </p:cNvSpPr>
          <p:nvPr/>
        </p:nvSpPr>
        <p:spPr>
          <a:xfrm>
            <a:off x="5048250" y="6086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9" name="object_3925">
            <a:extLst>
              <a:ext uri="{FF2B5EF4-FFF2-40B4-BE49-F238E27FC236}">
                <a16:creationId xmlns:a16="http://schemas.microsoft.com/office/drawing/2014/main" id="{D4677282-FC0E-43D0-871C-15D7448AEB4E}"/>
              </a:ext>
            </a:extLst>
          </p:cNvPr>
          <p:cNvSpPr>
            <a:spLocks noGrp="1"/>
          </p:cNvSpPr>
          <p:nvPr/>
        </p:nvSpPr>
        <p:spPr>
          <a:xfrm>
            <a:off x="752475" y="1533525"/>
            <a:ext cx="1724025" cy="600075"/>
          </a:xfrm>
          <a:prstGeom prst="rect">
            <a:avLst/>
          </a:prstGeom>
          <a:solidFill>
            <a:srgbClr val="FFFFFF"/>
          </a:solidFill>
          <a:ln w="17145">
            <a:solidFill>
              <a:srgbClr val="D7000F"/>
            </a:solidFill>
          </a:ln>
        </p:spPr>
      </p:sp>
      <p:sp>
        <p:nvSpPr>
          <p:cNvPr id="50" name="text_3927_Requirement">
            <a:extLst>
              <a:ext uri="{FF2B5EF4-FFF2-40B4-BE49-F238E27FC236}">
                <a16:creationId xmlns:a16="http://schemas.microsoft.com/office/drawing/2014/main" id="{18F353EE-FED3-445E-A0ED-A736EA5D8121}"/>
              </a:ext>
            </a:extLst>
          </p:cNvPr>
          <p:cNvSpPr>
            <a:spLocks noGrp="1"/>
          </p:cNvSpPr>
          <p:nvPr/>
        </p:nvSpPr>
        <p:spPr>
          <a:xfrm>
            <a:off x="790575" y="1571625"/>
            <a:ext cx="1647825" cy="257175"/>
          </a:xfrm>
          <a:prstGeom prst="rect">
            <a:avLst/>
          </a:prstGeom>
          <a:noFill/>
          <a:ln w="9525">
            <a:noFill/>
          </a:ln>
        </p:spPr>
        <p:txBody>
          <a:bodyPr wrap="none" lIns="0" tIns="0" rIns="0" bIns="0" anchor="ctr">
            <a:noAutofit/>
          </a:bodyPr>
          <a:lstStyle/>
          <a:p>
            <a:pPr algn="ctr">
              <a:defRPr sz="1650" b="1">
                <a:solidFill>
                  <a:srgbClr val="D7000F"/>
                </a:solidFill>
                <a:latin typeface="Arial"/>
                <a:ea typeface="Arial"/>
                <a:cs typeface="Arial"/>
              </a:defRPr>
            </a:pPr>
            <a:r>
              <a:rPr sz="1650" b="1">
                <a:solidFill>
                  <a:srgbClr val="D7000F"/>
                </a:solidFill>
                <a:latin typeface="Arial"/>
                <a:ea typeface="Arial"/>
                <a:cs typeface="Arial"/>
              </a:rPr>
              <a:t>Requirement</a:t>
            </a:r>
          </a:p>
        </p:txBody>
      </p:sp>
      <p:sp>
        <p:nvSpPr>
          <p:cNvPr id="51" name="text_3929_明确需求与约束">
            <a:extLst>
              <a:ext uri="{FF2B5EF4-FFF2-40B4-BE49-F238E27FC236}">
                <a16:creationId xmlns:a16="http://schemas.microsoft.com/office/drawing/2014/main" id="{5AB6359C-94C0-4B1F-8EBF-387D0E3328FB}"/>
              </a:ext>
            </a:extLst>
          </p:cNvPr>
          <p:cNvSpPr>
            <a:spLocks noGrp="1"/>
          </p:cNvSpPr>
          <p:nvPr/>
        </p:nvSpPr>
        <p:spPr>
          <a:xfrm>
            <a:off x="781050" y="1857375"/>
            <a:ext cx="1666875" cy="228600"/>
          </a:xfrm>
          <a:prstGeom prst="rect">
            <a:avLst/>
          </a:prstGeom>
          <a:noFill/>
          <a:ln w="9525">
            <a:noFill/>
          </a:ln>
        </p:spPr>
        <p:txBody>
          <a:bodyPr wrap="none" lIns="0" tIns="0" rIns="0" bIns="0" anchor="ctr">
            <a:noAutofit/>
          </a:bodyPr>
          <a:lstStyle/>
          <a:p>
            <a:pPr algn="ctr">
              <a:defRPr sz="1238" b="0">
                <a:solidFill>
                  <a:srgbClr val="242424"/>
                </a:solidFill>
                <a:latin typeface="Arial"/>
                <a:ea typeface="Arial"/>
                <a:cs typeface="Arial"/>
              </a:defRPr>
            </a:pPr>
            <a:r>
              <a:rPr sz="1238" b="0">
                <a:solidFill>
                  <a:srgbClr val="242424"/>
                </a:solidFill>
                <a:latin typeface="Arial"/>
                <a:ea typeface="Arial"/>
                <a:cs typeface="Arial"/>
              </a:rPr>
              <a:t>明确需求与约束</a:t>
            </a:r>
          </a:p>
        </p:txBody>
      </p:sp>
      <p:sp>
        <p:nvSpPr>
          <p:cNvPr id="52" name="connector_3930">
            <a:extLst>
              <a:ext uri="{FF2B5EF4-FFF2-40B4-BE49-F238E27FC236}">
                <a16:creationId xmlns:a16="http://schemas.microsoft.com/office/drawing/2014/main" id="{A99A77D4-B127-4C1C-AA81-DA401AA9AB7F}"/>
              </a:ext>
            </a:extLst>
          </p:cNvPr>
          <p:cNvSpPr>
            <a:spLocks noGrp="1"/>
          </p:cNvSpPr>
          <p:nvPr/>
        </p:nvSpPr>
        <p:spPr>
          <a:xfrm>
            <a:off x="2524125" y="1809750"/>
            <a:ext cx="180975" cy="19050"/>
          </a:xfrm>
          <a:custGeom>
            <a:avLst/>
            <a:gdLst/>
            <a:ahLst/>
            <a:cxnLst/>
            <a:rect l="0" t="0" r="0" b="0"/>
            <a:pathLst>
              <a:path w="180975" h="19050">
                <a:moveTo>
                  <a:pt x="9525" y="9525"/>
                </a:moveTo>
                <a:lnTo>
                  <a:pt x="171450" y="9525"/>
                </a:lnTo>
              </a:path>
            </a:pathLst>
          </a:custGeom>
          <a:noFill/>
          <a:ln w="19050">
            <a:solidFill>
              <a:srgbClr val="D7000F"/>
            </a:solidFill>
          </a:ln>
        </p:spPr>
      </p:sp>
      <p:sp>
        <p:nvSpPr>
          <p:cNvPr id="53" name="connector_3931">
            <a:extLst>
              <a:ext uri="{FF2B5EF4-FFF2-40B4-BE49-F238E27FC236}">
                <a16:creationId xmlns:a16="http://schemas.microsoft.com/office/drawing/2014/main" id="{6CEFF338-B2C1-4B15-A225-A20A2A73F4F9}"/>
              </a:ext>
            </a:extLst>
          </p:cNvPr>
          <p:cNvSpPr>
            <a:spLocks noGrp="1"/>
          </p:cNvSpPr>
          <p:nvPr/>
        </p:nvSpPr>
        <p:spPr>
          <a:xfrm>
            <a:off x="2627537" y="177778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54" name="text_3933_Requirement Artifact">
            <a:extLst>
              <a:ext uri="{FF2B5EF4-FFF2-40B4-BE49-F238E27FC236}">
                <a16:creationId xmlns:a16="http://schemas.microsoft.com/office/drawing/2014/main" id="{C81FB253-1CBB-46CE-A332-A9019354C29C}"/>
              </a:ext>
            </a:extLst>
          </p:cNvPr>
          <p:cNvSpPr>
            <a:spLocks noGrp="1"/>
          </p:cNvSpPr>
          <p:nvPr/>
        </p:nvSpPr>
        <p:spPr>
          <a:xfrm>
            <a:off x="2762250" y="1562100"/>
            <a:ext cx="2095500" cy="257175"/>
          </a:xfrm>
          <a:prstGeom prst="rect">
            <a:avLst/>
          </a:prstGeom>
          <a:noFill/>
          <a:ln w="9525">
            <a:noFill/>
          </a:ln>
        </p:spPr>
        <p:txBody>
          <a:bodyPr wrap="none" lIns="0" tIns="0" rIns="0" bIns="0" anchor="ctr">
            <a:noAutofit/>
          </a:bodyPr>
          <a:lstStyle/>
          <a:p>
            <a:pPr algn="l">
              <a:defRPr sz="1425" b="1">
                <a:solidFill>
                  <a:srgbClr val="000000"/>
                </a:solidFill>
                <a:latin typeface="Arial"/>
                <a:ea typeface="Arial"/>
                <a:cs typeface="Arial"/>
              </a:defRPr>
            </a:pPr>
            <a:r>
              <a:rPr sz="1425" b="1">
                <a:solidFill>
                  <a:srgbClr val="000000"/>
                </a:solidFill>
                <a:latin typeface="Arial"/>
                <a:ea typeface="Arial"/>
                <a:cs typeface="Arial"/>
              </a:rPr>
              <a:t>Requirement Artifact</a:t>
            </a:r>
          </a:p>
        </p:txBody>
      </p:sp>
      <p:sp>
        <p:nvSpPr>
          <p:cNvPr id="55" name="text_3935_需求文档 / 约束（可选）">
            <a:extLst>
              <a:ext uri="{FF2B5EF4-FFF2-40B4-BE49-F238E27FC236}">
                <a16:creationId xmlns:a16="http://schemas.microsoft.com/office/drawing/2014/main" id="{91788FBD-669F-41BE-8CBE-22D335DA27B1}"/>
              </a:ext>
            </a:extLst>
          </p:cNvPr>
          <p:cNvSpPr>
            <a:spLocks noGrp="1"/>
          </p:cNvSpPr>
          <p:nvPr/>
        </p:nvSpPr>
        <p:spPr>
          <a:xfrm>
            <a:off x="2752725" y="1838325"/>
            <a:ext cx="2143125" cy="438150"/>
          </a:xfrm>
          <a:prstGeom prst="rect">
            <a:avLst/>
          </a:prstGeom>
          <a:noFill/>
          <a:ln w="9525">
            <a:noFill/>
          </a:ln>
        </p:spPr>
        <p:txBody>
          <a:bodyPr wrap="none" lIns="0" tIns="0" rIns="0" bIns="0" anchor="ctr">
            <a:noAutofit/>
          </a:bodyPr>
          <a:lstStyle/>
          <a:p>
            <a:pPr algn="l">
              <a:defRPr sz="1200" b="0">
                <a:solidFill>
                  <a:srgbClr val="242424"/>
                </a:solidFill>
                <a:latin typeface="Arial"/>
                <a:ea typeface="Arial"/>
                <a:cs typeface="Arial"/>
              </a:defRPr>
            </a:pPr>
            <a:r>
              <a:rPr sz="1200" b="0" dirty="0" err="1">
                <a:solidFill>
                  <a:srgbClr val="242424"/>
                </a:solidFill>
                <a:latin typeface="Arial"/>
                <a:ea typeface="Arial"/>
                <a:cs typeface="Arial"/>
              </a:rPr>
              <a:t>需求文档</a:t>
            </a:r>
            <a:r>
              <a:rPr sz="1200" b="0" dirty="0">
                <a:solidFill>
                  <a:srgbClr val="242424"/>
                </a:solidFill>
                <a:latin typeface="Arial"/>
                <a:ea typeface="Arial"/>
                <a:cs typeface="Arial"/>
              </a:rPr>
              <a:t> / </a:t>
            </a:r>
            <a:r>
              <a:rPr sz="1200" b="0" dirty="0" err="1" smtClean="0">
                <a:solidFill>
                  <a:srgbClr val="242424"/>
                </a:solidFill>
                <a:latin typeface="Arial"/>
                <a:ea typeface="Arial"/>
                <a:cs typeface="Arial"/>
              </a:rPr>
              <a:t>约束</a:t>
            </a:r>
            <a:endParaRPr sz="1200" b="0" dirty="0">
              <a:solidFill>
                <a:srgbClr val="242424"/>
              </a:solidFill>
              <a:latin typeface="Arial"/>
              <a:ea typeface="Arial"/>
              <a:cs typeface="Arial"/>
            </a:endParaRPr>
          </a:p>
        </p:txBody>
      </p:sp>
      <p:sp>
        <p:nvSpPr>
          <p:cNvPr id="56" name="connector_3936">
            <a:extLst>
              <a:ext uri="{FF2B5EF4-FFF2-40B4-BE49-F238E27FC236}">
                <a16:creationId xmlns:a16="http://schemas.microsoft.com/office/drawing/2014/main" id="{0D490940-91E9-4CE3-9E60-E55B4B5D2B65}"/>
              </a:ext>
            </a:extLst>
          </p:cNvPr>
          <p:cNvSpPr>
            <a:spLocks noGrp="1"/>
          </p:cNvSpPr>
          <p:nvPr/>
        </p:nvSpPr>
        <p:spPr>
          <a:xfrm>
            <a:off x="1600200" y="2162175"/>
            <a:ext cx="19050" cy="276225"/>
          </a:xfrm>
          <a:custGeom>
            <a:avLst/>
            <a:gdLst/>
            <a:ahLst/>
            <a:cxnLst/>
            <a:rect l="0" t="0" r="0" b="0"/>
            <a:pathLst>
              <a:path w="19050" h="276225">
                <a:moveTo>
                  <a:pt x="9525" y="9525"/>
                </a:moveTo>
                <a:lnTo>
                  <a:pt x="9525" y="266700"/>
                </a:lnTo>
              </a:path>
            </a:pathLst>
          </a:custGeom>
          <a:noFill/>
          <a:ln w="19050">
            <a:solidFill>
              <a:srgbClr val="D7000F"/>
            </a:solidFill>
          </a:ln>
        </p:spPr>
      </p:sp>
      <p:sp>
        <p:nvSpPr>
          <p:cNvPr id="57" name="connector_3937">
            <a:extLst>
              <a:ext uri="{FF2B5EF4-FFF2-40B4-BE49-F238E27FC236}">
                <a16:creationId xmlns:a16="http://schemas.microsoft.com/office/drawing/2014/main" id="{BA995ADD-CCAA-4E91-88B2-51E75B8BA3F1}"/>
              </a:ext>
            </a:extLst>
          </p:cNvPr>
          <p:cNvSpPr>
            <a:spLocks noGrp="1"/>
          </p:cNvSpPr>
          <p:nvPr/>
        </p:nvSpPr>
        <p:spPr>
          <a:xfrm>
            <a:off x="1568234" y="23608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58" name="object_3938">
            <a:extLst>
              <a:ext uri="{FF2B5EF4-FFF2-40B4-BE49-F238E27FC236}">
                <a16:creationId xmlns:a16="http://schemas.microsoft.com/office/drawing/2014/main" id="{EBAAD31F-1932-4C62-BDB9-EDFE1C12B1E8}"/>
              </a:ext>
            </a:extLst>
          </p:cNvPr>
          <p:cNvSpPr>
            <a:spLocks noGrp="1"/>
          </p:cNvSpPr>
          <p:nvPr/>
        </p:nvSpPr>
        <p:spPr>
          <a:xfrm>
            <a:off x="752475" y="2476500"/>
            <a:ext cx="1724025" cy="600075"/>
          </a:xfrm>
          <a:prstGeom prst="rect">
            <a:avLst/>
          </a:prstGeom>
          <a:solidFill>
            <a:srgbClr val="FFFFFF"/>
          </a:solidFill>
          <a:ln w="17145">
            <a:solidFill>
              <a:srgbClr val="D7000F"/>
            </a:solidFill>
          </a:ln>
        </p:spPr>
      </p:sp>
      <p:sp>
        <p:nvSpPr>
          <p:cNvPr id="59" name="text_3940_Design">
            <a:extLst>
              <a:ext uri="{FF2B5EF4-FFF2-40B4-BE49-F238E27FC236}">
                <a16:creationId xmlns:a16="http://schemas.microsoft.com/office/drawing/2014/main" id="{0FB527C1-C480-440A-BEE7-4549C43D8047}"/>
              </a:ext>
            </a:extLst>
          </p:cNvPr>
          <p:cNvSpPr>
            <a:spLocks noGrp="1"/>
          </p:cNvSpPr>
          <p:nvPr/>
        </p:nvSpPr>
        <p:spPr>
          <a:xfrm>
            <a:off x="790575" y="2514600"/>
            <a:ext cx="1647825" cy="257175"/>
          </a:xfrm>
          <a:prstGeom prst="rect">
            <a:avLst/>
          </a:prstGeom>
          <a:noFill/>
          <a:ln w="9525">
            <a:noFill/>
          </a:ln>
        </p:spPr>
        <p:txBody>
          <a:bodyPr wrap="none" lIns="0" tIns="0" rIns="0" bIns="0" anchor="ctr">
            <a:noAutofit/>
          </a:bodyPr>
          <a:lstStyle/>
          <a:p>
            <a:pPr algn="ctr">
              <a:defRPr sz="1650" b="1">
                <a:solidFill>
                  <a:srgbClr val="D7000F"/>
                </a:solidFill>
                <a:latin typeface="Arial"/>
                <a:ea typeface="Arial"/>
                <a:cs typeface="Arial"/>
              </a:defRPr>
            </a:pPr>
            <a:r>
              <a:rPr sz="1650" b="1">
                <a:solidFill>
                  <a:srgbClr val="D7000F"/>
                </a:solidFill>
                <a:latin typeface="Arial"/>
                <a:ea typeface="Arial"/>
                <a:cs typeface="Arial"/>
              </a:rPr>
              <a:t>Design</a:t>
            </a:r>
          </a:p>
        </p:txBody>
      </p:sp>
      <p:sp>
        <p:nvSpPr>
          <p:cNvPr id="60" name="text_3942_算法设计与映射">
            <a:extLst>
              <a:ext uri="{FF2B5EF4-FFF2-40B4-BE49-F238E27FC236}">
                <a16:creationId xmlns:a16="http://schemas.microsoft.com/office/drawing/2014/main" id="{BB76513F-00B1-45F8-8778-0A0759B4D965}"/>
              </a:ext>
            </a:extLst>
          </p:cNvPr>
          <p:cNvSpPr>
            <a:spLocks noGrp="1"/>
          </p:cNvSpPr>
          <p:nvPr/>
        </p:nvSpPr>
        <p:spPr>
          <a:xfrm>
            <a:off x="781050" y="2800350"/>
            <a:ext cx="1666875" cy="228600"/>
          </a:xfrm>
          <a:prstGeom prst="rect">
            <a:avLst/>
          </a:prstGeom>
          <a:noFill/>
          <a:ln w="9525">
            <a:noFill/>
          </a:ln>
        </p:spPr>
        <p:txBody>
          <a:bodyPr wrap="none" lIns="0" tIns="0" rIns="0" bIns="0" anchor="ctr">
            <a:noAutofit/>
          </a:bodyPr>
          <a:lstStyle/>
          <a:p>
            <a:pPr algn="ctr">
              <a:defRPr sz="1238" b="0">
                <a:solidFill>
                  <a:srgbClr val="242424"/>
                </a:solidFill>
                <a:latin typeface="Arial"/>
                <a:ea typeface="Arial"/>
                <a:cs typeface="Arial"/>
              </a:defRPr>
            </a:pPr>
            <a:r>
              <a:rPr sz="1238" b="0">
                <a:solidFill>
                  <a:srgbClr val="242424"/>
                </a:solidFill>
                <a:latin typeface="Arial"/>
                <a:ea typeface="Arial"/>
                <a:cs typeface="Arial"/>
              </a:rPr>
              <a:t>算法设计与映射</a:t>
            </a:r>
          </a:p>
        </p:txBody>
      </p:sp>
      <p:sp>
        <p:nvSpPr>
          <p:cNvPr id="61" name="connector_3943">
            <a:extLst>
              <a:ext uri="{FF2B5EF4-FFF2-40B4-BE49-F238E27FC236}">
                <a16:creationId xmlns:a16="http://schemas.microsoft.com/office/drawing/2014/main" id="{CFCCE9A1-6529-4915-8B0C-AF65103B558E}"/>
              </a:ext>
            </a:extLst>
          </p:cNvPr>
          <p:cNvSpPr>
            <a:spLocks noGrp="1"/>
          </p:cNvSpPr>
          <p:nvPr/>
        </p:nvSpPr>
        <p:spPr>
          <a:xfrm>
            <a:off x="2524125" y="2752725"/>
            <a:ext cx="180975" cy="19050"/>
          </a:xfrm>
          <a:custGeom>
            <a:avLst/>
            <a:gdLst/>
            <a:ahLst/>
            <a:cxnLst/>
            <a:rect l="0" t="0" r="0" b="0"/>
            <a:pathLst>
              <a:path w="180975" h="19050">
                <a:moveTo>
                  <a:pt x="9525" y="9525"/>
                </a:moveTo>
                <a:lnTo>
                  <a:pt x="171450" y="9525"/>
                </a:lnTo>
              </a:path>
            </a:pathLst>
          </a:custGeom>
          <a:noFill/>
          <a:ln w="19050">
            <a:solidFill>
              <a:srgbClr val="D7000F"/>
            </a:solidFill>
          </a:ln>
        </p:spPr>
      </p:sp>
      <p:sp>
        <p:nvSpPr>
          <p:cNvPr id="62" name="connector_3944">
            <a:extLst>
              <a:ext uri="{FF2B5EF4-FFF2-40B4-BE49-F238E27FC236}">
                <a16:creationId xmlns:a16="http://schemas.microsoft.com/office/drawing/2014/main" id="{01203E44-0960-4E7A-89F6-BAB0EEAC9AD8}"/>
              </a:ext>
            </a:extLst>
          </p:cNvPr>
          <p:cNvSpPr>
            <a:spLocks noGrp="1"/>
          </p:cNvSpPr>
          <p:nvPr/>
        </p:nvSpPr>
        <p:spPr>
          <a:xfrm>
            <a:off x="2627537" y="27207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63" name="text_3946_Design Artifact">
            <a:extLst>
              <a:ext uri="{FF2B5EF4-FFF2-40B4-BE49-F238E27FC236}">
                <a16:creationId xmlns:a16="http://schemas.microsoft.com/office/drawing/2014/main" id="{71B06443-3FE6-498B-BBDA-99B71C43BB40}"/>
              </a:ext>
            </a:extLst>
          </p:cNvPr>
          <p:cNvSpPr>
            <a:spLocks noGrp="1"/>
          </p:cNvSpPr>
          <p:nvPr/>
        </p:nvSpPr>
        <p:spPr>
          <a:xfrm>
            <a:off x="2762250" y="2505075"/>
            <a:ext cx="2095500" cy="257175"/>
          </a:xfrm>
          <a:prstGeom prst="rect">
            <a:avLst/>
          </a:prstGeom>
          <a:noFill/>
          <a:ln w="9525">
            <a:noFill/>
          </a:ln>
        </p:spPr>
        <p:txBody>
          <a:bodyPr wrap="none" lIns="0" tIns="0" rIns="0" bIns="0" anchor="ctr">
            <a:noAutofit/>
          </a:bodyPr>
          <a:lstStyle/>
          <a:p>
            <a:pPr algn="l">
              <a:defRPr sz="1425" b="1">
                <a:solidFill>
                  <a:srgbClr val="000000"/>
                </a:solidFill>
                <a:latin typeface="Arial"/>
                <a:ea typeface="Arial"/>
                <a:cs typeface="Arial"/>
              </a:defRPr>
            </a:pPr>
            <a:r>
              <a:rPr sz="1425" b="1">
                <a:solidFill>
                  <a:srgbClr val="000000"/>
                </a:solidFill>
                <a:latin typeface="Arial"/>
                <a:ea typeface="Arial"/>
                <a:cs typeface="Arial"/>
              </a:rPr>
              <a:t>Design Artifact</a:t>
            </a:r>
          </a:p>
        </p:txBody>
      </p:sp>
      <p:sp>
        <p:nvSpPr>
          <p:cNvPr id="64" name="text_3948_语义 / Shape&#10;Axis / Mappin">
            <a:extLst>
              <a:ext uri="{FF2B5EF4-FFF2-40B4-BE49-F238E27FC236}">
                <a16:creationId xmlns:a16="http://schemas.microsoft.com/office/drawing/2014/main" id="{FC388197-B5B7-4851-9549-A6E2B1276D98}"/>
              </a:ext>
            </a:extLst>
          </p:cNvPr>
          <p:cNvSpPr>
            <a:spLocks noGrp="1"/>
          </p:cNvSpPr>
          <p:nvPr/>
        </p:nvSpPr>
        <p:spPr>
          <a:xfrm>
            <a:off x="2752725" y="2781300"/>
            <a:ext cx="2143125" cy="438150"/>
          </a:xfrm>
          <a:prstGeom prst="rect">
            <a:avLst/>
          </a:prstGeom>
          <a:noFill/>
          <a:ln w="9525">
            <a:noFill/>
          </a:ln>
        </p:spPr>
        <p:txBody>
          <a:bodyPr wrap="none" lIns="0" tIns="0" rIns="0" bIns="0" anchor="ctr">
            <a:noAutofit/>
          </a:bodyPr>
          <a:lstStyle/>
          <a:p>
            <a:pPr algn="l">
              <a:defRPr sz="1200" b="0">
                <a:solidFill>
                  <a:srgbClr val="242424"/>
                </a:solidFill>
                <a:latin typeface="Arial"/>
                <a:ea typeface="Arial"/>
                <a:cs typeface="Arial"/>
              </a:defRPr>
            </a:pPr>
            <a:r>
              <a:rPr sz="1200" b="0">
                <a:solidFill>
                  <a:srgbClr val="242424"/>
                </a:solidFill>
                <a:latin typeface="Arial"/>
                <a:ea typeface="Arial"/>
                <a:cs typeface="Arial"/>
              </a:rPr>
              <a:t>语义 / Shape</a:t>
            </a:r>
          </a:p>
          <a:p>
            <a:pPr algn="l">
              <a:defRPr sz="1200" b="0">
                <a:solidFill>
                  <a:srgbClr val="242424"/>
                </a:solidFill>
                <a:latin typeface="Arial"/>
                <a:ea typeface="Arial"/>
                <a:cs typeface="Arial"/>
              </a:defRPr>
            </a:pPr>
            <a:r>
              <a:rPr sz="1200" b="0">
                <a:solidFill>
                  <a:srgbClr val="242424"/>
                </a:solidFill>
                <a:latin typeface="Arial"/>
                <a:ea typeface="Arial"/>
                <a:cs typeface="Arial"/>
              </a:rPr>
              <a:t>Axis / Mapping</a:t>
            </a:r>
          </a:p>
        </p:txBody>
      </p:sp>
      <p:sp>
        <p:nvSpPr>
          <p:cNvPr id="65" name="connector_3949">
            <a:extLst>
              <a:ext uri="{FF2B5EF4-FFF2-40B4-BE49-F238E27FC236}">
                <a16:creationId xmlns:a16="http://schemas.microsoft.com/office/drawing/2014/main" id="{B5B98B62-6290-4E03-A93B-71551BC3FF49}"/>
              </a:ext>
            </a:extLst>
          </p:cNvPr>
          <p:cNvSpPr>
            <a:spLocks noGrp="1"/>
          </p:cNvSpPr>
          <p:nvPr/>
        </p:nvSpPr>
        <p:spPr>
          <a:xfrm>
            <a:off x="1600200" y="3105150"/>
            <a:ext cx="19050" cy="276225"/>
          </a:xfrm>
          <a:custGeom>
            <a:avLst/>
            <a:gdLst/>
            <a:ahLst/>
            <a:cxnLst/>
            <a:rect l="0" t="0" r="0" b="0"/>
            <a:pathLst>
              <a:path w="19050" h="276225">
                <a:moveTo>
                  <a:pt x="9525" y="9525"/>
                </a:moveTo>
                <a:lnTo>
                  <a:pt x="9525" y="266700"/>
                </a:lnTo>
              </a:path>
            </a:pathLst>
          </a:custGeom>
          <a:noFill/>
          <a:ln w="19050">
            <a:solidFill>
              <a:srgbClr val="D7000F"/>
            </a:solidFill>
          </a:ln>
        </p:spPr>
      </p:sp>
      <p:sp>
        <p:nvSpPr>
          <p:cNvPr id="66" name="connector_3950">
            <a:extLst>
              <a:ext uri="{FF2B5EF4-FFF2-40B4-BE49-F238E27FC236}">
                <a16:creationId xmlns:a16="http://schemas.microsoft.com/office/drawing/2014/main" id="{F589CD29-210B-41BA-922B-D6E2A6515C4E}"/>
              </a:ext>
            </a:extLst>
          </p:cNvPr>
          <p:cNvSpPr>
            <a:spLocks noGrp="1"/>
          </p:cNvSpPr>
          <p:nvPr/>
        </p:nvSpPr>
        <p:spPr>
          <a:xfrm>
            <a:off x="1568234" y="330381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67" name="object_3951">
            <a:extLst>
              <a:ext uri="{FF2B5EF4-FFF2-40B4-BE49-F238E27FC236}">
                <a16:creationId xmlns:a16="http://schemas.microsoft.com/office/drawing/2014/main" id="{9FEF3BBB-1193-4587-9DC3-FFE317128F39}"/>
              </a:ext>
            </a:extLst>
          </p:cNvPr>
          <p:cNvSpPr>
            <a:spLocks noGrp="1"/>
          </p:cNvSpPr>
          <p:nvPr/>
        </p:nvSpPr>
        <p:spPr>
          <a:xfrm>
            <a:off x="752475" y="3419475"/>
            <a:ext cx="1724025" cy="600075"/>
          </a:xfrm>
          <a:prstGeom prst="rect">
            <a:avLst/>
          </a:prstGeom>
          <a:solidFill>
            <a:srgbClr val="FFFFFF"/>
          </a:solidFill>
          <a:ln w="17145">
            <a:solidFill>
              <a:srgbClr val="D7000F"/>
            </a:solidFill>
          </a:ln>
        </p:spPr>
      </p:sp>
      <p:sp>
        <p:nvSpPr>
          <p:cNvPr id="68" name="text_3953_Build">
            <a:extLst>
              <a:ext uri="{FF2B5EF4-FFF2-40B4-BE49-F238E27FC236}">
                <a16:creationId xmlns:a16="http://schemas.microsoft.com/office/drawing/2014/main" id="{081AE65A-D564-426D-87FB-2BBB65B42EF1}"/>
              </a:ext>
            </a:extLst>
          </p:cNvPr>
          <p:cNvSpPr>
            <a:spLocks noGrp="1"/>
          </p:cNvSpPr>
          <p:nvPr/>
        </p:nvSpPr>
        <p:spPr>
          <a:xfrm>
            <a:off x="790575" y="3457575"/>
            <a:ext cx="1647825" cy="257175"/>
          </a:xfrm>
          <a:prstGeom prst="rect">
            <a:avLst/>
          </a:prstGeom>
          <a:noFill/>
          <a:ln w="9525">
            <a:noFill/>
          </a:ln>
        </p:spPr>
        <p:txBody>
          <a:bodyPr wrap="none" lIns="0" tIns="0" rIns="0" bIns="0" anchor="ctr">
            <a:noAutofit/>
          </a:bodyPr>
          <a:lstStyle/>
          <a:p>
            <a:pPr algn="ctr">
              <a:defRPr sz="1650" b="1">
                <a:solidFill>
                  <a:srgbClr val="D7000F"/>
                </a:solidFill>
                <a:latin typeface="Arial"/>
                <a:ea typeface="Arial"/>
                <a:cs typeface="Arial"/>
              </a:defRPr>
            </a:pPr>
            <a:r>
              <a:rPr sz="1650" b="1">
                <a:solidFill>
                  <a:srgbClr val="D7000F"/>
                </a:solidFill>
                <a:latin typeface="Arial"/>
                <a:ea typeface="Arial"/>
                <a:cs typeface="Arial"/>
              </a:rPr>
              <a:t>Build</a:t>
            </a:r>
          </a:p>
        </p:txBody>
      </p:sp>
      <p:sp>
        <p:nvSpPr>
          <p:cNvPr id="69" name="text_3955_代码实现与构建">
            <a:extLst>
              <a:ext uri="{FF2B5EF4-FFF2-40B4-BE49-F238E27FC236}">
                <a16:creationId xmlns:a16="http://schemas.microsoft.com/office/drawing/2014/main" id="{71122F07-FDAF-4F00-99F6-3F1BD367DE3E}"/>
              </a:ext>
            </a:extLst>
          </p:cNvPr>
          <p:cNvSpPr>
            <a:spLocks noGrp="1"/>
          </p:cNvSpPr>
          <p:nvPr/>
        </p:nvSpPr>
        <p:spPr>
          <a:xfrm>
            <a:off x="781050" y="3743325"/>
            <a:ext cx="1666875" cy="228600"/>
          </a:xfrm>
          <a:prstGeom prst="rect">
            <a:avLst/>
          </a:prstGeom>
          <a:noFill/>
          <a:ln w="9525">
            <a:noFill/>
          </a:ln>
        </p:spPr>
        <p:txBody>
          <a:bodyPr wrap="none" lIns="0" tIns="0" rIns="0" bIns="0" anchor="ctr">
            <a:noAutofit/>
          </a:bodyPr>
          <a:lstStyle/>
          <a:p>
            <a:pPr algn="ctr">
              <a:defRPr sz="1238" b="0">
                <a:solidFill>
                  <a:srgbClr val="242424"/>
                </a:solidFill>
                <a:latin typeface="Arial"/>
                <a:ea typeface="Arial"/>
                <a:cs typeface="Arial"/>
              </a:defRPr>
            </a:pPr>
            <a:r>
              <a:rPr sz="1238" b="0">
                <a:solidFill>
                  <a:srgbClr val="242424"/>
                </a:solidFill>
                <a:latin typeface="Arial"/>
                <a:ea typeface="Arial"/>
                <a:cs typeface="Arial"/>
              </a:rPr>
              <a:t>代码实现与构建</a:t>
            </a:r>
          </a:p>
        </p:txBody>
      </p:sp>
      <p:sp>
        <p:nvSpPr>
          <p:cNvPr id="70" name="connector_3956">
            <a:extLst>
              <a:ext uri="{FF2B5EF4-FFF2-40B4-BE49-F238E27FC236}">
                <a16:creationId xmlns:a16="http://schemas.microsoft.com/office/drawing/2014/main" id="{FCD3FE84-1060-4AA3-87BA-775B74C11E50}"/>
              </a:ext>
            </a:extLst>
          </p:cNvPr>
          <p:cNvSpPr>
            <a:spLocks noGrp="1"/>
          </p:cNvSpPr>
          <p:nvPr/>
        </p:nvSpPr>
        <p:spPr>
          <a:xfrm>
            <a:off x="2524125" y="3695700"/>
            <a:ext cx="180975" cy="19050"/>
          </a:xfrm>
          <a:custGeom>
            <a:avLst/>
            <a:gdLst/>
            <a:ahLst/>
            <a:cxnLst/>
            <a:rect l="0" t="0" r="0" b="0"/>
            <a:pathLst>
              <a:path w="180975" h="19050">
                <a:moveTo>
                  <a:pt x="9525" y="9525"/>
                </a:moveTo>
                <a:lnTo>
                  <a:pt x="171450" y="9525"/>
                </a:lnTo>
              </a:path>
            </a:pathLst>
          </a:custGeom>
          <a:noFill/>
          <a:ln w="19050">
            <a:solidFill>
              <a:srgbClr val="D7000F"/>
            </a:solidFill>
          </a:ln>
        </p:spPr>
      </p:sp>
      <p:sp>
        <p:nvSpPr>
          <p:cNvPr id="71" name="connector_3957">
            <a:extLst>
              <a:ext uri="{FF2B5EF4-FFF2-40B4-BE49-F238E27FC236}">
                <a16:creationId xmlns:a16="http://schemas.microsoft.com/office/drawing/2014/main" id="{3C0D110C-58CC-4E4E-ADFB-EBBCFC6B83B0}"/>
              </a:ext>
            </a:extLst>
          </p:cNvPr>
          <p:cNvSpPr>
            <a:spLocks noGrp="1"/>
          </p:cNvSpPr>
          <p:nvPr/>
        </p:nvSpPr>
        <p:spPr>
          <a:xfrm>
            <a:off x="2627537" y="366373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72" name="text_3959_Build Artifact">
            <a:extLst>
              <a:ext uri="{FF2B5EF4-FFF2-40B4-BE49-F238E27FC236}">
                <a16:creationId xmlns:a16="http://schemas.microsoft.com/office/drawing/2014/main" id="{D64C23D5-960D-4174-9525-B5AD12F2E6AC}"/>
              </a:ext>
            </a:extLst>
          </p:cNvPr>
          <p:cNvSpPr>
            <a:spLocks noGrp="1"/>
          </p:cNvSpPr>
          <p:nvPr/>
        </p:nvSpPr>
        <p:spPr>
          <a:xfrm>
            <a:off x="2762250" y="3448050"/>
            <a:ext cx="2095500" cy="257175"/>
          </a:xfrm>
          <a:prstGeom prst="rect">
            <a:avLst/>
          </a:prstGeom>
          <a:noFill/>
          <a:ln w="9525">
            <a:noFill/>
          </a:ln>
        </p:spPr>
        <p:txBody>
          <a:bodyPr wrap="none" lIns="0" tIns="0" rIns="0" bIns="0" anchor="ctr">
            <a:noAutofit/>
          </a:bodyPr>
          <a:lstStyle/>
          <a:p>
            <a:pPr algn="l">
              <a:defRPr sz="1425" b="1">
                <a:solidFill>
                  <a:srgbClr val="000000"/>
                </a:solidFill>
                <a:latin typeface="Arial"/>
                <a:ea typeface="Arial"/>
                <a:cs typeface="Arial"/>
              </a:defRPr>
            </a:pPr>
            <a:r>
              <a:rPr sz="1425" b="1">
                <a:solidFill>
                  <a:srgbClr val="000000"/>
                </a:solidFill>
                <a:latin typeface="Arial"/>
                <a:ea typeface="Arial"/>
                <a:cs typeface="Arial"/>
              </a:rPr>
              <a:t>Build Artifact</a:t>
            </a:r>
          </a:p>
        </p:txBody>
      </p:sp>
      <p:sp>
        <p:nvSpPr>
          <p:cNvPr id="73" name="text_3961_Kernel / Wrapper / Test">
            <a:extLst>
              <a:ext uri="{FF2B5EF4-FFF2-40B4-BE49-F238E27FC236}">
                <a16:creationId xmlns:a16="http://schemas.microsoft.com/office/drawing/2014/main" id="{91E7AA82-DFA3-4434-AF26-330C182D2252}"/>
              </a:ext>
            </a:extLst>
          </p:cNvPr>
          <p:cNvSpPr>
            <a:spLocks noGrp="1"/>
          </p:cNvSpPr>
          <p:nvPr/>
        </p:nvSpPr>
        <p:spPr>
          <a:xfrm>
            <a:off x="2752725" y="3724275"/>
            <a:ext cx="2143125" cy="438150"/>
          </a:xfrm>
          <a:prstGeom prst="rect">
            <a:avLst/>
          </a:prstGeom>
          <a:noFill/>
          <a:ln w="9525">
            <a:noFill/>
          </a:ln>
        </p:spPr>
        <p:txBody>
          <a:bodyPr wrap="none" lIns="0" tIns="0" rIns="0" bIns="0" anchor="ctr">
            <a:noAutofit/>
          </a:bodyPr>
          <a:lstStyle/>
          <a:p>
            <a:pPr algn="l">
              <a:defRPr sz="1200" b="0">
                <a:solidFill>
                  <a:srgbClr val="242424"/>
                </a:solidFill>
                <a:latin typeface="Arial"/>
                <a:ea typeface="Arial"/>
                <a:cs typeface="Arial"/>
              </a:defRPr>
            </a:pPr>
            <a:r>
              <a:rPr sz="1200" b="0">
                <a:solidFill>
                  <a:srgbClr val="242424"/>
                </a:solidFill>
                <a:latin typeface="Arial"/>
                <a:ea typeface="Arial"/>
                <a:cs typeface="Arial"/>
              </a:rPr>
              <a:t>Kernel / Wrapper / Test</a:t>
            </a:r>
          </a:p>
        </p:txBody>
      </p:sp>
      <p:sp>
        <p:nvSpPr>
          <p:cNvPr id="74" name="connector_3962">
            <a:extLst>
              <a:ext uri="{FF2B5EF4-FFF2-40B4-BE49-F238E27FC236}">
                <a16:creationId xmlns:a16="http://schemas.microsoft.com/office/drawing/2014/main" id="{C0A4CB7B-EBFD-41CF-8DF6-49640F171EFA}"/>
              </a:ext>
            </a:extLst>
          </p:cNvPr>
          <p:cNvSpPr>
            <a:spLocks noGrp="1"/>
          </p:cNvSpPr>
          <p:nvPr/>
        </p:nvSpPr>
        <p:spPr>
          <a:xfrm>
            <a:off x="1600200" y="4048125"/>
            <a:ext cx="19050" cy="276225"/>
          </a:xfrm>
          <a:custGeom>
            <a:avLst/>
            <a:gdLst/>
            <a:ahLst/>
            <a:cxnLst/>
            <a:rect l="0" t="0" r="0" b="0"/>
            <a:pathLst>
              <a:path w="19050" h="276225">
                <a:moveTo>
                  <a:pt x="9525" y="9525"/>
                </a:moveTo>
                <a:lnTo>
                  <a:pt x="9525" y="266700"/>
                </a:lnTo>
              </a:path>
            </a:pathLst>
          </a:custGeom>
          <a:noFill/>
          <a:ln w="19050">
            <a:solidFill>
              <a:srgbClr val="D7000F"/>
            </a:solidFill>
          </a:ln>
        </p:spPr>
      </p:sp>
      <p:sp>
        <p:nvSpPr>
          <p:cNvPr id="75" name="connector_3963">
            <a:extLst>
              <a:ext uri="{FF2B5EF4-FFF2-40B4-BE49-F238E27FC236}">
                <a16:creationId xmlns:a16="http://schemas.microsoft.com/office/drawing/2014/main" id="{F467D97C-A5BF-4851-8993-A9D30381A1BB}"/>
              </a:ext>
            </a:extLst>
          </p:cNvPr>
          <p:cNvSpPr>
            <a:spLocks noGrp="1"/>
          </p:cNvSpPr>
          <p:nvPr/>
        </p:nvSpPr>
        <p:spPr>
          <a:xfrm>
            <a:off x="1568234" y="424678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76" name="object_3964">
            <a:extLst>
              <a:ext uri="{FF2B5EF4-FFF2-40B4-BE49-F238E27FC236}">
                <a16:creationId xmlns:a16="http://schemas.microsoft.com/office/drawing/2014/main" id="{A87AB25B-66BD-49FD-B0B7-6BDD2F53AF0D}"/>
              </a:ext>
            </a:extLst>
          </p:cNvPr>
          <p:cNvSpPr>
            <a:spLocks noGrp="1"/>
          </p:cNvSpPr>
          <p:nvPr/>
        </p:nvSpPr>
        <p:spPr>
          <a:xfrm>
            <a:off x="752475" y="4362450"/>
            <a:ext cx="1724025" cy="600075"/>
          </a:xfrm>
          <a:prstGeom prst="rect">
            <a:avLst/>
          </a:prstGeom>
          <a:solidFill>
            <a:srgbClr val="FFFFFF"/>
          </a:solidFill>
          <a:ln w="17145">
            <a:solidFill>
              <a:srgbClr val="D7000F"/>
            </a:solidFill>
          </a:ln>
        </p:spPr>
      </p:sp>
      <p:sp>
        <p:nvSpPr>
          <p:cNvPr id="77" name="text_3966_Review">
            <a:extLst>
              <a:ext uri="{FF2B5EF4-FFF2-40B4-BE49-F238E27FC236}">
                <a16:creationId xmlns:a16="http://schemas.microsoft.com/office/drawing/2014/main" id="{8DBFBBD9-2578-4053-8310-033FDF472EC8}"/>
              </a:ext>
            </a:extLst>
          </p:cNvPr>
          <p:cNvSpPr>
            <a:spLocks noGrp="1"/>
          </p:cNvSpPr>
          <p:nvPr/>
        </p:nvSpPr>
        <p:spPr>
          <a:xfrm>
            <a:off x="790575" y="4400550"/>
            <a:ext cx="1647825" cy="257175"/>
          </a:xfrm>
          <a:prstGeom prst="rect">
            <a:avLst/>
          </a:prstGeom>
          <a:noFill/>
          <a:ln w="9525">
            <a:noFill/>
          </a:ln>
        </p:spPr>
        <p:txBody>
          <a:bodyPr wrap="none" lIns="0" tIns="0" rIns="0" bIns="0" anchor="ctr">
            <a:noAutofit/>
          </a:bodyPr>
          <a:lstStyle/>
          <a:p>
            <a:pPr algn="ctr">
              <a:defRPr sz="1650" b="1">
                <a:solidFill>
                  <a:srgbClr val="D7000F"/>
                </a:solidFill>
                <a:latin typeface="Arial"/>
                <a:ea typeface="Arial"/>
                <a:cs typeface="Arial"/>
              </a:defRPr>
            </a:pPr>
            <a:r>
              <a:rPr sz="1650" b="1">
                <a:solidFill>
                  <a:srgbClr val="D7000F"/>
                </a:solidFill>
                <a:latin typeface="Arial"/>
                <a:ea typeface="Arial"/>
                <a:cs typeface="Arial"/>
              </a:rPr>
              <a:t>Review</a:t>
            </a:r>
          </a:p>
        </p:txBody>
      </p:sp>
      <p:sp>
        <p:nvSpPr>
          <p:cNvPr id="78" name="text_3968_正确性验证与问题修复">
            <a:extLst>
              <a:ext uri="{FF2B5EF4-FFF2-40B4-BE49-F238E27FC236}">
                <a16:creationId xmlns:a16="http://schemas.microsoft.com/office/drawing/2014/main" id="{20076BA5-FCAD-4918-A1E9-DAB5B2D9BF61}"/>
              </a:ext>
            </a:extLst>
          </p:cNvPr>
          <p:cNvSpPr>
            <a:spLocks noGrp="1"/>
          </p:cNvSpPr>
          <p:nvPr/>
        </p:nvSpPr>
        <p:spPr>
          <a:xfrm>
            <a:off x="781050" y="4686300"/>
            <a:ext cx="1666875" cy="228600"/>
          </a:xfrm>
          <a:prstGeom prst="rect">
            <a:avLst/>
          </a:prstGeom>
          <a:noFill/>
          <a:ln w="9525">
            <a:noFill/>
          </a:ln>
        </p:spPr>
        <p:txBody>
          <a:bodyPr wrap="none" lIns="0" tIns="0" rIns="0" bIns="0" anchor="ctr">
            <a:noAutofit/>
          </a:bodyPr>
          <a:lstStyle/>
          <a:p>
            <a:pPr algn="ctr">
              <a:defRPr sz="1238" b="0">
                <a:solidFill>
                  <a:srgbClr val="242424"/>
                </a:solidFill>
                <a:latin typeface="Arial"/>
                <a:ea typeface="Arial"/>
                <a:cs typeface="Arial"/>
              </a:defRPr>
            </a:pPr>
            <a:r>
              <a:rPr sz="1238" b="0">
                <a:solidFill>
                  <a:srgbClr val="242424"/>
                </a:solidFill>
                <a:latin typeface="Arial"/>
                <a:ea typeface="Arial"/>
                <a:cs typeface="Arial"/>
              </a:rPr>
              <a:t>正确性验证与问题修复</a:t>
            </a:r>
          </a:p>
        </p:txBody>
      </p:sp>
      <p:sp>
        <p:nvSpPr>
          <p:cNvPr id="79" name="connector_3969">
            <a:extLst>
              <a:ext uri="{FF2B5EF4-FFF2-40B4-BE49-F238E27FC236}">
                <a16:creationId xmlns:a16="http://schemas.microsoft.com/office/drawing/2014/main" id="{F9D31DE1-7A19-413A-AF87-3A8F6068663B}"/>
              </a:ext>
            </a:extLst>
          </p:cNvPr>
          <p:cNvSpPr>
            <a:spLocks noGrp="1"/>
          </p:cNvSpPr>
          <p:nvPr/>
        </p:nvSpPr>
        <p:spPr>
          <a:xfrm>
            <a:off x="2524125" y="4638675"/>
            <a:ext cx="180975" cy="19050"/>
          </a:xfrm>
          <a:custGeom>
            <a:avLst/>
            <a:gdLst/>
            <a:ahLst/>
            <a:cxnLst/>
            <a:rect l="0" t="0" r="0" b="0"/>
            <a:pathLst>
              <a:path w="180975" h="19050">
                <a:moveTo>
                  <a:pt x="9525" y="9525"/>
                </a:moveTo>
                <a:lnTo>
                  <a:pt x="171450" y="9525"/>
                </a:lnTo>
              </a:path>
            </a:pathLst>
          </a:custGeom>
          <a:noFill/>
          <a:ln w="19050">
            <a:solidFill>
              <a:srgbClr val="D7000F"/>
            </a:solidFill>
          </a:ln>
        </p:spPr>
      </p:sp>
      <p:sp>
        <p:nvSpPr>
          <p:cNvPr id="80" name="connector_3970">
            <a:extLst>
              <a:ext uri="{FF2B5EF4-FFF2-40B4-BE49-F238E27FC236}">
                <a16:creationId xmlns:a16="http://schemas.microsoft.com/office/drawing/2014/main" id="{40A67CF0-DA6A-456A-9659-7B1EE47A53C8}"/>
              </a:ext>
            </a:extLst>
          </p:cNvPr>
          <p:cNvSpPr>
            <a:spLocks noGrp="1"/>
          </p:cNvSpPr>
          <p:nvPr/>
        </p:nvSpPr>
        <p:spPr>
          <a:xfrm>
            <a:off x="2627537" y="460670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81" name="text_3972_Review Artifact">
            <a:extLst>
              <a:ext uri="{FF2B5EF4-FFF2-40B4-BE49-F238E27FC236}">
                <a16:creationId xmlns:a16="http://schemas.microsoft.com/office/drawing/2014/main" id="{C3F3A861-22F8-4C73-919E-E455CBA5B524}"/>
              </a:ext>
            </a:extLst>
          </p:cNvPr>
          <p:cNvSpPr>
            <a:spLocks noGrp="1"/>
          </p:cNvSpPr>
          <p:nvPr/>
        </p:nvSpPr>
        <p:spPr>
          <a:xfrm>
            <a:off x="2762250" y="4391025"/>
            <a:ext cx="2095500" cy="257175"/>
          </a:xfrm>
          <a:prstGeom prst="rect">
            <a:avLst/>
          </a:prstGeom>
          <a:noFill/>
          <a:ln w="9525">
            <a:noFill/>
          </a:ln>
        </p:spPr>
        <p:txBody>
          <a:bodyPr wrap="none" lIns="0" tIns="0" rIns="0" bIns="0" anchor="ctr">
            <a:noAutofit/>
          </a:bodyPr>
          <a:lstStyle/>
          <a:p>
            <a:pPr algn="l">
              <a:defRPr sz="1425" b="1">
                <a:solidFill>
                  <a:srgbClr val="000000"/>
                </a:solidFill>
                <a:latin typeface="Arial"/>
                <a:ea typeface="Arial"/>
                <a:cs typeface="Arial"/>
              </a:defRPr>
            </a:pPr>
            <a:r>
              <a:rPr sz="1425" b="1">
                <a:solidFill>
                  <a:srgbClr val="000000"/>
                </a:solidFill>
                <a:latin typeface="Arial"/>
                <a:ea typeface="Arial"/>
                <a:cs typeface="Arial"/>
              </a:rPr>
              <a:t>Review Artifact</a:t>
            </a:r>
          </a:p>
        </p:txBody>
      </p:sp>
      <p:sp>
        <p:nvSpPr>
          <p:cNvPr id="82" name="text_3974_Correctness / Fix Record">
            <a:extLst>
              <a:ext uri="{FF2B5EF4-FFF2-40B4-BE49-F238E27FC236}">
                <a16:creationId xmlns:a16="http://schemas.microsoft.com/office/drawing/2014/main" id="{F8FC38A7-E6EA-42B8-AED2-C85BE52ED863}"/>
              </a:ext>
            </a:extLst>
          </p:cNvPr>
          <p:cNvSpPr>
            <a:spLocks noGrp="1"/>
          </p:cNvSpPr>
          <p:nvPr/>
        </p:nvSpPr>
        <p:spPr>
          <a:xfrm>
            <a:off x="2752725" y="4667250"/>
            <a:ext cx="2143125" cy="438150"/>
          </a:xfrm>
          <a:prstGeom prst="rect">
            <a:avLst/>
          </a:prstGeom>
          <a:noFill/>
          <a:ln w="9525">
            <a:noFill/>
          </a:ln>
        </p:spPr>
        <p:txBody>
          <a:bodyPr wrap="none" lIns="0" tIns="0" rIns="0" bIns="0" anchor="ctr">
            <a:noAutofit/>
          </a:bodyPr>
          <a:lstStyle/>
          <a:p>
            <a:pPr algn="l">
              <a:defRPr sz="1200" b="0">
                <a:solidFill>
                  <a:srgbClr val="242424"/>
                </a:solidFill>
                <a:latin typeface="Arial"/>
                <a:ea typeface="Arial"/>
                <a:cs typeface="Arial"/>
              </a:defRPr>
            </a:pPr>
            <a:r>
              <a:rPr sz="1200" b="0">
                <a:solidFill>
                  <a:srgbClr val="242424"/>
                </a:solidFill>
                <a:latin typeface="Arial"/>
                <a:ea typeface="Arial"/>
                <a:cs typeface="Arial"/>
              </a:rPr>
              <a:t>Correctness / Fix Record</a:t>
            </a:r>
          </a:p>
        </p:txBody>
      </p:sp>
      <p:sp>
        <p:nvSpPr>
          <p:cNvPr id="83" name="connector_3975">
            <a:extLst>
              <a:ext uri="{FF2B5EF4-FFF2-40B4-BE49-F238E27FC236}">
                <a16:creationId xmlns:a16="http://schemas.microsoft.com/office/drawing/2014/main" id="{8865BF1B-0583-4EEC-807C-6C90602E2E24}"/>
              </a:ext>
            </a:extLst>
          </p:cNvPr>
          <p:cNvSpPr>
            <a:spLocks noGrp="1"/>
          </p:cNvSpPr>
          <p:nvPr/>
        </p:nvSpPr>
        <p:spPr>
          <a:xfrm>
            <a:off x="1600200" y="4991100"/>
            <a:ext cx="19050" cy="276225"/>
          </a:xfrm>
          <a:custGeom>
            <a:avLst/>
            <a:gdLst/>
            <a:ahLst/>
            <a:cxnLst/>
            <a:rect l="0" t="0" r="0" b="0"/>
            <a:pathLst>
              <a:path w="19050" h="276225">
                <a:moveTo>
                  <a:pt x="9525" y="9525"/>
                </a:moveTo>
                <a:lnTo>
                  <a:pt x="9525" y="266700"/>
                </a:lnTo>
              </a:path>
            </a:pathLst>
          </a:custGeom>
          <a:noFill/>
          <a:ln w="19050">
            <a:solidFill>
              <a:srgbClr val="D7000F"/>
            </a:solidFill>
          </a:ln>
        </p:spPr>
      </p:sp>
      <p:sp>
        <p:nvSpPr>
          <p:cNvPr id="84" name="connector_3976">
            <a:extLst>
              <a:ext uri="{FF2B5EF4-FFF2-40B4-BE49-F238E27FC236}">
                <a16:creationId xmlns:a16="http://schemas.microsoft.com/office/drawing/2014/main" id="{1A0BF674-3FB6-4BEF-B1B5-BB487E78F202}"/>
              </a:ext>
            </a:extLst>
          </p:cNvPr>
          <p:cNvSpPr>
            <a:spLocks noGrp="1"/>
          </p:cNvSpPr>
          <p:nvPr/>
        </p:nvSpPr>
        <p:spPr>
          <a:xfrm>
            <a:off x="1568234" y="51897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85" name="object_3977">
            <a:extLst>
              <a:ext uri="{FF2B5EF4-FFF2-40B4-BE49-F238E27FC236}">
                <a16:creationId xmlns:a16="http://schemas.microsoft.com/office/drawing/2014/main" id="{A6E10664-3784-4245-98B8-7BF3E7313D65}"/>
              </a:ext>
            </a:extLst>
          </p:cNvPr>
          <p:cNvSpPr>
            <a:spLocks noGrp="1"/>
          </p:cNvSpPr>
          <p:nvPr/>
        </p:nvSpPr>
        <p:spPr>
          <a:xfrm>
            <a:off x="752475" y="5305425"/>
            <a:ext cx="1724025" cy="600075"/>
          </a:xfrm>
          <a:prstGeom prst="rect">
            <a:avLst/>
          </a:prstGeom>
          <a:solidFill>
            <a:srgbClr val="FFFFFF"/>
          </a:solidFill>
          <a:ln w="17145">
            <a:solidFill>
              <a:srgbClr val="D7000F"/>
            </a:solidFill>
          </a:ln>
        </p:spPr>
      </p:sp>
      <p:sp>
        <p:nvSpPr>
          <p:cNvPr id="86" name="text_3979_Optimize">
            <a:extLst>
              <a:ext uri="{FF2B5EF4-FFF2-40B4-BE49-F238E27FC236}">
                <a16:creationId xmlns:a16="http://schemas.microsoft.com/office/drawing/2014/main" id="{89D596F9-8E52-422C-A51F-4142373D8483}"/>
              </a:ext>
            </a:extLst>
          </p:cNvPr>
          <p:cNvSpPr>
            <a:spLocks noGrp="1"/>
          </p:cNvSpPr>
          <p:nvPr/>
        </p:nvSpPr>
        <p:spPr>
          <a:xfrm>
            <a:off x="790575" y="5343525"/>
            <a:ext cx="1647825" cy="257175"/>
          </a:xfrm>
          <a:prstGeom prst="rect">
            <a:avLst/>
          </a:prstGeom>
          <a:noFill/>
          <a:ln w="9525">
            <a:noFill/>
          </a:ln>
        </p:spPr>
        <p:txBody>
          <a:bodyPr wrap="none" lIns="0" tIns="0" rIns="0" bIns="0" anchor="ctr">
            <a:noAutofit/>
          </a:bodyPr>
          <a:lstStyle/>
          <a:p>
            <a:pPr algn="ctr">
              <a:defRPr sz="1650" b="1">
                <a:solidFill>
                  <a:srgbClr val="D7000F"/>
                </a:solidFill>
                <a:latin typeface="Arial"/>
                <a:ea typeface="Arial"/>
                <a:cs typeface="Arial"/>
              </a:defRPr>
            </a:pPr>
            <a:r>
              <a:rPr sz="1650" b="1">
                <a:solidFill>
                  <a:srgbClr val="D7000F"/>
                </a:solidFill>
                <a:latin typeface="Arial"/>
                <a:ea typeface="Arial"/>
                <a:cs typeface="Arial"/>
              </a:rPr>
              <a:t>Optimize</a:t>
            </a:r>
          </a:p>
        </p:txBody>
      </p:sp>
      <p:sp>
        <p:nvSpPr>
          <p:cNvPr id="87" name="text_3981_性能优化与配置搜索">
            <a:extLst>
              <a:ext uri="{FF2B5EF4-FFF2-40B4-BE49-F238E27FC236}">
                <a16:creationId xmlns:a16="http://schemas.microsoft.com/office/drawing/2014/main" id="{454F07FC-2551-497D-972B-55C86BAB2483}"/>
              </a:ext>
            </a:extLst>
          </p:cNvPr>
          <p:cNvSpPr>
            <a:spLocks noGrp="1"/>
          </p:cNvSpPr>
          <p:nvPr/>
        </p:nvSpPr>
        <p:spPr>
          <a:xfrm>
            <a:off x="781050" y="5629275"/>
            <a:ext cx="1666875" cy="228600"/>
          </a:xfrm>
          <a:prstGeom prst="rect">
            <a:avLst/>
          </a:prstGeom>
          <a:noFill/>
          <a:ln w="9525">
            <a:noFill/>
          </a:ln>
        </p:spPr>
        <p:txBody>
          <a:bodyPr wrap="none" lIns="0" tIns="0" rIns="0" bIns="0" anchor="ctr">
            <a:noAutofit/>
          </a:bodyPr>
          <a:lstStyle/>
          <a:p>
            <a:pPr algn="ctr">
              <a:defRPr sz="1238" b="0">
                <a:solidFill>
                  <a:srgbClr val="242424"/>
                </a:solidFill>
                <a:latin typeface="Arial"/>
                <a:ea typeface="Arial"/>
                <a:cs typeface="Arial"/>
              </a:defRPr>
            </a:pPr>
            <a:r>
              <a:rPr sz="1238" b="0">
                <a:solidFill>
                  <a:srgbClr val="242424"/>
                </a:solidFill>
                <a:latin typeface="Arial"/>
                <a:ea typeface="Arial"/>
                <a:cs typeface="Arial"/>
              </a:rPr>
              <a:t>性能优化与配置搜索</a:t>
            </a:r>
          </a:p>
        </p:txBody>
      </p:sp>
      <p:sp>
        <p:nvSpPr>
          <p:cNvPr id="88" name="connector_3982">
            <a:extLst>
              <a:ext uri="{FF2B5EF4-FFF2-40B4-BE49-F238E27FC236}">
                <a16:creationId xmlns:a16="http://schemas.microsoft.com/office/drawing/2014/main" id="{18B720DB-279C-46C4-AA77-6A6656A07AED}"/>
              </a:ext>
            </a:extLst>
          </p:cNvPr>
          <p:cNvSpPr>
            <a:spLocks noGrp="1"/>
          </p:cNvSpPr>
          <p:nvPr/>
        </p:nvSpPr>
        <p:spPr>
          <a:xfrm>
            <a:off x="2524125" y="5581650"/>
            <a:ext cx="180975" cy="19050"/>
          </a:xfrm>
          <a:custGeom>
            <a:avLst/>
            <a:gdLst/>
            <a:ahLst/>
            <a:cxnLst/>
            <a:rect l="0" t="0" r="0" b="0"/>
            <a:pathLst>
              <a:path w="180975" h="19050">
                <a:moveTo>
                  <a:pt x="9525" y="9525"/>
                </a:moveTo>
                <a:lnTo>
                  <a:pt x="171450" y="9525"/>
                </a:lnTo>
              </a:path>
            </a:pathLst>
          </a:custGeom>
          <a:noFill/>
          <a:ln w="19050">
            <a:solidFill>
              <a:srgbClr val="D7000F"/>
            </a:solidFill>
          </a:ln>
        </p:spPr>
      </p:sp>
      <p:sp>
        <p:nvSpPr>
          <p:cNvPr id="89" name="connector_3983">
            <a:extLst>
              <a:ext uri="{FF2B5EF4-FFF2-40B4-BE49-F238E27FC236}">
                <a16:creationId xmlns:a16="http://schemas.microsoft.com/office/drawing/2014/main" id="{B596CCF4-1635-4BC5-B28E-E3B8E2D8EB25}"/>
              </a:ext>
            </a:extLst>
          </p:cNvPr>
          <p:cNvSpPr>
            <a:spLocks noGrp="1"/>
          </p:cNvSpPr>
          <p:nvPr/>
        </p:nvSpPr>
        <p:spPr>
          <a:xfrm>
            <a:off x="2627537" y="554968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90" name="text_3985_Optimize Artifact">
            <a:extLst>
              <a:ext uri="{FF2B5EF4-FFF2-40B4-BE49-F238E27FC236}">
                <a16:creationId xmlns:a16="http://schemas.microsoft.com/office/drawing/2014/main" id="{53A0BA1C-7EE7-4334-8B48-F18CC01602E6}"/>
              </a:ext>
            </a:extLst>
          </p:cNvPr>
          <p:cNvSpPr>
            <a:spLocks noGrp="1"/>
          </p:cNvSpPr>
          <p:nvPr/>
        </p:nvSpPr>
        <p:spPr>
          <a:xfrm>
            <a:off x="2762250" y="5334000"/>
            <a:ext cx="2095500" cy="257175"/>
          </a:xfrm>
          <a:prstGeom prst="rect">
            <a:avLst/>
          </a:prstGeom>
          <a:noFill/>
          <a:ln w="9525">
            <a:noFill/>
          </a:ln>
        </p:spPr>
        <p:txBody>
          <a:bodyPr wrap="none" lIns="0" tIns="0" rIns="0" bIns="0" anchor="ctr">
            <a:noAutofit/>
          </a:bodyPr>
          <a:lstStyle/>
          <a:p>
            <a:pPr algn="l">
              <a:defRPr sz="1425" b="1">
                <a:solidFill>
                  <a:srgbClr val="000000"/>
                </a:solidFill>
                <a:latin typeface="Arial"/>
                <a:ea typeface="Arial"/>
                <a:cs typeface="Arial"/>
              </a:defRPr>
            </a:pPr>
            <a:r>
              <a:rPr sz="1425" b="1">
                <a:solidFill>
                  <a:srgbClr val="000000"/>
                </a:solidFill>
                <a:latin typeface="Arial"/>
                <a:ea typeface="Arial"/>
                <a:cs typeface="Arial"/>
              </a:rPr>
              <a:t>Optimize Artifact</a:t>
            </a:r>
          </a:p>
        </p:txBody>
      </p:sp>
      <p:sp>
        <p:nvSpPr>
          <p:cNvPr id="91" name="text_3987_Benchmark / Profile&#10;Best">
            <a:extLst>
              <a:ext uri="{FF2B5EF4-FFF2-40B4-BE49-F238E27FC236}">
                <a16:creationId xmlns:a16="http://schemas.microsoft.com/office/drawing/2014/main" id="{775A11A3-F93B-489C-B5E7-7BBEBF85E9C2}"/>
              </a:ext>
            </a:extLst>
          </p:cNvPr>
          <p:cNvSpPr>
            <a:spLocks noGrp="1"/>
          </p:cNvSpPr>
          <p:nvPr/>
        </p:nvSpPr>
        <p:spPr>
          <a:xfrm>
            <a:off x="2752725" y="5610225"/>
            <a:ext cx="2143125" cy="438150"/>
          </a:xfrm>
          <a:prstGeom prst="rect">
            <a:avLst/>
          </a:prstGeom>
          <a:noFill/>
          <a:ln w="9525">
            <a:noFill/>
          </a:ln>
        </p:spPr>
        <p:txBody>
          <a:bodyPr wrap="none" lIns="0" tIns="0" rIns="0" bIns="0" anchor="ctr">
            <a:noAutofit/>
          </a:bodyPr>
          <a:lstStyle/>
          <a:p>
            <a:pPr algn="l">
              <a:defRPr sz="1200" b="0">
                <a:solidFill>
                  <a:srgbClr val="242424"/>
                </a:solidFill>
                <a:latin typeface="Arial"/>
                <a:ea typeface="Arial"/>
                <a:cs typeface="Arial"/>
              </a:defRPr>
            </a:pPr>
            <a:r>
              <a:rPr sz="1200" b="0">
                <a:solidFill>
                  <a:srgbClr val="242424"/>
                </a:solidFill>
                <a:latin typeface="Arial"/>
                <a:ea typeface="Arial"/>
                <a:cs typeface="Arial"/>
              </a:rPr>
              <a:t>Benchmark / Profile</a:t>
            </a:r>
          </a:p>
          <a:p>
            <a:pPr algn="l">
              <a:defRPr sz="1200" b="0">
                <a:solidFill>
                  <a:srgbClr val="242424"/>
                </a:solidFill>
                <a:latin typeface="Arial"/>
                <a:ea typeface="Arial"/>
                <a:cs typeface="Arial"/>
              </a:defRPr>
            </a:pPr>
            <a:r>
              <a:rPr sz="1200" b="0">
                <a:solidFill>
                  <a:srgbClr val="242424"/>
                </a:solidFill>
                <a:latin typeface="Arial"/>
                <a:ea typeface="Arial"/>
                <a:cs typeface="Arial"/>
              </a:rPr>
              <a:t>Best Config</a:t>
            </a:r>
          </a:p>
        </p:txBody>
      </p:sp>
      <p:graphicFrame>
        <p:nvGraphicFramePr>
          <p:cNvPr id="216" name="表格 215"/>
          <p:cNvGraphicFramePr/>
          <p:nvPr/>
        </p:nvGraphicFramePr>
        <p:xfrm>
          <a:off x="5295900" y="1504950"/>
          <a:ext cx="6238875" cy="1914528"/>
        </p:xfrm>
        <a:graphic>
          <a:graphicData uri="http://schemas.openxmlformats.org/drawingml/2006/table">
            <a:tbl>
              <a:tblPr/>
              <a:tblGrid>
                <a:gridCol w="1809274">
                  <a:extLst>
                    <a:ext uri="{9D8B030D-6E8A-4147-A177-3AD203B41FA5}">
                      <a16:colId xmlns:a16="http://schemas.microsoft.com/office/drawing/2014/main" val="20000"/>
                    </a:ext>
                  </a:extLst>
                </a:gridCol>
                <a:gridCol w="4429601">
                  <a:extLst>
                    <a:ext uri="{9D8B030D-6E8A-4147-A177-3AD203B41FA5}">
                      <a16:colId xmlns:a16="http://schemas.microsoft.com/office/drawing/2014/main" val="20001"/>
                    </a:ext>
                  </a:extLst>
                </a:gridCol>
              </a:tblGrid>
              <a:tr h="319088">
                <a:tc>
                  <a:txBody>
                    <a:bodyPr/>
                    <a:lstStyle/>
                    <a:p>
                      <a:pPr algn="ctr"/>
                      <a:r>
                        <a:rPr sz="1350" b="1">
                          <a:solidFill>
                            <a:srgbClr val="000000"/>
                          </a:solidFill>
                          <a:latin typeface="Arial"/>
                          <a:ea typeface="Arial"/>
                          <a:cs typeface="Arial"/>
                        </a:rPr>
                        <a:t>字段</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350" b="1">
                          <a:solidFill>
                            <a:srgbClr val="000000"/>
                          </a:solidFill>
                          <a:latin typeface="Arial"/>
                          <a:ea typeface="Arial"/>
                          <a:cs typeface="Arial"/>
                        </a:rPr>
                        <a:t>保存内容</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extLst>
                  <a:ext uri="{0D108BD9-81ED-4DB2-BD59-A6C34878D82A}">
                    <a16:rowId xmlns:a16="http://schemas.microsoft.com/office/drawing/2014/main" val="10000"/>
                  </a:ext>
                </a:extLst>
              </a:tr>
              <a:tr h="319088">
                <a:tc>
                  <a:txBody>
                    <a:bodyPr/>
                    <a:lstStyle/>
                    <a:p>
                      <a:pPr algn="ctr"/>
                      <a:r>
                        <a:rPr sz="1350" b="0">
                          <a:solidFill>
                            <a:srgbClr val="000000"/>
                          </a:solidFill>
                          <a:latin typeface="Arial"/>
                          <a:ea typeface="Arial"/>
                          <a:cs typeface="Arial"/>
                        </a:rPr>
                        <a:t>Input</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350" b="0">
                          <a:solidFill>
                            <a:srgbClr val="000000"/>
                          </a:solidFill>
                          <a:latin typeface="Arial"/>
                          <a:ea typeface="Arial"/>
                          <a:cs typeface="Arial"/>
                        </a:rPr>
                        <a:t>算子需求 / Shape / 参数</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1"/>
                  </a:ext>
                </a:extLst>
              </a:tr>
              <a:tr h="319088">
                <a:tc>
                  <a:txBody>
                    <a:bodyPr/>
                    <a:lstStyle/>
                    <a:p>
                      <a:pPr algn="ctr"/>
                      <a:r>
                        <a:rPr sz="1350" b="0">
                          <a:solidFill>
                            <a:srgbClr val="000000"/>
                          </a:solidFill>
                          <a:latin typeface="Arial"/>
                          <a:ea typeface="Arial"/>
                          <a:cs typeface="Arial"/>
                        </a:rPr>
                        <a:t>Fingerprint</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350" b="0">
                          <a:solidFill>
                            <a:srgbClr val="000000"/>
                          </a:solidFill>
                          <a:latin typeface="Arial"/>
                          <a:ea typeface="Arial"/>
                          <a:cs typeface="Arial"/>
                        </a:rPr>
                        <a:t>输入、源码、规则版本摘要</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2"/>
                  </a:ext>
                </a:extLst>
              </a:tr>
              <a:tr h="319088">
                <a:tc>
                  <a:txBody>
                    <a:bodyPr/>
                    <a:lstStyle/>
                    <a:p>
                      <a:pPr algn="ctr"/>
                      <a:r>
                        <a:rPr sz="1350" b="0">
                          <a:solidFill>
                            <a:srgbClr val="000000"/>
                          </a:solidFill>
                          <a:latin typeface="Arial"/>
                          <a:ea typeface="Arial"/>
                          <a:cs typeface="Arial"/>
                        </a:rPr>
                        <a:t>Output</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350" b="0">
                          <a:solidFill>
                            <a:srgbClr val="000000"/>
                          </a:solidFill>
                          <a:latin typeface="Arial"/>
                          <a:ea typeface="Arial"/>
                          <a:cs typeface="Arial"/>
                        </a:rPr>
                        <a:t>Kernel / Config / Test / Report</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3"/>
                  </a:ext>
                </a:extLst>
              </a:tr>
              <a:tr h="319088">
                <a:tc>
                  <a:txBody>
                    <a:bodyPr/>
                    <a:lstStyle/>
                    <a:p>
                      <a:pPr algn="ctr"/>
                      <a:r>
                        <a:rPr sz="1350" b="0">
                          <a:solidFill>
                            <a:srgbClr val="000000"/>
                          </a:solidFill>
                          <a:latin typeface="Arial"/>
                          <a:ea typeface="Arial"/>
                          <a:cs typeface="Arial"/>
                        </a:rPr>
                        <a:t>Status</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350" b="0">
                          <a:solidFill>
                            <a:srgbClr val="000000"/>
                          </a:solidFill>
                          <a:latin typeface="Arial"/>
                          <a:ea typeface="Arial"/>
                          <a:cs typeface="Arial"/>
                        </a:rPr>
                        <a:t>Success / Failed / Verified</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4"/>
                  </a:ext>
                </a:extLst>
              </a:tr>
              <a:tr h="319088">
                <a:tc>
                  <a:txBody>
                    <a:bodyPr/>
                    <a:lstStyle/>
                    <a:p>
                      <a:pPr algn="ctr"/>
                      <a:r>
                        <a:rPr sz="1350" b="0">
                          <a:solidFill>
                            <a:srgbClr val="000000"/>
                          </a:solidFill>
                          <a:latin typeface="Arial"/>
                          <a:ea typeface="Arial"/>
                          <a:cs typeface="Arial"/>
                        </a:rPr>
                        <a:t>Validation &amp; Reuse</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350" b="0">
                          <a:solidFill>
                            <a:srgbClr val="000000"/>
                          </a:solidFill>
                          <a:latin typeface="Arial"/>
                          <a:ea typeface="Arial"/>
                          <a:cs typeface="Arial"/>
                        </a:rPr>
                        <a:t>L1 / L2 / L3；Can Reuse / Need Rebuild</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5"/>
                  </a:ext>
                </a:extLst>
              </a:tr>
            </a:tbl>
          </a:graphicData>
        </a:graphic>
      </p:graphicFrame>
      <p:sp>
        <p:nvSpPr>
          <p:cNvPr id="93" name="text_3989_失败后：从最近有效阶段恢复">
            <a:extLst>
              <a:ext uri="{FF2B5EF4-FFF2-40B4-BE49-F238E27FC236}">
                <a16:creationId xmlns:a16="http://schemas.microsoft.com/office/drawing/2014/main" id="{E23A5853-0FCB-48F2-9051-85C26B6E5758}"/>
              </a:ext>
            </a:extLst>
          </p:cNvPr>
          <p:cNvSpPr>
            <a:spLocks noGrp="1"/>
          </p:cNvSpPr>
          <p:nvPr/>
        </p:nvSpPr>
        <p:spPr>
          <a:xfrm>
            <a:off x="5305425" y="3543300"/>
            <a:ext cx="6229350" cy="295275"/>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失败后：从最近有效阶段恢复</a:t>
            </a:r>
          </a:p>
        </p:txBody>
      </p:sp>
      <p:sp>
        <p:nvSpPr>
          <p:cNvPr id="94" name="text_3991_原流程">
            <a:extLst>
              <a:ext uri="{FF2B5EF4-FFF2-40B4-BE49-F238E27FC236}">
                <a16:creationId xmlns:a16="http://schemas.microsoft.com/office/drawing/2014/main" id="{E2B6EAAC-BFC4-4706-B17B-CEDD781AC09A}"/>
              </a:ext>
            </a:extLst>
          </p:cNvPr>
          <p:cNvSpPr>
            <a:spLocks noGrp="1"/>
          </p:cNvSpPr>
          <p:nvPr/>
        </p:nvSpPr>
        <p:spPr>
          <a:xfrm>
            <a:off x="5314950" y="3981450"/>
            <a:ext cx="790575" cy="285750"/>
          </a:xfrm>
          <a:prstGeom prst="rect">
            <a:avLst/>
          </a:prstGeom>
          <a:noFill/>
          <a:ln w="9525">
            <a:noFill/>
          </a:ln>
        </p:spPr>
        <p:txBody>
          <a:bodyPr wrap="none" lIns="0" tIns="0" rIns="0" bIns="0" anchor="ctr">
            <a:noAutofit/>
          </a:bodyPr>
          <a:lstStyle/>
          <a:p>
            <a:pPr algn="l">
              <a:defRPr sz="1500" b="1">
                <a:solidFill>
                  <a:srgbClr val="000000"/>
                </a:solidFill>
                <a:latin typeface="Arial"/>
                <a:ea typeface="Arial"/>
                <a:cs typeface="Arial"/>
              </a:defRPr>
            </a:pPr>
            <a:r>
              <a:rPr sz="1500" b="1">
                <a:solidFill>
                  <a:srgbClr val="000000"/>
                </a:solidFill>
                <a:latin typeface="Arial"/>
                <a:ea typeface="Arial"/>
                <a:cs typeface="Arial"/>
              </a:rPr>
              <a:t>原流程</a:t>
            </a:r>
          </a:p>
        </p:txBody>
      </p:sp>
      <p:sp>
        <p:nvSpPr>
          <p:cNvPr id="95" name="text_3993_复用后">
            <a:extLst>
              <a:ext uri="{FF2B5EF4-FFF2-40B4-BE49-F238E27FC236}">
                <a16:creationId xmlns:a16="http://schemas.microsoft.com/office/drawing/2014/main" id="{DA95F36B-6413-4FEF-9A24-ABF36EC59F6B}"/>
              </a:ext>
            </a:extLst>
          </p:cNvPr>
          <p:cNvSpPr>
            <a:spLocks noGrp="1"/>
          </p:cNvSpPr>
          <p:nvPr/>
        </p:nvSpPr>
        <p:spPr>
          <a:xfrm>
            <a:off x="5314950" y="4486275"/>
            <a:ext cx="790575" cy="285750"/>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sz="1500" b="1">
                <a:solidFill>
                  <a:srgbClr val="D7000F"/>
                </a:solidFill>
                <a:latin typeface="Arial"/>
                <a:ea typeface="Arial"/>
                <a:cs typeface="Arial"/>
              </a:rPr>
              <a:t>复用后</a:t>
            </a:r>
          </a:p>
        </p:txBody>
      </p:sp>
      <p:sp>
        <p:nvSpPr>
          <p:cNvPr id="96" name="object_3994">
            <a:extLst>
              <a:ext uri="{FF2B5EF4-FFF2-40B4-BE49-F238E27FC236}">
                <a16:creationId xmlns:a16="http://schemas.microsoft.com/office/drawing/2014/main" id="{C65A3224-B085-4CC5-B657-B65AA2246B7F}"/>
              </a:ext>
            </a:extLst>
          </p:cNvPr>
          <p:cNvSpPr>
            <a:spLocks noGrp="1"/>
          </p:cNvSpPr>
          <p:nvPr/>
        </p:nvSpPr>
        <p:spPr>
          <a:xfrm>
            <a:off x="6200775" y="3924300"/>
            <a:ext cx="1181100" cy="371475"/>
          </a:xfrm>
          <a:prstGeom prst="rect">
            <a:avLst/>
          </a:prstGeom>
          <a:solidFill>
            <a:srgbClr val="FFFFFF"/>
          </a:solidFill>
          <a:ln w="17145">
            <a:solidFill>
              <a:srgbClr val="D7000F"/>
            </a:solidFill>
          </a:ln>
        </p:spPr>
      </p:sp>
      <p:sp>
        <p:nvSpPr>
          <p:cNvPr id="97" name="text_3996_Design ✓">
            <a:extLst>
              <a:ext uri="{FF2B5EF4-FFF2-40B4-BE49-F238E27FC236}">
                <a16:creationId xmlns:a16="http://schemas.microsoft.com/office/drawing/2014/main" id="{246081AA-219E-479D-AE3F-471E019011D0}"/>
              </a:ext>
            </a:extLst>
          </p:cNvPr>
          <p:cNvSpPr>
            <a:spLocks noGrp="1"/>
          </p:cNvSpPr>
          <p:nvPr/>
        </p:nvSpPr>
        <p:spPr>
          <a:xfrm>
            <a:off x="6267450" y="3971925"/>
            <a:ext cx="1047750" cy="2762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Design ✓</a:t>
            </a:r>
          </a:p>
        </p:txBody>
      </p:sp>
      <p:sp>
        <p:nvSpPr>
          <p:cNvPr id="98" name="connector_3997">
            <a:extLst>
              <a:ext uri="{FF2B5EF4-FFF2-40B4-BE49-F238E27FC236}">
                <a16:creationId xmlns:a16="http://schemas.microsoft.com/office/drawing/2014/main" id="{3B8E23E4-2F3F-4F19-AF81-6A1DB1254487}"/>
              </a:ext>
            </a:extLst>
          </p:cNvPr>
          <p:cNvSpPr>
            <a:spLocks noGrp="1"/>
          </p:cNvSpPr>
          <p:nvPr/>
        </p:nvSpPr>
        <p:spPr>
          <a:xfrm>
            <a:off x="7400925" y="4095750"/>
            <a:ext cx="123825" cy="19050"/>
          </a:xfrm>
          <a:custGeom>
            <a:avLst/>
            <a:gdLst/>
            <a:ahLst/>
            <a:cxnLst/>
            <a:rect l="0" t="0" r="0" b="0"/>
            <a:pathLst>
              <a:path w="123825" h="19050">
                <a:moveTo>
                  <a:pt x="9525" y="9525"/>
                </a:moveTo>
                <a:lnTo>
                  <a:pt x="114300" y="9525"/>
                </a:lnTo>
              </a:path>
            </a:pathLst>
          </a:custGeom>
          <a:noFill/>
          <a:ln w="19050">
            <a:solidFill>
              <a:srgbClr val="D7000F"/>
            </a:solidFill>
          </a:ln>
        </p:spPr>
      </p:sp>
      <p:sp>
        <p:nvSpPr>
          <p:cNvPr id="99" name="connector_3998">
            <a:extLst>
              <a:ext uri="{FF2B5EF4-FFF2-40B4-BE49-F238E27FC236}">
                <a16:creationId xmlns:a16="http://schemas.microsoft.com/office/drawing/2014/main" id="{E8E5DE76-745F-49ED-974C-31EF603BDDDC}"/>
              </a:ext>
            </a:extLst>
          </p:cNvPr>
          <p:cNvSpPr>
            <a:spLocks noGrp="1"/>
          </p:cNvSpPr>
          <p:nvPr/>
        </p:nvSpPr>
        <p:spPr>
          <a:xfrm>
            <a:off x="7447187" y="406378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00" name="object_3999">
            <a:extLst>
              <a:ext uri="{FF2B5EF4-FFF2-40B4-BE49-F238E27FC236}">
                <a16:creationId xmlns:a16="http://schemas.microsoft.com/office/drawing/2014/main" id="{9F87C0B0-16D6-4122-B8E1-82ACBC916F22}"/>
              </a:ext>
            </a:extLst>
          </p:cNvPr>
          <p:cNvSpPr>
            <a:spLocks noGrp="1"/>
          </p:cNvSpPr>
          <p:nvPr/>
        </p:nvSpPr>
        <p:spPr>
          <a:xfrm>
            <a:off x="7543800" y="3924300"/>
            <a:ext cx="1181100" cy="371475"/>
          </a:xfrm>
          <a:prstGeom prst="rect">
            <a:avLst/>
          </a:prstGeom>
          <a:solidFill>
            <a:srgbClr val="FFFFFF"/>
          </a:solidFill>
          <a:ln w="17145">
            <a:solidFill>
              <a:srgbClr val="D7000F"/>
            </a:solidFill>
          </a:ln>
        </p:spPr>
      </p:sp>
      <p:sp>
        <p:nvSpPr>
          <p:cNvPr id="101" name="text_4001_Build ✓">
            <a:extLst>
              <a:ext uri="{FF2B5EF4-FFF2-40B4-BE49-F238E27FC236}">
                <a16:creationId xmlns:a16="http://schemas.microsoft.com/office/drawing/2014/main" id="{65BC7D40-7CE0-4F64-A504-DF1EEC678A73}"/>
              </a:ext>
            </a:extLst>
          </p:cNvPr>
          <p:cNvSpPr>
            <a:spLocks noGrp="1"/>
          </p:cNvSpPr>
          <p:nvPr/>
        </p:nvSpPr>
        <p:spPr>
          <a:xfrm>
            <a:off x="7610475" y="3971925"/>
            <a:ext cx="1047750" cy="2762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Build ✓</a:t>
            </a:r>
          </a:p>
        </p:txBody>
      </p:sp>
      <p:sp>
        <p:nvSpPr>
          <p:cNvPr id="102" name="connector_4002">
            <a:extLst>
              <a:ext uri="{FF2B5EF4-FFF2-40B4-BE49-F238E27FC236}">
                <a16:creationId xmlns:a16="http://schemas.microsoft.com/office/drawing/2014/main" id="{F2391DEB-32B4-4598-9143-C2673B0BF28F}"/>
              </a:ext>
            </a:extLst>
          </p:cNvPr>
          <p:cNvSpPr>
            <a:spLocks noGrp="1"/>
          </p:cNvSpPr>
          <p:nvPr/>
        </p:nvSpPr>
        <p:spPr>
          <a:xfrm>
            <a:off x="8743950" y="4095750"/>
            <a:ext cx="123825" cy="19050"/>
          </a:xfrm>
          <a:custGeom>
            <a:avLst/>
            <a:gdLst/>
            <a:ahLst/>
            <a:cxnLst/>
            <a:rect l="0" t="0" r="0" b="0"/>
            <a:pathLst>
              <a:path w="123825" h="19050">
                <a:moveTo>
                  <a:pt x="9525" y="9525"/>
                </a:moveTo>
                <a:lnTo>
                  <a:pt x="114300" y="9525"/>
                </a:lnTo>
              </a:path>
            </a:pathLst>
          </a:custGeom>
          <a:noFill/>
          <a:ln w="19050">
            <a:solidFill>
              <a:srgbClr val="D7000F"/>
            </a:solidFill>
          </a:ln>
        </p:spPr>
      </p:sp>
      <p:sp>
        <p:nvSpPr>
          <p:cNvPr id="103" name="connector_4003">
            <a:extLst>
              <a:ext uri="{FF2B5EF4-FFF2-40B4-BE49-F238E27FC236}">
                <a16:creationId xmlns:a16="http://schemas.microsoft.com/office/drawing/2014/main" id="{3620EEC9-34E8-4E4D-B188-E9329CA6B950}"/>
              </a:ext>
            </a:extLst>
          </p:cNvPr>
          <p:cNvSpPr>
            <a:spLocks noGrp="1"/>
          </p:cNvSpPr>
          <p:nvPr/>
        </p:nvSpPr>
        <p:spPr>
          <a:xfrm>
            <a:off x="8790212" y="406378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04" name="object_4004">
            <a:extLst>
              <a:ext uri="{FF2B5EF4-FFF2-40B4-BE49-F238E27FC236}">
                <a16:creationId xmlns:a16="http://schemas.microsoft.com/office/drawing/2014/main" id="{739E9A24-4F4E-44D9-86F6-2359128D28BB}"/>
              </a:ext>
            </a:extLst>
          </p:cNvPr>
          <p:cNvSpPr>
            <a:spLocks noGrp="1"/>
          </p:cNvSpPr>
          <p:nvPr/>
        </p:nvSpPr>
        <p:spPr>
          <a:xfrm>
            <a:off x="8886825" y="3924300"/>
            <a:ext cx="1181100" cy="371475"/>
          </a:xfrm>
          <a:prstGeom prst="rect">
            <a:avLst/>
          </a:prstGeom>
          <a:solidFill>
            <a:srgbClr val="FFFFFF"/>
          </a:solidFill>
          <a:ln w="17145">
            <a:solidFill>
              <a:srgbClr val="D7000F"/>
            </a:solidFill>
          </a:ln>
        </p:spPr>
      </p:sp>
      <p:sp>
        <p:nvSpPr>
          <p:cNvPr id="105" name="text_4006_Review ×">
            <a:extLst>
              <a:ext uri="{FF2B5EF4-FFF2-40B4-BE49-F238E27FC236}">
                <a16:creationId xmlns:a16="http://schemas.microsoft.com/office/drawing/2014/main" id="{EC9B6FBA-47D3-4E4E-AF75-FF23BDDBBE93}"/>
              </a:ext>
            </a:extLst>
          </p:cNvPr>
          <p:cNvSpPr>
            <a:spLocks noGrp="1"/>
          </p:cNvSpPr>
          <p:nvPr/>
        </p:nvSpPr>
        <p:spPr>
          <a:xfrm>
            <a:off x="8953500" y="3971925"/>
            <a:ext cx="1047750" cy="2762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Review ×</a:t>
            </a:r>
          </a:p>
        </p:txBody>
      </p:sp>
      <p:sp>
        <p:nvSpPr>
          <p:cNvPr id="106" name="object_4007">
            <a:extLst>
              <a:ext uri="{FF2B5EF4-FFF2-40B4-BE49-F238E27FC236}">
                <a16:creationId xmlns:a16="http://schemas.microsoft.com/office/drawing/2014/main" id="{6287871F-BC5F-42E3-BF0D-89858BB575F5}"/>
              </a:ext>
            </a:extLst>
          </p:cNvPr>
          <p:cNvSpPr>
            <a:spLocks noGrp="1"/>
          </p:cNvSpPr>
          <p:nvPr/>
        </p:nvSpPr>
        <p:spPr>
          <a:xfrm>
            <a:off x="6200775" y="4429125"/>
            <a:ext cx="1181100" cy="371475"/>
          </a:xfrm>
          <a:prstGeom prst="rect">
            <a:avLst/>
          </a:prstGeom>
          <a:solidFill>
            <a:srgbClr val="F2F2F2"/>
          </a:solidFill>
          <a:ln w="17145">
            <a:solidFill>
              <a:srgbClr val="D7000F"/>
            </a:solidFill>
          </a:ln>
        </p:spPr>
      </p:sp>
      <p:sp>
        <p:nvSpPr>
          <p:cNvPr id="107" name="text_4009_Design 缓存">
            <a:extLst>
              <a:ext uri="{FF2B5EF4-FFF2-40B4-BE49-F238E27FC236}">
                <a16:creationId xmlns:a16="http://schemas.microsoft.com/office/drawing/2014/main" id="{601B627B-E8AC-4E16-8FEB-6BADA10DBB44}"/>
              </a:ext>
            </a:extLst>
          </p:cNvPr>
          <p:cNvSpPr>
            <a:spLocks noGrp="1"/>
          </p:cNvSpPr>
          <p:nvPr/>
        </p:nvSpPr>
        <p:spPr>
          <a:xfrm>
            <a:off x="6267450" y="4476750"/>
            <a:ext cx="1047750" cy="2762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Design 缓存</a:t>
            </a:r>
          </a:p>
        </p:txBody>
      </p:sp>
      <p:sp>
        <p:nvSpPr>
          <p:cNvPr id="108" name="connector_4010">
            <a:extLst>
              <a:ext uri="{FF2B5EF4-FFF2-40B4-BE49-F238E27FC236}">
                <a16:creationId xmlns:a16="http://schemas.microsoft.com/office/drawing/2014/main" id="{2743DF64-00F6-416F-8F6C-6EEEE38A2C55}"/>
              </a:ext>
            </a:extLst>
          </p:cNvPr>
          <p:cNvSpPr>
            <a:spLocks noGrp="1"/>
          </p:cNvSpPr>
          <p:nvPr/>
        </p:nvSpPr>
        <p:spPr>
          <a:xfrm>
            <a:off x="7400925" y="4600575"/>
            <a:ext cx="123825" cy="19050"/>
          </a:xfrm>
          <a:custGeom>
            <a:avLst/>
            <a:gdLst/>
            <a:ahLst/>
            <a:cxnLst/>
            <a:rect l="0" t="0" r="0" b="0"/>
            <a:pathLst>
              <a:path w="123825" h="19050">
                <a:moveTo>
                  <a:pt x="9525" y="9525"/>
                </a:moveTo>
                <a:lnTo>
                  <a:pt x="114300" y="9525"/>
                </a:lnTo>
              </a:path>
            </a:pathLst>
          </a:custGeom>
          <a:noFill/>
          <a:ln w="19050">
            <a:solidFill>
              <a:srgbClr val="D7000F"/>
            </a:solidFill>
          </a:ln>
        </p:spPr>
      </p:sp>
      <p:sp>
        <p:nvSpPr>
          <p:cNvPr id="109" name="connector_4011">
            <a:extLst>
              <a:ext uri="{FF2B5EF4-FFF2-40B4-BE49-F238E27FC236}">
                <a16:creationId xmlns:a16="http://schemas.microsoft.com/office/drawing/2014/main" id="{F11B1476-2440-405C-BEAA-E2A7DE82BE2C}"/>
              </a:ext>
            </a:extLst>
          </p:cNvPr>
          <p:cNvSpPr>
            <a:spLocks noGrp="1"/>
          </p:cNvSpPr>
          <p:nvPr/>
        </p:nvSpPr>
        <p:spPr>
          <a:xfrm>
            <a:off x="7447187" y="456860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10" name="object_4012">
            <a:extLst>
              <a:ext uri="{FF2B5EF4-FFF2-40B4-BE49-F238E27FC236}">
                <a16:creationId xmlns:a16="http://schemas.microsoft.com/office/drawing/2014/main" id="{C42CB3FC-039A-4B06-98CF-910918F4C91E}"/>
              </a:ext>
            </a:extLst>
          </p:cNvPr>
          <p:cNvSpPr>
            <a:spLocks noGrp="1"/>
          </p:cNvSpPr>
          <p:nvPr/>
        </p:nvSpPr>
        <p:spPr>
          <a:xfrm>
            <a:off x="7543800" y="4429125"/>
            <a:ext cx="1181100" cy="371475"/>
          </a:xfrm>
          <a:prstGeom prst="rect">
            <a:avLst/>
          </a:prstGeom>
          <a:solidFill>
            <a:srgbClr val="F2F2F2"/>
          </a:solidFill>
          <a:ln w="17145">
            <a:solidFill>
              <a:srgbClr val="D7000F"/>
            </a:solidFill>
          </a:ln>
        </p:spPr>
      </p:sp>
      <p:sp>
        <p:nvSpPr>
          <p:cNvPr id="111" name="text_4014_Build 缓存">
            <a:extLst>
              <a:ext uri="{FF2B5EF4-FFF2-40B4-BE49-F238E27FC236}">
                <a16:creationId xmlns:a16="http://schemas.microsoft.com/office/drawing/2014/main" id="{DE84C2E0-70CD-471D-AA5D-D23D9C980746}"/>
              </a:ext>
            </a:extLst>
          </p:cNvPr>
          <p:cNvSpPr>
            <a:spLocks noGrp="1"/>
          </p:cNvSpPr>
          <p:nvPr/>
        </p:nvSpPr>
        <p:spPr>
          <a:xfrm>
            <a:off x="7610475" y="4476750"/>
            <a:ext cx="1047750" cy="2762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Build 缓存</a:t>
            </a:r>
          </a:p>
        </p:txBody>
      </p:sp>
      <p:sp>
        <p:nvSpPr>
          <p:cNvPr id="112" name="connector_4015">
            <a:extLst>
              <a:ext uri="{FF2B5EF4-FFF2-40B4-BE49-F238E27FC236}">
                <a16:creationId xmlns:a16="http://schemas.microsoft.com/office/drawing/2014/main" id="{2CB64040-0077-4070-8283-243ECB34FA9D}"/>
              </a:ext>
            </a:extLst>
          </p:cNvPr>
          <p:cNvSpPr>
            <a:spLocks noGrp="1"/>
          </p:cNvSpPr>
          <p:nvPr/>
        </p:nvSpPr>
        <p:spPr>
          <a:xfrm>
            <a:off x="8743950" y="4600575"/>
            <a:ext cx="123825" cy="19050"/>
          </a:xfrm>
          <a:custGeom>
            <a:avLst/>
            <a:gdLst/>
            <a:ahLst/>
            <a:cxnLst/>
            <a:rect l="0" t="0" r="0" b="0"/>
            <a:pathLst>
              <a:path w="123825" h="19050">
                <a:moveTo>
                  <a:pt x="9525" y="9525"/>
                </a:moveTo>
                <a:lnTo>
                  <a:pt x="114300" y="9525"/>
                </a:lnTo>
              </a:path>
            </a:pathLst>
          </a:custGeom>
          <a:noFill/>
          <a:ln w="19050">
            <a:solidFill>
              <a:srgbClr val="D7000F"/>
            </a:solidFill>
          </a:ln>
        </p:spPr>
      </p:sp>
      <p:sp>
        <p:nvSpPr>
          <p:cNvPr id="113" name="connector_4016">
            <a:extLst>
              <a:ext uri="{FF2B5EF4-FFF2-40B4-BE49-F238E27FC236}">
                <a16:creationId xmlns:a16="http://schemas.microsoft.com/office/drawing/2014/main" id="{E01CD8CE-FEB2-4568-8AA6-F8A85234A872}"/>
              </a:ext>
            </a:extLst>
          </p:cNvPr>
          <p:cNvSpPr>
            <a:spLocks noGrp="1"/>
          </p:cNvSpPr>
          <p:nvPr/>
        </p:nvSpPr>
        <p:spPr>
          <a:xfrm>
            <a:off x="8790212" y="456860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14" name="object_4017">
            <a:extLst>
              <a:ext uri="{FF2B5EF4-FFF2-40B4-BE49-F238E27FC236}">
                <a16:creationId xmlns:a16="http://schemas.microsoft.com/office/drawing/2014/main" id="{40FB0EC9-6998-46A9-BAF8-A39B03F877E7}"/>
              </a:ext>
            </a:extLst>
          </p:cNvPr>
          <p:cNvSpPr>
            <a:spLocks noGrp="1"/>
          </p:cNvSpPr>
          <p:nvPr/>
        </p:nvSpPr>
        <p:spPr>
          <a:xfrm>
            <a:off x="8886825" y="4429125"/>
            <a:ext cx="1181100" cy="371475"/>
          </a:xfrm>
          <a:prstGeom prst="rect">
            <a:avLst/>
          </a:prstGeom>
          <a:solidFill>
            <a:srgbClr val="F2F2F2"/>
          </a:solidFill>
          <a:ln w="17145">
            <a:solidFill>
              <a:srgbClr val="D7000F"/>
            </a:solidFill>
          </a:ln>
        </p:spPr>
      </p:sp>
      <p:sp>
        <p:nvSpPr>
          <p:cNvPr id="115" name="text_4019_Review 重试">
            <a:extLst>
              <a:ext uri="{FF2B5EF4-FFF2-40B4-BE49-F238E27FC236}">
                <a16:creationId xmlns:a16="http://schemas.microsoft.com/office/drawing/2014/main" id="{E81BE23F-D20C-49FC-B32C-4A1B6A3C6C8A}"/>
              </a:ext>
            </a:extLst>
          </p:cNvPr>
          <p:cNvSpPr>
            <a:spLocks noGrp="1"/>
          </p:cNvSpPr>
          <p:nvPr/>
        </p:nvSpPr>
        <p:spPr>
          <a:xfrm>
            <a:off x="8953500" y="4476750"/>
            <a:ext cx="1047750" cy="2762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Review 重试</a:t>
            </a:r>
          </a:p>
        </p:txBody>
      </p:sp>
      <p:sp>
        <p:nvSpPr>
          <p:cNvPr id="116" name="text_4021_从头执行">
            <a:extLst>
              <a:ext uri="{FF2B5EF4-FFF2-40B4-BE49-F238E27FC236}">
                <a16:creationId xmlns:a16="http://schemas.microsoft.com/office/drawing/2014/main" id="{46A23906-6C02-4364-A753-0A920C8380A5}"/>
              </a:ext>
            </a:extLst>
          </p:cNvPr>
          <p:cNvSpPr>
            <a:spLocks noGrp="1"/>
          </p:cNvSpPr>
          <p:nvPr/>
        </p:nvSpPr>
        <p:spPr>
          <a:xfrm>
            <a:off x="10287000" y="3905250"/>
            <a:ext cx="1257300" cy="228600"/>
          </a:xfrm>
          <a:prstGeom prst="rect">
            <a:avLst/>
          </a:prstGeom>
          <a:noFill/>
          <a:ln w="9525">
            <a:noFill/>
          </a:ln>
        </p:spPr>
        <p:txBody>
          <a:bodyPr wrap="none" lIns="0" tIns="0" rIns="0" bIns="0" anchor="ctr">
            <a:noAutofit/>
          </a:bodyPr>
          <a:lstStyle/>
          <a:p>
            <a:pPr algn="l">
              <a:defRPr sz="1275" b="0">
                <a:solidFill>
                  <a:srgbClr val="242424"/>
                </a:solidFill>
                <a:latin typeface="Arial"/>
                <a:ea typeface="Arial"/>
                <a:cs typeface="Arial"/>
              </a:defRPr>
            </a:pPr>
            <a:r>
              <a:rPr sz="1275" b="0">
                <a:solidFill>
                  <a:srgbClr val="242424"/>
                </a:solidFill>
                <a:latin typeface="Arial"/>
                <a:ea typeface="Arial"/>
                <a:cs typeface="Arial"/>
              </a:rPr>
              <a:t>从头执行</a:t>
            </a:r>
          </a:p>
        </p:txBody>
      </p:sp>
      <p:sp>
        <p:nvSpPr>
          <p:cNvPr id="117" name="text_4023_前序重复">
            <a:extLst>
              <a:ext uri="{FF2B5EF4-FFF2-40B4-BE49-F238E27FC236}">
                <a16:creationId xmlns:a16="http://schemas.microsoft.com/office/drawing/2014/main" id="{E43CE6BE-608F-4F6C-9BF6-8F47923A3346}"/>
              </a:ext>
            </a:extLst>
          </p:cNvPr>
          <p:cNvSpPr>
            <a:spLocks noGrp="1"/>
          </p:cNvSpPr>
          <p:nvPr/>
        </p:nvSpPr>
        <p:spPr>
          <a:xfrm>
            <a:off x="10287000" y="4133850"/>
            <a:ext cx="1257300" cy="228600"/>
          </a:xfrm>
          <a:prstGeom prst="rect">
            <a:avLst/>
          </a:prstGeom>
          <a:noFill/>
          <a:ln w="9525">
            <a:noFill/>
          </a:ln>
        </p:spPr>
        <p:txBody>
          <a:bodyPr wrap="none" lIns="0" tIns="0" rIns="0" bIns="0" anchor="ctr">
            <a:noAutofit/>
          </a:bodyPr>
          <a:lstStyle/>
          <a:p>
            <a:pPr algn="l">
              <a:defRPr sz="1275" b="0">
                <a:solidFill>
                  <a:srgbClr val="242424"/>
                </a:solidFill>
                <a:latin typeface="Arial"/>
                <a:ea typeface="Arial"/>
                <a:cs typeface="Arial"/>
              </a:defRPr>
            </a:pPr>
            <a:r>
              <a:rPr sz="1275" b="0">
                <a:solidFill>
                  <a:srgbClr val="242424"/>
                </a:solidFill>
                <a:latin typeface="Arial"/>
                <a:ea typeface="Arial"/>
                <a:cs typeface="Arial"/>
              </a:rPr>
              <a:t>前序重复</a:t>
            </a:r>
          </a:p>
        </p:txBody>
      </p:sp>
      <p:sp>
        <p:nvSpPr>
          <p:cNvPr id="118" name="text_4025_恢复 Artifact">
            <a:extLst>
              <a:ext uri="{FF2B5EF4-FFF2-40B4-BE49-F238E27FC236}">
                <a16:creationId xmlns:a16="http://schemas.microsoft.com/office/drawing/2014/main" id="{62DC45B2-C78E-4440-A063-6F6D039DD935}"/>
              </a:ext>
            </a:extLst>
          </p:cNvPr>
          <p:cNvSpPr>
            <a:spLocks noGrp="1"/>
          </p:cNvSpPr>
          <p:nvPr/>
        </p:nvSpPr>
        <p:spPr>
          <a:xfrm>
            <a:off x="10287000" y="4410075"/>
            <a:ext cx="1257300" cy="228600"/>
          </a:xfrm>
          <a:prstGeom prst="rect">
            <a:avLst/>
          </a:prstGeom>
          <a:noFill/>
          <a:ln w="9525">
            <a:noFill/>
          </a:ln>
        </p:spPr>
        <p:txBody>
          <a:bodyPr wrap="none" lIns="0" tIns="0" rIns="0" bIns="0" anchor="ctr">
            <a:noAutofit/>
          </a:bodyPr>
          <a:lstStyle/>
          <a:p>
            <a:pPr algn="l">
              <a:defRPr sz="1275" b="1">
                <a:solidFill>
                  <a:srgbClr val="D7000F"/>
                </a:solidFill>
                <a:latin typeface="Arial"/>
                <a:ea typeface="Arial"/>
                <a:cs typeface="Arial"/>
              </a:defRPr>
            </a:pPr>
            <a:r>
              <a:rPr sz="1275" b="1">
                <a:solidFill>
                  <a:srgbClr val="D7000F"/>
                </a:solidFill>
                <a:latin typeface="Arial"/>
                <a:ea typeface="Arial"/>
                <a:cs typeface="Arial"/>
              </a:rPr>
              <a:t>恢复 Artifact</a:t>
            </a:r>
          </a:p>
        </p:txBody>
      </p:sp>
      <p:sp>
        <p:nvSpPr>
          <p:cNvPr id="119" name="text_4027_继续执行">
            <a:extLst>
              <a:ext uri="{FF2B5EF4-FFF2-40B4-BE49-F238E27FC236}">
                <a16:creationId xmlns:a16="http://schemas.microsoft.com/office/drawing/2014/main" id="{DEBFAC7E-25F2-4312-9136-4CE8C8D98519}"/>
              </a:ext>
            </a:extLst>
          </p:cNvPr>
          <p:cNvSpPr>
            <a:spLocks noGrp="1"/>
          </p:cNvSpPr>
          <p:nvPr/>
        </p:nvSpPr>
        <p:spPr>
          <a:xfrm>
            <a:off x="10287000" y="4638675"/>
            <a:ext cx="1257300" cy="228600"/>
          </a:xfrm>
          <a:prstGeom prst="rect">
            <a:avLst/>
          </a:prstGeom>
          <a:noFill/>
          <a:ln w="9525">
            <a:noFill/>
          </a:ln>
        </p:spPr>
        <p:txBody>
          <a:bodyPr wrap="none" lIns="0" tIns="0" rIns="0" bIns="0" anchor="ctr">
            <a:noAutofit/>
          </a:bodyPr>
          <a:lstStyle/>
          <a:p>
            <a:pPr algn="l">
              <a:defRPr sz="1275" b="1">
                <a:solidFill>
                  <a:srgbClr val="D7000F"/>
                </a:solidFill>
                <a:latin typeface="Arial"/>
                <a:ea typeface="Arial"/>
                <a:cs typeface="Arial"/>
              </a:defRPr>
            </a:pPr>
            <a:r>
              <a:rPr sz="1275" b="1">
                <a:solidFill>
                  <a:srgbClr val="D7000F"/>
                </a:solidFill>
                <a:latin typeface="Arial"/>
                <a:ea typeface="Arial"/>
                <a:cs typeface="Arial"/>
              </a:rPr>
              <a:t>继续执行</a:t>
            </a:r>
          </a:p>
        </p:txBody>
      </p:sp>
      <p:sp>
        <p:nvSpPr>
          <p:cNvPr id="120" name="text_4029_仅修改 Review Rule：保留前序，失效后">
            <a:extLst>
              <a:ext uri="{FF2B5EF4-FFF2-40B4-BE49-F238E27FC236}">
                <a16:creationId xmlns:a16="http://schemas.microsoft.com/office/drawing/2014/main" id="{91E25775-419C-4E1B-8C13-366DF624F5C6}"/>
              </a:ext>
            </a:extLst>
          </p:cNvPr>
          <p:cNvSpPr>
            <a:spLocks noGrp="1"/>
          </p:cNvSpPr>
          <p:nvPr/>
        </p:nvSpPr>
        <p:spPr>
          <a:xfrm>
            <a:off x="5314950" y="4981575"/>
            <a:ext cx="6210300" cy="285750"/>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仅修改 Review Rule：保留前序，失效后续</a:t>
            </a:r>
          </a:p>
        </p:txBody>
      </p:sp>
      <p:graphicFrame>
        <p:nvGraphicFramePr>
          <p:cNvPr id="245" name="表格 244"/>
          <p:cNvGraphicFramePr/>
          <p:nvPr/>
        </p:nvGraphicFramePr>
        <p:xfrm>
          <a:off x="5305425" y="5372100"/>
          <a:ext cx="6229352" cy="742950"/>
        </p:xfrm>
        <a:graphic>
          <a:graphicData uri="http://schemas.openxmlformats.org/drawingml/2006/table">
            <a:tbl>
              <a:tblPr/>
              <a:tblGrid>
                <a:gridCol w="1557338">
                  <a:extLst>
                    <a:ext uri="{9D8B030D-6E8A-4147-A177-3AD203B41FA5}">
                      <a16:colId xmlns:a16="http://schemas.microsoft.com/office/drawing/2014/main" val="20000"/>
                    </a:ext>
                  </a:extLst>
                </a:gridCol>
                <a:gridCol w="1557338">
                  <a:extLst>
                    <a:ext uri="{9D8B030D-6E8A-4147-A177-3AD203B41FA5}">
                      <a16:colId xmlns:a16="http://schemas.microsoft.com/office/drawing/2014/main" val="20001"/>
                    </a:ext>
                  </a:extLst>
                </a:gridCol>
                <a:gridCol w="1557338">
                  <a:extLst>
                    <a:ext uri="{9D8B030D-6E8A-4147-A177-3AD203B41FA5}">
                      <a16:colId xmlns:a16="http://schemas.microsoft.com/office/drawing/2014/main" val="20002"/>
                    </a:ext>
                  </a:extLst>
                </a:gridCol>
                <a:gridCol w="1557338">
                  <a:extLst>
                    <a:ext uri="{9D8B030D-6E8A-4147-A177-3AD203B41FA5}">
                      <a16:colId xmlns:a16="http://schemas.microsoft.com/office/drawing/2014/main" val="20003"/>
                    </a:ext>
                  </a:extLst>
                </a:gridCol>
              </a:tblGrid>
              <a:tr h="371475">
                <a:tc>
                  <a:txBody>
                    <a:bodyPr/>
                    <a:lstStyle/>
                    <a:p>
                      <a:pPr algn="ctr"/>
                      <a:r>
                        <a:rPr sz="1425" b="1">
                          <a:solidFill>
                            <a:srgbClr val="000000"/>
                          </a:solidFill>
                          <a:latin typeface="Arial"/>
                          <a:ea typeface="Arial"/>
                          <a:cs typeface="Arial"/>
                        </a:rPr>
                        <a:t>Design</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425" b="1">
                          <a:solidFill>
                            <a:srgbClr val="000000"/>
                          </a:solidFill>
                          <a:latin typeface="Arial"/>
                          <a:ea typeface="Arial"/>
                          <a:cs typeface="Arial"/>
                        </a:rPr>
                        <a:t>Build</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425" b="1">
                          <a:solidFill>
                            <a:srgbClr val="000000"/>
                          </a:solidFill>
                          <a:latin typeface="Arial"/>
                          <a:ea typeface="Arial"/>
                          <a:cs typeface="Arial"/>
                        </a:rPr>
                        <a:t>Review</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425" b="1">
                          <a:solidFill>
                            <a:srgbClr val="000000"/>
                          </a:solidFill>
                          <a:latin typeface="Arial"/>
                          <a:ea typeface="Arial"/>
                          <a:cs typeface="Arial"/>
                        </a:rPr>
                        <a:t>Optimize</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extLst>
                  <a:ext uri="{0D108BD9-81ED-4DB2-BD59-A6C34878D82A}">
                    <a16:rowId xmlns:a16="http://schemas.microsoft.com/office/drawing/2014/main" val="10000"/>
                  </a:ext>
                </a:extLst>
              </a:tr>
              <a:tr h="371475">
                <a:tc>
                  <a:txBody>
                    <a:bodyPr/>
                    <a:lstStyle/>
                    <a:p>
                      <a:pPr algn="ctr"/>
                      <a:r>
                        <a:rPr sz="1425" b="0">
                          <a:solidFill>
                            <a:srgbClr val="000000"/>
                          </a:solidFill>
                          <a:latin typeface="Arial"/>
                          <a:ea typeface="Arial"/>
                          <a:cs typeface="Arial"/>
                        </a:rPr>
                        <a:t>Reuse ✓</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425" b="0">
                          <a:solidFill>
                            <a:srgbClr val="000000"/>
                          </a:solidFill>
                          <a:latin typeface="Arial"/>
                          <a:ea typeface="Arial"/>
                          <a:cs typeface="Arial"/>
                        </a:rPr>
                        <a:t>Reuse ✓</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425" b="0">
                          <a:solidFill>
                            <a:srgbClr val="000000"/>
                          </a:solidFill>
                          <a:latin typeface="Arial"/>
                          <a:ea typeface="Arial"/>
                          <a:cs typeface="Arial"/>
                        </a:rPr>
                        <a:t>Invalidate ×</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425" b="0">
                          <a:solidFill>
                            <a:srgbClr val="000000"/>
                          </a:solidFill>
                          <a:latin typeface="Arial"/>
                          <a:ea typeface="Arial"/>
                          <a:cs typeface="Arial"/>
                        </a:rPr>
                        <a:t>Invalidate ×</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1"/>
                  </a:ext>
                </a:extLst>
              </a:tr>
            </a:tbl>
          </a:graphicData>
        </a:graphic>
      </p:graphicFrame>
      <p:sp>
        <p:nvSpPr>
          <p:cNvPr id="122" name="text_4031_直接从 Review 开始，无需重做前序阶段。">
            <a:extLst>
              <a:ext uri="{FF2B5EF4-FFF2-40B4-BE49-F238E27FC236}">
                <a16:creationId xmlns:a16="http://schemas.microsoft.com/office/drawing/2014/main" id="{385B2830-6925-4DDE-A5A8-4001EC14596E}"/>
              </a:ext>
            </a:extLst>
          </p:cNvPr>
          <p:cNvSpPr>
            <a:spLocks noGrp="1"/>
          </p:cNvSpPr>
          <p:nvPr/>
        </p:nvSpPr>
        <p:spPr>
          <a:xfrm>
            <a:off x="5314950" y="6153150"/>
            <a:ext cx="6210300" cy="238125"/>
          </a:xfrm>
          <a:prstGeom prst="rect">
            <a:avLst/>
          </a:prstGeom>
          <a:noFill/>
          <a:ln w="9525">
            <a:noFill/>
          </a:ln>
        </p:spPr>
        <p:txBody>
          <a:bodyPr wrap="none" lIns="0" tIns="0" rIns="0" bIns="0" anchor="ctr">
            <a:noAutofit/>
          </a:bodyPr>
          <a:lstStyle/>
          <a:p>
            <a:pPr algn="l">
              <a:defRPr sz="1425" b="1">
                <a:solidFill>
                  <a:srgbClr val="D7000F"/>
                </a:solidFill>
                <a:latin typeface="Arial"/>
                <a:ea typeface="Arial"/>
                <a:cs typeface="Arial"/>
              </a:defRPr>
            </a:pPr>
            <a:r>
              <a:rPr sz="1425" b="1">
                <a:solidFill>
                  <a:srgbClr val="D7000F"/>
                </a:solidFill>
                <a:latin typeface="Arial"/>
                <a:ea typeface="Arial"/>
                <a:cs typeface="Arial"/>
              </a:rPr>
              <a:t>直接从 Review 开始，无需重做前序阶段。</a:t>
            </a:r>
          </a:p>
        </p:txBody>
      </p:sp>
      <p:sp>
        <p:nvSpPr>
          <p:cNvPr id="123" name="text_4033_结合 Stage Artifact、Finger">
            <a:extLst>
              <a:ext uri="{FF2B5EF4-FFF2-40B4-BE49-F238E27FC236}">
                <a16:creationId xmlns:a16="http://schemas.microsoft.com/office/drawing/2014/main" id="{DEA0CB02-2DC0-470D-8388-F2D5B720DFAB}"/>
              </a:ext>
            </a:extLst>
          </p:cNvPr>
          <p:cNvSpPr>
            <a:spLocks noGrp="1"/>
          </p:cNvSpPr>
          <p:nvPr/>
        </p:nvSpPr>
        <p:spPr>
          <a:xfrm>
            <a:off x="723900" y="6400800"/>
            <a:ext cx="10829925" cy="333375"/>
          </a:xfrm>
          <a:prstGeom prst="rect">
            <a:avLst/>
          </a:prstGeom>
          <a:noFill/>
          <a:ln w="9525">
            <a:noFill/>
          </a:ln>
        </p:spPr>
        <p:txBody>
          <a:bodyPr wrap="none" lIns="0" tIns="0" rIns="0" bIns="0" anchor="ctr">
            <a:noAutofit/>
          </a:bodyPr>
          <a:lstStyle/>
          <a:p>
            <a:pPr algn="ctr">
              <a:defRPr sz="1725" b="1">
                <a:solidFill>
                  <a:srgbClr val="FF0000"/>
                </a:solidFill>
                <a:latin typeface="Arial"/>
                <a:ea typeface="Arial"/>
                <a:cs typeface="Arial"/>
              </a:defRPr>
            </a:pPr>
            <a:r>
              <a:rPr sz="1725" b="1">
                <a:solidFill>
                  <a:srgbClr val="FF0000"/>
                </a:solidFill>
                <a:latin typeface="Arial"/>
                <a:ea typeface="Arial"/>
                <a:cs typeface="Arial"/>
              </a:rPr>
              <a:t>结合 Stage Artifact、Fingerprint 与 Cache，使执行过程可恢复、产物可复用。</a:t>
            </a:r>
          </a:p>
        </p:txBody>
      </p:sp>
      <p:pic>
        <p:nvPicPr>
          <p:cNvPr id="248" name="图片 5"/>
          <p:cNvPicPr>
            <a:picLocks noChangeAspect="1"/>
          </p:cNvPicPr>
          <p:nvPr/>
        </p:nvPicPr>
        <p:blipFill>
          <a:blip r:embed="rId3"/>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249" name="图片 47"/>
          <p:cNvPicPr>
            <a:picLocks noChangeAspect="1"/>
          </p:cNvPicPr>
          <p:nvPr/>
        </p:nvPicPr>
        <p:blipFill>
          <a:blip r:embed="rId4"/>
          <a:stretch>
            <a:fillRect/>
          </a:stretch>
        </p:blipFill>
        <p:spPr>
          <a:xfrm>
            <a:off x="5286375" y="895350"/>
            <a:ext cx="361950" cy="361950"/>
          </a:xfrm>
          <a:prstGeom prst="rect">
            <a:avLst/>
          </a:prstGeom>
        </p:spPr>
      </p:pic>
    </p:spTree>
    <p:extLst>
      <p:ext uri="{BB962C8B-B14F-4D97-AF65-F5344CB8AC3E}">
        <p14:creationId xmlns:p14="http://schemas.microsoft.com/office/powerpoint/2010/main" val="384009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矩形: 圆角 46">
            <a:extLst>
              <a:ext uri="{FF2B5EF4-FFF2-40B4-BE49-F238E27FC236}">
                <a16:creationId xmlns:a16="http://schemas.microsoft.com/office/drawing/2014/main" id="{5190E84F-3680-43C0-AE87-E3EB77ADFDCE}"/>
              </a:ext>
            </a:extLst>
          </p:cNvPr>
          <p:cNvSpPr/>
          <p:nvPr/>
        </p:nvSpPr>
        <p:spPr>
          <a:xfrm>
            <a:off x="4056862" y="5245827"/>
            <a:ext cx="7660219" cy="1250768"/>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object_96">
            <a:extLst>
              <a:ext uri="{FF2B5EF4-FFF2-40B4-BE49-F238E27FC236}">
                <a16:creationId xmlns:a16="http://schemas.microsoft.com/office/drawing/2014/main" id="{30F4AC42-8187-4FA3-987E-AFE490B02F23}"/>
              </a:ext>
            </a:extLst>
          </p:cNvPr>
          <p:cNvSpPr>
            <a:spLocks noGrp="1"/>
          </p:cNvSpPr>
          <p:nvPr/>
        </p:nvSpPr>
        <p:spPr>
          <a:xfrm>
            <a:off x="9294767" y="2172789"/>
            <a:ext cx="2301240" cy="2179320"/>
          </a:xfrm>
          <a:prstGeom prst="roundRect">
            <a:avLst>
              <a:gd name="adj" fmla="val 2448"/>
            </a:avLst>
          </a:prstGeom>
          <a:solidFill>
            <a:srgbClr val="FFFFFF"/>
          </a:solidFill>
          <a:ln w="28575">
            <a:solidFill>
              <a:srgbClr val="FF0000"/>
            </a:solidFill>
            <a:prstDash val="sysDash"/>
          </a:ln>
        </p:spPr>
      </p:sp>
      <p:sp>
        <p:nvSpPr>
          <p:cNvPr id="211" name="object_96">
            <a:extLst>
              <a:ext uri="{FF2B5EF4-FFF2-40B4-BE49-F238E27FC236}">
                <a16:creationId xmlns:a16="http://schemas.microsoft.com/office/drawing/2014/main" id="{30F4AC42-8187-4FA3-987E-AFE490B02F23}"/>
              </a:ext>
            </a:extLst>
          </p:cNvPr>
          <p:cNvSpPr>
            <a:spLocks noGrp="1"/>
          </p:cNvSpPr>
          <p:nvPr/>
        </p:nvSpPr>
        <p:spPr>
          <a:xfrm>
            <a:off x="4282236" y="2199120"/>
            <a:ext cx="2301240" cy="2179320"/>
          </a:xfrm>
          <a:prstGeom prst="roundRect">
            <a:avLst>
              <a:gd name="adj" fmla="val 2448"/>
            </a:avLst>
          </a:prstGeom>
          <a:solidFill>
            <a:srgbClr val="FFFFFF"/>
          </a:solidFill>
          <a:ln w="28575">
            <a:solidFill>
              <a:srgbClr val="FF0000"/>
            </a:solidFill>
            <a:prstDash val="sysDash"/>
          </a:ln>
        </p:spPr>
      </p:sp>
      <p:sp>
        <p:nvSpPr>
          <p:cNvPr id="2" name="标题 1"/>
          <p:cNvSpPr>
            <a:spLocks noGrp="1"/>
          </p:cNvSpPr>
          <p:nvPr>
            <p:ph type="title"/>
          </p:nvPr>
        </p:nvSpPr>
        <p:spPr/>
        <p:txBody>
          <a:bodyPr/>
          <a:lstStyle/>
          <a:p>
            <a:pPr>
              <a:defRPr sz="2640" b="1">
                <a:solidFill>
                  <a:srgbClr val="111315"/>
                </a:solidFill>
                <a:latin typeface="Microsoft YaHei"/>
                <a:ea typeface="Microsoft YaHei"/>
                <a:cs typeface="Microsoft YaHei"/>
              </a:defRPr>
            </a:pPr>
            <a:r>
              <a:rPr lang="zh-CN" altLang="en-US" dirty="0" smtClean="0">
                <a:solidFill>
                  <a:srgbClr val="111315"/>
                </a:solidFill>
              </a:rPr>
              <a:t>实习任务</a:t>
            </a:r>
            <a:r>
              <a:rPr lang="en-US" altLang="zh-CN" dirty="0" smtClean="0">
                <a:solidFill>
                  <a:srgbClr val="111315"/>
                </a:solidFill>
              </a:rPr>
              <a:t>2</a:t>
            </a:r>
            <a:r>
              <a:rPr lang="zh-CN" altLang="en-US" dirty="0" smtClean="0">
                <a:solidFill>
                  <a:srgbClr val="111315"/>
                </a:solidFill>
              </a:rPr>
              <a:t>：从静态到多态</a:t>
            </a:r>
            <a:endParaRPr lang="zh-CN" altLang="en-US" dirty="0">
              <a:solidFill>
                <a:srgbClr val="111315"/>
              </a:solidFill>
            </a:endParaRPr>
          </a:p>
        </p:txBody>
      </p:sp>
      <p:sp>
        <p:nvSpPr>
          <p:cNvPr id="68" name="文本框 67">
            <a:extLst>
              <a:ext uri="{FF2B5EF4-FFF2-40B4-BE49-F238E27FC236}">
                <a16:creationId xmlns:a16="http://schemas.microsoft.com/office/drawing/2014/main" id="{2B6C76BA-EE8C-4A8C-B947-495DC83D5E6B}"/>
              </a:ext>
            </a:extLst>
          </p:cNvPr>
          <p:cNvSpPr txBox="1"/>
          <p:nvPr/>
        </p:nvSpPr>
        <p:spPr>
          <a:xfrm>
            <a:off x="582670" y="763789"/>
            <a:ext cx="11623695" cy="369332"/>
          </a:xfrm>
          <a:prstGeom prst="rect">
            <a:avLst/>
          </a:prstGeom>
          <a:noFill/>
        </p:spPr>
        <p:txBody>
          <a:bodyPr wrap="none" rtlCol="0">
            <a:spAutoFit/>
          </a:bodyPr>
          <a:lstStyle/>
          <a:p>
            <a:r>
              <a:rPr lang="zh-CN" altLang="en-US" b="1" dirty="0"/>
              <a:t>随着模型和业务场景的多样化，输入 </a:t>
            </a:r>
            <a:r>
              <a:rPr lang="en-US" altLang="zh-CN" b="1" dirty="0"/>
              <a:t>Shape </a:t>
            </a:r>
            <a:r>
              <a:rPr lang="zh-CN" altLang="en-US" b="1" dirty="0"/>
              <a:t>不再固定，静态算子已难以满足实际需求，动态算子成为必然选择。</a:t>
            </a:r>
          </a:p>
        </p:txBody>
      </p:sp>
      <p:grpSp>
        <p:nvGrpSpPr>
          <p:cNvPr id="69" name="组合 68">
            <a:extLst>
              <a:ext uri="{FF2B5EF4-FFF2-40B4-BE49-F238E27FC236}">
                <a16:creationId xmlns:a16="http://schemas.microsoft.com/office/drawing/2014/main" id="{F58B1ACF-3946-A48A-3384-74FA40269923}"/>
              </a:ext>
            </a:extLst>
          </p:cNvPr>
          <p:cNvGrpSpPr/>
          <p:nvPr/>
        </p:nvGrpSpPr>
        <p:grpSpPr>
          <a:xfrm>
            <a:off x="656964" y="1281106"/>
            <a:ext cx="1872000" cy="558168"/>
            <a:chOff x="836294" y="996913"/>
            <a:chExt cx="1872000" cy="558168"/>
          </a:xfrm>
        </p:grpSpPr>
        <p:sp>
          <p:nvSpPr>
            <p:cNvPr id="71" name="文本框 70">
              <a:extLst>
                <a:ext uri="{FF2B5EF4-FFF2-40B4-BE49-F238E27FC236}">
                  <a16:creationId xmlns:a16="http://schemas.microsoft.com/office/drawing/2014/main" id="{46880B7A-4EF3-76BC-86C1-4BAF3D9380BF}"/>
                </a:ext>
              </a:extLst>
            </p:cNvPr>
            <p:cNvSpPr txBox="1"/>
            <p:nvPr/>
          </p:nvSpPr>
          <p:spPr>
            <a:xfrm>
              <a:off x="1236344" y="996913"/>
              <a:ext cx="1415772" cy="461665"/>
            </a:xfrm>
            <a:prstGeom prst="rect">
              <a:avLst/>
            </a:prstGeom>
            <a:noFill/>
            <a:effectLst>
              <a:outerShdw blurRad="50800" dist="38100" dir="2700000" algn="tl" rotWithShape="0">
                <a:prstClr val="black">
                  <a:alpha val="40000"/>
                </a:prstClr>
              </a:outerShdw>
            </a:effectLst>
          </p:spPr>
          <p:txBody>
            <a:bodyPr wrap="none" rtlCol="0">
              <a:spAutoFit/>
            </a:bodyPr>
            <a:lstStyle/>
            <a:p>
              <a:r>
                <a:rPr lang="zh-CN" altLang="en-US" sz="2400" b="1" dirty="0" smtClean="0"/>
                <a:t>静态算子</a:t>
              </a:r>
              <a:endParaRPr lang="zh-CN" altLang="en-US" sz="2400" b="1" dirty="0"/>
            </a:p>
          </p:txBody>
        </p:sp>
        <p:cxnSp>
          <p:nvCxnSpPr>
            <p:cNvPr id="72" name="直接连接符 71">
              <a:extLst>
                <a:ext uri="{FF2B5EF4-FFF2-40B4-BE49-F238E27FC236}">
                  <a16:creationId xmlns:a16="http://schemas.microsoft.com/office/drawing/2014/main" id="{B4764E67-2A95-9A8C-F3B8-2BB3AEDE2524}"/>
                </a:ext>
              </a:extLst>
            </p:cNvPr>
            <p:cNvCxnSpPr/>
            <p:nvPr/>
          </p:nvCxnSpPr>
          <p:spPr>
            <a:xfrm>
              <a:off x="836294" y="1555081"/>
              <a:ext cx="1872000" cy="0"/>
            </a:xfrm>
            <a:prstGeom prst="line">
              <a:avLst/>
            </a:prstGeom>
            <a:effectLst>
              <a:outerShdw blurRad="50800" dist="38100" dir="2700000" algn="tl" rotWithShape="0">
                <a:prstClr val="black">
                  <a:alpha val="40000"/>
                </a:prstClr>
              </a:outerShdw>
            </a:effectLst>
          </p:spPr>
          <p:style>
            <a:lnRef idx="3">
              <a:schemeClr val="accent1"/>
            </a:lnRef>
            <a:fillRef idx="0">
              <a:schemeClr val="accent1"/>
            </a:fillRef>
            <a:effectRef idx="2">
              <a:schemeClr val="accent1"/>
            </a:effectRef>
            <a:fontRef idx="minor">
              <a:schemeClr val="tx1"/>
            </a:fontRef>
          </p:style>
        </p:cxnSp>
        <p:pic>
          <p:nvPicPr>
            <p:cNvPr id="74" name="图片 73">
              <a:extLst>
                <a:ext uri="{FF2B5EF4-FFF2-40B4-BE49-F238E27FC236}">
                  <a16:creationId xmlns:a16="http://schemas.microsoft.com/office/drawing/2014/main" id="{B01FAD12-340F-7C96-188B-CD8F63EA201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36294" y="1027720"/>
              <a:ext cx="400050" cy="400050"/>
            </a:xfrm>
            <a:prstGeom prst="rect">
              <a:avLst/>
            </a:prstGeom>
            <a:effectLst>
              <a:outerShdw blurRad="50800" dist="38100" dir="2700000" algn="tl" rotWithShape="0">
                <a:prstClr val="black">
                  <a:alpha val="40000"/>
                </a:prstClr>
              </a:outerShdw>
            </a:effectLst>
          </p:spPr>
        </p:pic>
      </p:grpSp>
      <p:sp>
        <p:nvSpPr>
          <p:cNvPr id="149" name="矩形 148">
            <a:extLst>
              <a:ext uri="{FF2B5EF4-FFF2-40B4-BE49-F238E27FC236}">
                <a16:creationId xmlns:a16="http://schemas.microsoft.com/office/drawing/2014/main" id="{BB159A46-6192-0311-FA0E-B5D3AFF778E9}"/>
              </a:ext>
            </a:extLst>
          </p:cNvPr>
          <p:cNvSpPr/>
          <p:nvPr/>
        </p:nvSpPr>
        <p:spPr>
          <a:xfrm>
            <a:off x="738850" y="2033658"/>
            <a:ext cx="2880000" cy="54000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固定输入</a:t>
            </a:r>
            <a:r>
              <a:rPr lang="en-US" altLang="zh-CN" dirty="0" smtClean="0">
                <a:solidFill>
                  <a:schemeClr val="tx1"/>
                </a:solidFill>
              </a:rPr>
              <a:t>shape</a:t>
            </a:r>
          </a:p>
          <a:p>
            <a:pPr algn="ctr"/>
            <a:r>
              <a:rPr lang="zh-CN" altLang="en-US" sz="1200" dirty="0" smtClean="0">
                <a:solidFill>
                  <a:schemeClr val="tx1"/>
                </a:solidFill>
              </a:rPr>
              <a:t>比如</a:t>
            </a:r>
            <a:r>
              <a:rPr lang="en-US" altLang="zh-CN" sz="1200" dirty="0" smtClean="0">
                <a:solidFill>
                  <a:schemeClr val="tx1"/>
                </a:solidFill>
              </a:rPr>
              <a:t>: </a:t>
            </a:r>
            <a:r>
              <a:rPr lang="pt-BR" altLang="zh-CN" sz="1200" dirty="0" smtClean="0">
                <a:solidFill>
                  <a:schemeClr val="tx1"/>
                </a:solidFill>
              </a:rPr>
              <a:t>[</a:t>
            </a:r>
            <a:r>
              <a:rPr lang="pt-BR" altLang="zh-CN" sz="1200" dirty="0">
                <a:solidFill>
                  <a:schemeClr val="tx1"/>
                </a:solidFill>
              </a:rPr>
              <a:t>N, C, H, W] = [1, 3, 224, 224</a:t>
            </a:r>
            <a:r>
              <a:rPr lang="pt-BR" altLang="zh-CN" sz="1200" dirty="0" smtClean="0">
                <a:solidFill>
                  <a:schemeClr val="tx1"/>
                </a:solidFill>
              </a:rPr>
              <a:t>]</a:t>
            </a:r>
            <a:endParaRPr lang="pt-BR" altLang="zh-CN" sz="1200" dirty="0">
              <a:solidFill>
                <a:schemeClr val="tx1"/>
              </a:solidFill>
            </a:endParaRPr>
          </a:p>
        </p:txBody>
      </p:sp>
      <p:sp>
        <p:nvSpPr>
          <p:cNvPr id="150" name="矩形 149">
            <a:extLst>
              <a:ext uri="{FF2B5EF4-FFF2-40B4-BE49-F238E27FC236}">
                <a16:creationId xmlns:a16="http://schemas.microsoft.com/office/drawing/2014/main" id="{A9D21BFD-6B93-7260-73F2-0E7F5D8C7C08}"/>
              </a:ext>
            </a:extLst>
          </p:cNvPr>
          <p:cNvSpPr/>
          <p:nvPr/>
        </p:nvSpPr>
        <p:spPr>
          <a:xfrm>
            <a:off x="738850" y="2983753"/>
            <a:ext cx="2880000" cy="54000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Kernel</a:t>
            </a:r>
            <a:r>
              <a:rPr lang="zh-CN" altLang="en-US" dirty="0" smtClean="0">
                <a:solidFill>
                  <a:schemeClr val="tx1"/>
                </a:solidFill>
              </a:rPr>
              <a:t>开发与</a:t>
            </a:r>
            <a:r>
              <a:rPr lang="en-US" altLang="zh-CN" dirty="0" smtClean="0">
                <a:solidFill>
                  <a:schemeClr val="tx1"/>
                </a:solidFill>
              </a:rPr>
              <a:t>review</a:t>
            </a:r>
            <a:endParaRPr lang="zh-CN" altLang="en-US" dirty="0">
              <a:solidFill>
                <a:schemeClr val="tx1"/>
              </a:solidFill>
            </a:endParaRPr>
          </a:p>
        </p:txBody>
      </p:sp>
      <p:sp>
        <p:nvSpPr>
          <p:cNvPr id="151" name="矩形 150">
            <a:extLst>
              <a:ext uri="{FF2B5EF4-FFF2-40B4-BE49-F238E27FC236}">
                <a16:creationId xmlns:a16="http://schemas.microsoft.com/office/drawing/2014/main" id="{D005012F-9160-13C1-6170-3B28E1DD8ABD}"/>
              </a:ext>
            </a:extLst>
          </p:cNvPr>
          <p:cNvSpPr/>
          <p:nvPr/>
        </p:nvSpPr>
        <p:spPr>
          <a:xfrm>
            <a:off x="738850" y="3907760"/>
            <a:ext cx="2880000" cy="54000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smtClean="0">
                <a:solidFill>
                  <a:schemeClr val="tx1"/>
                </a:solidFill>
              </a:rPr>
              <a:t>Kernel</a:t>
            </a:r>
            <a:r>
              <a:rPr lang="zh-CN" altLang="en-US" dirty="0" smtClean="0">
                <a:solidFill>
                  <a:schemeClr val="tx1"/>
                </a:solidFill>
              </a:rPr>
              <a:t>优化与</a:t>
            </a:r>
            <a:r>
              <a:rPr lang="en-US" altLang="zh-CN" dirty="0">
                <a:solidFill>
                  <a:schemeClr val="tx1"/>
                </a:solidFill>
              </a:rPr>
              <a:t>profiler</a:t>
            </a:r>
            <a:endParaRPr lang="zh-CN" altLang="en-US" dirty="0">
              <a:solidFill>
                <a:schemeClr val="tx1"/>
              </a:solidFill>
            </a:endParaRPr>
          </a:p>
        </p:txBody>
      </p:sp>
      <p:sp>
        <p:nvSpPr>
          <p:cNvPr id="152" name="矩形 151">
            <a:extLst>
              <a:ext uri="{FF2B5EF4-FFF2-40B4-BE49-F238E27FC236}">
                <a16:creationId xmlns:a16="http://schemas.microsoft.com/office/drawing/2014/main" id="{4A7CA2CA-71CB-5F89-D685-05D7C430EAD3}"/>
              </a:ext>
            </a:extLst>
          </p:cNvPr>
          <p:cNvSpPr/>
          <p:nvPr/>
        </p:nvSpPr>
        <p:spPr>
          <a:xfrm>
            <a:off x="738850" y="4876044"/>
            <a:ext cx="2880000" cy="54000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验证与测试</a:t>
            </a:r>
            <a:endParaRPr lang="zh-CN" altLang="en-US" dirty="0">
              <a:solidFill>
                <a:schemeClr val="tx1"/>
              </a:solidFill>
            </a:endParaRPr>
          </a:p>
        </p:txBody>
      </p:sp>
      <p:sp>
        <p:nvSpPr>
          <p:cNvPr id="153" name="矩形 152">
            <a:extLst>
              <a:ext uri="{FF2B5EF4-FFF2-40B4-BE49-F238E27FC236}">
                <a16:creationId xmlns:a16="http://schemas.microsoft.com/office/drawing/2014/main" id="{A54B7F6E-5975-8E77-EB84-CE56330FA8AA}"/>
              </a:ext>
            </a:extLst>
          </p:cNvPr>
          <p:cNvSpPr/>
          <p:nvPr/>
        </p:nvSpPr>
        <p:spPr>
          <a:xfrm>
            <a:off x="738850" y="5787708"/>
            <a:ext cx="2880000" cy="54000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生成高性能算子</a:t>
            </a:r>
            <a:endParaRPr lang="zh-CN" altLang="en-US" dirty="0">
              <a:solidFill>
                <a:schemeClr val="tx1"/>
              </a:solidFill>
            </a:endParaRPr>
          </a:p>
        </p:txBody>
      </p:sp>
      <p:cxnSp>
        <p:nvCxnSpPr>
          <p:cNvPr id="154" name="直接箭头连接符 153">
            <a:extLst>
              <a:ext uri="{FF2B5EF4-FFF2-40B4-BE49-F238E27FC236}">
                <a16:creationId xmlns:a16="http://schemas.microsoft.com/office/drawing/2014/main" id="{1C56BD85-21BD-550F-248A-0F3B1FD5C2EC}"/>
              </a:ext>
            </a:extLst>
          </p:cNvPr>
          <p:cNvCxnSpPr>
            <a:cxnSpLocks/>
            <a:stCxn id="149" idx="2"/>
            <a:endCxn id="150" idx="0"/>
          </p:cNvCxnSpPr>
          <p:nvPr/>
        </p:nvCxnSpPr>
        <p:spPr>
          <a:xfrm>
            <a:off x="2178850" y="2573658"/>
            <a:ext cx="0" cy="410095"/>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55" name="直接箭头连接符 154">
            <a:extLst>
              <a:ext uri="{FF2B5EF4-FFF2-40B4-BE49-F238E27FC236}">
                <a16:creationId xmlns:a16="http://schemas.microsoft.com/office/drawing/2014/main" id="{AC337315-3290-79BE-4527-EFFB8EDABF89}"/>
              </a:ext>
            </a:extLst>
          </p:cNvPr>
          <p:cNvCxnSpPr>
            <a:cxnSpLocks/>
            <a:stCxn id="150" idx="2"/>
          </p:cNvCxnSpPr>
          <p:nvPr/>
        </p:nvCxnSpPr>
        <p:spPr>
          <a:xfrm flipH="1">
            <a:off x="2176634" y="3523753"/>
            <a:ext cx="2216" cy="362390"/>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56" name="直接箭头连接符 155">
            <a:extLst>
              <a:ext uri="{FF2B5EF4-FFF2-40B4-BE49-F238E27FC236}">
                <a16:creationId xmlns:a16="http://schemas.microsoft.com/office/drawing/2014/main" id="{5B15F255-928D-8F92-F191-7DA5200D89CA}"/>
              </a:ext>
            </a:extLst>
          </p:cNvPr>
          <p:cNvCxnSpPr>
            <a:cxnSpLocks/>
            <a:stCxn id="151" idx="2"/>
            <a:endCxn id="152" idx="0"/>
          </p:cNvCxnSpPr>
          <p:nvPr/>
        </p:nvCxnSpPr>
        <p:spPr>
          <a:xfrm>
            <a:off x="2178850" y="4447760"/>
            <a:ext cx="0" cy="428284"/>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57" name="直接箭头连接符 156">
            <a:extLst>
              <a:ext uri="{FF2B5EF4-FFF2-40B4-BE49-F238E27FC236}">
                <a16:creationId xmlns:a16="http://schemas.microsoft.com/office/drawing/2014/main" id="{4F7D3C20-956B-1F00-AD0A-EE1CBCB282C1}"/>
              </a:ext>
            </a:extLst>
          </p:cNvPr>
          <p:cNvCxnSpPr>
            <a:cxnSpLocks/>
          </p:cNvCxnSpPr>
          <p:nvPr/>
        </p:nvCxnSpPr>
        <p:spPr>
          <a:xfrm>
            <a:off x="2181400" y="5425318"/>
            <a:ext cx="1" cy="374733"/>
          </a:xfrm>
          <a:prstGeom prst="straightConnector1">
            <a:avLst/>
          </a:prstGeom>
          <a:ln w="28575">
            <a:tailEnd type="triangle"/>
          </a:ln>
        </p:spPr>
        <p:style>
          <a:lnRef idx="3">
            <a:schemeClr val="accent1"/>
          </a:lnRef>
          <a:fillRef idx="0">
            <a:schemeClr val="accent1"/>
          </a:fillRef>
          <a:effectRef idx="2">
            <a:schemeClr val="accent1"/>
          </a:effectRef>
          <a:fontRef idx="minor">
            <a:schemeClr val="tx1"/>
          </a:fontRef>
        </p:style>
      </p:cxnSp>
      <p:cxnSp>
        <p:nvCxnSpPr>
          <p:cNvPr id="158" name="直接连接符 157">
            <a:extLst>
              <a:ext uri="{FF2B5EF4-FFF2-40B4-BE49-F238E27FC236}">
                <a16:creationId xmlns:a16="http://schemas.microsoft.com/office/drawing/2014/main" id="{682EBD28-C1D7-27B3-959E-C2700B14ED8E}"/>
              </a:ext>
            </a:extLst>
          </p:cNvPr>
          <p:cNvCxnSpPr>
            <a:cxnSpLocks/>
          </p:cNvCxnSpPr>
          <p:nvPr/>
        </p:nvCxnSpPr>
        <p:spPr>
          <a:xfrm>
            <a:off x="3879953" y="1489008"/>
            <a:ext cx="0" cy="4838700"/>
          </a:xfrm>
          <a:prstGeom prst="line">
            <a:avLst/>
          </a:prstGeom>
          <a:ln w="2857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3" name="object_79">
            <a:extLst>
              <a:ext uri="{FF2B5EF4-FFF2-40B4-BE49-F238E27FC236}">
                <a16:creationId xmlns:a16="http://schemas.microsoft.com/office/drawing/2014/main" id="{282CC6CF-8732-4230-8A1F-34A04E678A9C}"/>
              </a:ext>
            </a:extLst>
          </p:cNvPr>
          <p:cNvSpPr>
            <a:spLocks noGrp="1"/>
          </p:cNvSpPr>
          <p:nvPr/>
        </p:nvSpPr>
        <p:spPr>
          <a:xfrm>
            <a:off x="4475117" y="2264229"/>
            <a:ext cx="327660" cy="327660"/>
          </a:xfrm>
          <a:prstGeom prst="ellipse">
            <a:avLst/>
          </a:prstGeom>
          <a:solidFill>
            <a:srgbClr val="C9000C"/>
          </a:solidFill>
          <a:ln w="15240">
            <a:noFill/>
          </a:ln>
        </p:spPr>
      </p:sp>
      <p:sp>
        <p:nvSpPr>
          <p:cNvPr id="164" name="text_81_1">
            <a:extLst>
              <a:ext uri="{FF2B5EF4-FFF2-40B4-BE49-F238E27FC236}">
                <a16:creationId xmlns:a16="http://schemas.microsoft.com/office/drawing/2014/main" id="{94ED09D4-DEEA-4F14-99DE-449B5619E500}"/>
              </a:ext>
            </a:extLst>
          </p:cNvPr>
          <p:cNvSpPr>
            <a:spLocks noGrp="1"/>
          </p:cNvSpPr>
          <p:nvPr/>
        </p:nvSpPr>
        <p:spPr>
          <a:xfrm>
            <a:off x="4475117" y="2264229"/>
            <a:ext cx="327660" cy="327660"/>
          </a:xfrm>
          <a:prstGeom prst="rect">
            <a:avLst/>
          </a:prstGeom>
          <a:noFill/>
          <a:ln w="7620">
            <a:noFill/>
          </a:ln>
        </p:spPr>
        <p:txBody>
          <a:bodyPr wrap="none" lIns="0" tIns="0" rIns="0" bIns="0" anchor="ctr">
            <a:noAutofit/>
          </a:bodyPr>
          <a:lstStyle/>
          <a:p>
            <a:pPr algn="ctr">
              <a:defRPr sz="1625" b="1">
                <a:solidFill>
                  <a:srgbClr val="FFFFFF"/>
                </a:solidFill>
                <a:latin typeface="Microsoft YaHei"/>
                <a:ea typeface="Microsoft YaHei"/>
                <a:cs typeface="Microsoft YaHei"/>
              </a:defRPr>
            </a:pPr>
            <a:r>
              <a:rPr sz="1625" b="1">
                <a:solidFill>
                  <a:srgbClr val="FFFFFF"/>
                </a:solidFill>
                <a:latin typeface="Microsoft YaHei"/>
                <a:ea typeface="Microsoft YaHei"/>
                <a:cs typeface="Microsoft YaHei"/>
              </a:rPr>
              <a:t>1</a:t>
            </a:r>
          </a:p>
        </p:txBody>
      </p:sp>
      <p:sp>
        <p:nvSpPr>
          <p:cNvPr id="165" name="text_83_正确性问题">
            <a:extLst>
              <a:ext uri="{FF2B5EF4-FFF2-40B4-BE49-F238E27FC236}">
                <a16:creationId xmlns:a16="http://schemas.microsoft.com/office/drawing/2014/main" id="{667FCCB4-7162-44AC-B55E-44C67626989A}"/>
              </a:ext>
            </a:extLst>
          </p:cNvPr>
          <p:cNvSpPr>
            <a:spLocks noGrp="1"/>
          </p:cNvSpPr>
          <p:nvPr/>
        </p:nvSpPr>
        <p:spPr>
          <a:xfrm>
            <a:off x="4978037" y="2271849"/>
            <a:ext cx="1653540" cy="335280"/>
          </a:xfrm>
          <a:prstGeom prst="rect">
            <a:avLst/>
          </a:prstGeom>
          <a:noFill/>
          <a:ln w="7620">
            <a:noFill/>
          </a:ln>
        </p:spPr>
        <p:txBody>
          <a:bodyPr wrap="none" lIns="0" tIns="0" rIns="0" bIns="0" anchor="ctr">
            <a:noAutofit/>
          </a:bodyPr>
          <a:lstStyle/>
          <a:p>
            <a:pPr algn="l">
              <a:defRPr sz="1500" b="1">
                <a:solidFill>
                  <a:srgbClr val="C9000C"/>
                </a:solidFill>
                <a:latin typeface="Microsoft YaHei"/>
                <a:ea typeface="Microsoft YaHei"/>
                <a:cs typeface="Microsoft YaHei"/>
              </a:defRPr>
            </a:pPr>
            <a:r>
              <a:rPr sz="1500" b="1">
                <a:solidFill>
                  <a:srgbClr val="C9000C"/>
                </a:solidFill>
                <a:latin typeface="Microsoft YaHei"/>
                <a:ea typeface="Microsoft YaHei"/>
                <a:cs typeface="Microsoft YaHei"/>
              </a:rPr>
              <a:t>正确性问题</a:t>
            </a:r>
          </a:p>
        </p:txBody>
      </p:sp>
      <p:sp>
        <p:nvSpPr>
          <p:cNvPr id="166" name="object_84">
            <a:extLst>
              <a:ext uri="{FF2B5EF4-FFF2-40B4-BE49-F238E27FC236}">
                <a16:creationId xmlns:a16="http://schemas.microsoft.com/office/drawing/2014/main" id="{DB3C698C-031D-4DCD-84D9-AB02967ED404}"/>
              </a:ext>
            </a:extLst>
          </p:cNvPr>
          <p:cNvSpPr>
            <a:spLocks noGrp="1"/>
          </p:cNvSpPr>
          <p:nvPr/>
        </p:nvSpPr>
        <p:spPr>
          <a:xfrm>
            <a:off x="5343797" y="2660469"/>
            <a:ext cx="480060" cy="480060"/>
          </a:xfrm>
          <a:prstGeom prst="gear6">
            <a:avLst/>
          </a:prstGeom>
          <a:noFill/>
          <a:ln w="25003">
            <a:solidFill>
              <a:srgbClr val="454B50"/>
            </a:solidFill>
          </a:ln>
        </p:spPr>
      </p:sp>
      <p:sp>
        <p:nvSpPr>
          <p:cNvPr id="167" name="object_85">
            <a:extLst>
              <a:ext uri="{FF2B5EF4-FFF2-40B4-BE49-F238E27FC236}">
                <a16:creationId xmlns:a16="http://schemas.microsoft.com/office/drawing/2014/main" id="{0AFCD987-6F62-4BDE-9047-8AAFF0E81DED}"/>
              </a:ext>
            </a:extLst>
          </p:cNvPr>
          <p:cNvSpPr>
            <a:spLocks noGrp="1"/>
          </p:cNvSpPr>
          <p:nvPr/>
        </p:nvSpPr>
        <p:spPr>
          <a:xfrm>
            <a:off x="5503817" y="2820489"/>
            <a:ext cx="160020" cy="160020"/>
          </a:xfrm>
          <a:prstGeom prst="ellipse">
            <a:avLst/>
          </a:prstGeom>
          <a:noFill/>
          <a:ln w="25003">
            <a:solidFill>
              <a:srgbClr val="454B50"/>
            </a:solidFill>
          </a:ln>
        </p:spPr>
      </p:sp>
      <p:sp>
        <p:nvSpPr>
          <p:cNvPr id="171" name="text_91_当输入 Shape 变化时，可能">
            <a:extLst>
              <a:ext uri="{FF2B5EF4-FFF2-40B4-BE49-F238E27FC236}">
                <a16:creationId xmlns:a16="http://schemas.microsoft.com/office/drawing/2014/main" id="{C8DD68E2-00C1-45F1-A5FE-72FECF42F3AD}"/>
              </a:ext>
            </a:extLst>
          </p:cNvPr>
          <p:cNvSpPr>
            <a:spLocks noGrp="1"/>
          </p:cNvSpPr>
          <p:nvPr/>
        </p:nvSpPr>
        <p:spPr>
          <a:xfrm>
            <a:off x="4642757" y="3803469"/>
            <a:ext cx="1988820" cy="213360"/>
          </a:xfrm>
          <a:prstGeom prst="rect">
            <a:avLst/>
          </a:prstGeom>
          <a:noFill/>
          <a:ln w="7620">
            <a:noFill/>
          </a:ln>
        </p:spPr>
        <p:txBody>
          <a:bodyPr wrap="none" lIns="0" tIns="0" rIns="0" bIns="0" anchor="ctr">
            <a:noAutofit/>
          </a:bodyPr>
          <a:lstStyle/>
          <a:p>
            <a:pPr algn="l">
              <a:defRPr sz="1080" b="0">
                <a:solidFill>
                  <a:srgbClr val="454B50"/>
                </a:solidFill>
                <a:latin typeface="Microsoft YaHei"/>
                <a:ea typeface="Microsoft YaHei"/>
                <a:cs typeface="Microsoft YaHei"/>
              </a:defRPr>
            </a:pPr>
            <a:endParaRPr sz="1080" b="0" dirty="0">
              <a:latin typeface="Microsoft YaHei"/>
              <a:ea typeface="Microsoft YaHei"/>
              <a:cs typeface="Microsoft YaHei"/>
            </a:endParaRPr>
          </a:p>
        </p:txBody>
      </p:sp>
      <p:sp>
        <p:nvSpPr>
          <p:cNvPr id="172" name="text_93_循环范围或输出大小。">
            <a:extLst>
              <a:ext uri="{FF2B5EF4-FFF2-40B4-BE49-F238E27FC236}">
                <a16:creationId xmlns:a16="http://schemas.microsoft.com/office/drawing/2014/main" id="{E12E2636-EDCC-49D9-89B8-8AF617D804FC}"/>
              </a:ext>
            </a:extLst>
          </p:cNvPr>
          <p:cNvSpPr>
            <a:spLocks noGrp="1"/>
          </p:cNvSpPr>
          <p:nvPr/>
        </p:nvSpPr>
        <p:spPr>
          <a:xfrm>
            <a:off x="4650377" y="3513909"/>
            <a:ext cx="2011680" cy="220980"/>
          </a:xfrm>
          <a:prstGeom prst="rect">
            <a:avLst/>
          </a:prstGeom>
          <a:noFill/>
          <a:ln w="7620">
            <a:noFill/>
          </a:ln>
        </p:spPr>
        <p:txBody>
          <a:bodyPr wrap="none" lIns="0" tIns="0" rIns="0" bIns="0" anchor="ctr">
            <a:noAutofit/>
          </a:bodyPr>
          <a:lstStyle/>
          <a:p>
            <a:pPr algn="l">
              <a:defRPr sz="1020" b="0">
                <a:solidFill>
                  <a:srgbClr val="454B50"/>
                </a:solidFill>
                <a:latin typeface="Microsoft YaHei"/>
                <a:ea typeface="Microsoft YaHei"/>
                <a:cs typeface="Microsoft YaHei"/>
              </a:defRPr>
            </a:pPr>
            <a:endParaRPr sz="1020" b="0" dirty="0">
              <a:latin typeface="Microsoft YaHei"/>
              <a:ea typeface="Microsoft YaHei"/>
              <a:cs typeface="Microsoft YaHei"/>
            </a:endParaRPr>
          </a:p>
        </p:txBody>
      </p:sp>
      <p:sp>
        <p:nvSpPr>
          <p:cNvPr id="173" name="text_95_导致越界、结果错误或无法运行。">
            <a:extLst>
              <a:ext uri="{FF2B5EF4-FFF2-40B4-BE49-F238E27FC236}">
                <a16:creationId xmlns:a16="http://schemas.microsoft.com/office/drawing/2014/main" id="{F029AF9E-6716-4C9D-951E-7756CEFC9A15}"/>
              </a:ext>
            </a:extLst>
          </p:cNvPr>
          <p:cNvSpPr>
            <a:spLocks noGrp="1"/>
          </p:cNvSpPr>
          <p:nvPr/>
        </p:nvSpPr>
        <p:spPr>
          <a:xfrm>
            <a:off x="4650377" y="4016829"/>
            <a:ext cx="2011680" cy="220980"/>
          </a:xfrm>
          <a:prstGeom prst="rect">
            <a:avLst/>
          </a:prstGeom>
          <a:noFill/>
          <a:ln w="7620">
            <a:noFill/>
          </a:ln>
        </p:spPr>
        <p:txBody>
          <a:bodyPr wrap="none" lIns="0" tIns="0" rIns="0" bIns="0" anchor="ctr">
            <a:noAutofit/>
          </a:bodyPr>
          <a:lstStyle/>
          <a:p>
            <a:pPr algn="l">
              <a:defRPr sz="1020" b="0">
                <a:solidFill>
                  <a:srgbClr val="454B50"/>
                </a:solidFill>
                <a:latin typeface="Microsoft YaHei"/>
                <a:ea typeface="Microsoft YaHei"/>
                <a:cs typeface="Microsoft YaHei"/>
              </a:defRPr>
            </a:pPr>
            <a:endParaRPr sz="1020" b="0" dirty="0">
              <a:latin typeface="Microsoft YaHei"/>
              <a:ea typeface="Microsoft YaHei"/>
              <a:cs typeface="Microsoft YaHei"/>
            </a:endParaRPr>
          </a:p>
        </p:txBody>
      </p:sp>
      <p:sp>
        <p:nvSpPr>
          <p:cNvPr id="174" name="object_96">
            <a:extLst>
              <a:ext uri="{FF2B5EF4-FFF2-40B4-BE49-F238E27FC236}">
                <a16:creationId xmlns:a16="http://schemas.microsoft.com/office/drawing/2014/main" id="{30F4AC42-8187-4FA3-987E-AFE490B02F23}"/>
              </a:ext>
            </a:extLst>
          </p:cNvPr>
          <p:cNvSpPr>
            <a:spLocks noGrp="1"/>
          </p:cNvSpPr>
          <p:nvPr/>
        </p:nvSpPr>
        <p:spPr>
          <a:xfrm>
            <a:off x="6806837" y="2172789"/>
            <a:ext cx="2301240" cy="2179320"/>
          </a:xfrm>
          <a:prstGeom prst="roundRect">
            <a:avLst>
              <a:gd name="adj" fmla="val 2448"/>
            </a:avLst>
          </a:prstGeom>
          <a:solidFill>
            <a:srgbClr val="FFFFFF"/>
          </a:solidFill>
          <a:ln w="28575">
            <a:solidFill>
              <a:srgbClr val="FF0000"/>
            </a:solidFill>
            <a:prstDash val="sysDash"/>
          </a:ln>
        </p:spPr>
      </p:sp>
      <p:sp>
        <p:nvSpPr>
          <p:cNvPr id="175" name="object_97">
            <a:extLst>
              <a:ext uri="{FF2B5EF4-FFF2-40B4-BE49-F238E27FC236}">
                <a16:creationId xmlns:a16="http://schemas.microsoft.com/office/drawing/2014/main" id="{14053E37-3585-4388-A52B-C85C91612E62}"/>
              </a:ext>
            </a:extLst>
          </p:cNvPr>
          <p:cNvSpPr>
            <a:spLocks noGrp="1"/>
          </p:cNvSpPr>
          <p:nvPr/>
        </p:nvSpPr>
        <p:spPr>
          <a:xfrm>
            <a:off x="6898277" y="2264229"/>
            <a:ext cx="327660" cy="327660"/>
          </a:xfrm>
          <a:prstGeom prst="ellipse">
            <a:avLst/>
          </a:prstGeom>
          <a:solidFill>
            <a:srgbClr val="C9000C"/>
          </a:solidFill>
          <a:ln w="15240">
            <a:noFill/>
          </a:ln>
        </p:spPr>
      </p:sp>
      <p:sp>
        <p:nvSpPr>
          <p:cNvPr id="176" name="text_99_2">
            <a:extLst>
              <a:ext uri="{FF2B5EF4-FFF2-40B4-BE49-F238E27FC236}">
                <a16:creationId xmlns:a16="http://schemas.microsoft.com/office/drawing/2014/main" id="{7AAA2E47-BA6B-486D-B150-59D303665F25}"/>
              </a:ext>
            </a:extLst>
          </p:cNvPr>
          <p:cNvSpPr>
            <a:spLocks noGrp="1"/>
          </p:cNvSpPr>
          <p:nvPr/>
        </p:nvSpPr>
        <p:spPr>
          <a:xfrm>
            <a:off x="6898277" y="2264229"/>
            <a:ext cx="327660" cy="327660"/>
          </a:xfrm>
          <a:prstGeom prst="rect">
            <a:avLst/>
          </a:prstGeom>
          <a:noFill/>
          <a:ln w="7620">
            <a:noFill/>
          </a:ln>
        </p:spPr>
        <p:txBody>
          <a:bodyPr wrap="none" lIns="0" tIns="0" rIns="0" bIns="0" anchor="ctr">
            <a:noAutofit/>
          </a:bodyPr>
          <a:lstStyle/>
          <a:p>
            <a:pPr algn="ctr">
              <a:defRPr sz="1625" b="1">
                <a:solidFill>
                  <a:srgbClr val="FFFFFF"/>
                </a:solidFill>
                <a:latin typeface="Microsoft YaHei"/>
                <a:ea typeface="Microsoft YaHei"/>
                <a:cs typeface="Microsoft YaHei"/>
              </a:defRPr>
            </a:pPr>
            <a:r>
              <a:rPr sz="1625" b="1">
                <a:solidFill>
                  <a:srgbClr val="FFFFFF"/>
                </a:solidFill>
                <a:latin typeface="Microsoft YaHei"/>
                <a:ea typeface="Microsoft YaHei"/>
                <a:cs typeface="Microsoft YaHei"/>
              </a:rPr>
              <a:t>2</a:t>
            </a:r>
          </a:p>
        </p:txBody>
      </p:sp>
      <p:sp>
        <p:nvSpPr>
          <p:cNvPr id="177" name="text_101_性能问题">
            <a:extLst>
              <a:ext uri="{FF2B5EF4-FFF2-40B4-BE49-F238E27FC236}">
                <a16:creationId xmlns:a16="http://schemas.microsoft.com/office/drawing/2014/main" id="{A23A639C-977D-499D-AEE6-7E88FB078BAF}"/>
              </a:ext>
            </a:extLst>
          </p:cNvPr>
          <p:cNvSpPr>
            <a:spLocks noGrp="1"/>
          </p:cNvSpPr>
          <p:nvPr/>
        </p:nvSpPr>
        <p:spPr>
          <a:xfrm>
            <a:off x="7401197" y="2271849"/>
            <a:ext cx="1653540" cy="335280"/>
          </a:xfrm>
          <a:prstGeom prst="rect">
            <a:avLst/>
          </a:prstGeom>
          <a:noFill/>
          <a:ln w="7620">
            <a:noFill/>
          </a:ln>
        </p:spPr>
        <p:txBody>
          <a:bodyPr wrap="none" lIns="0" tIns="0" rIns="0" bIns="0" anchor="ctr">
            <a:noAutofit/>
          </a:bodyPr>
          <a:lstStyle/>
          <a:p>
            <a:pPr algn="l">
              <a:defRPr sz="1500" b="1">
                <a:solidFill>
                  <a:srgbClr val="C9000C"/>
                </a:solidFill>
                <a:latin typeface="Microsoft YaHei"/>
                <a:ea typeface="Microsoft YaHei"/>
                <a:cs typeface="Microsoft YaHei"/>
              </a:defRPr>
            </a:pPr>
            <a:r>
              <a:rPr sz="1500" b="1">
                <a:solidFill>
                  <a:srgbClr val="C9000C"/>
                </a:solidFill>
                <a:latin typeface="Microsoft YaHei"/>
                <a:ea typeface="Microsoft YaHei"/>
                <a:cs typeface="Microsoft YaHei"/>
              </a:rPr>
              <a:t>性能问题</a:t>
            </a:r>
          </a:p>
        </p:txBody>
      </p:sp>
      <p:sp>
        <p:nvSpPr>
          <p:cNvPr id="178" name="line_102">
            <a:extLst>
              <a:ext uri="{FF2B5EF4-FFF2-40B4-BE49-F238E27FC236}">
                <a16:creationId xmlns:a16="http://schemas.microsoft.com/office/drawing/2014/main" id="{C82EA68B-C166-4FD8-A538-445D08EFB9CB}"/>
              </a:ext>
            </a:extLst>
          </p:cNvPr>
          <p:cNvSpPr>
            <a:spLocks noGrp="1"/>
          </p:cNvSpPr>
          <p:nvPr/>
        </p:nvSpPr>
        <p:spPr>
          <a:xfrm>
            <a:off x="7799342" y="2692854"/>
            <a:ext cx="15240" cy="415290"/>
          </a:xfrm>
          <a:custGeom>
            <a:avLst/>
            <a:gdLst/>
            <a:ahLst/>
            <a:cxnLst/>
            <a:rect l="0" t="0" r="0" b="0"/>
            <a:pathLst>
              <a:path w="15240" h="415290">
                <a:moveTo>
                  <a:pt x="7620" y="7620"/>
                </a:moveTo>
                <a:lnTo>
                  <a:pt x="7620" y="407670"/>
                </a:lnTo>
              </a:path>
            </a:pathLst>
          </a:custGeom>
          <a:noFill/>
          <a:ln w="26003">
            <a:solidFill>
              <a:srgbClr val="454B50"/>
            </a:solidFill>
          </a:ln>
        </p:spPr>
      </p:sp>
      <p:sp>
        <p:nvSpPr>
          <p:cNvPr id="179" name="line_103">
            <a:extLst>
              <a:ext uri="{FF2B5EF4-FFF2-40B4-BE49-F238E27FC236}">
                <a16:creationId xmlns:a16="http://schemas.microsoft.com/office/drawing/2014/main" id="{3C149A0B-7AFF-45A8-B893-CAA60418C647}"/>
              </a:ext>
            </a:extLst>
          </p:cNvPr>
          <p:cNvSpPr>
            <a:spLocks noGrp="1"/>
          </p:cNvSpPr>
          <p:nvPr/>
        </p:nvSpPr>
        <p:spPr>
          <a:xfrm>
            <a:off x="7799342" y="3092904"/>
            <a:ext cx="425291" cy="15240"/>
          </a:xfrm>
          <a:custGeom>
            <a:avLst/>
            <a:gdLst/>
            <a:ahLst/>
            <a:cxnLst/>
            <a:rect l="0" t="0" r="0" b="0"/>
            <a:pathLst>
              <a:path w="425291" h="15240">
                <a:moveTo>
                  <a:pt x="7620" y="7620"/>
                </a:moveTo>
                <a:lnTo>
                  <a:pt x="417671" y="7620"/>
                </a:lnTo>
              </a:path>
            </a:pathLst>
          </a:custGeom>
          <a:noFill/>
          <a:ln w="26003">
            <a:solidFill>
              <a:srgbClr val="454B50"/>
            </a:solidFill>
          </a:ln>
        </p:spPr>
      </p:sp>
      <p:sp>
        <p:nvSpPr>
          <p:cNvPr id="180" name="object_104">
            <a:extLst>
              <a:ext uri="{FF2B5EF4-FFF2-40B4-BE49-F238E27FC236}">
                <a16:creationId xmlns:a16="http://schemas.microsoft.com/office/drawing/2014/main" id="{BB308E6E-0C3D-4F22-8379-4E8FBC2E8EEB}"/>
              </a:ext>
            </a:extLst>
          </p:cNvPr>
          <p:cNvSpPr>
            <a:spLocks noGrp="1"/>
          </p:cNvSpPr>
          <p:nvPr/>
        </p:nvSpPr>
        <p:spPr>
          <a:xfrm>
            <a:off x="7886972" y="2820489"/>
            <a:ext cx="60008" cy="230029"/>
          </a:xfrm>
          <a:prstGeom prst="rect">
            <a:avLst/>
          </a:prstGeom>
          <a:solidFill>
            <a:srgbClr val="7C8790"/>
          </a:solidFill>
          <a:ln w="25003">
            <a:solidFill>
              <a:srgbClr val="7C8790"/>
            </a:solidFill>
          </a:ln>
        </p:spPr>
      </p:sp>
      <p:sp>
        <p:nvSpPr>
          <p:cNvPr id="181" name="object_105">
            <a:extLst>
              <a:ext uri="{FF2B5EF4-FFF2-40B4-BE49-F238E27FC236}">
                <a16:creationId xmlns:a16="http://schemas.microsoft.com/office/drawing/2014/main" id="{DD10ACD1-1356-48A5-A470-00099C88BFC4}"/>
              </a:ext>
            </a:extLst>
          </p:cNvPr>
          <p:cNvSpPr>
            <a:spLocks noGrp="1"/>
          </p:cNvSpPr>
          <p:nvPr/>
        </p:nvSpPr>
        <p:spPr>
          <a:xfrm>
            <a:off x="8016988" y="2890498"/>
            <a:ext cx="60008" cy="160020"/>
          </a:xfrm>
          <a:prstGeom prst="rect">
            <a:avLst/>
          </a:prstGeom>
          <a:solidFill>
            <a:srgbClr val="7C8790"/>
          </a:solidFill>
          <a:ln w="25003">
            <a:solidFill>
              <a:srgbClr val="7C8790"/>
            </a:solidFill>
          </a:ln>
        </p:spPr>
      </p:sp>
      <p:sp>
        <p:nvSpPr>
          <p:cNvPr id="182" name="object_106">
            <a:extLst>
              <a:ext uri="{FF2B5EF4-FFF2-40B4-BE49-F238E27FC236}">
                <a16:creationId xmlns:a16="http://schemas.microsoft.com/office/drawing/2014/main" id="{2AB4756C-417A-43EB-8064-1F69FF527B6D}"/>
              </a:ext>
            </a:extLst>
          </p:cNvPr>
          <p:cNvSpPr>
            <a:spLocks noGrp="1"/>
          </p:cNvSpPr>
          <p:nvPr/>
        </p:nvSpPr>
        <p:spPr>
          <a:xfrm>
            <a:off x="8147005" y="2950505"/>
            <a:ext cx="60008" cy="100013"/>
          </a:xfrm>
          <a:prstGeom prst="rect">
            <a:avLst/>
          </a:prstGeom>
          <a:solidFill>
            <a:srgbClr val="7C8790"/>
          </a:solidFill>
          <a:ln w="25003">
            <a:solidFill>
              <a:srgbClr val="7C8790"/>
            </a:solidFill>
          </a:ln>
        </p:spPr>
      </p:sp>
      <p:sp>
        <p:nvSpPr>
          <p:cNvPr id="183" name="line_107">
            <a:extLst>
              <a:ext uri="{FF2B5EF4-FFF2-40B4-BE49-F238E27FC236}">
                <a16:creationId xmlns:a16="http://schemas.microsoft.com/office/drawing/2014/main" id="{F850AA4C-B815-46E6-9576-3400E764C22E}"/>
              </a:ext>
            </a:extLst>
          </p:cNvPr>
          <p:cNvSpPr>
            <a:spLocks noGrp="1"/>
          </p:cNvSpPr>
          <p:nvPr/>
        </p:nvSpPr>
        <p:spPr>
          <a:xfrm>
            <a:off x="7949361" y="2692854"/>
            <a:ext cx="255270" cy="165259"/>
          </a:xfrm>
          <a:custGeom>
            <a:avLst/>
            <a:gdLst/>
            <a:ahLst/>
            <a:cxnLst/>
            <a:rect l="0" t="0" r="0" b="0"/>
            <a:pathLst>
              <a:path w="255270" h="165259">
                <a:moveTo>
                  <a:pt x="7620" y="7620"/>
                </a:moveTo>
                <a:lnTo>
                  <a:pt x="247650" y="157639"/>
                </a:lnTo>
              </a:path>
            </a:pathLst>
          </a:custGeom>
          <a:noFill/>
          <a:ln w="28004">
            <a:solidFill>
              <a:srgbClr val="C9000C"/>
            </a:solidFill>
          </a:ln>
        </p:spPr>
      </p:sp>
      <p:sp>
        <p:nvSpPr>
          <p:cNvPr id="184" name="line_108">
            <a:extLst>
              <a:ext uri="{FF2B5EF4-FFF2-40B4-BE49-F238E27FC236}">
                <a16:creationId xmlns:a16="http://schemas.microsoft.com/office/drawing/2014/main" id="{5E9335A5-8D19-44CF-A48D-A7F92077D7D8}"/>
              </a:ext>
            </a:extLst>
          </p:cNvPr>
          <p:cNvSpPr>
            <a:spLocks noGrp="1"/>
          </p:cNvSpPr>
          <p:nvPr/>
        </p:nvSpPr>
        <p:spPr>
          <a:xfrm>
            <a:off x="8136142" y="2796378"/>
            <a:ext cx="68488" cy="61735"/>
          </a:xfrm>
          <a:custGeom>
            <a:avLst/>
            <a:gdLst/>
            <a:ahLst/>
            <a:cxnLst/>
            <a:rect l="0" t="0" r="0" b="0"/>
            <a:pathLst>
              <a:path w="68488" h="61735">
                <a:moveTo>
                  <a:pt x="7620" y="50991"/>
                </a:moveTo>
                <a:lnTo>
                  <a:pt x="60868" y="54115"/>
                </a:lnTo>
                <a:lnTo>
                  <a:pt x="34727" y="7620"/>
                </a:lnTo>
              </a:path>
            </a:pathLst>
          </a:custGeom>
          <a:noFill/>
          <a:ln w="28004">
            <a:solidFill>
              <a:srgbClr val="C9000C"/>
            </a:solidFill>
          </a:ln>
        </p:spPr>
      </p:sp>
      <p:sp>
        <p:nvSpPr>
          <p:cNvPr id="185" name="object_109">
            <a:extLst>
              <a:ext uri="{FF2B5EF4-FFF2-40B4-BE49-F238E27FC236}">
                <a16:creationId xmlns:a16="http://schemas.microsoft.com/office/drawing/2014/main" id="{3DEB77E0-F889-4906-93AD-2B0ACBDE2201}"/>
              </a:ext>
            </a:extLst>
          </p:cNvPr>
          <p:cNvSpPr>
            <a:spLocks noGrp="1"/>
          </p:cNvSpPr>
          <p:nvPr/>
        </p:nvSpPr>
        <p:spPr>
          <a:xfrm>
            <a:off x="6959237" y="3373244"/>
            <a:ext cx="30480" cy="30480"/>
          </a:xfrm>
          <a:prstGeom prst="ellipse">
            <a:avLst/>
          </a:prstGeom>
          <a:solidFill>
            <a:srgbClr val="111315"/>
          </a:solidFill>
          <a:ln w="15240">
            <a:noFill/>
          </a:ln>
        </p:spPr>
      </p:sp>
      <p:sp>
        <p:nvSpPr>
          <p:cNvPr id="187" name="object_112">
            <a:extLst>
              <a:ext uri="{FF2B5EF4-FFF2-40B4-BE49-F238E27FC236}">
                <a16:creationId xmlns:a16="http://schemas.microsoft.com/office/drawing/2014/main" id="{C4723A90-19D1-4FEF-BDEA-A7E062709340}"/>
              </a:ext>
            </a:extLst>
          </p:cNvPr>
          <p:cNvSpPr>
            <a:spLocks noGrp="1"/>
          </p:cNvSpPr>
          <p:nvPr/>
        </p:nvSpPr>
        <p:spPr>
          <a:xfrm>
            <a:off x="6959237" y="3876164"/>
            <a:ext cx="30480" cy="30480"/>
          </a:xfrm>
          <a:prstGeom prst="ellipse">
            <a:avLst/>
          </a:prstGeom>
          <a:solidFill>
            <a:srgbClr val="111315"/>
          </a:solidFill>
          <a:ln w="15240">
            <a:noFill/>
          </a:ln>
        </p:spPr>
      </p:sp>
      <p:sp>
        <p:nvSpPr>
          <p:cNvPr id="192" name="object_120">
            <a:extLst>
              <a:ext uri="{FF2B5EF4-FFF2-40B4-BE49-F238E27FC236}">
                <a16:creationId xmlns:a16="http://schemas.microsoft.com/office/drawing/2014/main" id="{0EB08178-617C-4ADB-99C4-31CCC81C2E1B}"/>
              </a:ext>
            </a:extLst>
          </p:cNvPr>
          <p:cNvSpPr>
            <a:spLocks noGrp="1"/>
          </p:cNvSpPr>
          <p:nvPr/>
        </p:nvSpPr>
        <p:spPr>
          <a:xfrm>
            <a:off x="9329057" y="2264229"/>
            <a:ext cx="327660" cy="327660"/>
          </a:xfrm>
          <a:prstGeom prst="ellipse">
            <a:avLst/>
          </a:prstGeom>
          <a:solidFill>
            <a:srgbClr val="C9000C"/>
          </a:solidFill>
          <a:ln w="15240">
            <a:noFill/>
          </a:ln>
        </p:spPr>
      </p:sp>
      <p:sp>
        <p:nvSpPr>
          <p:cNvPr id="193" name="text_122_3">
            <a:extLst>
              <a:ext uri="{FF2B5EF4-FFF2-40B4-BE49-F238E27FC236}">
                <a16:creationId xmlns:a16="http://schemas.microsoft.com/office/drawing/2014/main" id="{A4C0544E-B5CC-47EA-8424-F0F9E0FDCD18}"/>
              </a:ext>
            </a:extLst>
          </p:cNvPr>
          <p:cNvSpPr>
            <a:spLocks noGrp="1"/>
          </p:cNvSpPr>
          <p:nvPr/>
        </p:nvSpPr>
        <p:spPr>
          <a:xfrm>
            <a:off x="9329057" y="2264229"/>
            <a:ext cx="327660" cy="327660"/>
          </a:xfrm>
          <a:prstGeom prst="rect">
            <a:avLst/>
          </a:prstGeom>
          <a:noFill/>
          <a:ln w="7620">
            <a:noFill/>
          </a:ln>
        </p:spPr>
        <p:txBody>
          <a:bodyPr wrap="none" lIns="0" tIns="0" rIns="0" bIns="0" anchor="ctr">
            <a:noAutofit/>
          </a:bodyPr>
          <a:lstStyle/>
          <a:p>
            <a:pPr algn="ctr">
              <a:defRPr sz="1625" b="1">
                <a:solidFill>
                  <a:srgbClr val="FFFFFF"/>
                </a:solidFill>
                <a:latin typeface="Microsoft YaHei"/>
                <a:ea typeface="Microsoft YaHei"/>
                <a:cs typeface="Microsoft YaHei"/>
              </a:defRPr>
            </a:pPr>
            <a:r>
              <a:rPr sz="1625" b="1">
                <a:solidFill>
                  <a:srgbClr val="FFFFFF"/>
                </a:solidFill>
                <a:latin typeface="Microsoft YaHei"/>
                <a:ea typeface="Microsoft YaHei"/>
                <a:cs typeface="Microsoft YaHei"/>
              </a:rPr>
              <a:t>3</a:t>
            </a:r>
          </a:p>
        </p:txBody>
      </p:sp>
      <p:sp>
        <p:nvSpPr>
          <p:cNvPr id="194" name="text_124_结构问题">
            <a:extLst>
              <a:ext uri="{FF2B5EF4-FFF2-40B4-BE49-F238E27FC236}">
                <a16:creationId xmlns:a16="http://schemas.microsoft.com/office/drawing/2014/main" id="{5724F546-D930-4803-82DD-14E4F92FB581}"/>
              </a:ext>
            </a:extLst>
          </p:cNvPr>
          <p:cNvSpPr>
            <a:spLocks noGrp="1"/>
          </p:cNvSpPr>
          <p:nvPr/>
        </p:nvSpPr>
        <p:spPr>
          <a:xfrm>
            <a:off x="9831977" y="2271849"/>
            <a:ext cx="1653540" cy="335280"/>
          </a:xfrm>
          <a:prstGeom prst="rect">
            <a:avLst/>
          </a:prstGeom>
          <a:noFill/>
          <a:ln w="7620">
            <a:noFill/>
          </a:ln>
        </p:spPr>
        <p:txBody>
          <a:bodyPr wrap="none" lIns="0" tIns="0" rIns="0" bIns="0" anchor="ctr">
            <a:noAutofit/>
          </a:bodyPr>
          <a:lstStyle/>
          <a:p>
            <a:pPr algn="l">
              <a:defRPr sz="1500" b="1">
                <a:solidFill>
                  <a:srgbClr val="C9000C"/>
                </a:solidFill>
                <a:latin typeface="Microsoft YaHei"/>
                <a:ea typeface="Microsoft YaHei"/>
                <a:cs typeface="Microsoft YaHei"/>
              </a:defRPr>
            </a:pPr>
            <a:r>
              <a:rPr sz="1500" b="1">
                <a:solidFill>
                  <a:srgbClr val="C9000C"/>
                </a:solidFill>
                <a:latin typeface="Microsoft YaHei"/>
                <a:ea typeface="Microsoft YaHei"/>
                <a:cs typeface="Microsoft YaHei"/>
              </a:rPr>
              <a:t>结构问题</a:t>
            </a:r>
          </a:p>
        </p:txBody>
      </p:sp>
      <p:sp>
        <p:nvSpPr>
          <p:cNvPr id="195" name="object_125">
            <a:extLst>
              <a:ext uri="{FF2B5EF4-FFF2-40B4-BE49-F238E27FC236}">
                <a16:creationId xmlns:a16="http://schemas.microsoft.com/office/drawing/2014/main" id="{CFAFE725-90BA-44B2-A78F-3ECC695CB632}"/>
              </a:ext>
            </a:extLst>
          </p:cNvPr>
          <p:cNvSpPr>
            <a:spLocks noGrp="1"/>
          </p:cNvSpPr>
          <p:nvPr/>
        </p:nvSpPr>
        <p:spPr>
          <a:xfrm>
            <a:off x="10397762" y="2670470"/>
            <a:ext cx="90011" cy="90011"/>
          </a:xfrm>
          <a:prstGeom prst="rect">
            <a:avLst/>
          </a:prstGeom>
          <a:noFill/>
          <a:ln w="25003">
            <a:solidFill>
              <a:srgbClr val="454B50"/>
            </a:solidFill>
          </a:ln>
        </p:spPr>
      </p:sp>
      <p:sp>
        <p:nvSpPr>
          <p:cNvPr id="196" name="line_126">
            <a:extLst>
              <a:ext uri="{FF2B5EF4-FFF2-40B4-BE49-F238E27FC236}">
                <a16:creationId xmlns:a16="http://schemas.microsoft.com/office/drawing/2014/main" id="{2CFDB4D7-7961-4895-94A9-674AC360D6A3}"/>
              </a:ext>
            </a:extLst>
          </p:cNvPr>
          <p:cNvSpPr>
            <a:spLocks noGrp="1"/>
          </p:cNvSpPr>
          <p:nvPr/>
        </p:nvSpPr>
        <p:spPr>
          <a:xfrm>
            <a:off x="10430147" y="2752862"/>
            <a:ext cx="15240" cy="145256"/>
          </a:xfrm>
          <a:custGeom>
            <a:avLst/>
            <a:gdLst/>
            <a:ahLst/>
            <a:cxnLst/>
            <a:rect l="0" t="0" r="0" b="0"/>
            <a:pathLst>
              <a:path w="15240" h="145256">
                <a:moveTo>
                  <a:pt x="7620" y="7620"/>
                </a:moveTo>
                <a:lnTo>
                  <a:pt x="7620" y="137636"/>
                </a:lnTo>
              </a:path>
            </a:pathLst>
          </a:custGeom>
          <a:noFill/>
          <a:ln w="26003">
            <a:solidFill>
              <a:srgbClr val="454B50"/>
            </a:solidFill>
          </a:ln>
        </p:spPr>
      </p:sp>
      <p:sp>
        <p:nvSpPr>
          <p:cNvPr id="197" name="line_127">
            <a:extLst>
              <a:ext uri="{FF2B5EF4-FFF2-40B4-BE49-F238E27FC236}">
                <a16:creationId xmlns:a16="http://schemas.microsoft.com/office/drawing/2014/main" id="{1183C730-18F9-4E2B-B2C4-C0571B9220C7}"/>
              </a:ext>
            </a:extLst>
          </p:cNvPr>
          <p:cNvSpPr>
            <a:spLocks noGrp="1"/>
          </p:cNvSpPr>
          <p:nvPr/>
        </p:nvSpPr>
        <p:spPr>
          <a:xfrm>
            <a:off x="10250125" y="2882878"/>
            <a:ext cx="375285" cy="15240"/>
          </a:xfrm>
          <a:custGeom>
            <a:avLst/>
            <a:gdLst/>
            <a:ahLst/>
            <a:cxnLst/>
            <a:rect l="0" t="0" r="0" b="0"/>
            <a:pathLst>
              <a:path w="375285" h="15240">
                <a:moveTo>
                  <a:pt x="7620" y="7620"/>
                </a:moveTo>
                <a:lnTo>
                  <a:pt x="367665" y="7620"/>
                </a:lnTo>
              </a:path>
            </a:pathLst>
          </a:custGeom>
          <a:noFill/>
          <a:ln w="26003">
            <a:solidFill>
              <a:srgbClr val="454B50"/>
            </a:solidFill>
          </a:ln>
        </p:spPr>
      </p:sp>
      <p:sp>
        <p:nvSpPr>
          <p:cNvPr id="198" name="line_128">
            <a:extLst>
              <a:ext uri="{FF2B5EF4-FFF2-40B4-BE49-F238E27FC236}">
                <a16:creationId xmlns:a16="http://schemas.microsoft.com/office/drawing/2014/main" id="{BB017A66-7D8F-402C-9180-FC61F772E551}"/>
              </a:ext>
            </a:extLst>
          </p:cNvPr>
          <p:cNvSpPr>
            <a:spLocks noGrp="1"/>
          </p:cNvSpPr>
          <p:nvPr/>
        </p:nvSpPr>
        <p:spPr>
          <a:xfrm>
            <a:off x="10250125" y="2882878"/>
            <a:ext cx="15240" cy="115253"/>
          </a:xfrm>
          <a:custGeom>
            <a:avLst/>
            <a:gdLst/>
            <a:ahLst/>
            <a:cxnLst/>
            <a:rect l="0" t="0" r="0" b="0"/>
            <a:pathLst>
              <a:path w="15240" h="115253">
                <a:moveTo>
                  <a:pt x="7620" y="7620"/>
                </a:moveTo>
                <a:lnTo>
                  <a:pt x="7620" y="107633"/>
                </a:lnTo>
              </a:path>
            </a:pathLst>
          </a:custGeom>
          <a:noFill/>
          <a:ln w="26003">
            <a:solidFill>
              <a:srgbClr val="454B50"/>
            </a:solidFill>
          </a:ln>
        </p:spPr>
      </p:sp>
      <p:sp>
        <p:nvSpPr>
          <p:cNvPr id="199" name="object_129">
            <a:extLst>
              <a:ext uri="{FF2B5EF4-FFF2-40B4-BE49-F238E27FC236}">
                <a16:creationId xmlns:a16="http://schemas.microsoft.com/office/drawing/2014/main" id="{4F44284C-5DCB-4154-8BC0-8A2081763F59}"/>
              </a:ext>
            </a:extLst>
          </p:cNvPr>
          <p:cNvSpPr>
            <a:spLocks noGrp="1"/>
          </p:cNvSpPr>
          <p:nvPr/>
        </p:nvSpPr>
        <p:spPr>
          <a:xfrm>
            <a:off x="10217740" y="2990510"/>
            <a:ext cx="80010" cy="100013"/>
          </a:xfrm>
          <a:prstGeom prst="rect">
            <a:avLst/>
          </a:prstGeom>
          <a:noFill/>
          <a:ln w="25003">
            <a:solidFill>
              <a:srgbClr val="454B50"/>
            </a:solidFill>
          </a:ln>
        </p:spPr>
      </p:sp>
      <p:sp>
        <p:nvSpPr>
          <p:cNvPr id="200" name="line_130">
            <a:extLst>
              <a:ext uri="{FF2B5EF4-FFF2-40B4-BE49-F238E27FC236}">
                <a16:creationId xmlns:a16="http://schemas.microsoft.com/office/drawing/2014/main" id="{5C00FD5C-A7D9-4C96-A261-C9EAD7B3536B}"/>
              </a:ext>
            </a:extLst>
          </p:cNvPr>
          <p:cNvSpPr>
            <a:spLocks noGrp="1"/>
          </p:cNvSpPr>
          <p:nvPr/>
        </p:nvSpPr>
        <p:spPr>
          <a:xfrm>
            <a:off x="10430147" y="2882878"/>
            <a:ext cx="15240" cy="115253"/>
          </a:xfrm>
          <a:custGeom>
            <a:avLst/>
            <a:gdLst/>
            <a:ahLst/>
            <a:cxnLst/>
            <a:rect l="0" t="0" r="0" b="0"/>
            <a:pathLst>
              <a:path w="15240" h="115253">
                <a:moveTo>
                  <a:pt x="7620" y="7620"/>
                </a:moveTo>
                <a:lnTo>
                  <a:pt x="7620" y="107633"/>
                </a:lnTo>
              </a:path>
            </a:pathLst>
          </a:custGeom>
          <a:noFill/>
          <a:ln w="26003">
            <a:solidFill>
              <a:srgbClr val="454B50"/>
            </a:solidFill>
          </a:ln>
        </p:spPr>
      </p:sp>
      <p:sp>
        <p:nvSpPr>
          <p:cNvPr id="201" name="object_131">
            <a:extLst>
              <a:ext uri="{FF2B5EF4-FFF2-40B4-BE49-F238E27FC236}">
                <a16:creationId xmlns:a16="http://schemas.microsoft.com/office/drawing/2014/main" id="{83075CC9-2EE3-432A-9681-1E14DFD56865}"/>
              </a:ext>
            </a:extLst>
          </p:cNvPr>
          <p:cNvSpPr>
            <a:spLocks noGrp="1"/>
          </p:cNvSpPr>
          <p:nvPr/>
        </p:nvSpPr>
        <p:spPr>
          <a:xfrm>
            <a:off x="10397762" y="2990510"/>
            <a:ext cx="80010" cy="100013"/>
          </a:xfrm>
          <a:prstGeom prst="rect">
            <a:avLst/>
          </a:prstGeom>
          <a:noFill/>
          <a:ln w="25003">
            <a:solidFill>
              <a:srgbClr val="454B50"/>
            </a:solidFill>
          </a:ln>
        </p:spPr>
      </p:sp>
      <p:sp>
        <p:nvSpPr>
          <p:cNvPr id="202" name="line_132">
            <a:extLst>
              <a:ext uri="{FF2B5EF4-FFF2-40B4-BE49-F238E27FC236}">
                <a16:creationId xmlns:a16="http://schemas.microsoft.com/office/drawing/2014/main" id="{D77BC7BC-C760-4151-B6CB-41E993B35A22}"/>
              </a:ext>
            </a:extLst>
          </p:cNvPr>
          <p:cNvSpPr>
            <a:spLocks noGrp="1"/>
          </p:cNvSpPr>
          <p:nvPr/>
        </p:nvSpPr>
        <p:spPr>
          <a:xfrm>
            <a:off x="10610170" y="2882878"/>
            <a:ext cx="15240" cy="115253"/>
          </a:xfrm>
          <a:custGeom>
            <a:avLst/>
            <a:gdLst/>
            <a:ahLst/>
            <a:cxnLst/>
            <a:rect l="0" t="0" r="0" b="0"/>
            <a:pathLst>
              <a:path w="15240" h="115253">
                <a:moveTo>
                  <a:pt x="7620" y="7620"/>
                </a:moveTo>
                <a:lnTo>
                  <a:pt x="7620" y="107633"/>
                </a:lnTo>
              </a:path>
            </a:pathLst>
          </a:custGeom>
          <a:noFill/>
          <a:ln w="26003">
            <a:solidFill>
              <a:srgbClr val="454B50"/>
            </a:solidFill>
          </a:ln>
        </p:spPr>
      </p:sp>
      <p:sp>
        <p:nvSpPr>
          <p:cNvPr id="203" name="object_133">
            <a:extLst>
              <a:ext uri="{FF2B5EF4-FFF2-40B4-BE49-F238E27FC236}">
                <a16:creationId xmlns:a16="http://schemas.microsoft.com/office/drawing/2014/main" id="{C5596770-9F6B-46A5-BDF7-850069244FA5}"/>
              </a:ext>
            </a:extLst>
          </p:cNvPr>
          <p:cNvSpPr>
            <a:spLocks noGrp="1"/>
          </p:cNvSpPr>
          <p:nvPr/>
        </p:nvSpPr>
        <p:spPr>
          <a:xfrm>
            <a:off x="10577785" y="2990510"/>
            <a:ext cx="80010" cy="100013"/>
          </a:xfrm>
          <a:prstGeom prst="rect">
            <a:avLst/>
          </a:prstGeom>
          <a:noFill/>
          <a:ln w="25003">
            <a:solidFill>
              <a:srgbClr val="454B50"/>
            </a:solidFill>
          </a:ln>
        </p:spPr>
      </p:sp>
      <p:sp>
        <p:nvSpPr>
          <p:cNvPr id="204" name="object_134">
            <a:extLst>
              <a:ext uri="{FF2B5EF4-FFF2-40B4-BE49-F238E27FC236}">
                <a16:creationId xmlns:a16="http://schemas.microsoft.com/office/drawing/2014/main" id="{FA17417A-A555-435B-AA52-7F8ED8BDA732}"/>
              </a:ext>
            </a:extLst>
          </p:cNvPr>
          <p:cNvSpPr>
            <a:spLocks noGrp="1"/>
          </p:cNvSpPr>
          <p:nvPr/>
        </p:nvSpPr>
        <p:spPr>
          <a:xfrm>
            <a:off x="9390017" y="3373244"/>
            <a:ext cx="30480" cy="30480"/>
          </a:xfrm>
          <a:prstGeom prst="ellipse">
            <a:avLst/>
          </a:prstGeom>
          <a:solidFill>
            <a:srgbClr val="111315"/>
          </a:solidFill>
          <a:ln w="15240">
            <a:noFill/>
          </a:ln>
        </p:spPr>
      </p:sp>
      <p:sp>
        <p:nvSpPr>
          <p:cNvPr id="206" name="object_137">
            <a:extLst>
              <a:ext uri="{FF2B5EF4-FFF2-40B4-BE49-F238E27FC236}">
                <a16:creationId xmlns:a16="http://schemas.microsoft.com/office/drawing/2014/main" id="{7A65EBF9-D30B-4568-B342-5A8AF5EAE34D}"/>
              </a:ext>
            </a:extLst>
          </p:cNvPr>
          <p:cNvSpPr>
            <a:spLocks noGrp="1"/>
          </p:cNvSpPr>
          <p:nvPr/>
        </p:nvSpPr>
        <p:spPr>
          <a:xfrm>
            <a:off x="9390017" y="3876164"/>
            <a:ext cx="30480" cy="30480"/>
          </a:xfrm>
          <a:prstGeom prst="ellipse">
            <a:avLst/>
          </a:prstGeom>
          <a:solidFill>
            <a:srgbClr val="111315"/>
          </a:solidFill>
          <a:ln w="15240">
            <a:noFill/>
          </a:ln>
        </p:spPr>
      </p:sp>
      <p:sp>
        <p:nvSpPr>
          <p:cNvPr id="13" name="矩形 12"/>
          <p:cNvSpPr/>
          <p:nvPr/>
        </p:nvSpPr>
        <p:spPr>
          <a:xfrm>
            <a:off x="4492976" y="3206049"/>
            <a:ext cx="2021681" cy="1015663"/>
          </a:xfrm>
          <a:prstGeom prst="rect">
            <a:avLst/>
          </a:prstGeom>
        </p:spPr>
        <p:txBody>
          <a:bodyPr wrap="square">
            <a:spAutoFit/>
          </a:bodyPr>
          <a:lstStyle/>
          <a:p>
            <a:pPr>
              <a:lnSpc>
                <a:spcPct val="150000"/>
              </a:lnSpc>
            </a:pPr>
            <a:r>
              <a:rPr lang="zh-CN" altLang="en-US" sz="1000" dirty="0">
                <a:latin typeface="+mn-ea"/>
              </a:rPr>
              <a:t>静态 </a:t>
            </a:r>
            <a:r>
              <a:rPr lang="en-US" altLang="zh-CN" sz="1000" dirty="0">
                <a:latin typeface="+mn-ea"/>
              </a:rPr>
              <a:t>Kernel </a:t>
            </a:r>
            <a:r>
              <a:rPr lang="zh-CN" altLang="en-US" sz="1000" dirty="0">
                <a:latin typeface="+mn-ea"/>
              </a:rPr>
              <a:t>结构已经限制</a:t>
            </a:r>
            <a:r>
              <a:rPr lang="zh-CN" altLang="en-US" sz="1000" dirty="0" smtClean="0">
                <a:latin typeface="+mn-ea"/>
              </a:rPr>
              <a:t>尺寸</a:t>
            </a:r>
            <a:endParaRPr lang="en-US" altLang="zh-CN" sz="1000" dirty="0" smtClean="0">
              <a:latin typeface="+mn-ea"/>
            </a:endParaRPr>
          </a:p>
          <a:p>
            <a:pPr>
              <a:lnSpc>
                <a:spcPct val="150000"/>
              </a:lnSpc>
            </a:pPr>
            <a:r>
              <a:rPr lang="zh-CN" altLang="en-US" sz="1000" dirty="0" smtClean="0">
                <a:latin typeface="+mn-ea"/>
              </a:rPr>
              <a:t>循环</a:t>
            </a:r>
            <a:r>
              <a:rPr lang="zh-CN" altLang="en-US" sz="1000" dirty="0">
                <a:latin typeface="+mn-ea"/>
              </a:rPr>
              <a:t>范围或输出</a:t>
            </a:r>
            <a:r>
              <a:rPr lang="zh-CN" altLang="en-US" sz="1000" dirty="0" smtClean="0">
                <a:latin typeface="+mn-ea"/>
              </a:rPr>
              <a:t>大小。</a:t>
            </a:r>
            <a:endParaRPr lang="en-US" altLang="zh-CN" sz="1000" dirty="0">
              <a:latin typeface="+mn-ea"/>
            </a:endParaRPr>
          </a:p>
          <a:p>
            <a:pPr>
              <a:lnSpc>
                <a:spcPct val="150000"/>
              </a:lnSpc>
            </a:pPr>
            <a:r>
              <a:rPr lang="zh-CN" altLang="en-US" sz="1000" dirty="0">
                <a:latin typeface="+mn-ea"/>
                <a:cs typeface="Microsoft YaHei"/>
              </a:rPr>
              <a:t>当输入 </a:t>
            </a:r>
            <a:r>
              <a:rPr lang="en-US" altLang="zh-CN" sz="1000" dirty="0">
                <a:latin typeface="+mn-ea"/>
                <a:cs typeface="Microsoft YaHei"/>
              </a:rPr>
              <a:t>Shape </a:t>
            </a:r>
            <a:r>
              <a:rPr lang="zh-CN" altLang="en-US" sz="1000" dirty="0">
                <a:latin typeface="+mn-ea"/>
                <a:cs typeface="Microsoft YaHei"/>
              </a:rPr>
              <a:t>变化时，可能</a:t>
            </a:r>
          </a:p>
          <a:p>
            <a:pPr>
              <a:lnSpc>
                <a:spcPct val="150000"/>
              </a:lnSpc>
            </a:pPr>
            <a:r>
              <a:rPr lang="zh-CN" altLang="en-US" sz="1000" dirty="0">
                <a:latin typeface="+mn-ea"/>
              </a:rPr>
              <a:t>导致越界、结果错误或无法运行。</a:t>
            </a:r>
          </a:p>
        </p:txBody>
      </p:sp>
      <p:sp>
        <p:nvSpPr>
          <p:cNvPr id="214" name="矩形 213"/>
          <p:cNvSpPr/>
          <p:nvPr/>
        </p:nvSpPr>
        <p:spPr>
          <a:xfrm>
            <a:off x="7007134" y="3244949"/>
            <a:ext cx="2021681" cy="1015663"/>
          </a:xfrm>
          <a:prstGeom prst="rect">
            <a:avLst/>
          </a:prstGeom>
        </p:spPr>
        <p:txBody>
          <a:bodyPr wrap="square">
            <a:spAutoFit/>
          </a:bodyPr>
          <a:lstStyle/>
          <a:p>
            <a:pPr>
              <a:lnSpc>
                <a:spcPct val="150000"/>
              </a:lnSpc>
            </a:pPr>
            <a:r>
              <a:rPr lang="zh-CN" altLang="en-US" sz="1000" dirty="0">
                <a:latin typeface="+mn-ea"/>
              </a:rPr>
              <a:t>不同 </a:t>
            </a:r>
            <a:r>
              <a:rPr lang="en-US" altLang="zh-CN" sz="1000" dirty="0">
                <a:latin typeface="+mn-ea"/>
              </a:rPr>
              <a:t>Shape </a:t>
            </a:r>
            <a:r>
              <a:rPr lang="zh-CN" altLang="en-US" sz="1000" dirty="0">
                <a:latin typeface="+mn-ea"/>
              </a:rPr>
              <a:t>下，最优的</a:t>
            </a:r>
          </a:p>
          <a:p>
            <a:pPr>
              <a:lnSpc>
                <a:spcPct val="150000"/>
              </a:lnSpc>
            </a:pPr>
            <a:r>
              <a:rPr lang="en-US" altLang="zh-CN" sz="1000" dirty="0">
                <a:latin typeface="+mn-ea"/>
              </a:rPr>
              <a:t>Tile/Block/warp </a:t>
            </a:r>
            <a:r>
              <a:rPr lang="zh-CN" altLang="en-US" sz="1000" dirty="0">
                <a:latin typeface="+mn-ea"/>
              </a:rPr>
              <a:t>参数不同。</a:t>
            </a:r>
          </a:p>
          <a:p>
            <a:pPr>
              <a:lnSpc>
                <a:spcPct val="150000"/>
              </a:lnSpc>
            </a:pPr>
            <a:r>
              <a:rPr lang="zh-CN" altLang="en-US" sz="1000" dirty="0">
                <a:latin typeface="+mn-ea"/>
                <a:cs typeface="Microsoft YaHei"/>
              </a:rPr>
              <a:t>静态算子在其他 </a:t>
            </a:r>
            <a:r>
              <a:rPr lang="en-US" altLang="zh-CN" sz="1000" dirty="0">
                <a:latin typeface="+mn-ea"/>
                <a:cs typeface="Microsoft YaHei"/>
              </a:rPr>
              <a:t>Shape </a:t>
            </a:r>
            <a:r>
              <a:rPr lang="zh-CN" altLang="en-US" sz="1000" dirty="0">
                <a:latin typeface="+mn-ea"/>
                <a:cs typeface="Microsoft YaHei"/>
              </a:rPr>
              <a:t>上</a:t>
            </a:r>
          </a:p>
          <a:p>
            <a:pPr>
              <a:lnSpc>
                <a:spcPct val="150000"/>
              </a:lnSpc>
            </a:pPr>
            <a:r>
              <a:rPr lang="zh-CN" altLang="en-US" sz="1000" dirty="0">
                <a:latin typeface="+mn-ea"/>
              </a:rPr>
              <a:t>可能出现性能明显</a:t>
            </a:r>
            <a:r>
              <a:rPr lang="zh-CN" altLang="en-US" sz="1000" dirty="0" smtClean="0">
                <a:latin typeface="+mn-ea"/>
              </a:rPr>
              <a:t>下降。</a:t>
            </a:r>
            <a:endParaRPr lang="zh-CN" altLang="en-US" sz="1000" dirty="0">
              <a:latin typeface="+mn-ea"/>
            </a:endParaRPr>
          </a:p>
        </p:txBody>
      </p:sp>
      <p:sp>
        <p:nvSpPr>
          <p:cNvPr id="215" name="矩形 214"/>
          <p:cNvSpPr/>
          <p:nvPr/>
        </p:nvSpPr>
        <p:spPr>
          <a:xfrm>
            <a:off x="9450943" y="3219292"/>
            <a:ext cx="2240314" cy="1015663"/>
          </a:xfrm>
          <a:prstGeom prst="rect">
            <a:avLst/>
          </a:prstGeom>
        </p:spPr>
        <p:txBody>
          <a:bodyPr wrap="square">
            <a:spAutoFit/>
          </a:bodyPr>
          <a:lstStyle/>
          <a:p>
            <a:pPr>
              <a:lnSpc>
                <a:spcPct val="150000"/>
              </a:lnSpc>
            </a:pPr>
            <a:r>
              <a:rPr lang="zh-CN" altLang="en-US" sz="1000" dirty="0">
                <a:latin typeface="+mn-ea"/>
              </a:rPr>
              <a:t>当 </a:t>
            </a:r>
            <a:r>
              <a:rPr lang="en-US" altLang="zh-CN" sz="1000" dirty="0">
                <a:latin typeface="+mn-ea"/>
              </a:rPr>
              <a:t>Shape </a:t>
            </a:r>
            <a:r>
              <a:rPr lang="zh-CN" altLang="en-US" sz="1000" dirty="0">
                <a:latin typeface="+mn-ea"/>
              </a:rPr>
              <a:t>差异较大时，</a:t>
            </a:r>
          </a:p>
          <a:p>
            <a:pPr>
              <a:lnSpc>
                <a:spcPct val="150000"/>
              </a:lnSpc>
            </a:pPr>
            <a:r>
              <a:rPr lang="zh-CN" altLang="en-US" sz="1000" dirty="0">
                <a:latin typeface="+mn-ea"/>
              </a:rPr>
              <a:t>仅调整参数已不足以获得最佳性能。</a:t>
            </a:r>
          </a:p>
          <a:p>
            <a:pPr>
              <a:lnSpc>
                <a:spcPct val="150000"/>
              </a:lnSpc>
            </a:pPr>
            <a:r>
              <a:rPr lang="zh-CN" altLang="en-US" sz="1000" dirty="0">
                <a:latin typeface="+mn-ea"/>
                <a:cs typeface="Microsoft YaHei"/>
              </a:rPr>
              <a:t>不同 </a:t>
            </a:r>
            <a:r>
              <a:rPr lang="en-US" altLang="zh-CN" sz="1000" dirty="0">
                <a:latin typeface="+mn-ea"/>
                <a:cs typeface="Microsoft YaHei"/>
              </a:rPr>
              <a:t>Shape </a:t>
            </a:r>
            <a:r>
              <a:rPr lang="zh-CN" altLang="en-US" sz="1000" dirty="0">
                <a:latin typeface="+mn-ea"/>
                <a:cs typeface="Microsoft YaHei"/>
              </a:rPr>
              <a:t>可能需要不同的</a:t>
            </a:r>
          </a:p>
          <a:p>
            <a:pPr>
              <a:lnSpc>
                <a:spcPct val="150000"/>
              </a:lnSpc>
            </a:pPr>
            <a:r>
              <a:rPr lang="en-US" altLang="zh-CN" sz="1000" dirty="0">
                <a:latin typeface="+mn-ea"/>
              </a:rPr>
              <a:t>Kernel </a:t>
            </a:r>
            <a:r>
              <a:rPr lang="zh-CN" altLang="en-US" sz="1000" dirty="0">
                <a:latin typeface="+mn-ea"/>
              </a:rPr>
              <a:t>结构和算法实现。</a:t>
            </a:r>
          </a:p>
        </p:txBody>
      </p:sp>
      <p:sp>
        <p:nvSpPr>
          <p:cNvPr id="222" name="object_144">
            <a:extLst>
              <a:ext uri="{FF2B5EF4-FFF2-40B4-BE49-F238E27FC236}">
                <a16:creationId xmlns:a16="http://schemas.microsoft.com/office/drawing/2014/main" id="{CA295CCD-DC0B-4CC4-AA2D-9C4A73F015E4}"/>
              </a:ext>
            </a:extLst>
          </p:cNvPr>
          <p:cNvSpPr>
            <a:spLocks noGrp="1"/>
          </p:cNvSpPr>
          <p:nvPr/>
        </p:nvSpPr>
        <p:spPr>
          <a:xfrm>
            <a:off x="7241653" y="4453388"/>
            <a:ext cx="982980" cy="691160"/>
          </a:xfrm>
          <a:prstGeom prst="downArrow">
            <a:avLst/>
          </a:prstGeom>
          <a:solidFill>
            <a:srgbClr val="DB414B"/>
          </a:solidFill>
          <a:ln w="0">
            <a:noFill/>
          </a:ln>
        </p:spPr>
      </p:sp>
      <p:sp>
        <p:nvSpPr>
          <p:cNvPr id="230" name="text_153_动态算子的必要性">
            <a:extLst>
              <a:ext uri="{FF2B5EF4-FFF2-40B4-BE49-F238E27FC236}">
                <a16:creationId xmlns:a16="http://schemas.microsoft.com/office/drawing/2014/main" id="{7F4DA440-E764-404D-9853-DCBCB741C1E0}"/>
              </a:ext>
            </a:extLst>
          </p:cNvPr>
          <p:cNvSpPr>
            <a:spLocks noGrp="1"/>
          </p:cNvSpPr>
          <p:nvPr/>
        </p:nvSpPr>
        <p:spPr>
          <a:xfrm>
            <a:off x="4692372" y="5672281"/>
            <a:ext cx="2788920" cy="297180"/>
          </a:xfrm>
          <a:prstGeom prst="rect">
            <a:avLst/>
          </a:prstGeom>
          <a:noFill/>
          <a:ln w="7620">
            <a:noFill/>
          </a:ln>
        </p:spPr>
        <p:txBody>
          <a:bodyPr wrap="none" lIns="0" tIns="0" rIns="0" bIns="0" anchor="ctr">
            <a:noAutofit/>
          </a:bodyPr>
          <a:lstStyle/>
          <a:p>
            <a:pPr algn="l">
              <a:defRPr sz="1740" b="1">
                <a:solidFill>
                  <a:srgbClr val="C9000C"/>
                </a:solidFill>
                <a:latin typeface="Microsoft YaHei"/>
                <a:ea typeface="Microsoft YaHei"/>
                <a:cs typeface="Microsoft YaHei"/>
              </a:defRPr>
            </a:pPr>
            <a:r>
              <a:rPr lang="zh-CN" altLang="en-US" sz="1740" b="1" dirty="0" smtClean="0">
                <a:solidFill>
                  <a:srgbClr val="C9000C"/>
                </a:solidFill>
                <a:latin typeface="Microsoft YaHei"/>
                <a:ea typeface="Microsoft YaHei"/>
                <a:cs typeface="Microsoft YaHei"/>
              </a:rPr>
              <a:t>支持动态</a:t>
            </a:r>
            <a:r>
              <a:rPr lang="en-US" altLang="zh-CN" sz="1740" b="1" dirty="0" smtClean="0">
                <a:solidFill>
                  <a:srgbClr val="C9000C"/>
                </a:solidFill>
                <a:latin typeface="Microsoft YaHei"/>
                <a:ea typeface="Microsoft YaHei"/>
                <a:cs typeface="Microsoft YaHei"/>
              </a:rPr>
              <a:t>Shape</a:t>
            </a:r>
            <a:r>
              <a:rPr lang="zh-CN" altLang="en-US" sz="1740" b="1" dirty="0" smtClean="0">
                <a:solidFill>
                  <a:srgbClr val="C9000C"/>
                </a:solidFill>
                <a:latin typeface="Microsoft YaHei"/>
                <a:ea typeface="Microsoft YaHei"/>
                <a:cs typeface="Microsoft YaHei"/>
              </a:rPr>
              <a:t>是应对多样化</a:t>
            </a:r>
            <a:endParaRPr lang="en-US" altLang="zh-CN" sz="1740" b="1" dirty="0" smtClean="0">
              <a:solidFill>
                <a:srgbClr val="C9000C"/>
              </a:solidFill>
              <a:latin typeface="Microsoft YaHei"/>
              <a:ea typeface="Microsoft YaHei"/>
              <a:cs typeface="Microsoft YaHei"/>
            </a:endParaRPr>
          </a:p>
          <a:p>
            <a:pPr algn="l">
              <a:defRPr sz="1740" b="1">
                <a:solidFill>
                  <a:srgbClr val="C9000C"/>
                </a:solidFill>
                <a:latin typeface="Microsoft YaHei"/>
                <a:ea typeface="Microsoft YaHei"/>
                <a:cs typeface="Microsoft YaHei"/>
              </a:defRPr>
            </a:pPr>
            <a:r>
              <a:rPr lang="zh-CN" altLang="en-US" sz="1740" b="1" dirty="0" smtClean="0">
                <a:solidFill>
                  <a:srgbClr val="C9000C"/>
                </a:solidFill>
                <a:latin typeface="Microsoft YaHei"/>
                <a:ea typeface="Microsoft YaHei"/>
                <a:cs typeface="Microsoft YaHei"/>
              </a:rPr>
              <a:t>模型和实际业务场景的必然要求</a:t>
            </a:r>
            <a:endParaRPr sz="1740" b="1" dirty="0">
              <a:solidFill>
                <a:srgbClr val="C9000C"/>
              </a:solidFill>
              <a:latin typeface="Microsoft YaHei"/>
              <a:ea typeface="Microsoft YaHei"/>
              <a:cs typeface="Microsoft YaHei"/>
            </a:endParaRPr>
          </a:p>
        </p:txBody>
      </p:sp>
      <p:sp>
        <p:nvSpPr>
          <p:cNvPr id="234" name="object_159">
            <a:extLst>
              <a:ext uri="{FF2B5EF4-FFF2-40B4-BE49-F238E27FC236}">
                <a16:creationId xmlns:a16="http://schemas.microsoft.com/office/drawing/2014/main" id="{7BB404B4-618E-4E71-9BAB-D500D107C9B0}"/>
              </a:ext>
            </a:extLst>
          </p:cNvPr>
          <p:cNvSpPr>
            <a:spLocks noGrp="1"/>
          </p:cNvSpPr>
          <p:nvPr/>
        </p:nvSpPr>
        <p:spPr>
          <a:xfrm>
            <a:off x="8117953" y="5511610"/>
            <a:ext cx="30480" cy="30480"/>
          </a:xfrm>
          <a:prstGeom prst="ellipse">
            <a:avLst/>
          </a:prstGeom>
          <a:solidFill>
            <a:srgbClr val="C9000C"/>
          </a:solidFill>
          <a:ln w="15240">
            <a:noFill/>
          </a:ln>
        </p:spPr>
      </p:sp>
      <p:sp>
        <p:nvSpPr>
          <p:cNvPr id="235" name="text_161_支持更灵活的模型输入，提升算子通用性">
            <a:extLst>
              <a:ext uri="{FF2B5EF4-FFF2-40B4-BE49-F238E27FC236}">
                <a16:creationId xmlns:a16="http://schemas.microsoft.com/office/drawing/2014/main" id="{1170487A-A136-4D5D-96B9-434462FC522C}"/>
              </a:ext>
            </a:extLst>
          </p:cNvPr>
          <p:cNvSpPr>
            <a:spLocks noGrp="1"/>
          </p:cNvSpPr>
          <p:nvPr/>
        </p:nvSpPr>
        <p:spPr>
          <a:xfrm>
            <a:off x="8224633" y="5438915"/>
            <a:ext cx="2979420" cy="213360"/>
          </a:xfrm>
          <a:prstGeom prst="rect">
            <a:avLst/>
          </a:prstGeom>
          <a:noFill/>
          <a:ln w="7620">
            <a:noFill/>
          </a:ln>
        </p:spPr>
        <p:txBody>
          <a:bodyPr wrap="none" lIns="0" tIns="0" rIns="0" bIns="0" anchor="ctr">
            <a:noAutofit/>
          </a:bodyPr>
          <a:lstStyle/>
          <a:p>
            <a:pPr algn="l">
              <a:defRPr sz="1080" b="0">
                <a:solidFill>
                  <a:srgbClr val="454B50"/>
                </a:solidFill>
                <a:latin typeface="Microsoft YaHei"/>
                <a:ea typeface="Microsoft YaHei"/>
                <a:cs typeface="Microsoft YaHei"/>
              </a:defRPr>
            </a:pPr>
            <a:r>
              <a:rPr sz="1080" b="0" dirty="0" err="1">
                <a:solidFill>
                  <a:srgbClr val="454B50"/>
                </a:solidFill>
                <a:latin typeface="Microsoft YaHei"/>
                <a:ea typeface="Microsoft YaHei"/>
                <a:cs typeface="Microsoft YaHei"/>
              </a:rPr>
              <a:t>支持更灵活的模型输入，提升算子通用性</a:t>
            </a:r>
            <a:endParaRPr sz="1080" b="0" dirty="0">
              <a:solidFill>
                <a:srgbClr val="454B50"/>
              </a:solidFill>
              <a:latin typeface="Microsoft YaHei"/>
              <a:ea typeface="Microsoft YaHei"/>
              <a:cs typeface="Microsoft YaHei"/>
            </a:endParaRPr>
          </a:p>
        </p:txBody>
      </p:sp>
      <p:sp>
        <p:nvSpPr>
          <p:cNvPr id="236" name="object_162">
            <a:extLst>
              <a:ext uri="{FF2B5EF4-FFF2-40B4-BE49-F238E27FC236}">
                <a16:creationId xmlns:a16="http://schemas.microsoft.com/office/drawing/2014/main" id="{450625DF-AC29-44C9-8B9E-251F9759930A}"/>
              </a:ext>
            </a:extLst>
          </p:cNvPr>
          <p:cNvSpPr>
            <a:spLocks noGrp="1"/>
          </p:cNvSpPr>
          <p:nvPr/>
        </p:nvSpPr>
        <p:spPr>
          <a:xfrm>
            <a:off x="8117953" y="5824030"/>
            <a:ext cx="30480" cy="30480"/>
          </a:xfrm>
          <a:prstGeom prst="ellipse">
            <a:avLst/>
          </a:prstGeom>
          <a:solidFill>
            <a:srgbClr val="C9000C"/>
          </a:solidFill>
          <a:ln w="15240">
            <a:noFill/>
          </a:ln>
        </p:spPr>
      </p:sp>
      <p:sp>
        <p:nvSpPr>
          <p:cNvPr id="237" name="text_164_在不同 Shape 下保持正确性和性能">
            <a:extLst>
              <a:ext uri="{FF2B5EF4-FFF2-40B4-BE49-F238E27FC236}">
                <a16:creationId xmlns:a16="http://schemas.microsoft.com/office/drawing/2014/main" id="{969B8664-FD1F-48CE-8B5F-757EB69BA1F5}"/>
              </a:ext>
            </a:extLst>
          </p:cNvPr>
          <p:cNvSpPr>
            <a:spLocks noGrp="1"/>
          </p:cNvSpPr>
          <p:nvPr/>
        </p:nvSpPr>
        <p:spPr>
          <a:xfrm>
            <a:off x="8224633" y="5751335"/>
            <a:ext cx="2979420" cy="213360"/>
          </a:xfrm>
          <a:prstGeom prst="rect">
            <a:avLst/>
          </a:prstGeom>
          <a:noFill/>
          <a:ln w="7620">
            <a:noFill/>
          </a:ln>
        </p:spPr>
        <p:txBody>
          <a:bodyPr wrap="none" lIns="0" tIns="0" rIns="0" bIns="0" anchor="ctr">
            <a:noAutofit/>
          </a:bodyPr>
          <a:lstStyle/>
          <a:p>
            <a:pPr algn="l">
              <a:defRPr sz="1080" b="0">
                <a:solidFill>
                  <a:srgbClr val="454B50"/>
                </a:solidFill>
                <a:latin typeface="Microsoft YaHei"/>
                <a:ea typeface="Microsoft YaHei"/>
                <a:cs typeface="Microsoft YaHei"/>
              </a:defRPr>
            </a:pPr>
            <a:r>
              <a:rPr sz="1080" b="0">
                <a:solidFill>
                  <a:srgbClr val="454B50"/>
                </a:solidFill>
                <a:latin typeface="Microsoft YaHei"/>
                <a:ea typeface="Microsoft YaHei"/>
                <a:cs typeface="Microsoft YaHei"/>
              </a:rPr>
              <a:t>在不同 Shape 下保持正确性和性能</a:t>
            </a:r>
          </a:p>
        </p:txBody>
      </p:sp>
      <p:sp>
        <p:nvSpPr>
          <p:cNvPr id="238" name="object_165">
            <a:extLst>
              <a:ext uri="{FF2B5EF4-FFF2-40B4-BE49-F238E27FC236}">
                <a16:creationId xmlns:a16="http://schemas.microsoft.com/office/drawing/2014/main" id="{22E79C39-67F9-4918-B5D2-ACD32FE706D9}"/>
              </a:ext>
            </a:extLst>
          </p:cNvPr>
          <p:cNvSpPr>
            <a:spLocks noGrp="1"/>
          </p:cNvSpPr>
          <p:nvPr/>
        </p:nvSpPr>
        <p:spPr>
          <a:xfrm>
            <a:off x="8117953" y="6136450"/>
            <a:ext cx="30480" cy="30480"/>
          </a:xfrm>
          <a:prstGeom prst="ellipse">
            <a:avLst/>
          </a:prstGeom>
          <a:solidFill>
            <a:srgbClr val="C9000C"/>
          </a:solidFill>
          <a:ln w="15240">
            <a:noFill/>
          </a:ln>
        </p:spPr>
      </p:sp>
      <p:sp>
        <p:nvSpPr>
          <p:cNvPr id="239" name="text_167_为后续自动化优化和跨平台部署奠定基础">
            <a:extLst>
              <a:ext uri="{FF2B5EF4-FFF2-40B4-BE49-F238E27FC236}">
                <a16:creationId xmlns:a16="http://schemas.microsoft.com/office/drawing/2014/main" id="{1F8D4169-6C4D-486F-ACD2-235A17E2F8E1}"/>
              </a:ext>
            </a:extLst>
          </p:cNvPr>
          <p:cNvSpPr>
            <a:spLocks noGrp="1"/>
          </p:cNvSpPr>
          <p:nvPr/>
        </p:nvSpPr>
        <p:spPr>
          <a:xfrm>
            <a:off x="8224633" y="6063755"/>
            <a:ext cx="2979420" cy="213360"/>
          </a:xfrm>
          <a:prstGeom prst="rect">
            <a:avLst/>
          </a:prstGeom>
          <a:noFill/>
          <a:ln w="7620">
            <a:noFill/>
          </a:ln>
        </p:spPr>
        <p:txBody>
          <a:bodyPr wrap="none" lIns="0" tIns="0" rIns="0" bIns="0" anchor="ctr">
            <a:noAutofit/>
          </a:bodyPr>
          <a:lstStyle/>
          <a:p>
            <a:pPr algn="l">
              <a:defRPr sz="1080" b="0">
                <a:solidFill>
                  <a:srgbClr val="454B50"/>
                </a:solidFill>
                <a:latin typeface="Microsoft YaHei"/>
                <a:ea typeface="Microsoft YaHei"/>
                <a:cs typeface="Microsoft YaHei"/>
              </a:defRPr>
            </a:pPr>
            <a:r>
              <a:rPr sz="1080" b="0">
                <a:solidFill>
                  <a:srgbClr val="454B50"/>
                </a:solidFill>
                <a:latin typeface="Microsoft YaHei"/>
                <a:ea typeface="Microsoft YaHei"/>
                <a:cs typeface="Microsoft YaHei"/>
              </a:rPr>
              <a:t>为后续自动化优化和跨平台部署奠定基础</a:t>
            </a:r>
          </a:p>
        </p:txBody>
      </p:sp>
      <p:cxnSp>
        <p:nvCxnSpPr>
          <p:cNvPr id="240" name="直接连接符 239">
            <a:extLst>
              <a:ext uri="{FF2B5EF4-FFF2-40B4-BE49-F238E27FC236}">
                <a16:creationId xmlns:a16="http://schemas.microsoft.com/office/drawing/2014/main" id="{682EBD28-C1D7-27B3-959E-C2700B14ED8E}"/>
              </a:ext>
            </a:extLst>
          </p:cNvPr>
          <p:cNvCxnSpPr>
            <a:cxnSpLocks/>
          </p:cNvCxnSpPr>
          <p:nvPr/>
        </p:nvCxnSpPr>
        <p:spPr>
          <a:xfrm flipH="1">
            <a:off x="7886972" y="5421765"/>
            <a:ext cx="14752" cy="855350"/>
          </a:xfrm>
          <a:prstGeom prst="line">
            <a:avLst/>
          </a:prstGeom>
          <a:ln w="2857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242" name="组合 241">
            <a:extLst>
              <a:ext uri="{FF2B5EF4-FFF2-40B4-BE49-F238E27FC236}">
                <a16:creationId xmlns:a16="http://schemas.microsoft.com/office/drawing/2014/main" id="{4F72B5B5-718F-9C8C-F0F3-1360CE5918E1}"/>
              </a:ext>
            </a:extLst>
          </p:cNvPr>
          <p:cNvGrpSpPr/>
          <p:nvPr/>
        </p:nvGrpSpPr>
        <p:grpSpPr>
          <a:xfrm>
            <a:off x="4199262" y="1256487"/>
            <a:ext cx="3570208" cy="830997"/>
            <a:chOff x="4713985" y="884014"/>
            <a:chExt cx="3570208" cy="830997"/>
          </a:xfrm>
        </p:grpSpPr>
        <p:sp>
          <p:nvSpPr>
            <p:cNvPr id="243" name="文本框 242">
              <a:extLst>
                <a:ext uri="{FF2B5EF4-FFF2-40B4-BE49-F238E27FC236}">
                  <a16:creationId xmlns:a16="http://schemas.microsoft.com/office/drawing/2014/main" id="{EDEE2FE4-DAF0-9313-375E-90603C6DA9C6}"/>
                </a:ext>
              </a:extLst>
            </p:cNvPr>
            <p:cNvSpPr txBox="1"/>
            <p:nvPr/>
          </p:nvSpPr>
          <p:spPr>
            <a:xfrm>
              <a:off x="4713985" y="884014"/>
              <a:ext cx="3570208" cy="830997"/>
            </a:xfrm>
            <a:prstGeom prst="rect">
              <a:avLst/>
            </a:prstGeom>
            <a:noFill/>
            <a:effectLst>
              <a:outerShdw blurRad="50800" dist="38100" dir="2700000" algn="tl" rotWithShape="0">
                <a:prstClr val="black">
                  <a:alpha val="40000"/>
                </a:prstClr>
              </a:outerShdw>
            </a:effectLst>
          </p:spPr>
          <p:txBody>
            <a:bodyPr wrap="none" rtlCol="0">
              <a:spAutoFit/>
            </a:bodyPr>
            <a:lstStyle/>
            <a:p>
              <a:r>
                <a:rPr lang="zh-CN" altLang="en-US" sz="2400" b="1" dirty="0">
                  <a:latin typeface="Microsoft YaHei"/>
                  <a:ea typeface="Microsoft YaHei"/>
                  <a:cs typeface="Microsoft YaHei"/>
                </a:rPr>
                <a:t>面对动态输入的主要问题</a:t>
              </a:r>
            </a:p>
            <a:p>
              <a:endParaRPr lang="zh-CN" altLang="en-US" sz="2400" b="1" dirty="0"/>
            </a:p>
          </p:txBody>
        </p:sp>
        <p:cxnSp>
          <p:nvCxnSpPr>
            <p:cNvPr id="244" name="直接连接符 243">
              <a:extLst>
                <a:ext uri="{FF2B5EF4-FFF2-40B4-BE49-F238E27FC236}">
                  <a16:creationId xmlns:a16="http://schemas.microsoft.com/office/drawing/2014/main" id="{B8750A51-FB4A-C5EB-AB49-413A4DFB5032}"/>
                </a:ext>
              </a:extLst>
            </p:cNvPr>
            <p:cNvCxnSpPr/>
            <p:nvPr/>
          </p:nvCxnSpPr>
          <p:spPr>
            <a:xfrm>
              <a:off x="4798694" y="1459831"/>
              <a:ext cx="3449172" cy="6970"/>
            </a:xfrm>
            <a:prstGeom prst="line">
              <a:avLst/>
            </a:prstGeom>
            <a:effectLst>
              <a:outerShdw blurRad="50800" dist="38100" dir="2700000" algn="tl" rotWithShape="0">
                <a:prstClr val="black">
                  <a:alpha val="40000"/>
                </a:prstClr>
              </a:outerShdw>
            </a:effectLst>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p14="http://schemas.microsoft.com/office/powerpoint/2010/main" val="3656242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object_96">
            <a:extLst>
              <a:ext uri="{FF2B5EF4-FFF2-40B4-BE49-F238E27FC236}">
                <a16:creationId xmlns:a16="http://schemas.microsoft.com/office/drawing/2014/main" id="{30F4AC42-8187-4FA3-987E-AFE490B02F23}"/>
              </a:ext>
            </a:extLst>
          </p:cNvPr>
          <p:cNvSpPr>
            <a:spLocks noGrp="1"/>
          </p:cNvSpPr>
          <p:nvPr/>
        </p:nvSpPr>
        <p:spPr>
          <a:xfrm>
            <a:off x="5415723" y="2294914"/>
            <a:ext cx="4799432" cy="1549114"/>
          </a:xfrm>
          <a:prstGeom prst="roundRect">
            <a:avLst>
              <a:gd name="adj" fmla="val 2448"/>
            </a:avLst>
          </a:prstGeom>
          <a:solidFill>
            <a:srgbClr val="FFFFFF"/>
          </a:solidFill>
          <a:ln w="28575">
            <a:solidFill>
              <a:srgbClr val="FF0000"/>
            </a:solidFill>
            <a:prstDash val="sysDash"/>
          </a:ln>
        </p:spPr>
      </p:sp>
      <p:sp>
        <p:nvSpPr>
          <p:cNvPr id="2" name="标题 1"/>
          <p:cNvSpPr>
            <a:spLocks noGrp="1"/>
          </p:cNvSpPr>
          <p:nvPr>
            <p:ph type="title"/>
          </p:nvPr>
        </p:nvSpPr>
        <p:spPr/>
        <p:txBody>
          <a:bodyPr/>
          <a:lstStyle/>
          <a:p>
            <a:pPr>
              <a:defRPr sz="2640" b="1">
                <a:solidFill>
                  <a:srgbClr val="111315"/>
                </a:solidFill>
                <a:latin typeface="Microsoft YaHei"/>
                <a:ea typeface="Microsoft YaHei"/>
                <a:cs typeface="Microsoft YaHei"/>
              </a:defRPr>
            </a:pPr>
            <a:r>
              <a:rPr lang="zh-CN" altLang="en-US" dirty="0">
                <a:solidFill>
                  <a:srgbClr val="111315"/>
                </a:solidFill>
              </a:rPr>
              <a:t>实习任务</a:t>
            </a:r>
            <a:r>
              <a:rPr lang="en-US" altLang="zh-CN" dirty="0">
                <a:solidFill>
                  <a:srgbClr val="111315"/>
                </a:solidFill>
              </a:rPr>
              <a:t>2</a:t>
            </a:r>
            <a:r>
              <a:rPr lang="zh-CN" altLang="en-US" dirty="0">
                <a:solidFill>
                  <a:srgbClr val="111315"/>
                </a:solidFill>
              </a:rPr>
              <a:t>： </a:t>
            </a:r>
            <a:r>
              <a:rPr lang="zh-CN" altLang="en-US" dirty="0" smtClean="0">
                <a:solidFill>
                  <a:srgbClr val="111315"/>
                </a:solidFill>
              </a:rPr>
              <a:t>现有</a:t>
            </a:r>
            <a:r>
              <a:rPr lang="zh-CN" altLang="en-US" dirty="0">
                <a:solidFill>
                  <a:srgbClr val="111315"/>
                </a:solidFill>
              </a:rPr>
              <a:t>方法、</a:t>
            </a:r>
            <a:r>
              <a:rPr lang="zh-CN" altLang="en-US" dirty="0" smtClean="0">
                <a:solidFill>
                  <a:srgbClr val="111315"/>
                </a:solidFill>
              </a:rPr>
              <a:t>局限性与解决</a:t>
            </a:r>
            <a:r>
              <a:rPr lang="zh-CN" altLang="en-US" dirty="0">
                <a:solidFill>
                  <a:srgbClr val="111315"/>
                </a:solidFill>
              </a:rPr>
              <a:t>思路</a:t>
            </a:r>
          </a:p>
        </p:txBody>
      </p:sp>
      <p:cxnSp>
        <p:nvCxnSpPr>
          <p:cNvPr id="158" name="直接连接符 157">
            <a:extLst>
              <a:ext uri="{FF2B5EF4-FFF2-40B4-BE49-F238E27FC236}">
                <a16:creationId xmlns:a16="http://schemas.microsoft.com/office/drawing/2014/main" id="{682EBD28-C1D7-27B3-959E-C2700B14ED8E}"/>
              </a:ext>
            </a:extLst>
          </p:cNvPr>
          <p:cNvCxnSpPr>
            <a:cxnSpLocks/>
          </p:cNvCxnSpPr>
          <p:nvPr/>
        </p:nvCxnSpPr>
        <p:spPr>
          <a:xfrm>
            <a:off x="4962418" y="953377"/>
            <a:ext cx="40941" cy="5337101"/>
          </a:xfrm>
          <a:prstGeom prst="line">
            <a:avLst/>
          </a:prstGeom>
          <a:ln w="2857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39" name="组合 138">
            <a:extLst>
              <a:ext uri="{FF2B5EF4-FFF2-40B4-BE49-F238E27FC236}">
                <a16:creationId xmlns:a16="http://schemas.microsoft.com/office/drawing/2014/main" id="{F58B1ACF-3946-A48A-3384-74FA40269923}"/>
              </a:ext>
            </a:extLst>
          </p:cNvPr>
          <p:cNvGrpSpPr/>
          <p:nvPr/>
        </p:nvGrpSpPr>
        <p:grpSpPr>
          <a:xfrm>
            <a:off x="1589859" y="922570"/>
            <a:ext cx="1872000" cy="558168"/>
            <a:chOff x="836294" y="996913"/>
            <a:chExt cx="1872000" cy="558168"/>
          </a:xfrm>
        </p:grpSpPr>
        <p:sp>
          <p:nvSpPr>
            <p:cNvPr id="140" name="文本框 139">
              <a:extLst>
                <a:ext uri="{FF2B5EF4-FFF2-40B4-BE49-F238E27FC236}">
                  <a16:creationId xmlns:a16="http://schemas.microsoft.com/office/drawing/2014/main" id="{46880B7A-4EF3-76BC-86C1-4BAF3D9380BF}"/>
                </a:ext>
              </a:extLst>
            </p:cNvPr>
            <p:cNvSpPr txBox="1"/>
            <p:nvPr/>
          </p:nvSpPr>
          <p:spPr>
            <a:xfrm>
              <a:off x="1236344" y="996913"/>
              <a:ext cx="1415772" cy="461665"/>
            </a:xfrm>
            <a:prstGeom prst="rect">
              <a:avLst/>
            </a:prstGeom>
            <a:noFill/>
            <a:effectLst>
              <a:outerShdw blurRad="50800" dist="38100" dir="2700000" algn="tl" rotWithShape="0">
                <a:prstClr val="black">
                  <a:alpha val="40000"/>
                </a:prstClr>
              </a:outerShdw>
            </a:effectLst>
          </p:spPr>
          <p:txBody>
            <a:bodyPr wrap="none" rtlCol="0">
              <a:spAutoFit/>
            </a:bodyPr>
            <a:lstStyle/>
            <a:p>
              <a:r>
                <a:rPr lang="zh-CN" altLang="en-US" sz="2400" b="1" dirty="0" smtClean="0"/>
                <a:t>现有方法</a:t>
              </a:r>
              <a:endParaRPr lang="zh-CN" altLang="en-US" sz="2400" b="1" dirty="0"/>
            </a:p>
          </p:txBody>
        </p:sp>
        <p:cxnSp>
          <p:nvCxnSpPr>
            <p:cNvPr id="141" name="直接连接符 140">
              <a:extLst>
                <a:ext uri="{FF2B5EF4-FFF2-40B4-BE49-F238E27FC236}">
                  <a16:creationId xmlns:a16="http://schemas.microsoft.com/office/drawing/2014/main" id="{B4764E67-2A95-9A8C-F3B8-2BB3AEDE2524}"/>
                </a:ext>
              </a:extLst>
            </p:cNvPr>
            <p:cNvCxnSpPr/>
            <p:nvPr/>
          </p:nvCxnSpPr>
          <p:spPr>
            <a:xfrm>
              <a:off x="836294" y="1555081"/>
              <a:ext cx="1872000" cy="0"/>
            </a:xfrm>
            <a:prstGeom prst="line">
              <a:avLst/>
            </a:prstGeom>
            <a:effectLst>
              <a:outerShdw blurRad="50800" dist="38100" dir="2700000" algn="tl" rotWithShape="0">
                <a:prstClr val="black">
                  <a:alpha val="40000"/>
                </a:prstClr>
              </a:outerShdw>
            </a:effectLst>
          </p:spPr>
          <p:style>
            <a:lnRef idx="3">
              <a:schemeClr val="accent1"/>
            </a:lnRef>
            <a:fillRef idx="0">
              <a:schemeClr val="accent1"/>
            </a:fillRef>
            <a:effectRef idx="2">
              <a:schemeClr val="accent1"/>
            </a:effectRef>
            <a:fontRef idx="minor">
              <a:schemeClr val="tx1"/>
            </a:fontRef>
          </p:style>
        </p:cxnSp>
        <p:pic>
          <p:nvPicPr>
            <p:cNvPr id="142" name="图片 141">
              <a:extLst>
                <a:ext uri="{FF2B5EF4-FFF2-40B4-BE49-F238E27FC236}">
                  <a16:creationId xmlns:a16="http://schemas.microsoft.com/office/drawing/2014/main" id="{B01FAD12-340F-7C96-188B-CD8F63EA201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36294" y="1027720"/>
              <a:ext cx="400050" cy="400050"/>
            </a:xfrm>
            <a:prstGeom prst="rect">
              <a:avLst/>
            </a:prstGeom>
            <a:effectLst>
              <a:outerShdw blurRad="50800" dist="38100" dir="2700000" algn="tl" rotWithShape="0">
                <a:prstClr val="black">
                  <a:alpha val="40000"/>
                </a:prstClr>
              </a:outerShdw>
            </a:effectLst>
          </p:spPr>
        </p:pic>
      </p:grpSp>
      <p:grpSp>
        <p:nvGrpSpPr>
          <p:cNvPr id="144" name="组合 143">
            <a:extLst>
              <a:ext uri="{FF2B5EF4-FFF2-40B4-BE49-F238E27FC236}">
                <a16:creationId xmlns:a16="http://schemas.microsoft.com/office/drawing/2014/main" id="{5D0EE0B3-DE6E-4C6C-907F-1A2BC5DD670E}"/>
              </a:ext>
            </a:extLst>
          </p:cNvPr>
          <p:cNvGrpSpPr/>
          <p:nvPr/>
        </p:nvGrpSpPr>
        <p:grpSpPr>
          <a:xfrm>
            <a:off x="1356936" y="1799286"/>
            <a:ext cx="2591393" cy="338554"/>
            <a:chOff x="522750" y="1923394"/>
            <a:chExt cx="3281071" cy="338554"/>
          </a:xfrm>
        </p:grpSpPr>
        <p:sp>
          <p:nvSpPr>
            <p:cNvPr id="145" name="文本框 144">
              <a:extLst>
                <a:ext uri="{FF2B5EF4-FFF2-40B4-BE49-F238E27FC236}">
                  <a16:creationId xmlns:a16="http://schemas.microsoft.com/office/drawing/2014/main" id="{10D0D4AC-3CB6-4438-A103-C7827A3D7BD8}"/>
                </a:ext>
              </a:extLst>
            </p:cNvPr>
            <p:cNvSpPr txBox="1"/>
            <p:nvPr/>
          </p:nvSpPr>
          <p:spPr>
            <a:xfrm>
              <a:off x="666750" y="1923394"/>
              <a:ext cx="3137071" cy="338554"/>
            </a:xfrm>
            <a:prstGeom prst="rect">
              <a:avLst/>
            </a:prstGeom>
            <a:noFill/>
          </p:spPr>
          <p:txBody>
            <a:bodyPr wrap="square" rtlCol="0">
              <a:spAutoFit/>
            </a:bodyPr>
            <a:lstStyle/>
            <a:p>
              <a:r>
                <a:rPr lang="en-US" altLang="zh-CN" sz="1600" dirty="0" err="1" smtClean="0">
                  <a:solidFill>
                    <a:srgbClr val="FF0000"/>
                  </a:solidFill>
                </a:rPr>
                <a:t>Pytorch</a:t>
              </a:r>
              <a:r>
                <a:rPr lang="en-US" altLang="zh-CN" sz="1600" dirty="0" smtClean="0">
                  <a:solidFill>
                    <a:srgbClr val="FF0000"/>
                  </a:solidFill>
                </a:rPr>
                <a:t> Compiler/Triton</a:t>
              </a:r>
              <a:endParaRPr lang="zh-CN" altLang="en-US" sz="1600" dirty="0">
                <a:solidFill>
                  <a:srgbClr val="FF0000"/>
                </a:solidFill>
              </a:endParaRPr>
            </a:p>
          </p:txBody>
        </p:sp>
        <p:sp>
          <p:nvSpPr>
            <p:cNvPr id="146" name="椭圆 145">
              <a:extLst>
                <a:ext uri="{FF2B5EF4-FFF2-40B4-BE49-F238E27FC236}">
                  <a16:creationId xmlns:a16="http://schemas.microsoft.com/office/drawing/2014/main" id="{43B7AE37-EB6B-4450-8E2A-AFA2A67C097E}"/>
                </a:ext>
              </a:extLst>
            </p:cNvPr>
            <p:cNvSpPr/>
            <p:nvPr/>
          </p:nvSpPr>
          <p:spPr>
            <a:xfrm>
              <a:off x="522750" y="2055208"/>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8" name="文本框 147">
            <a:extLst>
              <a:ext uri="{FF2B5EF4-FFF2-40B4-BE49-F238E27FC236}">
                <a16:creationId xmlns:a16="http://schemas.microsoft.com/office/drawing/2014/main" id="{10D0D4AC-3CB6-4438-A103-C7827A3D7BD8}"/>
              </a:ext>
            </a:extLst>
          </p:cNvPr>
          <p:cNvSpPr txBox="1"/>
          <p:nvPr/>
        </p:nvSpPr>
        <p:spPr>
          <a:xfrm>
            <a:off x="1753797" y="2200580"/>
            <a:ext cx="2120041" cy="830997"/>
          </a:xfrm>
          <a:prstGeom prst="rect">
            <a:avLst/>
          </a:prstGeom>
          <a:noFill/>
        </p:spPr>
        <p:txBody>
          <a:bodyPr wrap="square" rtlCol="0">
            <a:spAutoFit/>
          </a:bodyPr>
          <a:lstStyle/>
          <a:p>
            <a:r>
              <a:rPr lang="zh-CN" altLang="en-US" sz="1600" dirty="0" smtClean="0"/>
              <a:t>支持任意</a:t>
            </a:r>
            <a:r>
              <a:rPr lang="en-US" altLang="zh-CN" sz="1600" dirty="0" smtClean="0"/>
              <a:t>shape</a:t>
            </a:r>
            <a:endParaRPr lang="en-US" altLang="zh-CN" sz="1600" dirty="0"/>
          </a:p>
          <a:p>
            <a:r>
              <a:rPr lang="zh-CN" altLang="en-US" sz="1600" dirty="0" smtClean="0"/>
              <a:t>动态计算图编译生成</a:t>
            </a:r>
            <a:endParaRPr lang="en-US" altLang="zh-CN" sz="1600" dirty="0" smtClean="0"/>
          </a:p>
          <a:p>
            <a:r>
              <a:rPr lang="zh-CN" altLang="en-US" sz="1600" dirty="0" smtClean="0"/>
              <a:t>生成速度快</a:t>
            </a:r>
            <a:endParaRPr lang="zh-CN" altLang="en-US" sz="1600" dirty="0"/>
          </a:p>
        </p:txBody>
      </p:sp>
      <p:sp>
        <p:nvSpPr>
          <p:cNvPr id="162" name="文本框 161">
            <a:extLst>
              <a:ext uri="{FF2B5EF4-FFF2-40B4-BE49-F238E27FC236}">
                <a16:creationId xmlns:a16="http://schemas.microsoft.com/office/drawing/2014/main" id="{10D0D4AC-3CB6-4438-A103-C7827A3D7BD8}"/>
              </a:ext>
            </a:extLst>
          </p:cNvPr>
          <p:cNvSpPr txBox="1"/>
          <p:nvPr/>
        </p:nvSpPr>
        <p:spPr>
          <a:xfrm>
            <a:off x="1297358" y="3080938"/>
            <a:ext cx="3469852" cy="830997"/>
          </a:xfrm>
          <a:prstGeom prst="rect">
            <a:avLst/>
          </a:prstGeom>
          <a:noFill/>
        </p:spPr>
        <p:txBody>
          <a:bodyPr wrap="square" rtlCol="0">
            <a:spAutoFit/>
          </a:bodyPr>
          <a:lstStyle/>
          <a:p>
            <a:r>
              <a:rPr lang="zh-CN" altLang="en-US" sz="1600" dirty="0" smtClean="0">
                <a:solidFill>
                  <a:srgbClr val="FF0000"/>
                </a:solidFill>
              </a:rPr>
              <a:t>局限性</a:t>
            </a:r>
            <a:r>
              <a:rPr lang="zh-CN" altLang="en-US" sz="1600" dirty="0" smtClean="0"/>
              <a:t>：新</a:t>
            </a:r>
            <a:r>
              <a:rPr lang="en-US" altLang="zh-CN" sz="1600" dirty="0" smtClean="0"/>
              <a:t>shape</a:t>
            </a:r>
            <a:r>
              <a:rPr lang="zh-CN" altLang="en-US" sz="1600" dirty="0" smtClean="0"/>
              <a:t>首次调用需编译，运行时开销大，高度依赖环境，缺少针对于硬件的深度优化。</a:t>
            </a:r>
            <a:endParaRPr lang="zh-CN" altLang="en-US" sz="1600" dirty="0"/>
          </a:p>
        </p:txBody>
      </p:sp>
      <p:grpSp>
        <p:nvGrpSpPr>
          <p:cNvPr id="168" name="组合 167">
            <a:extLst>
              <a:ext uri="{FF2B5EF4-FFF2-40B4-BE49-F238E27FC236}">
                <a16:creationId xmlns:a16="http://schemas.microsoft.com/office/drawing/2014/main" id="{5D0EE0B3-DE6E-4C6C-907F-1A2BC5DD670E}"/>
              </a:ext>
            </a:extLst>
          </p:cNvPr>
          <p:cNvGrpSpPr/>
          <p:nvPr/>
        </p:nvGrpSpPr>
        <p:grpSpPr>
          <a:xfrm>
            <a:off x="1352416" y="3988510"/>
            <a:ext cx="2997515" cy="338554"/>
            <a:chOff x="522750" y="1923394"/>
            <a:chExt cx="3795279" cy="338554"/>
          </a:xfrm>
        </p:grpSpPr>
        <p:sp>
          <p:nvSpPr>
            <p:cNvPr id="169" name="文本框 168">
              <a:extLst>
                <a:ext uri="{FF2B5EF4-FFF2-40B4-BE49-F238E27FC236}">
                  <a16:creationId xmlns:a16="http://schemas.microsoft.com/office/drawing/2014/main" id="{10D0D4AC-3CB6-4438-A103-C7827A3D7BD8}"/>
                </a:ext>
              </a:extLst>
            </p:cNvPr>
            <p:cNvSpPr txBox="1"/>
            <p:nvPr/>
          </p:nvSpPr>
          <p:spPr>
            <a:xfrm>
              <a:off x="666748" y="1923394"/>
              <a:ext cx="3651281" cy="338554"/>
            </a:xfrm>
            <a:prstGeom prst="rect">
              <a:avLst/>
            </a:prstGeom>
            <a:noFill/>
          </p:spPr>
          <p:txBody>
            <a:bodyPr wrap="square" rtlCol="0">
              <a:spAutoFit/>
            </a:bodyPr>
            <a:lstStyle/>
            <a:p>
              <a:r>
                <a:rPr lang="en-US" altLang="zh-CN" sz="1600" dirty="0" smtClean="0">
                  <a:solidFill>
                    <a:srgbClr val="FF0000"/>
                  </a:solidFill>
                </a:rPr>
                <a:t>CUDA/CUTLASS/Ascend C</a:t>
              </a:r>
              <a:endParaRPr lang="zh-CN" altLang="en-US" sz="1600" dirty="0">
                <a:solidFill>
                  <a:srgbClr val="FF0000"/>
                </a:solidFill>
              </a:endParaRPr>
            </a:p>
          </p:txBody>
        </p:sp>
        <p:sp>
          <p:nvSpPr>
            <p:cNvPr id="170" name="椭圆 169">
              <a:extLst>
                <a:ext uri="{FF2B5EF4-FFF2-40B4-BE49-F238E27FC236}">
                  <a16:creationId xmlns:a16="http://schemas.microsoft.com/office/drawing/2014/main" id="{43B7AE37-EB6B-4450-8E2A-AFA2A67C097E}"/>
                </a:ext>
              </a:extLst>
            </p:cNvPr>
            <p:cNvSpPr/>
            <p:nvPr/>
          </p:nvSpPr>
          <p:spPr>
            <a:xfrm>
              <a:off x="522750" y="2055208"/>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6" name="文本框 185">
            <a:extLst>
              <a:ext uri="{FF2B5EF4-FFF2-40B4-BE49-F238E27FC236}">
                <a16:creationId xmlns:a16="http://schemas.microsoft.com/office/drawing/2014/main" id="{10D0D4AC-3CB6-4438-A103-C7827A3D7BD8}"/>
              </a:ext>
            </a:extLst>
          </p:cNvPr>
          <p:cNvSpPr txBox="1"/>
          <p:nvPr/>
        </p:nvSpPr>
        <p:spPr>
          <a:xfrm>
            <a:off x="1528623" y="4364699"/>
            <a:ext cx="3539105" cy="830997"/>
          </a:xfrm>
          <a:prstGeom prst="rect">
            <a:avLst/>
          </a:prstGeom>
          <a:noFill/>
        </p:spPr>
        <p:txBody>
          <a:bodyPr wrap="square" rtlCol="0">
            <a:spAutoFit/>
          </a:bodyPr>
          <a:lstStyle/>
          <a:p>
            <a:r>
              <a:rPr lang="zh-CN" altLang="en-US" sz="1600" dirty="0" smtClean="0"/>
              <a:t>针对不同的问题规模设计不同</a:t>
            </a:r>
            <a:r>
              <a:rPr lang="en-US" altLang="zh-CN" sz="1600" dirty="0" smtClean="0"/>
              <a:t>kernel</a:t>
            </a:r>
          </a:p>
          <a:p>
            <a:r>
              <a:rPr lang="zh-CN" altLang="en-US" sz="1600" dirty="0" smtClean="0"/>
              <a:t>性能极高</a:t>
            </a:r>
            <a:endParaRPr lang="en-US" altLang="zh-CN" sz="1600" dirty="0"/>
          </a:p>
          <a:p>
            <a:r>
              <a:rPr lang="zh-CN" altLang="en-US" sz="1600" dirty="0" smtClean="0"/>
              <a:t>模板参数编译器实例化</a:t>
            </a:r>
            <a:endParaRPr lang="en-US" altLang="zh-CN" sz="1600" dirty="0" smtClean="0"/>
          </a:p>
        </p:txBody>
      </p:sp>
      <p:sp>
        <p:nvSpPr>
          <p:cNvPr id="188" name="文本框 187">
            <a:extLst>
              <a:ext uri="{FF2B5EF4-FFF2-40B4-BE49-F238E27FC236}">
                <a16:creationId xmlns:a16="http://schemas.microsoft.com/office/drawing/2014/main" id="{10D0D4AC-3CB6-4438-A103-C7827A3D7BD8}"/>
              </a:ext>
            </a:extLst>
          </p:cNvPr>
          <p:cNvSpPr txBox="1"/>
          <p:nvPr/>
        </p:nvSpPr>
        <p:spPr>
          <a:xfrm>
            <a:off x="1314811" y="5289189"/>
            <a:ext cx="3469852" cy="584775"/>
          </a:xfrm>
          <a:prstGeom prst="rect">
            <a:avLst/>
          </a:prstGeom>
          <a:noFill/>
        </p:spPr>
        <p:txBody>
          <a:bodyPr wrap="square" rtlCol="0">
            <a:spAutoFit/>
          </a:bodyPr>
          <a:lstStyle/>
          <a:p>
            <a:r>
              <a:rPr lang="zh-CN" altLang="en-US" sz="1600" dirty="0" smtClean="0">
                <a:solidFill>
                  <a:srgbClr val="FF0000"/>
                </a:solidFill>
              </a:rPr>
              <a:t>局限性</a:t>
            </a:r>
            <a:r>
              <a:rPr lang="zh-CN" altLang="en-US" sz="1600" dirty="0" smtClean="0"/>
              <a:t>：代码手写，对人要求很高，开发成本高昂。</a:t>
            </a:r>
            <a:endParaRPr lang="zh-CN" altLang="en-US" sz="1600" dirty="0"/>
          </a:p>
        </p:txBody>
      </p:sp>
      <p:sp>
        <p:nvSpPr>
          <p:cNvPr id="207" name="text_111_完整技术路线。">
            <a:extLst>
              <a:ext uri="{FF2B5EF4-FFF2-40B4-BE49-F238E27FC236}">
                <a16:creationId xmlns:a16="http://schemas.microsoft.com/office/drawing/2014/main" id="{E5FFA309-A172-4549-91AE-7B45A290EC09}"/>
              </a:ext>
            </a:extLst>
          </p:cNvPr>
          <p:cNvSpPr>
            <a:spLocks noGrp="1"/>
          </p:cNvSpPr>
          <p:nvPr/>
        </p:nvSpPr>
        <p:spPr>
          <a:xfrm>
            <a:off x="5635669" y="2082718"/>
            <a:ext cx="4328160" cy="190500"/>
          </a:xfrm>
          <a:prstGeom prst="rect">
            <a:avLst/>
          </a:prstGeom>
          <a:noFill/>
          <a:ln w="7620">
            <a:noFill/>
          </a:ln>
        </p:spPr>
        <p:txBody>
          <a:bodyPr wrap="none" lIns="0" tIns="0" rIns="0" bIns="0" anchor="ctr">
            <a:noAutofit/>
          </a:bodyPr>
          <a:lstStyle/>
          <a:p>
            <a:pPr algn="l">
              <a:defRPr sz="1020" b="0">
                <a:solidFill>
                  <a:srgbClr val="454B50"/>
                </a:solidFill>
                <a:latin typeface="Microsoft YaHei"/>
                <a:ea typeface="Microsoft YaHei"/>
                <a:cs typeface="Microsoft YaHei"/>
              </a:defRPr>
            </a:pPr>
            <a:endParaRPr sz="1020" b="0" dirty="0">
              <a:solidFill>
                <a:srgbClr val="454B50"/>
              </a:solidFill>
              <a:latin typeface="Microsoft YaHei"/>
              <a:ea typeface="Microsoft YaHei"/>
              <a:cs typeface="Microsoft YaHei"/>
            </a:endParaRPr>
          </a:p>
        </p:txBody>
      </p:sp>
      <p:sp>
        <p:nvSpPr>
          <p:cNvPr id="208" name="object_112">
            <a:extLst>
              <a:ext uri="{FF2B5EF4-FFF2-40B4-BE49-F238E27FC236}">
                <a16:creationId xmlns:a16="http://schemas.microsoft.com/office/drawing/2014/main" id="{66FBE3A3-EEFD-42AC-8400-9B9FCC142DFF}"/>
              </a:ext>
            </a:extLst>
          </p:cNvPr>
          <p:cNvSpPr>
            <a:spLocks noGrp="1"/>
          </p:cNvSpPr>
          <p:nvPr/>
        </p:nvSpPr>
        <p:spPr>
          <a:xfrm>
            <a:off x="5582329" y="2440858"/>
            <a:ext cx="1455420" cy="1333500"/>
          </a:xfrm>
          <a:prstGeom prst="roundRect">
            <a:avLst>
              <a:gd name="adj" fmla="val 4000"/>
            </a:avLst>
          </a:prstGeom>
          <a:solidFill>
            <a:srgbClr val="FCF0F2"/>
          </a:solidFill>
          <a:ln w="7620">
            <a:noFill/>
          </a:ln>
        </p:spPr>
      </p:sp>
      <p:sp>
        <p:nvSpPr>
          <p:cNvPr id="209" name="text_114_动态 Shape 思想">
            <a:extLst>
              <a:ext uri="{FF2B5EF4-FFF2-40B4-BE49-F238E27FC236}">
                <a16:creationId xmlns:a16="http://schemas.microsoft.com/office/drawing/2014/main" id="{22D1E563-EBED-4686-BC91-9B2540899338}"/>
              </a:ext>
            </a:extLst>
          </p:cNvPr>
          <p:cNvSpPr>
            <a:spLocks noGrp="1"/>
          </p:cNvSpPr>
          <p:nvPr/>
        </p:nvSpPr>
        <p:spPr>
          <a:xfrm>
            <a:off x="5643289" y="2570398"/>
            <a:ext cx="1333500" cy="243840"/>
          </a:xfrm>
          <a:prstGeom prst="rect">
            <a:avLst/>
          </a:prstGeom>
          <a:noFill/>
          <a:ln w="7620">
            <a:noFill/>
          </a:ln>
        </p:spPr>
        <p:txBody>
          <a:bodyPr wrap="none" lIns="0" tIns="0" rIns="0" bIns="0" anchor="ctr">
            <a:noAutofit/>
          </a:bodyPr>
          <a:lstStyle/>
          <a:p>
            <a:pPr algn="ctr">
              <a:defRPr sz="1320" b="1">
                <a:solidFill>
                  <a:srgbClr val="C9000C"/>
                </a:solidFill>
                <a:latin typeface="Microsoft YaHei"/>
                <a:ea typeface="Microsoft YaHei"/>
                <a:cs typeface="Microsoft YaHei"/>
              </a:defRPr>
            </a:pPr>
            <a:r>
              <a:rPr sz="1320" b="1" dirty="0" err="1">
                <a:solidFill>
                  <a:srgbClr val="C9000C"/>
                </a:solidFill>
                <a:latin typeface="Microsoft YaHei"/>
                <a:ea typeface="Microsoft YaHei"/>
                <a:cs typeface="Microsoft YaHei"/>
              </a:rPr>
              <a:t>动态</a:t>
            </a:r>
            <a:r>
              <a:rPr sz="1320" b="1" dirty="0">
                <a:solidFill>
                  <a:srgbClr val="C9000C"/>
                </a:solidFill>
                <a:latin typeface="Microsoft YaHei"/>
                <a:ea typeface="Microsoft YaHei"/>
                <a:cs typeface="Microsoft YaHei"/>
              </a:rPr>
              <a:t> Shape </a:t>
            </a:r>
            <a:r>
              <a:rPr lang="zh-CN" altLang="en-US" sz="1320" b="1" dirty="0">
                <a:solidFill>
                  <a:srgbClr val="C9000C"/>
                </a:solidFill>
                <a:latin typeface="Microsoft YaHei"/>
                <a:ea typeface="Microsoft YaHei"/>
                <a:cs typeface="Microsoft YaHei"/>
              </a:rPr>
              <a:t>优化</a:t>
            </a:r>
            <a:endParaRPr sz="1320" b="1" dirty="0">
              <a:solidFill>
                <a:srgbClr val="C9000C"/>
              </a:solidFill>
              <a:latin typeface="Microsoft YaHei"/>
              <a:ea typeface="Microsoft YaHei"/>
              <a:cs typeface="Microsoft YaHei"/>
            </a:endParaRPr>
          </a:p>
        </p:txBody>
      </p:sp>
      <p:sp>
        <p:nvSpPr>
          <p:cNvPr id="210" name="text_116_(PyTorch Compiler)">
            <a:extLst>
              <a:ext uri="{FF2B5EF4-FFF2-40B4-BE49-F238E27FC236}">
                <a16:creationId xmlns:a16="http://schemas.microsoft.com/office/drawing/2014/main" id="{611D01B0-A508-46F9-A9BA-2C2C6204CD03}"/>
              </a:ext>
            </a:extLst>
          </p:cNvPr>
          <p:cNvSpPr>
            <a:spLocks noGrp="1"/>
          </p:cNvSpPr>
          <p:nvPr/>
        </p:nvSpPr>
        <p:spPr>
          <a:xfrm>
            <a:off x="5643289" y="2837098"/>
            <a:ext cx="1333500" cy="19812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r>
              <a:rPr sz="1020" b="0" dirty="0">
                <a:solidFill>
                  <a:srgbClr val="454B50"/>
                </a:solidFill>
                <a:latin typeface="Microsoft YaHei"/>
                <a:ea typeface="Microsoft YaHei"/>
                <a:cs typeface="Microsoft YaHei"/>
              </a:rPr>
              <a:t>(</a:t>
            </a:r>
            <a:r>
              <a:rPr sz="1020" b="0" dirty="0" err="1">
                <a:solidFill>
                  <a:srgbClr val="454B50"/>
                </a:solidFill>
                <a:latin typeface="Microsoft YaHei"/>
                <a:ea typeface="Microsoft YaHei"/>
                <a:cs typeface="Microsoft YaHei"/>
              </a:rPr>
              <a:t>PyTorch</a:t>
            </a:r>
            <a:r>
              <a:rPr sz="1020" b="0" dirty="0">
                <a:solidFill>
                  <a:srgbClr val="454B50"/>
                </a:solidFill>
                <a:latin typeface="Microsoft YaHei"/>
                <a:ea typeface="Microsoft YaHei"/>
                <a:cs typeface="Microsoft YaHei"/>
              </a:rPr>
              <a:t> Compiler)</a:t>
            </a:r>
          </a:p>
        </p:txBody>
      </p:sp>
      <p:sp>
        <p:nvSpPr>
          <p:cNvPr id="213" name="object_117">
            <a:extLst>
              <a:ext uri="{FF2B5EF4-FFF2-40B4-BE49-F238E27FC236}">
                <a16:creationId xmlns:a16="http://schemas.microsoft.com/office/drawing/2014/main" id="{B6AA5575-986C-4145-84C3-98A332B83370}"/>
              </a:ext>
            </a:extLst>
          </p:cNvPr>
          <p:cNvSpPr>
            <a:spLocks noGrp="1"/>
          </p:cNvSpPr>
          <p:nvPr/>
        </p:nvSpPr>
        <p:spPr>
          <a:xfrm>
            <a:off x="5689009" y="3111418"/>
            <a:ext cx="1242060" cy="548640"/>
          </a:xfrm>
          <a:prstGeom prst="roundRect">
            <a:avLst>
              <a:gd name="adj" fmla="val 9722"/>
            </a:avLst>
          </a:prstGeom>
          <a:solidFill>
            <a:srgbClr val="FFFFFF"/>
          </a:solidFill>
          <a:ln w="7620">
            <a:solidFill>
              <a:srgbClr val="D5D9DC"/>
            </a:solidFill>
          </a:ln>
        </p:spPr>
      </p:sp>
      <p:sp>
        <p:nvSpPr>
          <p:cNvPr id="216" name="text_119_Shape 表达与守护">
            <a:extLst>
              <a:ext uri="{FF2B5EF4-FFF2-40B4-BE49-F238E27FC236}">
                <a16:creationId xmlns:a16="http://schemas.microsoft.com/office/drawing/2014/main" id="{624F2201-D7B9-414B-9DBC-C311D72510EC}"/>
              </a:ext>
            </a:extLst>
          </p:cNvPr>
          <p:cNvSpPr>
            <a:spLocks noGrp="1"/>
          </p:cNvSpPr>
          <p:nvPr/>
        </p:nvSpPr>
        <p:spPr>
          <a:xfrm>
            <a:off x="5719489" y="3141898"/>
            <a:ext cx="1181100" cy="47244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r>
              <a:rPr lang="zh-CN" altLang="en-US" sz="1020" b="0" dirty="0" smtClean="0">
                <a:solidFill>
                  <a:srgbClr val="454B50"/>
                </a:solidFill>
                <a:latin typeface="Microsoft YaHei"/>
                <a:ea typeface="Microsoft YaHei"/>
                <a:cs typeface="Microsoft YaHei"/>
              </a:rPr>
              <a:t>构造和优化</a:t>
            </a:r>
            <a:r>
              <a:rPr lang="en-US" altLang="zh-CN" sz="1020" b="0" dirty="0" smtClean="0">
                <a:solidFill>
                  <a:srgbClr val="454B50"/>
                </a:solidFill>
                <a:latin typeface="Microsoft YaHei"/>
                <a:ea typeface="Microsoft YaHei"/>
                <a:cs typeface="Microsoft YaHei"/>
              </a:rPr>
              <a:t>kernel</a:t>
            </a:r>
            <a:r>
              <a:rPr lang="zh-CN" altLang="en-US" sz="1020" b="0" dirty="0" smtClean="0">
                <a:solidFill>
                  <a:srgbClr val="454B50"/>
                </a:solidFill>
                <a:latin typeface="Microsoft YaHei"/>
                <a:ea typeface="Microsoft YaHei"/>
                <a:cs typeface="Microsoft YaHei"/>
              </a:rPr>
              <a:t>时</a:t>
            </a:r>
            <a:endParaRPr lang="en-US" altLang="zh-CN" sz="1020" b="0" dirty="0" smtClean="0">
              <a:solidFill>
                <a:srgbClr val="454B50"/>
              </a:solidFill>
              <a:latin typeface="Microsoft YaHei"/>
              <a:ea typeface="Microsoft YaHei"/>
              <a:cs typeface="Microsoft YaHei"/>
            </a:endParaRPr>
          </a:p>
          <a:p>
            <a:pPr algn="ctr">
              <a:defRPr sz="1020" b="0">
                <a:solidFill>
                  <a:srgbClr val="454B50"/>
                </a:solidFill>
                <a:latin typeface="Microsoft YaHei"/>
                <a:ea typeface="Microsoft YaHei"/>
                <a:cs typeface="Microsoft YaHei"/>
              </a:defRPr>
            </a:pPr>
            <a:r>
              <a:rPr lang="zh-CN" altLang="en-US" sz="1020" dirty="0" smtClean="0">
                <a:solidFill>
                  <a:srgbClr val="454B50"/>
                </a:solidFill>
                <a:latin typeface="Microsoft YaHei"/>
                <a:ea typeface="Microsoft YaHei"/>
                <a:cs typeface="Microsoft YaHei"/>
              </a:rPr>
              <a:t>按照</a:t>
            </a:r>
            <a:r>
              <a:rPr lang="en-US" altLang="zh-CN" sz="1020" dirty="0" smtClean="0">
                <a:solidFill>
                  <a:srgbClr val="454B50"/>
                </a:solidFill>
                <a:latin typeface="Microsoft YaHei"/>
                <a:ea typeface="Microsoft YaHei"/>
                <a:cs typeface="Microsoft YaHei"/>
              </a:rPr>
              <a:t>shape</a:t>
            </a:r>
            <a:r>
              <a:rPr lang="zh-CN" altLang="en-US" sz="1020" dirty="0" smtClean="0">
                <a:solidFill>
                  <a:srgbClr val="454B50"/>
                </a:solidFill>
                <a:latin typeface="Microsoft YaHei"/>
                <a:ea typeface="Microsoft YaHei"/>
                <a:cs typeface="Microsoft YaHei"/>
              </a:rPr>
              <a:t>区分</a:t>
            </a:r>
            <a:endParaRPr sz="1020" b="0" dirty="0">
              <a:solidFill>
                <a:srgbClr val="454B50"/>
              </a:solidFill>
              <a:latin typeface="Microsoft YaHei"/>
              <a:ea typeface="Microsoft YaHei"/>
              <a:cs typeface="Microsoft YaHei"/>
            </a:endParaRPr>
          </a:p>
        </p:txBody>
      </p:sp>
      <p:sp>
        <p:nvSpPr>
          <p:cNvPr id="217" name="text_121_多 Shape 覆盖能力">
            <a:extLst>
              <a:ext uri="{FF2B5EF4-FFF2-40B4-BE49-F238E27FC236}">
                <a16:creationId xmlns:a16="http://schemas.microsoft.com/office/drawing/2014/main" id="{50AD71B7-40B3-44AA-8256-B24D61514DB1}"/>
              </a:ext>
            </a:extLst>
          </p:cNvPr>
          <p:cNvSpPr>
            <a:spLocks noGrp="1"/>
          </p:cNvSpPr>
          <p:nvPr/>
        </p:nvSpPr>
        <p:spPr>
          <a:xfrm>
            <a:off x="5719489" y="3355258"/>
            <a:ext cx="1181100" cy="21336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endParaRPr sz="1020" b="0" dirty="0">
              <a:solidFill>
                <a:srgbClr val="454B50"/>
              </a:solidFill>
              <a:latin typeface="Microsoft YaHei"/>
              <a:ea typeface="Microsoft YaHei"/>
              <a:cs typeface="Microsoft YaHei"/>
            </a:endParaRPr>
          </a:p>
        </p:txBody>
      </p:sp>
      <p:sp>
        <p:nvSpPr>
          <p:cNvPr id="218" name="object_122">
            <a:extLst>
              <a:ext uri="{FF2B5EF4-FFF2-40B4-BE49-F238E27FC236}">
                <a16:creationId xmlns:a16="http://schemas.microsoft.com/office/drawing/2014/main" id="{DC946395-96D9-4FC3-91EF-5CD5214DF773}"/>
              </a:ext>
            </a:extLst>
          </p:cNvPr>
          <p:cNvSpPr>
            <a:spLocks noGrp="1"/>
          </p:cNvSpPr>
          <p:nvPr/>
        </p:nvSpPr>
        <p:spPr>
          <a:xfrm>
            <a:off x="7121569" y="2440858"/>
            <a:ext cx="1455420" cy="1333500"/>
          </a:xfrm>
          <a:prstGeom prst="roundRect">
            <a:avLst>
              <a:gd name="adj" fmla="val 4000"/>
            </a:avLst>
          </a:prstGeom>
          <a:solidFill>
            <a:srgbClr val="FCF0F2"/>
          </a:solidFill>
          <a:ln w="7620">
            <a:noFill/>
          </a:ln>
        </p:spPr>
      </p:sp>
      <p:sp>
        <p:nvSpPr>
          <p:cNvPr id="219" name="text_124_自动调参机制">
            <a:extLst>
              <a:ext uri="{FF2B5EF4-FFF2-40B4-BE49-F238E27FC236}">
                <a16:creationId xmlns:a16="http://schemas.microsoft.com/office/drawing/2014/main" id="{D6998E01-6166-4D48-8A00-FA0A931AC24B}"/>
              </a:ext>
            </a:extLst>
          </p:cNvPr>
          <p:cNvSpPr>
            <a:spLocks noGrp="1"/>
          </p:cNvSpPr>
          <p:nvPr/>
        </p:nvSpPr>
        <p:spPr>
          <a:xfrm>
            <a:off x="7182529" y="2570398"/>
            <a:ext cx="1333500" cy="243840"/>
          </a:xfrm>
          <a:prstGeom prst="rect">
            <a:avLst/>
          </a:prstGeom>
          <a:noFill/>
          <a:ln w="7620">
            <a:noFill/>
          </a:ln>
        </p:spPr>
        <p:txBody>
          <a:bodyPr wrap="none" lIns="0" tIns="0" rIns="0" bIns="0" anchor="ctr">
            <a:noAutofit/>
          </a:bodyPr>
          <a:lstStyle/>
          <a:p>
            <a:pPr algn="ctr">
              <a:defRPr sz="1320" b="1">
                <a:solidFill>
                  <a:srgbClr val="C9000C"/>
                </a:solidFill>
                <a:latin typeface="Microsoft YaHei"/>
                <a:ea typeface="Microsoft YaHei"/>
                <a:cs typeface="Microsoft YaHei"/>
              </a:defRPr>
            </a:pPr>
            <a:r>
              <a:rPr sz="1320" b="1">
                <a:solidFill>
                  <a:srgbClr val="C9000C"/>
                </a:solidFill>
                <a:latin typeface="Microsoft YaHei"/>
                <a:ea typeface="Microsoft YaHei"/>
                <a:cs typeface="Microsoft YaHei"/>
              </a:rPr>
              <a:t>自动调参机制</a:t>
            </a:r>
          </a:p>
        </p:txBody>
      </p:sp>
      <p:sp>
        <p:nvSpPr>
          <p:cNvPr id="220" name="text_126_(Triton)">
            <a:extLst>
              <a:ext uri="{FF2B5EF4-FFF2-40B4-BE49-F238E27FC236}">
                <a16:creationId xmlns:a16="http://schemas.microsoft.com/office/drawing/2014/main" id="{295F2501-C6E5-48A5-A10A-05D5E0DC9D01}"/>
              </a:ext>
            </a:extLst>
          </p:cNvPr>
          <p:cNvSpPr>
            <a:spLocks noGrp="1"/>
          </p:cNvSpPr>
          <p:nvPr/>
        </p:nvSpPr>
        <p:spPr>
          <a:xfrm>
            <a:off x="7182529" y="2837098"/>
            <a:ext cx="1333500" cy="19812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r>
              <a:rPr sz="1020" b="0">
                <a:solidFill>
                  <a:srgbClr val="454B50"/>
                </a:solidFill>
                <a:latin typeface="Microsoft YaHei"/>
                <a:ea typeface="Microsoft YaHei"/>
                <a:cs typeface="Microsoft YaHei"/>
              </a:rPr>
              <a:t>(Triton)</a:t>
            </a:r>
          </a:p>
        </p:txBody>
      </p:sp>
      <p:sp>
        <p:nvSpPr>
          <p:cNvPr id="221" name="object_127">
            <a:extLst>
              <a:ext uri="{FF2B5EF4-FFF2-40B4-BE49-F238E27FC236}">
                <a16:creationId xmlns:a16="http://schemas.microsoft.com/office/drawing/2014/main" id="{553955B0-F127-4A98-B019-C8BD803FF45D}"/>
              </a:ext>
            </a:extLst>
          </p:cNvPr>
          <p:cNvSpPr>
            <a:spLocks noGrp="1"/>
          </p:cNvSpPr>
          <p:nvPr/>
        </p:nvSpPr>
        <p:spPr>
          <a:xfrm>
            <a:off x="7228249" y="3111418"/>
            <a:ext cx="1242060" cy="548640"/>
          </a:xfrm>
          <a:prstGeom prst="roundRect">
            <a:avLst>
              <a:gd name="adj" fmla="val 9722"/>
            </a:avLst>
          </a:prstGeom>
          <a:solidFill>
            <a:srgbClr val="FFFFFF"/>
          </a:solidFill>
          <a:ln w="7620">
            <a:solidFill>
              <a:srgbClr val="D5D9DC"/>
            </a:solidFill>
          </a:ln>
        </p:spPr>
      </p:sp>
      <p:sp>
        <p:nvSpPr>
          <p:cNvPr id="223" name="text_129_Config 搜索策略">
            <a:extLst>
              <a:ext uri="{FF2B5EF4-FFF2-40B4-BE49-F238E27FC236}">
                <a16:creationId xmlns:a16="http://schemas.microsoft.com/office/drawing/2014/main" id="{4B9BE497-32A0-4CD6-A055-C668700AC90C}"/>
              </a:ext>
            </a:extLst>
          </p:cNvPr>
          <p:cNvSpPr>
            <a:spLocks noGrp="1"/>
          </p:cNvSpPr>
          <p:nvPr/>
        </p:nvSpPr>
        <p:spPr>
          <a:xfrm>
            <a:off x="7258729" y="3141898"/>
            <a:ext cx="1181100" cy="21336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r>
              <a:rPr sz="1020" b="0">
                <a:solidFill>
                  <a:srgbClr val="454B50"/>
                </a:solidFill>
                <a:latin typeface="Microsoft YaHei"/>
                <a:ea typeface="Microsoft YaHei"/>
                <a:cs typeface="Microsoft YaHei"/>
              </a:rPr>
              <a:t>Config 搜索策略</a:t>
            </a:r>
          </a:p>
        </p:txBody>
      </p:sp>
      <p:sp>
        <p:nvSpPr>
          <p:cNvPr id="224" name="text_131_参数特化与分派">
            <a:extLst>
              <a:ext uri="{FF2B5EF4-FFF2-40B4-BE49-F238E27FC236}">
                <a16:creationId xmlns:a16="http://schemas.microsoft.com/office/drawing/2014/main" id="{60910273-7D6D-44F4-A064-C1E47D6E8DBD}"/>
              </a:ext>
            </a:extLst>
          </p:cNvPr>
          <p:cNvSpPr>
            <a:spLocks noGrp="1"/>
          </p:cNvSpPr>
          <p:nvPr/>
        </p:nvSpPr>
        <p:spPr>
          <a:xfrm>
            <a:off x="7258729" y="3355258"/>
            <a:ext cx="1181100" cy="21336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r>
              <a:rPr sz="1020" b="0">
                <a:solidFill>
                  <a:srgbClr val="454B50"/>
                </a:solidFill>
                <a:latin typeface="Microsoft YaHei"/>
                <a:ea typeface="Microsoft YaHei"/>
                <a:cs typeface="Microsoft YaHei"/>
              </a:rPr>
              <a:t>参数特化与分派</a:t>
            </a:r>
          </a:p>
        </p:txBody>
      </p:sp>
      <p:sp>
        <p:nvSpPr>
          <p:cNvPr id="225" name="object_132">
            <a:extLst>
              <a:ext uri="{FF2B5EF4-FFF2-40B4-BE49-F238E27FC236}">
                <a16:creationId xmlns:a16="http://schemas.microsoft.com/office/drawing/2014/main" id="{E972E77D-66B5-42B9-A4DB-85AC38605014}"/>
              </a:ext>
            </a:extLst>
          </p:cNvPr>
          <p:cNvSpPr>
            <a:spLocks noGrp="1"/>
          </p:cNvSpPr>
          <p:nvPr/>
        </p:nvSpPr>
        <p:spPr>
          <a:xfrm>
            <a:off x="8660809" y="2440858"/>
            <a:ext cx="1455420" cy="1333500"/>
          </a:xfrm>
          <a:prstGeom prst="roundRect">
            <a:avLst>
              <a:gd name="adj" fmla="val 4000"/>
            </a:avLst>
          </a:prstGeom>
          <a:solidFill>
            <a:srgbClr val="FCF0F2"/>
          </a:solidFill>
          <a:ln w="7620">
            <a:noFill/>
          </a:ln>
        </p:spPr>
      </p:sp>
      <p:sp>
        <p:nvSpPr>
          <p:cNvPr id="226" name="text_134_多 Kernel 特化">
            <a:extLst>
              <a:ext uri="{FF2B5EF4-FFF2-40B4-BE49-F238E27FC236}">
                <a16:creationId xmlns:a16="http://schemas.microsoft.com/office/drawing/2014/main" id="{00B3DC37-E353-4A37-A325-15B611EB0C5C}"/>
              </a:ext>
            </a:extLst>
          </p:cNvPr>
          <p:cNvSpPr>
            <a:spLocks noGrp="1"/>
          </p:cNvSpPr>
          <p:nvPr/>
        </p:nvSpPr>
        <p:spPr>
          <a:xfrm>
            <a:off x="8721769" y="2570398"/>
            <a:ext cx="1333500" cy="243840"/>
          </a:xfrm>
          <a:prstGeom prst="rect">
            <a:avLst/>
          </a:prstGeom>
          <a:noFill/>
          <a:ln w="7620">
            <a:noFill/>
          </a:ln>
        </p:spPr>
        <p:txBody>
          <a:bodyPr wrap="none" lIns="0" tIns="0" rIns="0" bIns="0" anchor="ctr">
            <a:noAutofit/>
          </a:bodyPr>
          <a:lstStyle/>
          <a:p>
            <a:pPr algn="ctr">
              <a:defRPr sz="1320" b="1">
                <a:solidFill>
                  <a:srgbClr val="C9000C"/>
                </a:solidFill>
                <a:latin typeface="Microsoft YaHei"/>
                <a:ea typeface="Microsoft YaHei"/>
                <a:cs typeface="Microsoft YaHei"/>
              </a:defRPr>
            </a:pPr>
            <a:r>
              <a:rPr sz="1320" b="1">
                <a:solidFill>
                  <a:srgbClr val="C9000C"/>
                </a:solidFill>
                <a:latin typeface="Microsoft YaHei"/>
                <a:ea typeface="Microsoft YaHei"/>
                <a:cs typeface="Microsoft YaHei"/>
              </a:rPr>
              <a:t>多 Kernel 特化</a:t>
            </a:r>
          </a:p>
        </p:txBody>
      </p:sp>
      <p:sp>
        <p:nvSpPr>
          <p:cNvPr id="227" name="text_136_(CUTLASS / Ascend C)">
            <a:extLst>
              <a:ext uri="{FF2B5EF4-FFF2-40B4-BE49-F238E27FC236}">
                <a16:creationId xmlns:a16="http://schemas.microsoft.com/office/drawing/2014/main" id="{B2CF30ED-590D-415E-B275-9552325F6A05}"/>
              </a:ext>
            </a:extLst>
          </p:cNvPr>
          <p:cNvSpPr>
            <a:spLocks noGrp="1"/>
          </p:cNvSpPr>
          <p:nvPr/>
        </p:nvSpPr>
        <p:spPr>
          <a:xfrm>
            <a:off x="8721769" y="2837098"/>
            <a:ext cx="1333500" cy="198120"/>
          </a:xfrm>
          <a:prstGeom prst="rect">
            <a:avLst/>
          </a:prstGeom>
          <a:noFill/>
          <a:ln w="7620">
            <a:noFill/>
          </a:ln>
        </p:spPr>
        <p:txBody>
          <a:bodyPr wrap="none" lIns="0" tIns="0" rIns="0" bIns="0" anchor="ctr">
            <a:noAutofit/>
          </a:bodyPr>
          <a:lstStyle/>
          <a:p>
            <a:pPr algn="ctr">
              <a:defRPr sz="964" b="0">
                <a:solidFill>
                  <a:srgbClr val="454B50"/>
                </a:solidFill>
                <a:latin typeface="Microsoft YaHei"/>
                <a:ea typeface="Microsoft YaHei"/>
                <a:cs typeface="Microsoft YaHei"/>
              </a:defRPr>
            </a:pPr>
            <a:r>
              <a:rPr sz="964" b="0">
                <a:solidFill>
                  <a:srgbClr val="454B50"/>
                </a:solidFill>
                <a:latin typeface="Microsoft YaHei"/>
                <a:ea typeface="Microsoft YaHei"/>
                <a:cs typeface="Microsoft YaHei"/>
              </a:rPr>
              <a:t>(CUTLASS / Ascend C)</a:t>
            </a:r>
          </a:p>
        </p:txBody>
      </p:sp>
      <p:sp>
        <p:nvSpPr>
          <p:cNvPr id="228" name="object_137">
            <a:extLst>
              <a:ext uri="{FF2B5EF4-FFF2-40B4-BE49-F238E27FC236}">
                <a16:creationId xmlns:a16="http://schemas.microsoft.com/office/drawing/2014/main" id="{78714049-48EE-4B0B-BB52-18601DB7433C}"/>
              </a:ext>
            </a:extLst>
          </p:cNvPr>
          <p:cNvSpPr>
            <a:spLocks noGrp="1"/>
          </p:cNvSpPr>
          <p:nvPr/>
        </p:nvSpPr>
        <p:spPr>
          <a:xfrm>
            <a:off x="8767489" y="3111418"/>
            <a:ext cx="1242060" cy="548640"/>
          </a:xfrm>
          <a:prstGeom prst="roundRect">
            <a:avLst>
              <a:gd name="adj" fmla="val 9722"/>
            </a:avLst>
          </a:prstGeom>
          <a:solidFill>
            <a:srgbClr val="FFFFFF"/>
          </a:solidFill>
          <a:ln w="7620">
            <a:solidFill>
              <a:srgbClr val="D5D9DC"/>
            </a:solidFill>
          </a:ln>
        </p:spPr>
      </p:sp>
      <p:sp>
        <p:nvSpPr>
          <p:cNvPr id="229" name="text_139_不同问题规模">
            <a:extLst>
              <a:ext uri="{FF2B5EF4-FFF2-40B4-BE49-F238E27FC236}">
                <a16:creationId xmlns:a16="http://schemas.microsoft.com/office/drawing/2014/main" id="{5D3B4A5D-7338-4389-A2B3-07C68A33CBFB}"/>
              </a:ext>
            </a:extLst>
          </p:cNvPr>
          <p:cNvSpPr>
            <a:spLocks noGrp="1"/>
          </p:cNvSpPr>
          <p:nvPr/>
        </p:nvSpPr>
        <p:spPr>
          <a:xfrm>
            <a:off x="8797969" y="3141898"/>
            <a:ext cx="1181100" cy="16002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r>
              <a:rPr sz="1020" b="0">
                <a:solidFill>
                  <a:srgbClr val="454B50"/>
                </a:solidFill>
                <a:latin typeface="Microsoft YaHei"/>
                <a:ea typeface="Microsoft YaHei"/>
                <a:cs typeface="Microsoft YaHei"/>
              </a:rPr>
              <a:t>不同问题规模</a:t>
            </a:r>
          </a:p>
        </p:txBody>
      </p:sp>
      <p:sp>
        <p:nvSpPr>
          <p:cNvPr id="231" name="text_141_不同 Kernel 结构">
            <a:extLst>
              <a:ext uri="{FF2B5EF4-FFF2-40B4-BE49-F238E27FC236}">
                <a16:creationId xmlns:a16="http://schemas.microsoft.com/office/drawing/2014/main" id="{2E686672-BE9B-4DC3-879F-972B38F1B168}"/>
              </a:ext>
            </a:extLst>
          </p:cNvPr>
          <p:cNvSpPr>
            <a:spLocks noGrp="1"/>
          </p:cNvSpPr>
          <p:nvPr/>
        </p:nvSpPr>
        <p:spPr>
          <a:xfrm>
            <a:off x="8797969" y="3301918"/>
            <a:ext cx="1181100" cy="16002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r>
              <a:rPr sz="1020" b="0">
                <a:solidFill>
                  <a:srgbClr val="454B50"/>
                </a:solidFill>
                <a:latin typeface="Microsoft YaHei"/>
                <a:ea typeface="Microsoft YaHei"/>
                <a:cs typeface="Microsoft YaHei"/>
              </a:rPr>
              <a:t>不同 Kernel 结构</a:t>
            </a:r>
          </a:p>
        </p:txBody>
      </p:sp>
      <p:sp>
        <p:nvSpPr>
          <p:cNvPr id="232" name="text_143_硬件感知优化">
            <a:extLst>
              <a:ext uri="{FF2B5EF4-FFF2-40B4-BE49-F238E27FC236}">
                <a16:creationId xmlns:a16="http://schemas.microsoft.com/office/drawing/2014/main" id="{6DE06E5A-A3C9-4DD9-AF00-F476FC8A5BBB}"/>
              </a:ext>
            </a:extLst>
          </p:cNvPr>
          <p:cNvSpPr>
            <a:spLocks noGrp="1"/>
          </p:cNvSpPr>
          <p:nvPr/>
        </p:nvSpPr>
        <p:spPr>
          <a:xfrm>
            <a:off x="8797969" y="3461938"/>
            <a:ext cx="1181100" cy="160020"/>
          </a:xfrm>
          <a:prstGeom prst="rect">
            <a:avLst/>
          </a:prstGeom>
          <a:noFill/>
          <a:ln w="7620">
            <a:noFill/>
          </a:ln>
        </p:spPr>
        <p:txBody>
          <a:bodyPr wrap="none" lIns="0" tIns="0" rIns="0" bIns="0" anchor="ctr">
            <a:noAutofit/>
          </a:bodyPr>
          <a:lstStyle/>
          <a:p>
            <a:pPr algn="ctr">
              <a:defRPr sz="1020" b="0">
                <a:solidFill>
                  <a:srgbClr val="454B50"/>
                </a:solidFill>
                <a:latin typeface="Microsoft YaHei"/>
                <a:ea typeface="Microsoft YaHei"/>
                <a:cs typeface="Microsoft YaHei"/>
              </a:defRPr>
            </a:pPr>
            <a:r>
              <a:rPr sz="1020" b="0">
                <a:solidFill>
                  <a:srgbClr val="454B50"/>
                </a:solidFill>
                <a:latin typeface="Microsoft YaHei"/>
                <a:ea typeface="Microsoft YaHei"/>
                <a:cs typeface="Microsoft YaHei"/>
              </a:rPr>
              <a:t>硬件感知优化</a:t>
            </a:r>
          </a:p>
        </p:txBody>
      </p:sp>
      <p:sp>
        <p:nvSpPr>
          <p:cNvPr id="233" name="line_144">
            <a:extLst>
              <a:ext uri="{FF2B5EF4-FFF2-40B4-BE49-F238E27FC236}">
                <a16:creationId xmlns:a16="http://schemas.microsoft.com/office/drawing/2014/main" id="{9BF5755E-7F4D-4ED3-A577-94486E069B33}"/>
              </a:ext>
            </a:extLst>
          </p:cNvPr>
          <p:cNvSpPr>
            <a:spLocks noGrp="1"/>
          </p:cNvSpPr>
          <p:nvPr/>
        </p:nvSpPr>
        <p:spPr>
          <a:xfrm>
            <a:off x="6306229" y="3781978"/>
            <a:ext cx="15240" cy="198120"/>
          </a:xfrm>
          <a:custGeom>
            <a:avLst/>
            <a:gdLst/>
            <a:ahLst/>
            <a:cxnLst/>
            <a:rect l="0" t="0" r="0" b="0"/>
            <a:pathLst>
              <a:path w="15240" h="198120">
                <a:moveTo>
                  <a:pt x="7620" y="7620"/>
                </a:moveTo>
                <a:lnTo>
                  <a:pt x="7620" y="190500"/>
                </a:lnTo>
              </a:path>
            </a:pathLst>
          </a:custGeom>
          <a:noFill/>
          <a:ln w="15240">
            <a:solidFill>
              <a:srgbClr val="C9000C"/>
            </a:solidFill>
          </a:ln>
        </p:spPr>
      </p:sp>
      <p:sp>
        <p:nvSpPr>
          <p:cNvPr id="242" name="line_145">
            <a:extLst>
              <a:ext uri="{FF2B5EF4-FFF2-40B4-BE49-F238E27FC236}">
                <a16:creationId xmlns:a16="http://schemas.microsoft.com/office/drawing/2014/main" id="{BB423440-AFAF-4889-8B39-31EBF3E81559}"/>
              </a:ext>
            </a:extLst>
          </p:cNvPr>
          <p:cNvSpPr>
            <a:spLocks noGrp="1"/>
          </p:cNvSpPr>
          <p:nvPr/>
        </p:nvSpPr>
        <p:spPr>
          <a:xfrm>
            <a:off x="9369469" y="3781978"/>
            <a:ext cx="15240" cy="198120"/>
          </a:xfrm>
          <a:custGeom>
            <a:avLst/>
            <a:gdLst/>
            <a:ahLst/>
            <a:cxnLst/>
            <a:rect l="0" t="0" r="0" b="0"/>
            <a:pathLst>
              <a:path w="15240" h="198120">
                <a:moveTo>
                  <a:pt x="7620" y="7620"/>
                </a:moveTo>
                <a:lnTo>
                  <a:pt x="7620" y="190500"/>
                </a:lnTo>
              </a:path>
            </a:pathLst>
          </a:custGeom>
          <a:noFill/>
          <a:ln w="15240">
            <a:solidFill>
              <a:srgbClr val="C9000C"/>
            </a:solidFill>
          </a:ln>
        </p:spPr>
      </p:sp>
      <p:sp>
        <p:nvSpPr>
          <p:cNvPr id="243" name="line_146">
            <a:extLst>
              <a:ext uri="{FF2B5EF4-FFF2-40B4-BE49-F238E27FC236}">
                <a16:creationId xmlns:a16="http://schemas.microsoft.com/office/drawing/2014/main" id="{B3E27BB4-CEE8-48A8-99AD-A039D94F513A}"/>
              </a:ext>
            </a:extLst>
          </p:cNvPr>
          <p:cNvSpPr>
            <a:spLocks noGrp="1"/>
          </p:cNvSpPr>
          <p:nvPr/>
        </p:nvSpPr>
        <p:spPr>
          <a:xfrm>
            <a:off x="6306229" y="3964858"/>
            <a:ext cx="3078480" cy="15240"/>
          </a:xfrm>
          <a:custGeom>
            <a:avLst/>
            <a:gdLst/>
            <a:ahLst/>
            <a:cxnLst/>
            <a:rect l="0" t="0" r="0" b="0"/>
            <a:pathLst>
              <a:path w="3078480" h="15240">
                <a:moveTo>
                  <a:pt x="7620" y="7620"/>
                </a:moveTo>
                <a:lnTo>
                  <a:pt x="3070860" y="7620"/>
                </a:lnTo>
              </a:path>
            </a:pathLst>
          </a:custGeom>
          <a:noFill/>
          <a:ln w="15240">
            <a:solidFill>
              <a:srgbClr val="C9000C"/>
            </a:solidFill>
          </a:ln>
        </p:spPr>
      </p:sp>
      <p:sp>
        <p:nvSpPr>
          <p:cNvPr id="244" name="line_147">
            <a:extLst>
              <a:ext uri="{FF2B5EF4-FFF2-40B4-BE49-F238E27FC236}">
                <a16:creationId xmlns:a16="http://schemas.microsoft.com/office/drawing/2014/main" id="{02CE0F44-F1B5-4804-B388-F64370144BC5}"/>
              </a:ext>
            </a:extLst>
          </p:cNvPr>
          <p:cNvSpPr>
            <a:spLocks noGrp="1"/>
          </p:cNvSpPr>
          <p:nvPr/>
        </p:nvSpPr>
        <p:spPr>
          <a:xfrm>
            <a:off x="7837849" y="3781978"/>
            <a:ext cx="15240" cy="381000"/>
          </a:xfrm>
          <a:custGeom>
            <a:avLst/>
            <a:gdLst/>
            <a:ahLst/>
            <a:cxnLst/>
            <a:rect l="0" t="0" r="0" b="0"/>
            <a:pathLst>
              <a:path w="15240" h="381000">
                <a:moveTo>
                  <a:pt x="7620" y="7620"/>
                </a:moveTo>
                <a:lnTo>
                  <a:pt x="7620" y="373380"/>
                </a:lnTo>
              </a:path>
            </a:pathLst>
          </a:custGeom>
          <a:noFill/>
          <a:ln w="15240">
            <a:solidFill>
              <a:srgbClr val="C9000C"/>
            </a:solidFill>
          </a:ln>
        </p:spPr>
      </p:sp>
      <p:sp>
        <p:nvSpPr>
          <p:cNvPr id="245" name="line_148">
            <a:extLst>
              <a:ext uri="{FF2B5EF4-FFF2-40B4-BE49-F238E27FC236}">
                <a16:creationId xmlns:a16="http://schemas.microsoft.com/office/drawing/2014/main" id="{2276207D-7AB5-4D88-A586-E9085CDF886F}"/>
              </a:ext>
            </a:extLst>
          </p:cNvPr>
          <p:cNvSpPr>
            <a:spLocks noGrp="1"/>
          </p:cNvSpPr>
          <p:nvPr/>
        </p:nvSpPr>
        <p:spPr>
          <a:xfrm>
            <a:off x="7812276" y="4100928"/>
            <a:ext cx="66385" cy="62050"/>
          </a:xfrm>
          <a:custGeom>
            <a:avLst/>
            <a:gdLst/>
            <a:ahLst/>
            <a:cxnLst/>
            <a:rect l="0" t="0" r="0" b="0"/>
            <a:pathLst>
              <a:path w="66385" h="62050">
                <a:moveTo>
                  <a:pt x="7620" y="7620"/>
                </a:moveTo>
                <a:lnTo>
                  <a:pt x="33193" y="54430"/>
                </a:lnTo>
                <a:lnTo>
                  <a:pt x="58765" y="7620"/>
                </a:lnTo>
              </a:path>
            </a:pathLst>
          </a:custGeom>
          <a:noFill/>
          <a:ln w="15240">
            <a:solidFill>
              <a:srgbClr val="C9000C"/>
            </a:solidFill>
          </a:ln>
        </p:spPr>
      </p:sp>
      <p:sp>
        <p:nvSpPr>
          <p:cNvPr id="246" name="object_149">
            <a:extLst>
              <a:ext uri="{FF2B5EF4-FFF2-40B4-BE49-F238E27FC236}">
                <a16:creationId xmlns:a16="http://schemas.microsoft.com/office/drawing/2014/main" id="{D1118B64-C73C-4B4D-91FF-E9BB05A469BD}"/>
              </a:ext>
            </a:extLst>
          </p:cNvPr>
          <p:cNvSpPr>
            <a:spLocks noGrp="1"/>
          </p:cNvSpPr>
          <p:nvPr/>
        </p:nvSpPr>
        <p:spPr>
          <a:xfrm>
            <a:off x="6641509" y="4216318"/>
            <a:ext cx="2423160" cy="350520"/>
          </a:xfrm>
          <a:prstGeom prst="roundRect">
            <a:avLst>
              <a:gd name="adj" fmla="val 15217"/>
            </a:avLst>
          </a:prstGeom>
          <a:solidFill>
            <a:srgbClr val="C9000C"/>
          </a:solidFill>
          <a:ln w="7620">
            <a:solidFill>
              <a:srgbClr val="C9000C"/>
            </a:solidFill>
          </a:ln>
        </p:spPr>
      </p:sp>
      <p:sp>
        <p:nvSpPr>
          <p:cNvPr id="247" name="text_151_面向 MLU 的动态算子开发方法">
            <a:extLst>
              <a:ext uri="{FF2B5EF4-FFF2-40B4-BE49-F238E27FC236}">
                <a16:creationId xmlns:a16="http://schemas.microsoft.com/office/drawing/2014/main" id="{63289FBC-D0AE-4D10-B03D-3458AF45284D}"/>
              </a:ext>
            </a:extLst>
          </p:cNvPr>
          <p:cNvSpPr>
            <a:spLocks noGrp="1"/>
          </p:cNvSpPr>
          <p:nvPr/>
        </p:nvSpPr>
        <p:spPr>
          <a:xfrm>
            <a:off x="6702469" y="4239178"/>
            <a:ext cx="2301240" cy="297180"/>
          </a:xfrm>
          <a:prstGeom prst="rect">
            <a:avLst/>
          </a:prstGeom>
          <a:noFill/>
          <a:ln w="7620">
            <a:noFill/>
          </a:ln>
        </p:spPr>
        <p:txBody>
          <a:bodyPr wrap="none" lIns="0" tIns="0" rIns="0" bIns="0" anchor="ctr">
            <a:noAutofit/>
          </a:bodyPr>
          <a:lstStyle/>
          <a:p>
            <a:pPr algn="ctr">
              <a:defRPr sz="1270" b="1">
                <a:solidFill>
                  <a:srgbClr val="FFFFFF"/>
                </a:solidFill>
                <a:latin typeface="Microsoft YaHei"/>
                <a:ea typeface="Microsoft YaHei"/>
                <a:cs typeface="Microsoft YaHei"/>
              </a:defRPr>
            </a:pPr>
            <a:r>
              <a:rPr sz="1270" b="1" dirty="0" err="1">
                <a:solidFill>
                  <a:srgbClr val="FFFFFF"/>
                </a:solidFill>
                <a:latin typeface="Microsoft YaHei"/>
                <a:ea typeface="Microsoft YaHei"/>
                <a:cs typeface="Microsoft YaHei"/>
              </a:rPr>
              <a:t>面向</a:t>
            </a:r>
            <a:r>
              <a:rPr sz="1270" b="1" dirty="0">
                <a:solidFill>
                  <a:srgbClr val="FFFFFF"/>
                </a:solidFill>
                <a:latin typeface="Microsoft YaHei"/>
                <a:ea typeface="Microsoft YaHei"/>
                <a:cs typeface="Microsoft YaHei"/>
              </a:rPr>
              <a:t> MLU </a:t>
            </a:r>
            <a:r>
              <a:rPr sz="1270" b="1" dirty="0" err="1">
                <a:solidFill>
                  <a:srgbClr val="FFFFFF"/>
                </a:solidFill>
                <a:latin typeface="Microsoft YaHei"/>
                <a:ea typeface="Microsoft YaHei"/>
                <a:cs typeface="Microsoft YaHei"/>
              </a:rPr>
              <a:t>的动态算子开发方法</a:t>
            </a:r>
            <a:endParaRPr sz="1270" b="1" dirty="0">
              <a:solidFill>
                <a:srgbClr val="FFFFFF"/>
              </a:solidFill>
              <a:latin typeface="Microsoft YaHei"/>
              <a:ea typeface="Microsoft YaHei"/>
              <a:cs typeface="Microsoft YaHei"/>
            </a:endParaRPr>
          </a:p>
        </p:txBody>
      </p:sp>
      <p:sp>
        <p:nvSpPr>
          <p:cNvPr id="248" name="line_152">
            <a:extLst>
              <a:ext uri="{FF2B5EF4-FFF2-40B4-BE49-F238E27FC236}">
                <a16:creationId xmlns:a16="http://schemas.microsoft.com/office/drawing/2014/main" id="{1F31F7AB-4BCD-4905-9E89-2272B3E5D68C}"/>
              </a:ext>
            </a:extLst>
          </p:cNvPr>
          <p:cNvSpPr>
            <a:spLocks noGrp="1"/>
          </p:cNvSpPr>
          <p:nvPr/>
        </p:nvSpPr>
        <p:spPr>
          <a:xfrm>
            <a:off x="7837849" y="4566838"/>
            <a:ext cx="15240" cy="228600"/>
          </a:xfrm>
          <a:custGeom>
            <a:avLst/>
            <a:gdLst/>
            <a:ahLst/>
            <a:cxnLst/>
            <a:rect l="0" t="0" r="0" b="0"/>
            <a:pathLst>
              <a:path w="15240" h="228600">
                <a:moveTo>
                  <a:pt x="7620" y="7620"/>
                </a:moveTo>
                <a:lnTo>
                  <a:pt x="7620" y="220980"/>
                </a:lnTo>
              </a:path>
            </a:pathLst>
          </a:custGeom>
          <a:noFill/>
          <a:ln w="15240">
            <a:solidFill>
              <a:srgbClr val="C9000C"/>
            </a:solidFill>
          </a:ln>
        </p:spPr>
      </p:sp>
      <p:sp>
        <p:nvSpPr>
          <p:cNvPr id="249" name="line_153">
            <a:extLst>
              <a:ext uri="{FF2B5EF4-FFF2-40B4-BE49-F238E27FC236}">
                <a16:creationId xmlns:a16="http://schemas.microsoft.com/office/drawing/2014/main" id="{5188C441-36F9-4D74-BF95-21C9691942A4}"/>
              </a:ext>
            </a:extLst>
          </p:cNvPr>
          <p:cNvSpPr>
            <a:spLocks noGrp="1"/>
          </p:cNvSpPr>
          <p:nvPr/>
        </p:nvSpPr>
        <p:spPr>
          <a:xfrm>
            <a:off x="6085249" y="4780198"/>
            <a:ext cx="3482340" cy="15240"/>
          </a:xfrm>
          <a:custGeom>
            <a:avLst/>
            <a:gdLst/>
            <a:ahLst/>
            <a:cxnLst/>
            <a:rect l="0" t="0" r="0" b="0"/>
            <a:pathLst>
              <a:path w="3482340" h="15240">
                <a:moveTo>
                  <a:pt x="7620" y="7620"/>
                </a:moveTo>
                <a:lnTo>
                  <a:pt x="3474720" y="7620"/>
                </a:lnTo>
              </a:path>
            </a:pathLst>
          </a:custGeom>
          <a:noFill/>
          <a:ln w="15240">
            <a:solidFill>
              <a:srgbClr val="C9000C"/>
            </a:solidFill>
          </a:ln>
        </p:spPr>
      </p:sp>
      <p:sp>
        <p:nvSpPr>
          <p:cNvPr id="250" name="line_154">
            <a:extLst>
              <a:ext uri="{FF2B5EF4-FFF2-40B4-BE49-F238E27FC236}">
                <a16:creationId xmlns:a16="http://schemas.microsoft.com/office/drawing/2014/main" id="{6EE3FF30-703C-4BE6-937E-E3E734A2D031}"/>
              </a:ext>
            </a:extLst>
          </p:cNvPr>
          <p:cNvSpPr>
            <a:spLocks noGrp="1"/>
          </p:cNvSpPr>
          <p:nvPr/>
        </p:nvSpPr>
        <p:spPr>
          <a:xfrm>
            <a:off x="6077629" y="4787818"/>
            <a:ext cx="15240" cy="175260"/>
          </a:xfrm>
          <a:custGeom>
            <a:avLst/>
            <a:gdLst/>
            <a:ahLst/>
            <a:cxnLst/>
            <a:rect l="0" t="0" r="0" b="0"/>
            <a:pathLst>
              <a:path w="15240" h="175260">
                <a:moveTo>
                  <a:pt x="7620" y="7620"/>
                </a:moveTo>
                <a:lnTo>
                  <a:pt x="7620" y="167640"/>
                </a:lnTo>
              </a:path>
            </a:pathLst>
          </a:custGeom>
          <a:noFill/>
          <a:ln w="15240">
            <a:solidFill>
              <a:srgbClr val="C9000C"/>
            </a:solidFill>
          </a:ln>
        </p:spPr>
      </p:sp>
      <p:sp>
        <p:nvSpPr>
          <p:cNvPr id="251" name="line_155">
            <a:extLst>
              <a:ext uri="{FF2B5EF4-FFF2-40B4-BE49-F238E27FC236}">
                <a16:creationId xmlns:a16="http://schemas.microsoft.com/office/drawing/2014/main" id="{07273DCC-69F0-4FF3-931D-175AC0C8540F}"/>
              </a:ext>
            </a:extLst>
          </p:cNvPr>
          <p:cNvSpPr>
            <a:spLocks noGrp="1"/>
          </p:cNvSpPr>
          <p:nvPr/>
        </p:nvSpPr>
        <p:spPr>
          <a:xfrm>
            <a:off x="6052056" y="4901028"/>
            <a:ext cx="66385" cy="62050"/>
          </a:xfrm>
          <a:custGeom>
            <a:avLst/>
            <a:gdLst/>
            <a:ahLst/>
            <a:cxnLst/>
            <a:rect l="0" t="0" r="0" b="0"/>
            <a:pathLst>
              <a:path w="66385" h="62050">
                <a:moveTo>
                  <a:pt x="7620" y="7620"/>
                </a:moveTo>
                <a:lnTo>
                  <a:pt x="33193" y="54430"/>
                </a:lnTo>
                <a:lnTo>
                  <a:pt x="58765" y="7620"/>
                </a:lnTo>
              </a:path>
            </a:pathLst>
          </a:custGeom>
          <a:noFill/>
          <a:ln w="15240">
            <a:solidFill>
              <a:srgbClr val="C9000C"/>
            </a:solidFill>
          </a:ln>
        </p:spPr>
      </p:sp>
      <p:sp>
        <p:nvSpPr>
          <p:cNvPr id="252" name="object_156">
            <a:extLst>
              <a:ext uri="{FF2B5EF4-FFF2-40B4-BE49-F238E27FC236}">
                <a16:creationId xmlns:a16="http://schemas.microsoft.com/office/drawing/2014/main" id="{A09C25B4-9F1E-4259-9F07-7CFA12758CA1}"/>
              </a:ext>
            </a:extLst>
          </p:cNvPr>
          <p:cNvSpPr>
            <a:spLocks noGrp="1"/>
          </p:cNvSpPr>
          <p:nvPr/>
        </p:nvSpPr>
        <p:spPr>
          <a:xfrm>
            <a:off x="5551849" y="5024038"/>
            <a:ext cx="1097280" cy="1196340"/>
          </a:xfrm>
          <a:prstGeom prst="roundRect">
            <a:avLst>
              <a:gd name="adj" fmla="val 4861"/>
            </a:avLst>
          </a:prstGeom>
          <a:solidFill>
            <a:srgbClr val="F3F5F6"/>
          </a:solidFill>
          <a:ln w="7620">
            <a:noFill/>
          </a:ln>
        </p:spPr>
      </p:sp>
      <p:sp>
        <p:nvSpPr>
          <p:cNvPr id="253" name="line_157">
            <a:extLst>
              <a:ext uri="{FF2B5EF4-FFF2-40B4-BE49-F238E27FC236}">
                <a16:creationId xmlns:a16="http://schemas.microsoft.com/office/drawing/2014/main" id="{B99C594A-58A5-4319-8AB7-69F71684AEBD}"/>
              </a:ext>
            </a:extLst>
          </p:cNvPr>
          <p:cNvSpPr>
            <a:spLocks noGrp="1"/>
          </p:cNvSpPr>
          <p:nvPr/>
        </p:nvSpPr>
        <p:spPr>
          <a:xfrm>
            <a:off x="5950629" y="5134528"/>
            <a:ext cx="269240" cy="161290"/>
          </a:xfrm>
          <a:custGeom>
            <a:avLst/>
            <a:gdLst/>
            <a:ahLst/>
            <a:cxnLst/>
            <a:rect l="0" t="0" r="0" b="0"/>
            <a:pathLst>
              <a:path w="269240" h="161290">
                <a:moveTo>
                  <a:pt x="134620" y="7620"/>
                </a:moveTo>
                <a:lnTo>
                  <a:pt x="261620" y="77470"/>
                </a:lnTo>
                <a:lnTo>
                  <a:pt x="134620" y="153670"/>
                </a:lnTo>
                <a:lnTo>
                  <a:pt x="7620" y="77470"/>
                </a:lnTo>
                <a:lnTo>
                  <a:pt x="134620" y="7620"/>
                </a:lnTo>
              </a:path>
            </a:pathLst>
          </a:custGeom>
          <a:noFill/>
          <a:ln w="17145">
            <a:solidFill>
              <a:srgbClr val="111315"/>
            </a:solidFill>
          </a:ln>
        </p:spPr>
      </p:sp>
      <p:sp>
        <p:nvSpPr>
          <p:cNvPr id="254" name="line_158">
            <a:extLst>
              <a:ext uri="{FF2B5EF4-FFF2-40B4-BE49-F238E27FC236}">
                <a16:creationId xmlns:a16="http://schemas.microsoft.com/office/drawing/2014/main" id="{2918398D-4805-4869-9FD8-22C01296929D}"/>
              </a:ext>
            </a:extLst>
          </p:cNvPr>
          <p:cNvSpPr>
            <a:spLocks noGrp="1"/>
          </p:cNvSpPr>
          <p:nvPr/>
        </p:nvSpPr>
        <p:spPr>
          <a:xfrm>
            <a:off x="5950629" y="5204378"/>
            <a:ext cx="15240" cy="154940"/>
          </a:xfrm>
          <a:custGeom>
            <a:avLst/>
            <a:gdLst/>
            <a:ahLst/>
            <a:cxnLst/>
            <a:rect l="0" t="0" r="0" b="0"/>
            <a:pathLst>
              <a:path w="15240" h="154940">
                <a:moveTo>
                  <a:pt x="7620" y="7620"/>
                </a:moveTo>
                <a:lnTo>
                  <a:pt x="7620" y="147320"/>
                </a:lnTo>
              </a:path>
            </a:pathLst>
          </a:custGeom>
          <a:noFill/>
          <a:ln w="16510">
            <a:solidFill>
              <a:srgbClr val="111315"/>
            </a:solidFill>
          </a:ln>
        </p:spPr>
      </p:sp>
      <p:sp>
        <p:nvSpPr>
          <p:cNvPr id="255" name="line_159">
            <a:extLst>
              <a:ext uri="{FF2B5EF4-FFF2-40B4-BE49-F238E27FC236}">
                <a16:creationId xmlns:a16="http://schemas.microsoft.com/office/drawing/2014/main" id="{70A5BC46-B388-4BD4-AD59-9E6FF367A8E7}"/>
              </a:ext>
            </a:extLst>
          </p:cNvPr>
          <p:cNvSpPr>
            <a:spLocks noGrp="1"/>
          </p:cNvSpPr>
          <p:nvPr/>
        </p:nvSpPr>
        <p:spPr>
          <a:xfrm>
            <a:off x="5950629" y="5344078"/>
            <a:ext cx="142240" cy="85090"/>
          </a:xfrm>
          <a:custGeom>
            <a:avLst/>
            <a:gdLst/>
            <a:ahLst/>
            <a:cxnLst/>
            <a:rect l="0" t="0" r="0" b="0"/>
            <a:pathLst>
              <a:path w="142240" h="85090">
                <a:moveTo>
                  <a:pt x="7620" y="7620"/>
                </a:moveTo>
                <a:lnTo>
                  <a:pt x="134620" y="77470"/>
                </a:lnTo>
              </a:path>
            </a:pathLst>
          </a:custGeom>
          <a:noFill/>
          <a:ln w="16510">
            <a:solidFill>
              <a:srgbClr val="111315"/>
            </a:solidFill>
          </a:ln>
        </p:spPr>
      </p:sp>
      <p:sp>
        <p:nvSpPr>
          <p:cNvPr id="256" name="line_160">
            <a:extLst>
              <a:ext uri="{FF2B5EF4-FFF2-40B4-BE49-F238E27FC236}">
                <a16:creationId xmlns:a16="http://schemas.microsoft.com/office/drawing/2014/main" id="{B1E76E9F-77B2-478F-8592-A6134D7CC8A1}"/>
              </a:ext>
            </a:extLst>
          </p:cNvPr>
          <p:cNvSpPr>
            <a:spLocks noGrp="1"/>
          </p:cNvSpPr>
          <p:nvPr/>
        </p:nvSpPr>
        <p:spPr>
          <a:xfrm>
            <a:off x="6077629" y="5344078"/>
            <a:ext cx="142240" cy="85090"/>
          </a:xfrm>
          <a:custGeom>
            <a:avLst/>
            <a:gdLst/>
            <a:ahLst/>
            <a:cxnLst/>
            <a:rect l="0" t="0" r="0" b="0"/>
            <a:pathLst>
              <a:path w="142240" h="85090">
                <a:moveTo>
                  <a:pt x="7620" y="77470"/>
                </a:moveTo>
                <a:lnTo>
                  <a:pt x="134620" y="7620"/>
                </a:lnTo>
              </a:path>
            </a:pathLst>
          </a:custGeom>
          <a:noFill/>
          <a:ln w="16510">
            <a:solidFill>
              <a:srgbClr val="111315"/>
            </a:solidFill>
          </a:ln>
        </p:spPr>
      </p:sp>
      <p:sp>
        <p:nvSpPr>
          <p:cNvPr id="257" name="line_161">
            <a:extLst>
              <a:ext uri="{FF2B5EF4-FFF2-40B4-BE49-F238E27FC236}">
                <a16:creationId xmlns:a16="http://schemas.microsoft.com/office/drawing/2014/main" id="{59ECE0A1-93D2-4A59-A399-93611423071D}"/>
              </a:ext>
            </a:extLst>
          </p:cNvPr>
          <p:cNvSpPr>
            <a:spLocks noGrp="1"/>
          </p:cNvSpPr>
          <p:nvPr/>
        </p:nvSpPr>
        <p:spPr>
          <a:xfrm>
            <a:off x="6204629" y="5204378"/>
            <a:ext cx="15240" cy="154940"/>
          </a:xfrm>
          <a:custGeom>
            <a:avLst/>
            <a:gdLst/>
            <a:ahLst/>
            <a:cxnLst/>
            <a:rect l="0" t="0" r="0" b="0"/>
            <a:pathLst>
              <a:path w="15240" h="154940">
                <a:moveTo>
                  <a:pt x="7620" y="147320"/>
                </a:moveTo>
                <a:lnTo>
                  <a:pt x="7620" y="7620"/>
                </a:lnTo>
              </a:path>
            </a:pathLst>
          </a:custGeom>
          <a:noFill/>
          <a:ln w="16510">
            <a:solidFill>
              <a:srgbClr val="111315"/>
            </a:solidFill>
          </a:ln>
        </p:spPr>
      </p:sp>
      <p:sp>
        <p:nvSpPr>
          <p:cNvPr id="258" name="line_162">
            <a:extLst>
              <a:ext uri="{FF2B5EF4-FFF2-40B4-BE49-F238E27FC236}">
                <a16:creationId xmlns:a16="http://schemas.microsoft.com/office/drawing/2014/main" id="{09679B54-CDB3-4F3F-BE3A-765837C73DAB}"/>
              </a:ext>
            </a:extLst>
          </p:cNvPr>
          <p:cNvSpPr>
            <a:spLocks noGrp="1"/>
          </p:cNvSpPr>
          <p:nvPr/>
        </p:nvSpPr>
        <p:spPr>
          <a:xfrm>
            <a:off x="6077629" y="5280578"/>
            <a:ext cx="15240" cy="148590"/>
          </a:xfrm>
          <a:custGeom>
            <a:avLst/>
            <a:gdLst/>
            <a:ahLst/>
            <a:cxnLst/>
            <a:rect l="0" t="0" r="0" b="0"/>
            <a:pathLst>
              <a:path w="15240" h="148590">
                <a:moveTo>
                  <a:pt x="7620" y="7620"/>
                </a:moveTo>
                <a:lnTo>
                  <a:pt x="7620" y="140970"/>
                </a:lnTo>
              </a:path>
            </a:pathLst>
          </a:custGeom>
          <a:noFill/>
          <a:ln w="16510">
            <a:solidFill>
              <a:srgbClr val="111315"/>
            </a:solidFill>
          </a:ln>
        </p:spPr>
      </p:sp>
      <p:sp>
        <p:nvSpPr>
          <p:cNvPr id="259" name="text_164_动态 Shape 支持">
            <a:extLst>
              <a:ext uri="{FF2B5EF4-FFF2-40B4-BE49-F238E27FC236}">
                <a16:creationId xmlns:a16="http://schemas.microsoft.com/office/drawing/2014/main" id="{A549458A-A43C-4FBC-8D66-F7E0A994083B}"/>
              </a:ext>
            </a:extLst>
          </p:cNvPr>
          <p:cNvSpPr>
            <a:spLocks noGrp="1"/>
          </p:cNvSpPr>
          <p:nvPr/>
        </p:nvSpPr>
        <p:spPr>
          <a:xfrm>
            <a:off x="5589949" y="5488858"/>
            <a:ext cx="1021080" cy="228600"/>
          </a:xfrm>
          <a:prstGeom prst="rect">
            <a:avLst/>
          </a:prstGeom>
          <a:noFill/>
          <a:ln w="7620">
            <a:noFill/>
          </a:ln>
        </p:spPr>
        <p:txBody>
          <a:bodyPr wrap="none" lIns="0" tIns="0" rIns="0" bIns="0" anchor="ctr">
            <a:noAutofit/>
          </a:bodyPr>
          <a:lstStyle/>
          <a:p>
            <a:pPr algn="ctr">
              <a:defRPr sz="960" b="1">
                <a:solidFill>
                  <a:srgbClr val="111315"/>
                </a:solidFill>
                <a:latin typeface="Microsoft YaHei"/>
                <a:ea typeface="Microsoft YaHei"/>
                <a:cs typeface="Microsoft YaHei"/>
              </a:defRPr>
            </a:pPr>
            <a:r>
              <a:rPr sz="960" b="1" dirty="0" err="1">
                <a:solidFill>
                  <a:srgbClr val="111315"/>
                </a:solidFill>
                <a:latin typeface="Microsoft YaHei"/>
                <a:ea typeface="Microsoft YaHei"/>
                <a:cs typeface="Microsoft YaHei"/>
              </a:rPr>
              <a:t>动态</a:t>
            </a:r>
            <a:r>
              <a:rPr sz="960" b="1" dirty="0">
                <a:solidFill>
                  <a:srgbClr val="111315"/>
                </a:solidFill>
                <a:latin typeface="Microsoft YaHei"/>
                <a:ea typeface="Microsoft YaHei"/>
                <a:cs typeface="Microsoft YaHei"/>
              </a:rPr>
              <a:t> Shape </a:t>
            </a:r>
            <a:r>
              <a:rPr sz="960" b="1" dirty="0" err="1">
                <a:solidFill>
                  <a:srgbClr val="111315"/>
                </a:solidFill>
                <a:latin typeface="Microsoft YaHei"/>
                <a:ea typeface="Microsoft YaHei"/>
                <a:cs typeface="Microsoft YaHei"/>
              </a:rPr>
              <a:t>支持</a:t>
            </a:r>
            <a:endParaRPr sz="960" b="1" dirty="0">
              <a:solidFill>
                <a:srgbClr val="111315"/>
              </a:solidFill>
              <a:latin typeface="Microsoft YaHei"/>
              <a:ea typeface="Microsoft YaHei"/>
              <a:cs typeface="Microsoft YaHei"/>
            </a:endParaRPr>
          </a:p>
        </p:txBody>
      </p:sp>
      <p:sp>
        <p:nvSpPr>
          <p:cNvPr id="260" name="text_166_明确支持域">
            <a:extLst>
              <a:ext uri="{FF2B5EF4-FFF2-40B4-BE49-F238E27FC236}">
                <a16:creationId xmlns:a16="http://schemas.microsoft.com/office/drawing/2014/main" id="{FC868211-A30E-4695-BFD5-411202569DF9}"/>
              </a:ext>
            </a:extLst>
          </p:cNvPr>
          <p:cNvSpPr>
            <a:spLocks noGrp="1"/>
          </p:cNvSpPr>
          <p:nvPr/>
        </p:nvSpPr>
        <p:spPr>
          <a:xfrm>
            <a:off x="5605189" y="5801278"/>
            <a:ext cx="990600" cy="190500"/>
          </a:xfrm>
          <a:prstGeom prst="rect">
            <a:avLst/>
          </a:prstGeom>
          <a:noFill/>
          <a:ln w="7620">
            <a:noFill/>
          </a:ln>
        </p:spPr>
        <p:txBody>
          <a:bodyPr wrap="none" lIns="0" tIns="0" rIns="0" bIns="0" anchor="ctr">
            <a:noAutofit/>
          </a:bodyPr>
          <a:lstStyle/>
          <a:p>
            <a:pPr algn="ctr">
              <a:defRPr sz="960" b="0">
                <a:solidFill>
                  <a:srgbClr val="454B50"/>
                </a:solidFill>
                <a:latin typeface="Microsoft YaHei"/>
                <a:ea typeface="Microsoft YaHei"/>
                <a:cs typeface="Microsoft YaHei"/>
              </a:defRPr>
            </a:pPr>
            <a:r>
              <a:rPr sz="960" b="0">
                <a:solidFill>
                  <a:srgbClr val="454B50"/>
                </a:solidFill>
                <a:latin typeface="Microsoft YaHei"/>
                <a:ea typeface="Microsoft YaHei"/>
                <a:cs typeface="Microsoft YaHei"/>
              </a:rPr>
              <a:t>明确支持域</a:t>
            </a:r>
          </a:p>
        </p:txBody>
      </p:sp>
      <p:sp>
        <p:nvSpPr>
          <p:cNvPr id="261" name="text_168_保证正确性">
            <a:extLst>
              <a:ext uri="{FF2B5EF4-FFF2-40B4-BE49-F238E27FC236}">
                <a16:creationId xmlns:a16="http://schemas.microsoft.com/office/drawing/2014/main" id="{9C7FC6DF-F136-4685-A0BB-6288E0058E75}"/>
              </a:ext>
            </a:extLst>
          </p:cNvPr>
          <p:cNvSpPr>
            <a:spLocks noGrp="1"/>
          </p:cNvSpPr>
          <p:nvPr/>
        </p:nvSpPr>
        <p:spPr>
          <a:xfrm>
            <a:off x="5605189" y="5991778"/>
            <a:ext cx="990600" cy="190500"/>
          </a:xfrm>
          <a:prstGeom prst="rect">
            <a:avLst/>
          </a:prstGeom>
          <a:noFill/>
          <a:ln w="7620">
            <a:noFill/>
          </a:ln>
        </p:spPr>
        <p:txBody>
          <a:bodyPr wrap="none" lIns="0" tIns="0" rIns="0" bIns="0" anchor="ctr">
            <a:noAutofit/>
          </a:bodyPr>
          <a:lstStyle/>
          <a:p>
            <a:pPr algn="ctr">
              <a:defRPr sz="960" b="0">
                <a:solidFill>
                  <a:srgbClr val="454B50"/>
                </a:solidFill>
                <a:latin typeface="Microsoft YaHei"/>
                <a:ea typeface="Microsoft YaHei"/>
                <a:cs typeface="Microsoft YaHei"/>
              </a:defRPr>
            </a:pPr>
            <a:r>
              <a:rPr sz="960" b="0">
                <a:solidFill>
                  <a:srgbClr val="454B50"/>
                </a:solidFill>
                <a:latin typeface="Microsoft YaHei"/>
                <a:ea typeface="Microsoft YaHei"/>
                <a:cs typeface="Microsoft YaHei"/>
              </a:rPr>
              <a:t>保证正确性</a:t>
            </a:r>
          </a:p>
        </p:txBody>
      </p:sp>
      <p:sp>
        <p:nvSpPr>
          <p:cNvPr id="262" name="line_169">
            <a:extLst>
              <a:ext uri="{FF2B5EF4-FFF2-40B4-BE49-F238E27FC236}">
                <a16:creationId xmlns:a16="http://schemas.microsoft.com/office/drawing/2014/main" id="{0AFF3C05-2A8D-467D-8DFD-33CF414978A7}"/>
              </a:ext>
            </a:extLst>
          </p:cNvPr>
          <p:cNvSpPr>
            <a:spLocks noGrp="1"/>
          </p:cNvSpPr>
          <p:nvPr/>
        </p:nvSpPr>
        <p:spPr>
          <a:xfrm>
            <a:off x="7235869" y="4787818"/>
            <a:ext cx="15240" cy="175260"/>
          </a:xfrm>
          <a:custGeom>
            <a:avLst/>
            <a:gdLst/>
            <a:ahLst/>
            <a:cxnLst/>
            <a:rect l="0" t="0" r="0" b="0"/>
            <a:pathLst>
              <a:path w="15240" h="175260">
                <a:moveTo>
                  <a:pt x="7620" y="7620"/>
                </a:moveTo>
                <a:lnTo>
                  <a:pt x="7620" y="167640"/>
                </a:lnTo>
              </a:path>
            </a:pathLst>
          </a:custGeom>
          <a:noFill/>
          <a:ln w="15240">
            <a:solidFill>
              <a:srgbClr val="C9000C"/>
            </a:solidFill>
          </a:ln>
        </p:spPr>
      </p:sp>
      <p:sp>
        <p:nvSpPr>
          <p:cNvPr id="263" name="line_170">
            <a:extLst>
              <a:ext uri="{FF2B5EF4-FFF2-40B4-BE49-F238E27FC236}">
                <a16:creationId xmlns:a16="http://schemas.microsoft.com/office/drawing/2014/main" id="{0DF76644-8340-4E31-A70B-E4AE9350130F}"/>
              </a:ext>
            </a:extLst>
          </p:cNvPr>
          <p:cNvSpPr>
            <a:spLocks noGrp="1"/>
          </p:cNvSpPr>
          <p:nvPr/>
        </p:nvSpPr>
        <p:spPr>
          <a:xfrm>
            <a:off x="7210296" y="4901028"/>
            <a:ext cx="66385" cy="62050"/>
          </a:xfrm>
          <a:custGeom>
            <a:avLst/>
            <a:gdLst/>
            <a:ahLst/>
            <a:cxnLst/>
            <a:rect l="0" t="0" r="0" b="0"/>
            <a:pathLst>
              <a:path w="66385" h="62050">
                <a:moveTo>
                  <a:pt x="7620" y="7620"/>
                </a:moveTo>
                <a:lnTo>
                  <a:pt x="33193" y="54430"/>
                </a:lnTo>
                <a:lnTo>
                  <a:pt x="58765" y="7620"/>
                </a:lnTo>
              </a:path>
            </a:pathLst>
          </a:custGeom>
          <a:noFill/>
          <a:ln w="15240">
            <a:solidFill>
              <a:srgbClr val="C9000C"/>
            </a:solidFill>
          </a:ln>
        </p:spPr>
      </p:sp>
      <p:sp>
        <p:nvSpPr>
          <p:cNvPr id="264" name="object_171">
            <a:extLst>
              <a:ext uri="{FF2B5EF4-FFF2-40B4-BE49-F238E27FC236}">
                <a16:creationId xmlns:a16="http://schemas.microsoft.com/office/drawing/2014/main" id="{70311BFB-F8DC-4DDD-B686-12D3AEFA6930}"/>
              </a:ext>
            </a:extLst>
          </p:cNvPr>
          <p:cNvSpPr>
            <a:spLocks noGrp="1"/>
          </p:cNvSpPr>
          <p:nvPr/>
        </p:nvSpPr>
        <p:spPr>
          <a:xfrm>
            <a:off x="6710089" y="5024038"/>
            <a:ext cx="1097280" cy="1196340"/>
          </a:xfrm>
          <a:prstGeom prst="roundRect">
            <a:avLst>
              <a:gd name="adj" fmla="val 4861"/>
            </a:avLst>
          </a:prstGeom>
          <a:solidFill>
            <a:srgbClr val="F3F5F6"/>
          </a:solidFill>
          <a:ln w="7620">
            <a:noFill/>
          </a:ln>
        </p:spPr>
      </p:sp>
      <p:sp>
        <p:nvSpPr>
          <p:cNvPr id="265" name="object_172">
            <a:extLst>
              <a:ext uri="{FF2B5EF4-FFF2-40B4-BE49-F238E27FC236}">
                <a16:creationId xmlns:a16="http://schemas.microsoft.com/office/drawing/2014/main" id="{B9BB5678-ADD6-4CCE-A782-642B19CCA425}"/>
              </a:ext>
            </a:extLst>
          </p:cNvPr>
          <p:cNvSpPr>
            <a:spLocks noGrp="1"/>
          </p:cNvSpPr>
          <p:nvPr/>
        </p:nvSpPr>
        <p:spPr>
          <a:xfrm>
            <a:off x="7091089" y="5123098"/>
            <a:ext cx="304800" cy="304800"/>
          </a:xfrm>
          <a:prstGeom prst="gear6">
            <a:avLst/>
          </a:prstGeom>
          <a:noFill/>
          <a:ln w="15875">
            <a:solidFill>
              <a:srgbClr val="111315"/>
            </a:solidFill>
          </a:ln>
        </p:spPr>
      </p:sp>
      <p:sp>
        <p:nvSpPr>
          <p:cNvPr id="266" name="object_173">
            <a:extLst>
              <a:ext uri="{FF2B5EF4-FFF2-40B4-BE49-F238E27FC236}">
                <a16:creationId xmlns:a16="http://schemas.microsoft.com/office/drawing/2014/main" id="{1DE62B20-72DF-4E8D-B0E9-6CA5E4AA44DF}"/>
              </a:ext>
            </a:extLst>
          </p:cNvPr>
          <p:cNvSpPr>
            <a:spLocks noGrp="1"/>
          </p:cNvSpPr>
          <p:nvPr/>
        </p:nvSpPr>
        <p:spPr>
          <a:xfrm>
            <a:off x="7192689" y="5224698"/>
            <a:ext cx="101600" cy="101600"/>
          </a:xfrm>
          <a:prstGeom prst="ellipse">
            <a:avLst/>
          </a:prstGeom>
          <a:noFill/>
          <a:ln w="15875">
            <a:solidFill>
              <a:srgbClr val="111315"/>
            </a:solidFill>
          </a:ln>
        </p:spPr>
      </p:sp>
      <p:sp>
        <p:nvSpPr>
          <p:cNvPr id="267" name="text_175_自动化选参">
            <a:extLst>
              <a:ext uri="{FF2B5EF4-FFF2-40B4-BE49-F238E27FC236}">
                <a16:creationId xmlns:a16="http://schemas.microsoft.com/office/drawing/2014/main" id="{F66F1374-9A32-4923-BAFC-1EC5CDEDC19B}"/>
              </a:ext>
            </a:extLst>
          </p:cNvPr>
          <p:cNvSpPr>
            <a:spLocks noGrp="1"/>
          </p:cNvSpPr>
          <p:nvPr/>
        </p:nvSpPr>
        <p:spPr>
          <a:xfrm>
            <a:off x="6748189" y="5488858"/>
            <a:ext cx="1021080" cy="228600"/>
          </a:xfrm>
          <a:prstGeom prst="rect">
            <a:avLst/>
          </a:prstGeom>
          <a:noFill/>
          <a:ln w="7620">
            <a:noFill/>
          </a:ln>
        </p:spPr>
        <p:txBody>
          <a:bodyPr wrap="none" lIns="0" tIns="0" rIns="0" bIns="0" anchor="ctr">
            <a:noAutofit/>
          </a:bodyPr>
          <a:lstStyle/>
          <a:p>
            <a:pPr algn="ctr">
              <a:defRPr sz="960" b="1">
                <a:solidFill>
                  <a:srgbClr val="111315"/>
                </a:solidFill>
                <a:latin typeface="Microsoft YaHei"/>
                <a:ea typeface="Microsoft YaHei"/>
                <a:cs typeface="Microsoft YaHei"/>
              </a:defRPr>
            </a:pPr>
            <a:r>
              <a:rPr sz="960" b="1">
                <a:solidFill>
                  <a:srgbClr val="111315"/>
                </a:solidFill>
                <a:latin typeface="Microsoft YaHei"/>
                <a:ea typeface="Microsoft YaHei"/>
                <a:cs typeface="Microsoft YaHei"/>
              </a:rPr>
              <a:t>自动化选参</a:t>
            </a:r>
          </a:p>
        </p:txBody>
      </p:sp>
      <p:sp>
        <p:nvSpPr>
          <p:cNvPr id="268" name="text_177_标准化搜索流程">
            <a:extLst>
              <a:ext uri="{FF2B5EF4-FFF2-40B4-BE49-F238E27FC236}">
                <a16:creationId xmlns:a16="http://schemas.microsoft.com/office/drawing/2014/main" id="{79458AFE-AD22-48D8-A188-0060819FFD0A}"/>
              </a:ext>
            </a:extLst>
          </p:cNvPr>
          <p:cNvSpPr>
            <a:spLocks noGrp="1"/>
          </p:cNvSpPr>
          <p:nvPr/>
        </p:nvSpPr>
        <p:spPr>
          <a:xfrm>
            <a:off x="6763429" y="5801278"/>
            <a:ext cx="990600" cy="190500"/>
          </a:xfrm>
          <a:prstGeom prst="rect">
            <a:avLst/>
          </a:prstGeom>
          <a:noFill/>
          <a:ln w="7620">
            <a:noFill/>
          </a:ln>
        </p:spPr>
        <p:txBody>
          <a:bodyPr wrap="none" lIns="0" tIns="0" rIns="0" bIns="0" anchor="ctr">
            <a:noAutofit/>
          </a:bodyPr>
          <a:lstStyle/>
          <a:p>
            <a:pPr algn="ctr">
              <a:defRPr sz="960" b="0">
                <a:solidFill>
                  <a:srgbClr val="454B50"/>
                </a:solidFill>
                <a:latin typeface="Microsoft YaHei"/>
                <a:ea typeface="Microsoft YaHei"/>
                <a:cs typeface="Microsoft YaHei"/>
              </a:defRPr>
            </a:pPr>
            <a:r>
              <a:rPr sz="960" b="0">
                <a:solidFill>
                  <a:srgbClr val="454B50"/>
                </a:solidFill>
                <a:latin typeface="Microsoft YaHei"/>
                <a:ea typeface="Microsoft YaHei"/>
                <a:cs typeface="Microsoft YaHei"/>
              </a:rPr>
              <a:t>标准化搜索流程</a:t>
            </a:r>
          </a:p>
        </p:txBody>
      </p:sp>
      <p:sp>
        <p:nvSpPr>
          <p:cNvPr id="269" name="text_179_生成最优 Config">
            <a:extLst>
              <a:ext uri="{FF2B5EF4-FFF2-40B4-BE49-F238E27FC236}">
                <a16:creationId xmlns:a16="http://schemas.microsoft.com/office/drawing/2014/main" id="{3F18B055-A0F8-43FF-B0AA-37706D5F6EB7}"/>
              </a:ext>
            </a:extLst>
          </p:cNvPr>
          <p:cNvSpPr>
            <a:spLocks noGrp="1"/>
          </p:cNvSpPr>
          <p:nvPr/>
        </p:nvSpPr>
        <p:spPr>
          <a:xfrm>
            <a:off x="6763429" y="5991778"/>
            <a:ext cx="990600" cy="190500"/>
          </a:xfrm>
          <a:prstGeom prst="rect">
            <a:avLst/>
          </a:prstGeom>
          <a:noFill/>
          <a:ln w="7620">
            <a:noFill/>
          </a:ln>
        </p:spPr>
        <p:txBody>
          <a:bodyPr wrap="none" lIns="0" tIns="0" rIns="0" bIns="0" anchor="ctr">
            <a:noAutofit/>
          </a:bodyPr>
          <a:lstStyle/>
          <a:p>
            <a:pPr algn="ctr">
              <a:defRPr sz="960" b="0">
                <a:solidFill>
                  <a:srgbClr val="454B50"/>
                </a:solidFill>
                <a:latin typeface="Microsoft YaHei"/>
                <a:ea typeface="Microsoft YaHei"/>
                <a:cs typeface="Microsoft YaHei"/>
              </a:defRPr>
            </a:pPr>
            <a:r>
              <a:rPr sz="960" b="0">
                <a:solidFill>
                  <a:srgbClr val="454B50"/>
                </a:solidFill>
                <a:latin typeface="Microsoft YaHei"/>
                <a:ea typeface="Microsoft YaHei"/>
                <a:cs typeface="Microsoft YaHei"/>
              </a:rPr>
              <a:t>生成最优 Config</a:t>
            </a:r>
          </a:p>
        </p:txBody>
      </p:sp>
      <p:sp>
        <p:nvSpPr>
          <p:cNvPr id="270" name="line_180">
            <a:extLst>
              <a:ext uri="{FF2B5EF4-FFF2-40B4-BE49-F238E27FC236}">
                <a16:creationId xmlns:a16="http://schemas.microsoft.com/office/drawing/2014/main" id="{0583F8DA-46AF-473B-A7C7-5CFD62E5DC86}"/>
              </a:ext>
            </a:extLst>
          </p:cNvPr>
          <p:cNvSpPr>
            <a:spLocks noGrp="1"/>
          </p:cNvSpPr>
          <p:nvPr/>
        </p:nvSpPr>
        <p:spPr>
          <a:xfrm>
            <a:off x="8394109" y="4787818"/>
            <a:ext cx="15240" cy="175260"/>
          </a:xfrm>
          <a:custGeom>
            <a:avLst/>
            <a:gdLst/>
            <a:ahLst/>
            <a:cxnLst/>
            <a:rect l="0" t="0" r="0" b="0"/>
            <a:pathLst>
              <a:path w="15240" h="175260">
                <a:moveTo>
                  <a:pt x="7620" y="7620"/>
                </a:moveTo>
                <a:lnTo>
                  <a:pt x="7620" y="167640"/>
                </a:lnTo>
              </a:path>
            </a:pathLst>
          </a:custGeom>
          <a:noFill/>
          <a:ln w="15240">
            <a:solidFill>
              <a:srgbClr val="C9000C"/>
            </a:solidFill>
          </a:ln>
        </p:spPr>
      </p:sp>
      <p:sp>
        <p:nvSpPr>
          <p:cNvPr id="271" name="line_181">
            <a:extLst>
              <a:ext uri="{FF2B5EF4-FFF2-40B4-BE49-F238E27FC236}">
                <a16:creationId xmlns:a16="http://schemas.microsoft.com/office/drawing/2014/main" id="{A12B03BA-92DD-4B8A-83A7-813C32F3DBB5}"/>
              </a:ext>
            </a:extLst>
          </p:cNvPr>
          <p:cNvSpPr>
            <a:spLocks noGrp="1"/>
          </p:cNvSpPr>
          <p:nvPr/>
        </p:nvSpPr>
        <p:spPr>
          <a:xfrm>
            <a:off x="8368536" y="4901028"/>
            <a:ext cx="66385" cy="62050"/>
          </a:xfrm>
          <a:custGeom>
            <a:avLst/>
            <a:gdLst/>
            <a:ahLst/>
            <a:cxnLst/>
            <a:rect l="0" t="0" r="0" b="0"/>
            <a:pathLst>
              <a:path w="66385" h="62050">
                <a:moveTo>
                  <a:pt x="7620" y="7620"/>
                </a:moveTo>
                <a:lnTo>
                  <a:pt x="33193" y="54430"/>
                </a:lnTo>
                <a:lnTo>
                  <a:pt x="58765" y="7620"/>
                </a:lnTo>
              </a:path>
            </a:pathLst>
          </a:custGeom>
          <a:noFill/>
          <a:ln w="15240">
            <a:solidFill>
              <a:srgbClr val="C9000C"/>
            </a:solidFill>
          </a:ln>
        </p:spPr>
      </p:sp>
      <p:sp>
        <p:nvSpPr>
          <p:cNvPr id="272" name="object_182">
            <a:extLst>
              <a:ext uri="{FF2B5EF4-FFF2-40B4-BE49-F238E27FC236}">
                <a16:creationId xmlns:a16="http://schemas.microsoft.com/office/drawing/2014/main" id="{49D10C88-0B30-45AC-BCF8-7D7E1FCE3275}"/>
              </a:ext>
            </a:extLst>
          </p:cNvPr>
          <p:cNvSpPr>
            <a:spLocks noGrp="1"/>
          </p:cNvSpPr>
          <p:nvPr/>
        </p:nvSpPr>
        <p:spPr>
          <a:xfrm>
            <a:off x="7868329" y="5024038"/>
            <a:ext cx="1097280" cy="1196340"/>
          </a:xfrm>
          <a:prstGeom prst="roundRect">
            <a:avLst>
              <a:gd name="adj" fmla="val 4861"/>
            </a:avLst>
          </a:prstGeom>
          <a:solidFill>
            <a:srgbClr val="F3F5F6"/>
          </a:solidFill>
          <a:ln w="7620">
            <a:noFill/>
          </a:ln>
        </p:spPr>
      </p:sp>
      <p:sp>
        <p:nvSpPr>
          <p:cNvPr id="273" name="object_183">
            <a:extLst>
              <a:ext uri="{FF2B5EF4-FFF2-40B4-BE49-F238E27FC236}">
                <a16:creationId xmlns:a16="http://schemas.microsoft.com/office/drawing/2014/main" id="{FDD71933-D013-4089-A259-D35E595C44E8}"/>
              </a:ext>
            </a:extLst>
          </p:cNvPr>
          <p:cNvSpPr>
            <a:spLocks noGrp="1"/>
          </p:cNvSpPr>
          <p:nvPr/>
        </p:nvSpPr>
        <p:spPr>
          <a:xfrm>
            <a:off x="8376329" y="5129448"/>
            <a:ext cx="57150" cy="57150"/>
          </a:xfrm>
          <a:prstGeom prst="rect">
            <a:avLst/>
          </a:prstGeom>
          <a:noFill/>
          <a:ln w="15875">
            <a:solidFill>
              <a:srgbClr val="111315"/>
            </a:solidFill>
          </a:ln>
        </p:spPr>
      </p:sp>
      <p:sp>
        <p:nvSpPr>
          <p:cNvPr id="274" name="line_184">
            <a:extLst>
              <a:ext uri="{FF2B5EF4-FFF2-40B4-BE49-F238E27FC236}">
                <a16:creationId xmlns:a16="http://schemas.microsoft.com/office/drawing/2014/main" id="{5670BAEC-F43F-41CE-849A-A2EA71780DDB}"/>
              </a:ext>
            </a:extLst>
          </p:cNvPr>
          <p:cNvSpPr>
            <a:spLocks noGrp="1"/>
          </p:cNvSpPr>
          <p:nvPr/>
        </p:nvSpPr>
        <p:spPr>
          <a:xfrm>
            <a:off x="8394109" y="5178978"/>
            <a:ext cx="15240" cy="97790"/>
          </a:xfrm>
          <a:custGeom>
            <a:avLst/>
            <a:gdLst/>
            <a:ahLst/>
            <a:cxnLst/>
            <a:rect l="0" t="0" r="0" b="0"/>
            <a:pathLst>
              <a:path w="15240" h="97790">
                <a:moveTo>
                  <a:pt x="7620" y="7620"/>
                </a:moveTo>
                <a:lnTo>
                  <a:pt x="7620" y="90170"/>
                </a:lnTo>
              </a:path>
            </a:pathLst>
          </a:custGeom>
          <a:noFill/>
          <a:ln w="16510">
            <a:solidFill>
              <a:srgbClr val="111315"/>
            </a:solidFill>
          </a:ln>
        </p:spPr>
      </p:sp>
      <p:sp>
        <p:nvSpPr>
          <p:cNvPr id="275" name="line_185">
            <a:extLst>
              <a:ext uri="{FF2B5EF4-FFF2-40B4-BE49-F238E27FC236}">
                <a16:creationId xmlns:a16="http://schemas.microsoft.com/office/drawing/2014/main" id="{BCF97564-2D58-47C9-AF84-377824D6D014}"/>
              </a:ext>
            </a:extLst>
          </p:cNvPr>
          <p:cNvSpPr>
            <a:spLocks noGrp="1"/>
          </p:cNvSpPr>
          <p:nvPr/>
        </p:nvSpPr>
        <p:spPr>
          <a:xfrm>
            <a:off x="8279809" y="5261528"/>
            <a:ext cx="243840" cy="15240"/>
          </a:xfrm>
          <a:custGeom>
            <a:avLst/>
            <a:gdLst/>
            <a:ahLst/>
            <a:cxnLst/>
            <a:rect l="0" t="0" r="0" b="0"/>
            <a:pathLst>
              <a:path w="243840" h="15240">
                <a:moveTo>
                  <a:pt x="7620" y="7620"/>
                </a:moveTo>
                <a:lnTo>
                  <a:pt x="236220" y="7620"/>
                </a:lnTo>
              </a:path>
            </a:pathLst>
          </a:custGeom>
          <a:noFill/>
          <a:ln w="16510">
            <a:solidFill>
              <a:srgbClr val="111315"/>
            </a:solidFill>
          </a:ln>
        </p:spPr>
      </p:sp>
      <p:sp>
        <p:nvSpPr>
          <p:cNvPr id="276" name="line_186">
            <a:extLst>
              <a:ext uri="{FF2B5EF4-FFF2-40B4-BE49-F238E27FC236}">
                <a16:creationId xmlns:a16="http://schemas.microsoft.com/office/drawing/2014/main" id="{1AEB1A0E-C77F-4038-BB8E-27A8BE4607C8}"/>
              </a:ext>
            </a:extLst>
          </p:cNvPr>
          <p:cNvSpPr>
            <a:spLocks noGrp="1"/>
          </p:cNvSpPr>
          <p:nvPr/>
        </p:nvSpPr>
        <p:spPr>
          <a:xfrm>
            <a:off x="8279809" y="5261528"/>
            <a:ext cx="15240" cy="78740"/>
          </a:xfrm>
          <a:custGeom>
            <a:avLst/>
            <a:gdLst/>
            <a:ahLst/>
            <a:cxnLst/>
            <a:rect l="0" t="0" r="0" b="0"/>
            <a:pathLst>
              <a:path w="15240" h="78740">
                <a:moveTo>
                  <a:pt x="7620" y="7620"/>
                </a:moveTo>
                <a:lnTo>
                  <a:pt x="7620" y="71120"/>
                </a:lnTo>
              </a:path>
            </a:pathLst>
          </a:custGeom>
          <a:noFill/>
          <a:ln w="16510">
            <a:solidFill>
              <a:srgbClr val="111315"/>
            </a:solidFill>
          </a:ln>
        </p:spPr>
      </p:sp>
      <p:sp>
        <p:nvSpPr>
          <p:cNvPr id="277" name="object_187">
            <a:extLst>
              <a:ext uri="{FF2B5EF4-FFF2-40B4-BE49-F238E27FC236}">
                <a16:creationId xmlns:a16="http://schemas.microsoft.com/office/drawing/2014/main" id="{791124FE-C562-4E5E-B61E-26D72A175EA6}"/>
              </a:ext>
            </a:extLst>
          </p:cNvPr>
          <p:cNvSpPr>
            <a:spLocks noGrp="1"/>
          </p:cNvSpPr>
          <p:nvPr/>
        </p:nvSpPr>
        <p:spPr>
          <a:xfrm>
            <a:off x="8262029" y="5332648"/>
            <a:ext cx="50800" cy="63500"/>
          </a:xfrm>
          <a:prstGeom prst="rect">
            <a:avLst/>
          </a:prstGeom>
          <a:noFill/>
          <a:ln w="15875">
            <a:solidFill>
              <a:srgbClr val="111315"/>
            </a:solidFill>
          </a:ln>
        </p:spPr>
      </p:sp>
      <p:sp>
        <p:nvSpPr>
          <p:cNvPr id="278" name="line_188">
            <a:extLst>
              <a:ext uri="{FF2B5EF4-FFF2-40B4-BE49-F238E27FC236}">
                <a16:creationId xmlns:a16="http://schemas.microsoft.com/office/drawing/2014/main" id="{C78E6728-9753-4D4E-9187-4DA10D01B42A}"/>
              </a:ext>
            </a:extLst>
          </p:cNvPr>
          <p:cNvSpPr>
            <a:spLocks noGrp="1"/>
          </p:cNvSpPr>
          <p:nvPr/>
        </p:nvSpPr>
        <p:spPr>
          <a:xfrm>
            <a:off x="8394109" y="5261528"/>
            <a:ext cx="15240" cy="78740"/>
          </a:xfrm>
          <a:custGeom>
            <a:avLst/>
            <a:gdLst/>
            <a:ahLst/>
            <a:cxnLst/>
            <a:rect l="0" t="0" r="0" b="0"/>
            <a:pathLst>
              <a:path w="15240" h="78740">
                <a:moveTo>
                  <a:pt x="7620" y="7620"/>
                </a:moveTo>
                <a:lnTo>
                  <a:pt x="7620" y="71120"/>
                </a:lnTo>
              </a:path>
            </a:pathLst>
          </a:custGeom>
          <a:noFill/>
          <a:ln w="16510">
            <a:solidFill>
              <a:srgbClr val="111315"/>
            </a:solidFill>
          </a:ln>
        </p:spPr>
      </p:sp>
      <p:sp>
        <p:nvSpPr>
          <p:cNvPr id="279" name="object_189">
            <a:extLst>
              <a:ext uri="{FF2B5EF4-FFF2-40B4-BE49-F238E27FC236}">
                <a16:creationId xmlns:a16="http://schemas.microsoft.com/office/drawing/2014/main" id="{A1332F85-B3A8-40DA-8E3B-6FC999506705}"/>
              </a:ext>
            </a:extLst>
          </p:cNvPr>
          <p:cNvSpPr>
            <a:spLocks noGrp="1"/>
          </p:cNvSpPr>
          <p:nvPr/>
        </p:nvSpPr>
        <p:spPr>
          <a:xfrm>
            <a:off x="8376329" y="5332648"/>
            <a:ext cx="50800" cy="63500"/>
          </a:xfrm>
          <a:prstGeom prst="rect">
            <a:avLst/>
          </a:prstGeom>
          <a:noFill/>
          <a:ln w="15875">
            <a:solidFill>
              <a:srgbClr val="111315"/>
            </a:solidFill>
          </a:ln>
        </p:spPr>
      </p:sp>
      <p:sp>
        <p:nvSpPr>
          <p:cNvPr id="280" name="line_190">
            <a:extLst>
              <a:ext uri="{FF2B5EF4-FFF2-40B4-BE49-F238E27FC236}">
                <a16:creationId xmlns:a16="http://schemas.microsoft.com/office/drawing/2014/main" id="{7B8FE342-5B0F-4181-BEE1-223E06F07F86}"/>
              </a:ext>
            </a:extLst>
          </p:cNvPr>
          <p:cNvSpPr>
            <a:spLocks noGrp="1"/>
          </p:cNvSpPr>
          <p:nvPr/>
        </p:nvSpPr>
        <p:spPr>
          <a:xfrm>
            <a:off x="8508409" y="5261528"/>
            <a:ext cx="15240" cy="78740"/>
          </a:xfrm>
          <a:custGeom>
            <a:avLst/>
            <a:gdLst/>
            <a:ahLst/>
            <a:cxnLst/>
            <a:rect l="0" t="0" r="0" b="0"/>
            <a:pathLst>
              <a:path w="15240" h="78740">
                <a:moveTo>
                  <a:pt x="7620" y="7620"/>
                </a:moveTo>
                <a:lnTo>
                  <a:pt x="7620" y="71120"/>
                </a:lnTo>
              </a:path>
            </a:pathLst>
          </a:custGeom>
          <a:noFill/>
          <a:ln w="16510">
            <a:solidFill>
              <a:srgbClr val="111315"/>
            </a:solidFill>
          </a:ln>
        </p:spPr>
      </p:sp>
      <p:sp>
        <p:nvSpPr>
          <p:cNvPr id="281" name="object_191">
            <a:extLst>
              <a:ext uri="{FF2B5EF4-FFF2-40B4-BE49-F238E27FC236}">
                <a16:creationId xmlns:a16="http://schemas.microsoft.com/office/drawing/2014/main" id="{37126663-2967-489B-B43C-937B891DC950}"/>
              </a:ext>
            </a:extLst>
          </p:cNvPr>
          <p:cNvSpPr>
            <a:spLocks noGrp="1"/>
          </p:cNvSpPr>
          <p:nvPr/>
        </p:nvSpPr>
        <p:spPr>
          <a:xfrm>
            <a:off x="8490629" y="5332648"/>
            <a:ext cx="50800" cy="63500"/>
          </a:xfrm>
          <a:prstGeom prst="rect">
            <a:avLst/>
          </a:prstGeom>
          <a:noFill/>
          <a:ln w="15875">
            <a:solidFill>
              <a:srgbClr val="111315"/>
            </a:solidFill>
          </a:ln>
        </p:spPr>
      </p:sp>
      <p:sp>
        <p:nvSpPr>
          <p:cNvPr id="282" name="text_193_多 Kernel 结构选择">
            <a:extLst>
              <a:ext uri="{FF2B5EF4-FFF2-40B4-BE49-F238E27FC236}">
                <a16:creationId xmlns:a16="http://schemas.microsoft.com/office/drawing/2014/main" id="{AD730AFF-B880-460E-9A32-FD9FFDA35082}"/>
              </a:ext>
            </a:extLst>
          </p:cNvPr>
          <p:cNvSpPr>
            <a:spLocks noGrp="1"/>
          </p:cNvSpPr>
          <p:nvPr/>
        </p:nvSpPr>
        <p:spPr>
          <a:xfrm>
            <a:off x="7906429" y="5488858"/>
            <a:ext cx="1021080" cy="228600"/>
          </a:xfrm>
          <a:prstGeom prst="rect">
            <a:avLst/>
          </a:prstGeom>
          <a:noFill/>
          <a:ln w="7620">
            <a:noFill/>
          </a:ln>
        </p:spPr>
        <p:txBody>
          <a:bodyPr wrap="none" lIns="0" tIns="0" rIns="0" bIns="0" anchor="ctr">
            <a:noAutofit/>
          </a:bodyPr>
          <a:lstStyle/>
          <a:p>
            <a:pPr algn="ctr">
              <a:defRPr sz="867" b="1">
                <a:solidFill>
                  <a:srgbClr val="111315"/>
                </a:solidFill>
                <a:latin typeface="Microsoft YaHei"/>
                <a:ea typeface="Microsoft YaHei"/>
                <a:cs typeface="Microsoft YaHei"/>
              </a:defRPr>
            </a:pPr>
            <a:r>
              <a:rPr sz="867" b="1">
                <a:solidFill>
                  <a:srgbClr val="111315"/>
                </a:solidFill>
                <a:latin typeface="Microsoft YaHei"/>
                <a:ea typeface="Microsoft YaHei"/>
                <a:cs typeface="Microsoft YaHei"/>
              </a:rPr>
              <a:t>多 Kernel 结构选择</a:t>
            </a:r>
          </a:p>
        </p:txBody>
      </p:sp>
      <p:sp>
        <p:nvSpPr>
          <p:cNvPr id="283" name="text_195_根据 Shape 特征">
            <a:extLst>
              <a:ext uri="{FF2B5EF4-FFF2-40B4-BE49-F238E27FC236}">
                <a16:creationId xmlns:a16="http://schemas.microsoft.com/office/drawing/2014/main" id="{E638EACA-120F-46E0-B42C-B60117BDBA34}"/>
              </a:ext>
            </a:extLst>
          </p:cNvPr>
          <p:cNvSpPr>
            <a:spLocks noGrp="1"/>
          </p:cNvSpPr>
          <p:nvPr/>
        </p:nvSpPr>
        <p:spPr>
          <a:xfrm>
            <a:off x="7921669" y="5801278"/>
            <a:ext cx="990600" cy="190500"/>
          </a:xfrm>
          <a:prstGeom prst="rect">
            <a:avLst/>
          </a:prstGeom>
          <a:noFill/>
          <a:ln w="7620">
            <a:noFill/>
          </a:ln>
        </p:spPr>
        <p:txBody>
          <a:bodyPr wrap="none" lIns="0" tIns="0" rIns="0" bIns="0" anchor="ctr">
            <a:noAutofit/>
          </a:bodyPr>
          <a:lstStyle/>
          <a:p>
            <a:pPr algn="ctr">
              <a:defRPr sz="960" b="0">
                <a:solidFill>
                  <a:srgbClr val="454B50"/>
                </a:solidFill>
                <a:latin typeface="Microsoft YaHei"/>
                <a:ea typeface="Microsoft YaHei"/>
                <a:cs typeface="Microsoft YaHei"/>
              </a:defRPr>
            </a:pPr>
            <a:r>
              <a:rPr sz="960" b="0">
                <a:solidFill>
                  <a:srgbClr val="454B50"/>
                </a:solidFill>
                <a:latin typeface="Microsoft YaHei"/>
                <a:ea typeface="Microsoft YaHei"/>
                <a:cs typeface="Microsoft YaHei"/>
              </a:rPr>
              <a:t>根据 Shape 特征</a:t>
            </a:r>
          </a:p>
        </p:txBody>
      </p:sp>
      <p:sp>
        <p:nvSpPr>
          <p:cNvPr id="284" name="text_197_选择合适的 Kernel">
            <a:extLst>
              <a:ext uri="{FF2B5EF4-FFF2-40B4-BE49-F238E27FC236}">
                <a16:creationId xmlns:a16="http://schemas.microsoft.com/office/drawing/2014/main" id="{E4F1780A-FF17-4271-9B00-1C2A4551DEF0}"/>
              </a:ext>
            </a:extLst>
          </p:cNvPr>
          <p:cNvSpPr>
            <a:spLocks noGrp="1"/>
          </p:cNvSpPr>
          <p:nvPr/>
        </p:nvSpPr>
        <p:spPr>
          <a:xfrm>
            <a:off x="7921669" y="5991778"/>
            <a:ext cx="990600" cy="190500"/>
          </a:xfrm>
          <a:prstGeom prst="rect">
            <a:avLst/>
          </a:prstGeom>
          <a:noFill/>
          <a:ln w="7620">
            <a:noFill/>
          </a:ln>
        </p:spPr>
        <p:txBody>
          <a:bodyPr wrap="none" lIns="0" tIns="0" rIns="0" bIns="0" anchor="ctr">
            <a:noAutofit/>
          </a:bodyPr>
          <a:lstStyle/>
          <a:p>
            <a:pPr algn="ctr">
              <a:defRPr sz="891" b="0">
                <a:solidFill>
                  <a:srgbClr val="454B50"/>
                </a:solidFill>
                <a:latin typeface="Microsoft YaHei"/>
                <a:ea typeface="Microsoft YaHei"/>
                <a:cs typeface="Microsoft YaHei"/>
              </a:defRPr>
            </a:pPr>
            <a:r>
              <a:rPr sz="891" b="0">
                <a:solidFill>
                  <a:srgbClr val="454B50"/>
                </a:solidFill>
                <a:latin typeface="Microsoft YaHei"/>
                <a:ea typeface="Microsoft YaHei"/>
                <a:cs typeface="Microsoft YaHei"/>
              </a:rPr>
              <a:t>选择合适的 Kernel</a:t>
            </a:r>
          </a:p>
        </p:txBody>
      </p:sp>
      <p:sp>
        <p:nvSpPr>
          <p:cNvPr id="285" name="line_198">
            <a:extLst>
              <a:ext uri="{FF2B5EF4-FFF2-40B4-BE49-F238E27FC236}">
                <a16:creationId xmlns:a16="http://schemas.microsoft.com/office/drawing/2014/main" id="{DFF1D383-EEF8-43E7-9484-0DE3B3B18ADD}"/>
              </a:ext>
            </a:extLst>
          </p:cNvPr>
          <p:cNvSpPr>
            <a:spLocks noGrp="1"/>
          </p:cNvSpPr>
          <p:nvPr/>
        </p:nvSpPr>
        <p:spPr>
          <a:xfrm>
            <a:off x="9552349" y="4787818"/>
            <a:ext cx="15240" cy="175260"/>
          </a:xfrm>
          <a:custGeom>
            <a:avLst/>
            <a:gdLst/>
            <a:ahLst/>
            <a:cxnLst/>
            <a:rect l="0" t="0" r="0" b="0"/>
            <a:pathLst>
              <a:path w="15240" h="175260">
                <a:moveTo>
                  <a:pt x="7620" y="7620"/>
                </a:moveTo>
                <a:lnTo>
                  <a:pt x="7620" y="167640"/>
                </a:lnTo>
              </a:path>
            </a:pathLst>
          </a:custGeom>
          <a:noFill/>
          <a:ln w="15240">
            <a:solidFill>
              <a:srgbClr val="C9000C"/>
            </a:solidFill>
          </a:ln>
        </p:spPr>
      </p:sp>
      <p:sp>
        <p:nvSpPr>
          <p:cNvPr id="286" name="line_199">
            <a:extLst>
              <a:ext uri="{FF2B5EF4-FFF2-40B4-BE49-F238E27FC236}">
                <a16:creationId xmlns:a16="http://schemas.microsoft.com/office/drawing/2014/main" id="{7DC55863-6766-4859-BD64-819ACBB2D4A3}"/>
              </a:ext>
            </a:extLst>
          </p:cNvPr>
          <p:cNvSpPr>
            <a:spLocks noGrp="1"/>
          </p:cNvSpPr>
          <p:nvPr/>
        </p:nvSpPr>
        <p:spPr>
          <a:xfrm>
            <a:off x="9526776" y="4901028"/>
            <a:ext cx="66385" cy="62050"/>
          </a:xfrm>
          <a:custGeom>
            <a:avLst/>
            <a:gdLst/>
            <a:ahLst/>
            <a:cxnLst/>
            <a:rect l="0" t="0" r="0" b="0"/>
            <a:pathLst>
              <a:path w="66385" h="62050">
                <a:moveTo>
                  <a:pt x="7620" y="7620"/>
                </a:moveTo>
                <a:lnTo>
                  <a:pt x="33193" y="54430"/>
                </a:lnTo>
                <a:lnTo>
                  <a:pt x="58765" y="7620"/>
                </a:lnTo>
              </a:path>
            </a:pathLst>
          </a:custGeom>
          <a:noFill/>
          <a:ln w="15240">
            <a:solidFill>
              <a:srgbClr val="C9000C"/>
            </a:solidFill>
          </a:ln>
        </p:spPr>
      </p:sp>
      <p:sp>
        <p:nvSpPr>
          <p:cNvPr id="287" name="object_200">
            <a:extLst>
              <a:ext uri="{FF2B5EF4-FFF2-40B4-BE49-F238E27FC236}">
                <a16:creationId xmlns:a16="http://schemas.microsoft.com/office/drawing/2014/main" id="{3B59FC3F-8062-48F3-A1F2-5F38CDAA0CA3}"/>
              </a:ext>
            </a:extLst>
          </p:cNvPr>
          <p:cNvSpPr>
            <a:spLocks noGrp="1"/>
          </p:cNvSpPr>
          <p:nvPr/>
        </p:nvSpPr>
        <p:spPr>
          <a:xfrm>
            <a:off x="9026569" y="5024038"/>
            <a:ext cx="1097280" cy="1196340"/>
          </a:xfrm>
          <a:prstGeom prst="roundRect">
            <a:avLst>
              <a:gd name="adj" fmla="val 4861"/>
            </a:avLst>
          </a:prstGeom>
          <a:solidFill>
            <a:srgbClr val="F3F5F6"/>
          </a:solidFill>
          <a:ln w="7620">
            <a:noFill/>
          </a:ln>
        </p:spPr>
      </p:sp>
      <p:sp>
        <p:nvSpPr>
          <p:cNvPr id="288" name="object_201">
            <a:extLst>
              <a:ext uri="{FF2B5EF4-FFF2-40B4-BE49-F238E27FC236}">
                <a16:creationId xmlns:a16="http://schemas.microsoft.com/office/drawing/2014/main" id="{2AE06BB6-5269-4969-9401-47247D208670}"/>
              </a:ext>
            </a:extLst>
          </p:cNvPr>
          <p:cNvSpPr>
            <a:spLocks noGrp="1"/>
          </p:cNvSpPr>
          <p:nvPr/>
        </p:nvSpPr>
        <p:spPr>
          <a:xfrm>
            <a:off x="9464719" y="5180248"/>
            <a:ext cx="190500" cy="190500"/>
          </a:xfrm>
          <a:prstGeom prst="rect">
            <a:avLst/>
          </a:prstGeom>
          <a:noFill/>
          <a:ln w="15875">
            <a:solidFill>
              <a:srgbClr val="111315"/>
            </a:solidFill>
          </a:ln>
        </p:spPr>
      </p:sp>
      <p:sp>
        <p:nvSpPr>
          <p:cNvPr id="289" name="object_202">
            <a:extLst>
              <a:ext uri="{FF2B5EF4-FFF2-40B4-BE49-F238E27FC236}">
                <a16:creationId xmlns:a16="http://schemas.microsoft.com/office/drawing/2014/main" id="{BCC9C8DB-26F7-4CC6-93D3-1324DDB78B38}"/>
              </a:ext>
            </a:extLst>
          </p:cNvPr>
          <p:cNvSpPr>
            <a:spLocks noGrp="1"/>
          </p:cNvSpPr>
          <p:nvPr/>
        </p:nvSpPr>
        <p:spPr>
          <a:xfrm>
            <a:off x="9502819" y="5218348"/>
            <a:ext cx="114300" cy="114300"/>
          </a:xfrm>
          <a:prstGeom prst="rect">
            <a:avLst/>
          </a:prstGeom>
          <a:noFill/>
          <a:ln w="15875">
            <a:solidFill>
              <a:srgbClr val="111315"/>
            </a:solidFill>
          </a:ln>
        </p:spPr>
      </p:sp>
      <p:sp>
        <p:nvSpPr>
          <p:cNvPr id="290" name="line_203">
            <a:extLst>
              <a:ext uri="{FF2B5EF4-FFF2-40B4-BE49-F238E27FC236}">
                <a16:creationId xmlns:a16="http://schemas.microsoft.com/office/drawing/2014/main" id="{4F09F768-FA26-4907-BE09-91770B0A01F2}"/>
              </a:ext>
            </a:extLst>
          </p:cNvPr>
          <p:cNvSpPr>
            <a:spLocks noGrp="1"/>
          </p:cNvSpPr>
          <p:nvPr/>
        </p:nvSpPr>
        <p:spPr>
          <a:xfrm>
            <a:off x="9482499" y="5121828"/>
            <a:ext cx="15240" cy="53340"/>
          </a:xfrm>
          <a:custGeom>
            <a:avLst/>
            <a:gdLst/>
            <a:ahLst/>
            <a:cxnLst/>
            <a:rect l="0" t="0" r="0" b="0"/>
            <a:pathLst>
              <a:path w="15240" h="53340">
                <a:moveTo>
                  <a:pt x="7620" y="7620"/>
                </a:moveTo>
                <a:lnTo>
                  <a:pt x="7620" y="45720"/>
                </a:lnTo>
              </a:path>
            </a:pathLst>
          </a:custGeom>
          <a:noFill/>
          <a:ln w="16510">
            <a:solidFill>
              <a:srgbClr val="111315"/>
            </a:solidFill>
          </a:ln>
        </p:spPr>
      </p:sp>
      <p:sp>
        <p:nvSpPr>
          <p:cNvPr id="291" name="line_204">
            <a:extLst>
              <a:ext uri="{FF2B5EF4-FFF2-40B4-BE49-F238E27FC236}">
                <a16:creationId xmlns:a16="http://schemas.microsoft.com/office/drawing/2014/main" id="{42597E65-8889-4991-96B5-D471F025E52F}"/>
              </a:ext>
            </a:extLst>
          </p:cNvPr>
          <p:cNvSpPr>
            <a:spLocks noGrp="1"/>
          </p:cNvSpPr>
          <p:nvPr/>
        </p:nvSpPr>
        <p:spPr>
          <a:xfrm>
            <a:off x="9482499" y="5375828"/>
            <a:ext cx="15240" cy="53340"/>
          </a:xfrm>
          <a:custGeom>
            <a:avLst/>
            <a:gdLst/>
            <a:ahLst/>
            <a:cxnLst/>
            <a:rect l="0" t="0" r="0" b="0"/>
            <a:pathLst>
              <a:path w="15240" h="53340">
                <a:moveTo>
                  <a:pt x="7620" y="7620"/>
                </a:moveTo>
                <a:lnTo>
                  <a:pt x="7620" y="45720"/>
                </a:lnTo>
              </a:path>
            </a:pathLst>
          </a:custGeom>
          <a:noFill/>
          <a:ln w="16510">
            <a:solidFill>
              <a:srgbClr val="111315"/>
            </a:solidFill>
          </a:ln>
        </p:spPr>
      </p:sp>
      <p:sp>
        <p:nvSpPr>
          <p:cNvPr id="292" name="line_205">
            <a:extLst>
              <a:ext uri="{FF2B5EF4-FFF2-40B4-BE49-F238E27FC236}">
                <a16:creationId xmlns:a16="http://schemas.microsoft.com/office/drawing/2014/main" id="{3E4C4DB0-1F4D-46BB-9F96-06EFFB3E43A7}"/>
              </a:ext>
            </a:extLst>
          </p:cNvPr>
          <p:cNvSpPr>
            <a:spLocks noGrp="1"/>
          </p:cNvSpPr>
          <p:nvPr/>
        </p:nvSpPr>
        <p:spPr>
          <a:xfrm>
            <a:off x="9406299" y="5198028"/>
            <a:ext cx="53340" cy="15240"/>
          </a:xfrm>
          <a:custGeom>
            <a:avLst/>
            <a:gdLst/>
            <a:ahLst/>
            <a:cxnLst/>
            <a:rect l="0" t="0" r="0" b="0"/>
            <a:pathLst>
              <a:path w="53340" h="15240">
                <a:moveTo>
                  <a:pt x="7620" y="7620"/>
                </a:moveTo>
                <a:lnTo>
                  <a:pt x="45720" y="7620"/>
                </a:lnTo>
              </a:path>
            </a:pathLst>
          </a:custGeom>
          <a:noFill/>
          <a:ln w="16510">
            <a:solidFill>
              <a:srgbClr val="111315"/>
            </a:solidFill>
          </a:ln>
        </p:spPr>
      </p:sp>
      <p:sp>
        <p:nvSpPr>
          <p:cNvPr id="293" name="line_206">
            <a:extLst>
              <a:ext uri="{FF2B5EF4-FFF2-40B4-BE49-F238E27FC236}">
                <a16:creationId xmlns:a16="http://schemas.microsoft.com/office/drawing/2014/main" id="{F2926287-5EDA-4B15-BA39-7C13EC3EDA40}"/>
              </a:ext>
            </a:extLst>
          </p:cNvPr>
          <p:cNvSpPr>
            <a:spLocks noGrp="1"/>
          </p:cNvSpPr>
          <p:nvPr/>
        </p:nvSpPr>
        <p:spPr>
          <a:xfrm>
            <a:off x="9660299" y="5198028"/>
            <a:ext cx="53340" cy="15240"/>
          </a:xfrm>
          <a:custGeom>
            <a:avLst/>
            <a:gdLst/>
            <a:ahLst/>
            <a:cxnLst/>
            <a:rect l="0" t="0" r="0" b="0"/>
            <a:pathLst>
              <a:path w="53340" h="15240">
                <a:moveTo>
                  <a:pt x="7620" y="7620"/>
                </a:moveTo>
                <a:lnTo>
                  <a:pt x="45720" y="7620"/>
                </a:lnTo>
              </a:path>
            </a:pathLst>
          </a:custGeom>
          <a:noFill/>
          <a:ln w="16510">
            <a:solidFill>
              <a:srgbClr val="111315"/>
            </a:solidFill>
          </a:ln>
        </p:spPr>
      </p:sp>
      <p:sp>
        <p:nvSpPr>
          <p:cNvPr id="294" name="line_207">
            <a:extLst>
              <a:ext uri="{FF2B5EF4-FFF2-40B4-BE49-F238E27FC236}">
                <a16:creationId xmlns:a16="http://schemas.microsoft.com/office/drawing/2014/main" id="{3DF16427-D5D7-43F5-801C-6A0E0A664DB1}"/>
              </a:ext>
            </a:extLst>
          </p:cNvPr>
          <p:cNvSpPr>
            <a:spLocks noGrp="1"/>
          </p:cNvSpPr>
          <p:nvPr/>
        </p:nvSpPr>
        <p:spPr>
          <a:xfrm>
            <a:off x="9552349" y="5121828"/>
            <a:ext cx="15240" cy="53340"/>
          </a:xfrm>
          <a:custGeom>
            <a:avLst/>
            <a:gdLst/>
            <a:ahLst/>
            <a:cxnLst/>
            <a:rect l="0" t="0" r="0" b="0"/>
            <a:pathLst>
              <a:path w="15240" h="53340">
                <a:moveTo>
                  <a:pt x="7620" y="7620"/>
                </a:moveTo>
                <a:lnTo>
                  <a:pt x="7620" y="45720"/>
                </a:lnTo>
              </a:path>
            </a:pathLst>
          </a:custGeom>
          <a:noFill/>
          <a:ln w="16510">
            <a:solidFill>
              <a:srgbClr val="111315"/>
            </a:solidFill>
          </a:ln>
        </p:spPr>
      </p:sp>
      <p:sp>
        <p:nvSpPr>
          <p:cNvPr id="295" name="line_208">
            <a:extLst>
              <a:ext uri="{FF2B5EF4-FFF2-40B4-BE49-F238E27FC236}">
                <a16:creationId xmlns:a16="http://schemas.microsoft.com/office/drawing/2014/main" id="{27BC25C2-761A-420A-B082-DE8210F07F80}"/>
              </a:ext>
            </a:extLst>
          </p:cNvPr>
          <p:cNvSpPr>
            <a:spLocks noGrp="1"/>
          </p:cNvSpPr>
          <p:nvPr/>
        </p:nvSpPr>
        <p:spPr>
          <a:xfrm>
            <a:off x="9552349" y="5375828"/>
            <a:ext cx="15240" cy="53340"/>
          </a:xfrm>
          <a:custGeom>
            <a:avLst/>
            <a:gdLst/>
            <a:ahLst/>
            <a:cxnLst/>
            <a:rect l="0" t="0" r="0" b="0"/>
            <a:pathLst>
              <a:path w="15240" h="53340">
                <a:moveTo>
                  <a:pt x="7620" y="7620"/>
                </a:moveTo>
                <a:lnTo>
                  <a:pt x="7620" y="45720"/>
                </a:lnTo>
              </a:path>
            </a:pathLst>
          </a:custGeom>
          <a:noFill/>
          <a:ln w="16510">
            <a:solidFill>
              <a:srgbClr val="111315"/>
            </a:solidFill>
          </a:ln>
        </p:spPr>
      </p:sp>
      <p:sp>
        <p:nvSpPr>
          <p:cNvPr id="296" name="line_209">
            <a:extLst>
              <a:ext uri="{FF2B5EF4-FFF2-40B4-BE49-F238E27FC236}">
                <a16:creationId xmlns:a16="http://schemas.microsoft.com/office/drawing/2014/main" id="{D5818B95-E46B-438E-A23D-B0FD2CBE4FF6}"/>
              </a:ext>
            </a:extLst>
          </p:cNvPr>
          <p:cNvSpPr>
            <a:spLocks noGrp="1"/>
          </p:cNvSpPr>
          <p:nvPr/>
        </p:nvSpPr>
        <p:spPr>
          <a:xfrm>
            <a:off x="9406299" y="5267878"/>
            <a:ext cx="53340" cy="15240"/>
          </a:xfrm>
          <a:custGeom>
            <a:avLst/>
            <a:gdLst/>
            <a:ahLst/>
            <a:cxnLst/>
            <a:rect l="0" t="0" r="0" b="0"/>
            <a:pathLst>
              <a:path w="53340" h="15240">
                <a:moveTo>
                  <a:pt x="7620" y="7620"/>
                </a:moveTo>
                <a:lnTo>
                  <a:pt x="45720" y="7620"/>
                </a:lnTo>
              </a:path>
            </a:pathLst>
          </a:custGeom>
          <a:noFill/>
          <a:ln w="16510">
            <a:solidFill>
              <a:srgbClr val="111315"/>
            </a:solidFill>
          </a:ln>
        </p:spPr>
      </p:sp>
      <p:sp>
        <p:nvSpPr>
          <p:cNvPr id="297" name="line_210">
            <a:extLst>
              <a:ext uri="{FF2B5EF4-FFF2-40B4-BE49-F238E27FC236}">
                <a16:creationId xmlns:a16="http://schemas.microsoft.com/office/drawing/2014/main" id="{DF583780-AED9-49B0-A55E-F991D772CE87}"/>
              </a:ext>
            </a:extLst>
          </p:cNvPr>
          <p:cNvSpPr>
            <a:spLocks noGrp="1"/>
          </p:cNvSpPr>
          <p:nvPr/>
        </p:nvSpPr>
        <p:spPr>
          <a:xfrm>
            <a:off x="9660299" y="5267878"/>
            <a:ext cx="53340" cy="15240"/>
          </a:xfrm>
          <a:custGeom>
            <a:avLst/>
            <a:gdLst/>
            <a:ahLst/>
            <a:cxnLst/>
            <a:rect l="0" t="0" r="0" b="0"/>
            <a:pathLst>
              <a:path w="53340" h="15240">
                <a:moveTo>
                  <a:pt x="7620" y="7620"/>
                </a:moveTo>
                <a:lnTo>
                  <a:pt x="45720" y="7620"/>
                </a:lnTo>
              </a:path>
            </a:pathLst>
          </a:custGeom>
          <a:noFill/>
          <a:ln w="16510">
            <a:solidFill>
              <a:srgbClr val="111315"/>
            </a:solidFill>
          </a:ln>
        </p:spPr>
      </p:sp>
      <p:sp>
        <p:nvSpPr>
          <p:cNvPr id="298" name="line_211">
            <a:extLst>
              <a:ext uri="{FF2B5EF4-FFF2-40B4-BE49-F238E27FC236}">
                <a16:creationId xmlns:a16="http://schemas.microsoft.com/office/drawing/2014/main" id="{9EBA3AB7-0202-41DD-B334-A4CB0F1722FB}"/>
              </a:ext>
            </a:extLst>
          </p:cNvPr>
          <p:cNvSpPr>
            <a:spLocks noGrp="1"/>
          </p:cNvSpPr>
          <p:nvPr/>
        </p:nvSpPr>
        <p:spPr>
          <a:xfrm>
            <a:off x="9622199" y="5121828"/>
            <a:ext cx="15240" cy="53340"/>
          </a:xfrm>
          <a:custGeom>
            <a:avLst/>
            <a:gdLst/>
            <a:ahLst/>
            <a:cxnLst/>
            <a:rect l="0" t="0" r="0" b="0"/>
            <a:pathLst>
              <a:path w="15240" h="53340">
                <a:moveTo>
                  <a:pt x="7620" y="7620"/>
                </a:moveTo>
                <a:lnTo>
                  <a:pt x="7620" y="45720"/>
                </a:lnTo>
              </a:path>
            </a:pathLst>
          </a:custGeom>
          <a:noFill/>
          <a:ln w="16510">
            <a:solidFill>
              <a:srgbClr val="111315"/>
            </a:solidFill>
          </a:ln>
        </p:spPr>
      </p:sp>
      <p:sp>
        <p:nvSpPr>
          <p:cNvPr id="299" name="line_212">
            <a:extLst>
              <a:ext uri="{FF2B5EF4-FFF2-40B4-BE49-F238E27FC236}">
                <a16:creationId xmlns:a16="http://schemas.microsoft.com/office/drawing/2014/main" id="{AB077A83-28DE-4EF3-8F8D-A8D7B34829A1}"/>
              </a:ext>
            </a:extLst>
          </p:cNvPr>
          <p:cNvSpPr>
            <a:spLocks noGrp="1"/>
          </p:cNvSpPr>
          <p:nvPr/>
        </p:nvSpPr>
        <p:spPr>
          <a:xfrm>
            <a:off x="9622199" y="5375828"/>
            <a:ext cx="15240" cy="53340"/>
          </a:xfrm>
          <a:custGeom>
            <a:avLst/>
            <a:gdLst/>
            <a:ahLst/>
            <a:cxnLst/>
            <a:rect l="0" t="0" r="0" b="0"/>
            <a:pathLst>
              <a:path w="15240" h="53340">
                <a:moveTo>
                  <a:pt x="7620" y="7620"/>
                </a:moveTo>
                <a:lnTo>
                  <a:pt x="7620" y="45720"/>
                </a:lnTo>
              </a:path>
            </a:pathLst>
          </a:custGeom>
          <a:noFill/>
          <a:ln w="16510">
            <a:solidFill>
              <a:srgbClr val="111315"/>
            </a:solidFill>
          </a:ln>
        </p:spPr>
      </p:sp>
      <p:sp>
        <p:nvSpPr>
          <p:cNvPr id="300" name="line_213">
            <a:extLst>
              <a:ext uri="{FF2B5EF4-FFF2-40B4-BE49-F238E27FC236}">
                <a16:creationId xmlns:a16="http://schemas.microsoft.com/office/drawing/2014/main" id="{F2A39BF7-807C-447C-873E-E5239BE58922}"/>
              </a:ext>
            </a:extLst>
          </p:cNvPr>
          <p:cNvSpPr>
            <a:spLocks noGrp="1"/>
          </p:cNvSpPr>
          <p:nvPr/>
        </p:nvSpPr>
        <p:spPr>
          <a:xfrm>
            <a:off x="9406299" y="5337728"/>
            <a:ext cx="53340" cy="15240"/>
          </a:xfrm>
          <a:custGeom>
            <a:avLst/>
            <a:gdLst/>
            <a:ahLst/>
            <a:cxnLst/>
            <a:rect l="0" t="0" r="0" b="0"/>
            <a:pathLst>
              <a:path w="53340" h="15240">
                <a:moveTo>
                  <a:pt x="7620" y="7620"/>
                </a:moveTo>
                <a:lnTo>
                  <a:pt x="45720" y="7620"/>
                </a:lnTo>
              </a:path>
            </a:pathLst>
          </a:custGeom>
          <a:noFill/>
          <a:ln w="16510">
            <a:solidFill>
              <a:srgbClr val="111315"/>
            </a:solidFill>
          </a:ln>
        </p:spPr>
      </p:sp>
      <p:sp>
        <p:nvSpPr>
          <p:cNvPr id="301" name="line_214">
            <a:extLst>
              <a:ext uri="{FF2B5EF4-FFF2-40B4-BE49-F238E27FC236}">
                <a16:creationId xmlns:a16="http://schemas.microsoft.com/office/drawing/2014/main" id="{4E6E761B-4ED5-4007-89C3-58FB82052B06}"/>
              </a:ext>
            </a:extLst>
          </p:cNvPr>
          <p:cNvSpPr>
            <a:spLocks noGrp="1"/>
          </p:cNvSpPr>
          <p:nvPr/>
        </p:nvSpPr>
        <p:spPr>
          <a:xfrm>
            <a:off x="9660299" y="5337728"/>
            <a:ext cx="53340" cy="15240"/>
          </a:xfrm>
          <a:custGeom>
            <a:avLst/>
            <a:gdLst/>
            <a:ahLst/>
            <a:cxnLst/>
            <a:rect l="0" t="0" r="0" b="0"/>
            <a:pathLst>
              <a:path w="53340" h="15240">
                <a:moveTo>
                  <a:pt x="7620" y="7620"/>
                </a:moveTo>
                <a:lnTo>
                  <a:pt x="45720" y="7620"/>
                </a:lnTo>
              </a:path>
            </a:pathLst>
          </a:custGeom>
          <a:noFill/>
          <a:ln w="16510">
            <a:solidFill>
              <a:srgbClr val="111315"/>
            </a:solidFill>
          </a:ln>
        </p:spPr>
      </p:sp>
      <p:sp>
        <p:nvSpPr>
          <p:cNvPr id="302" name="text_216_结合 MLU 硬件特性">
            <a:extLst>
              <a:ext uri="{FF2B5EF4-FFF2-40B4-BE49-F238E27FC236}">
                <a16:creationId xmlns:a16="http://schemas.microsoft.com/office/drawing/2014/main" id="{05D94FF6-AB8E-49CF-A1A3-35E1D12A1BAC}"/>
              </a:ext>
            </a:extLst>
          </p:cNvPr>
          <p:cNvSpPr>
            <a:spLocks noGrp="1"/>
          </p:cNvSpPr>
          <p:nvPr/>
        </p:nvSpPr>
        <p:spPr>
          <a:xfrm>
            <a:off x="9064669" y="5488858"/>
            <a:ext cx="1021080" cy="228600"/>
          </a:xfrm>
          <a:prstGeom prst="rect">
            <a:avLst/>
          </a:prstGeom>
          <a:noFill/>
          <a:ln w="7620">
            <a:noFill/>
          </a:ln>
        </p:spPr>
        <p:txBody>
          <a:bodyPr wrap="none" lIns="0" tIns="0" rIns="0" bIns="0" anchor="ctr">
            <a:noAutofit/>
          </a:bodyPr>
          <a:lstStyle/>
          <a:p>
            <a:pPr algn="ctr">
              <a:defRPr sz="856" b="1">
                <a:solidFill>
                  <a:srgbClr val="111315"/>
                </a:solidFill>
                <a:latin typeface="Microsoft YaHei"/>
                <a:ea typeface="Microsoft YaHei"/>
                <a:cs typeface="Microsoft YaHei"/>
              </a:defRPr>
            </a:pPr>
            <a:r>
              <a:rPr sz="856" b="1">
                <a:solidFill>
                  <a:srgbClr val="111315"/>
                </a:solidFill>
                <a:latin typeface="Microsoft YaHei"/>
                <a:ea typeface="Microsoft YaHei"/>
                <a:cs typeface="Microsoft YaHei"/>
              </a:rPr>
              <a:t>结合 MLU 硬件特性</a:t>
            </a:r>
          </a:p>
        </p:txBody>
      </p:sp>
      <p:sp>
        <p:nvSpPr>
          <p:cNvPr id="303" name="text_218_考虑 NRAM/WRAM">
            <a:extLst>
              <a:ext uri="{FF2B5EF4-FFF2-40B4-BE49-F238E27FC236}">
                <a16:creationId xmlns:a16="http://schemas.microsoft.com/office/drawing/2014/main" id="{E0E089E0-A395-46DB-B73D-549A899744FC}"/>
              </a:ext>
            </a:extLst>
          </p:cNvPr>
          <p:cNvSpPr>
            <a:spLocks noGrp="1"/>
          </p:cNvSpPr>
          <p:nvPr/>
        </p:nvSpPr>
        <p:spPr>
          <a:xfrm>
            <a:off x="9079909" y="5801278"/>
            <a:ext cx="990600" cy="190500"/>
          </a:xfrm>
          <a:prstGeom prst="rect">
            <a:avLst/>
          </a:prstGeom>
          <a:noFill/>
          <a:ln w="7620">
            <a:noFill/>
          </a:ln>
        </p:spPr>
        <p:txBody>
          <a:bodyPr wrap="none" lIns="0" tIns="0" rIns="0" bIns="0" anchor="ctr">
            <a:noAutofit/>
          </a:bodyPr>
          <a:lstStyle/>
          <a:p>
            <a:pPr algn="ctr">
              <a:defRPr sz="809" b="0">
                <a:solidFill>
                  <a:srgbClr val="454B50"/>
                </a:solidFill>
                <a:latin typeface="Microsoft YaHei"/>
                <a:ea typeface="Microsoft YaHei"/>
                <a:cs typeface="Microsoft YaHei"/>
              </a:defRPr>
            </a:pPr>
            <a:r>
              <a:rPr sz="809" b="0">
                <a:solidFill>
                  <a:srgbClr val="454B50"/>
                </a:solidFill>
                <a:latin typeface="Microsoft YaHei"/>
                <a:ea typeface="Microsoft YaHei"/>
                <a:cs typeface="Microsoft YaHei"/>
              </a:rPr>
              <a:t>考虑 NRAM/WRAM</a:t>
            </a:r>
          </a:p>
        </p:txBody>
      </p:sp>
      <p:sp>
        <p:nvSpPr>
          <p:cNvPr id="304" name="text_220_并行与流水等约束">
            <a:extLst>
              <a:ext uri="{FF2B5EF4-FFF2-40B4-BE49-F238E27FC236}">
                <a16:creationId xmlns:a16="http://schemas.microsoft.com/office/drawing/2014/main" id="{43FE6F13-AA0A-4429-AEA8-B65CCEF1F1E2}"/>
              </a:ext>
            </a:extLst>
          </p:cNvPr>
          <p:cNvSpPr>
            <a:spLocks noGrp="1"/>
          </p:cNvSpPr>
          <p:nvPr/>
        </p:nvSpPr>
        <p:spPr>
          <a:xfrm>
            <a:off x="9079909" y="5991778"/>
            <a:ext cx="990600" cy="190500"/>
          </a:xfrm>
          <a:prstGeom prst="rect">
            <a:avLst/>
          </a:prstGeom>
          <a:noFill/>
          <a:ln w="7620">
            <a:noFill/>
          </a:ln>
        </p:spPr>
        <p:txBody>
          <a:bodyPr wrap="none" lIns="0" tIns="0" rIns="0" bIns="0" anchor="ctr">
            <a:noAutofit/>
          </a:bodyPr>
          <a:lstStyle/>
          <a:p>
            <a:pPr algn="ctr">
              <a:defRPr sz="960" b="0">
                <a:solidFill>
                  <a:srgbClr val="454B50"/>
                </a:solidFill>
                <a:latin typeface="Microsoft YaHei"/>
                <a:ea typeface="Microsoft YaHei"/>
                <a:cs typeface="Microsoft YaHei"/>
              </a:defRPr>
            </a:pPr>
            <a:r>
              <a:rPr sz="960" b="0">
                <a:solidFill>
                  <a:srgbClr val="454B50"/>
                </a:solidFill>
                <a:latin typeface="Microsoft YaHei"/>
                <a:ea typeface="Microsoft YaHei"/>
                <a:cs typeface="Microsoft YaHei"/>
              </a:rPr>
              <a:t>并行与流水等约束</a:t>
            </a:r>
          </a:p>
        </p:txBody>
      </p:sp>
      <p:grpSp>
        <p:nvGrpSpPr>
          <p:cNvPr id="308" name="组合 307">
            <a:extLst>
              <a:ext uri="{FF2B5EF4-FFF2-40B4-BE49-F238E27FC236}">
                <a16:creationId xmlns:a16="http://schemas.microsoft.com/office/drawing/2014/main" id="{FBB5E351-DD1F-4B5C-BFDF-C856FE199554}"/>
              </a:ext>
            </a:extLst>
          </p:cNvPr>
          <p:cNvGrpSpPr/>
          <p:nvPr/>
        </p:nvGrpSpPr>
        <p:grpSpPr>
          <a:xfrm>
            <a:off x="5355252" y="925836"/>
            <a:ext cx="1872000" cy="558168"/>
            <a:chOff x="836294" y="996913"/>
            <a:chExt cx="1872000" cy="558168"/>
          </a:xfrm>
        </p:grpSpPr>
        <p:sp>
          <p:nvSpPr>
            <p:cNvPr id="309" name="文本框 308">
              <a:extLst>
                <a:ext uri="{FF2B5EF4-FFF2-40B4-BE49-F238E27FC236}">
                  <a16:creationId xmlns:a16="http://schemas.microsoft.com/office/drawing/2014/main" id="{5AC8F223-5A2F-A79F-94C2-CE117DEA9EB5}"/>
                </a:ext>
              </a:extLst>
            </p:cNvPr>
            <p:cNvSpPr txBox="1"/>
            <p:nvPr/>
          </p:nvSpPr>
          <p:spPr>
            <a:xfrm>
              <a:off x="1236344" y="996913"/>
              <a:ext cx="1415772" cy="461665"/>
            </a:xfrm>
            <a:prstGeom prst="rect">
              <a:avLst/>
            </a:prstGeom>
            <a:noFill/>
            <a:effectLst>
              <a:outerShdw blurRad="50800" dist="38100" dir="2700000" algn="tl" rotWithShape="0">
                <a:prstClr val="black">
                  <a:alpha val="40000"/>
                </a:prstClr>
              </a:outerShdw>
            </a:effectLst>
          </p:spPr>
          <p:txBody>
            <a:bodyPr wrap="none" rtlCol="0">
              <a:spAutoFit/>
            </a:bodyPr>
            <a:lstStyle/>
            <a:p>
              <a:r>
                <a:rPr lang="zh-CN" altLang="en-US" sz="2400" b="1" dirty="0" smtClean="0"/>
                <a:t>解决思路</a:t>
              </a:r>
              <a:endParaRPr lang="zh-CN" altLang="en-US" sz="2400" b="1" dirty="0"/>
            </a:p>
          </p:txBody>
        </p:sp>
        <p:cxnSp>
          <p:nvCxnSpPr>
            <p:cNvPr id="310" name="直接连接符 309">
              <a:extLst>
                <a:ext uri="{FF2B5EF4-FFF2-40B4-BE49-F238E27FC236}">
                  <a16:creationId xmlns:a16="http://schemas.microsoft.com/office/drawing/2014/main" id="{935F3830-3339-26D4-B832-5D93E3A1C352}"/>
                </a:ext>
              </a:extLst>
            </p:cNvPr>
            <p:cNvCxnSpPr/>
            <p:nvPr/>
          </p:nvCxnSpPr>
          <p:spPr>
            <a:xfrm>
              <a:off x="836294" y="1555081"/>
              <a:ext cx="1872000" cy="0"/>
            </a:xfrm>
            <a:prstGeom prst="line">
              <a:avLst/>
            </a:prstGeom>
            <a:effectLst>
              <a:outerShdw blurRad="50800" dist="38100" dir="2700000" algn="tl" rotWithShape="0">
                <a:prstClr val="black">
                  <a:alpha val="40000"/>
                </a:prstClr>
              </a:outerShdw>
            </a:effectLst>
          </p:spPr>
          <p:style>
            <a:lnRef idx="3">
              <a:schemeClr val="accent1"/>
            </a:lnRef>
            <a:fillRef idx="0">
              <a:schemeClr val="accent1"/>
            </a:fillRef>
            <a:effectRef idx="2">
              <a:schemeClr val="accent1"/>
            </a:effectRef>
            <a:fontRef idx="minor">
              <a:schemeClr val="tx1"/>
            </a:fontRef>
          </p:style>
        </p:cxnSp>
        <p:pic>
          <p:nvPicPr>
            <p:cNvPr id="311" name="图片 310">
              <a:extLst>
                <a:ext uri="{FF2B5EF4-FFF2-40B4-BE49-F238E27FC236}">
                  <a16:creationId xmlns:a16="http://schemas.microsoft.com/office/drawing/2014/main" id="{6ED36106-8E5C-C3EC-BBB0-9EB99C8C6707}"/>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36294" y="1027720"/>
              <a:ext cx="400050" cy="400050"/>
            </a:xfrm>
            <a:prstGeom prst="rect">
              <a:avLst/>
            </a:prstGeom>
            <a:effectLst>
              <a:outerShdw blurRad="50800" dist="38100" dir="2700000" algn="tl" rotWithShape="0">
                <a:prstClr val="black">
                  <a:alpha val="40000"/>
                </a:prstClr>
              </a:outerShdw>
            </a:effectLst>
          </p:spPr>
        </p:pic>
      </p:grpSp>
      <p:sp>
        <p:nvSpPr>
          <p:cNvPr id="312" name="文本框 311">
            <a:extLst>
              <a:ext uri="{FF2B5EF4-FFF2-40B4-BE49-F238E27FC236}">
                <a16:creationId xmlns:a16="http://schemas.microsoft.com/office/drawing/2014/main" id="{10D0D4AC-3CB6-4438-A103-C7827A3D7BD8}"/>
              </a:ext>
            </a:extLst>
          </p:cNvPr>
          <p:cNvSpPr txBox="1"/>
          <p:nvPr/>
        </p:nvSpPr>
        <p:spPr>
          <a:xfrm>
            <a:off x="5415723" y="1701718"/>
            <a:ext cx="4981412" cy="584775"/>
          </a:xfrm>
          <a:prstGeom prst="rect">
            <a:avLst/>
          </a:prstGeom>
          <a:noFill/>
        </p:spPr>
        <p:txBody>
          <a:bodyPr wrap="square" rtlCol="0">
            <a:spAutoFit/>
          </a:bodyPr>
          <a:lstStyle/>
          <a:p>
            <a:r>
              <a:rPr lang="zh-CN" altLang="en-US" sz="1600" dirty="0"/>
              <a:t>结合各方案的优势，构建从动态支持到自动优化、再到多 </a:t>
            </a:r>
            <a:r>
              <a:rPr lang="en-US" altLang="zh-CN" sz="1600" dirty="0"/>
              <a:t>Kernel </a:t>
            </a:r>
            <a:r>
              <a:rPr lang="zh-CN" altLang="en-US" sz="1600" dirty="0"/>
              <a:t>结构选择</a:t>
            </a:r>
            <a:r>
              <a:rPr lang="zh-CN" altLang="en-US" sz="1600" dirty="0" smtClean="0"/>
              <a:t>的</a:t>
            </a:r>
            <a:r>
              <a:rPr lang="zh-CN" altLang="en-US" sz="1600" dirty="0" smtClean="0">
                <a:solidFill>
                  <a:srgbClr val="454B50"/>
                </a:solidFill>
                <a:latin typeface="Microsoft YaHei"/>
                <a:ea typeface="Microsoft YaHei"/>
                <a:cs typeface="Microsoft YaHei"/>
              </a:rPr>
              <a:t>完整</a:t>
            </a:r>
            <a:r>
              <a:rPr lang="zh-CN" altLang="en-US" sz="1600" dirty="0">
                <a:solidFill>
                  <a:srgbClr val="454B50"/>
                </a:solidFill>
                <a:latin typeface="Microsoft YaHei"/>
                <a:ea typeface="Microsoft YaHei"/>
                <a:cs typeface="Microsoft YaHei"/>
              </a:rPr>
              <a:t>技术路线。</a:t>
            </a:r>
          </a:p>
        </p:txBody>
      </p:sp>
    </p:spTree>
    <p:extLst>
      <p:ext uri="{BB962C8B-B14F-4D97-AF65-F5344CB8AC3E}">
        <p14:creationId xmlns:p14="http://schemas.microsoft.com/office/powerpoint/2010/main" val="2260603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矩形: 圆角 36">
            <a:extLst>
              <a:ext uri="{FF2B5EF4-FFF2-40B4-BE49-F238E27FC236}">
                <a16:creationId xmlns:a16="http://schemas.microsoft.com/office/drawing/2014/main" id="{CA01AF1E-4BD7-F49D-78C4-54E045D92886}"/>
              </a:ext>
            </a:extLst>
          </p:cNvPr>
          <p:cNvSpPr/>
          <p:nvPr/>
        </p:nvSpPr>
        <p:spPr>
          <a:xfrm>
            <a:off x="651159" y="5205929"/>
            <a:ext cx="4772243" cy="1012091"/>
          </a:xfrm>
          <a:prstGeom prst="roundRect">
            <a:avLst/>
          </a:prstGeom>
          <a:solidFill>
            <a:schemeClr val="bg1">
              <a:lumMod val="95000"/>
            </a:schemeClr>
          </a:solid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82687F88-6189-41EF-9314-E5E7E9FC5174}"/>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111315"/>
                </a:solidFill>
              </a:rPr>
              <a:t>实习任务</a:t>
            </a:r>
            <a:r>
              <a:rPr lang="en-US" altLang="zh-CN" dirty="0">
                <a:solidFill>
                  <a:srgbClr val="111315"/>
                </a:solidFill>
              </a:rPr>
              <a:t>2</a:t>
            </a:r>
            <a:r>
              <a:rPr lang="zh-CN" altLang="en-US" dirty="0">
                <a:solidFill>
                  <a:srgbClr val="111315"/>
                </a:solidFill>
              </a:rPr>
              <a:t>： </a:t>
            </a:r>
            <a:r>
              <a:rPr sz="2600" b="1" dirty="0" smtClean="0">
                <a:solidFill>
                  <a:srgbClr val="000000"/>
                </a:solidFill>
                <a:latin typeface="Arial"/>
                <a:ea typeface="Arial"/>
                <a:cs typeface="Arial"/>
              </a:rPr>
              <a:t>V1 </a:t>
            </a:r>
            <a:r>
              <a:rPr sz="2600" b="1" dirty="0" err="1">
                <a:solidFill>
                  <a:srgbClr val="000000"/>
                </a:solidFill>
                <a:latin typeface="Arial"/>
                <a:ea typeface="Arial"/>
                <a:cs typeface="Arial"/>
              </a:rPr>
              <a:t>动态支持与</a:t>
            </a:r>
            <a:r>
              <a:rPr sz="2600" b="1" dirty="0">
                <a:solidFill>
                  <a:srgbClr val="000000"/>
                </a:solidFill>
                <a:latin typeface="Arial"/>
                <a:ea typeface="Arial"/>
                <a:cs typeface="Arial"/>
              </a:rPr>
              <a:t> V2 </a:t>
            </a:r>
            <a:r>
              <a:rPr sz="2600" b="1" dirty="0" err="1">
                <a:solidFill>
                  <a:srgbClr val="000000"/>
                </a:solidFill>
                <a:latin typeface="Arial"/>
                <a:ea typeface="Arial"/>
                <a:cs typeface="Arial"/>
              </a:rPr>
              <a:t>自动选参</a:t>
            </a:r>
            <a:endParaRPr sz="2600" b="1" dirty="0">
              <a:solidFill>
                <a:srgbClr val="000000"/>
              </a:solidFill>
              <a:latin typeface="Arial"/>
              <a:ea typeface="Arial"/>
              <a:cs typeface="Arial"/>
            </a:endParaRPr>
          </a:p>
        </p:txBody>
      </p:sp>
      <p:sp>
        <p:nvSpPr>
          <p:cNvPr id="3" name="text_103_V1：基础动态支持">
            <a:extLst>
              <a:ext uri="{FF2B5EF4-FFF2-40B4-BE49-F238E27FC236}">
                <a16:creationId xmlns:a16="http://schemas.microsoft.com/office/drawing/2014/main" id="{B2B70066-C090-482C-B72B-9E78CB939758}"/>
              </a:ext>
            </a:extLst>
          </p:cNvPr>
          <p:cNvSpPr>
            <a:spLocks noGrp="1"/>
          </p:cNvSpPr>
          <p:nvPr/>
        </p:nvSpPr>
        <p:spPr>
          <a:xfrm>
            <a:off x="775879" y="866775"/>
            <a:ext cx="2533650"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dirty="0">
                <a:solidFill>
                  <a:srgbClr val="000000"/>
                </a:solidFill>
                <a:latin typeface="Arial"/>
                <a:ea typeface="Arial"/>
                <a:cs typeface="Arial"/>
              </a:rPr>
              <a:t>V1：基础动态支持</a:t>
            </a:r>
          </a:p>
        </p:txBody>
      </p:sp>
      <p:sp>
        <p:nvSpPr>
          <p:cNvPr id="4" name="connector_104">
            <a:extLst>
              <a:ext uri="{FF2B5EF4-FFF2-40B4-BE49-F238E27FC236}">
                <a16:creationId xmlns:a16="http://schemas.microsoft.com/office/drawing/2014/main" id="{CC9E5FA1-2BAC-4CE7-871D-6F99DB26CC87}"/>
              </a:ext>
            </a:extLst>
          </p:cNvPr>
          <p:cNvSpPr>
            <a:spLocks noGrp="1"/>
          </p:cNvSpPr>
          <p:nvPr/>
        </p:nvSpPr>
        <p:spPr>
          <a:xfrm>
            <a:off x="714375"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7" name="text_111_V2：自动化参数搜索">
            <a:extLst>
              <a:ext uri="{FF2B5EF4-FFF2-40B4-BE49-F238E27FC236}">
                <a16:creationId xmlns:a16="http://schemas.microsoft.com/office/drawing/2014/main" id="{CA833A99-8AAF-4376-B870-9498AC1DE4CE}"/>
              </a:ext>
            </a:extLst>
          </p:cNvPr>
          <p:cNvSpPr>
            <a:spLocks noGrp="1"/>
          </p:cNvSpPr>
          <p:nvPr/>
        </p:nvSpPr>
        <p:spPr>
          <a:xfrm>
            <a:off x="7097268" y="866775"/>
            <a:ext cx="3829050"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dirty="0">
                <a:solidFill>
                  <a:srgbClr val="000000"/>
                </a:solidFill>
                <a:latin typeface="Arial"/>
                <a:ea typeface="Arial"/>
                <a:cs typeface="Arial"/>
              </a:rPr>
              <a:t>V2：自动化参数搜索</a:t>
            </a:r>
          </a:p>
        </p:txBody>
      </p:sp>
      <p:sp>
        <p:nvSpPr>
          <p:cNvPr id="8" name="connector_112">
            <a:extLst>
              <a:ext uri="{FF2B5EF4-FFF2-40B4-BE49-F238E27FC236}">
                <a16:creationId xmlns:a16="http://schemas.microsoft.com/office/drawing/2014/main" id="{014A637B-ECAD-4EC1-94F7-09843A5A2CF6}"/>
              </a:ext>
            </a:extLst>
          </p:cNvPr>
          <p:cNvSpPr>
            <a:spLocks noGrp="1"/>
          </p:cNvSpPr>
          <p:nvPr/>
        </p:nvSpPr>
        <p:spPr>
          <a:xfrm>
            <a:off x="7049643"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93" name="text_198_1.">
            <a:extLst>
              <a:ext uri="{FF2B5EF4-FFF2-40B4-BE49-F238E27FC236}">
                <a16:creationId xmlns:a16="http://schemas.microsoft.com/office/drawing/2014/main" id="{14474D27-555E-499F-9D39-36864EF700E6}"/>
              </a:ext>
            </a:extLst>
          </p:cNvPr>
          <p:cNvSpPr>
            <a:spLocks noGrp="1"/>
          </p:cNvSpPr>
          <p:nvPr/>
        </p:nvSpPr>
        <p:spPr>
          <a:xfrm>
            <a:off x="723900" y="1504950"/>
            <a:ext cx="247650" cy="276225"/>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sz="1500" b="1">
                <a:solidFill>
                  <a:srgbClr val="D7000F"/>
                </a:solidFill>
                <a:latin typeface="Arial"/>
                <a:ea typeface="Arial"/>
                <a:cs typeface="Arial"/>
              </a:rPr>
              <a:t>1.</a:t>
            </a:r>
          </a:p>
        </p:txBody>
      </p:sp>
      <p:sp>
        <p:nvSpPr>
          <p:cNvPr id="94" name="text_200_定义 Shape Contract">
            <a:extLst>
              <a:ext uri="{FF2B5EF4-FFF2-40B4-BE49-F238E27FC236}">
                <a16:creationId xmlns:a16="http://schemas.microsoft.com/office/drawing/2014/main" id="{58ADECBD-E75D-4258-8BCC-B4CCDECDAE8E}"/>
              </a:ext>
            </a:extLst>
          </p:cNvPr>
          <p:cNvSpPr>
            <a:spLocks noGrp="1"/>
          </p:cNvSpPr>
          <p:nvPr/>
        </p:nvSpPr>
        <p:spPr>
          <a:xfrm>
            <a:off x="1028700" y="1504950"/>
            <a:ext cx="2686050" cy="276225"/>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sz="1500" b="1" dirty="0" err="1">
                <a:latin typeface="Arial"/>
                <a:ea typeface="Arial"/>
                <a:cs typeface="Arial"/>
              </a:rPr>
              <a:t>定义</a:t>
            </a:r>
            <a:r>
              <a:rPr sz="1500" b="1" dirty="0">
                <a:latin typeface="Arial"/>
                <a:ea typeface="Arial"/>
                <a:cs typeface="Arial"/>
              </a:rPr>
              <a:t> Shape </a:t>
            </a:r>
            <a:r>
              <a:rPr sz="1500" b="1" dirty="0" smtClean="0">
                <a:latin typeface="Arial"/>
                <a:ea typeface="Arial"/>
                <a:cs typeface="Arial"/>
              </a:rPr>
              <a:t>Contract</a:t>
            </a:r>
            <a:endParaRPr sz="1500" b="1" dirty="0">
              <a:latin typeface="Arial"/>
              <a:ea typeface="Arial"/>
              <a:cs typeface="Arial"/>
            </a:endParaRPr>
          </a:p>
        </p:txBody>
      </p:sp>
      <p:graphicFrame>
        <p:nvGraphicFramePr>
          <p:cNvPr id="243" name="表格 242"/>
          <p:cNvGraphicFramePr/>
          <p:nvPr/>
        </p:nvGraphicFramePr>
        <p:xfrm>
          <a:off x="723900" y="1847850"/>
          <a:ext cx="2990850" cy="1428750"/>
        </p:xfrm>
        <a:graphic>
          <a:graphicData uri="http://schemas.openxmlformats.org/drawingml/2006/table">
            <a:tbl>
              <a:tblPr/>
              <a:tblGrid>
                <a:gridCol w="897255">
                  <a:extLst>
                    <a:ext uri="{9D8B030D-6E8A-4147-A177-3AD203B41FA5}">
                      <a16:colId xmlns:a16="http://schemas.microsoft.com/office/drawing/2014/main" val="20000"/>
                    </a:ext>
                  </a:extLst>
                </a:gridCol>
                <a:gridCol w="2093595">
                  <a:extLst>
                    <a:ext uri="{9D8B030D-6E8A-4147-A177-3AD203B41FA5}">
                      <a16:colId xmlns:a16="http://schemas.microsoft.com/office/drawing/2014/main" val="20001"/>
                    </a:ext>
                  </a:extLst>
                </a:gridCol>
              </a:tblGrid>
              <a:tr h="238125">
                <a:tc>
                  <a:txBody>
                    <a:bodyPr/>
                    <a:lstStyle/>
                    <a:p>
                      <a:pPr algn="ctr"/>
                      <a:r>
                        <a:rPr sz="1238" b="1">
                          <a:solidFill>
                            <a:srgbClr val="000000"/>
                          </a:solidFill>
                          <a:latin typeface="Arial"/>
                          <a:ea typeface="Arial"/>
                          <a:cs typeface="Arial"/>
                        </a:rPr>
                        <a:t>项目</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238" b="1">
                          <a:solidFill>
                            <a:srgbClr val="000000"/>
                          </a:solidFill>
                          <a:latin typeface="Arial"/>
                          <a:ea typeface="Arial"/>
                          <a:cs typeface="Arial"/>
                        </a:rPr>
                        <a:t>范围与约束</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extLst>
                  <a:ext uri="{0D108BD9-81ED-4DB2-BD59-A6C34878D82A}">
                    <a16:rowId xmlns:a16="http://schemas.microsoft.com/office/drawing/2014/main" val="10000"/>
                  </a:ext>
                </a:extLst>
              </a:tr>
              <a:tr h="238125">
                <a:tc>
                  <a:txBody>
                    <a:bodyPr/>
                    <a:lstStyle/>
                    <a:p>
                      <a:pPr algn="ctr"/>
                      <a:r>
                        <a:rPr sz="1238" b="0">
                          <a:solidFill>
                            <a:srgbClr val="000000"/>
                          </a:solidFill>
                          <a:latin typeface="Arial"/>
                          <a:ea typeface="Arial"/>
                          <a:cs typeface="Arial"/>
                        </a:rPr>
                        <a:t>维度</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a:solidFill>
                            <a:srgbClr val="000000"/>
                          </a:solidFill>
                          <a:latin typeface="Arial"/>
                          <a:ea typeface="Arial"/>
                          <a:cs typeface="Arial"/>
                        </a:rPr>
                        <a:t>M / N / K / …</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1"/>
                  </a:ext>
                </a:extLst>
              </a:tr>
              <a:tr h="238125">
                <a:tc>
                  <a:txBody>
                    <a:bodyPr/>
                    <a:lstStyle/>
                    <a:p>
                      <a:pPr algn="ctr"/>
                      <a:r>
                        <a:rPr sz="1238" b="0">
                          <a:solidFill>
                            <a:srgbClr val="000000"/>
                          </a:solidFill>
                          <a:latin typeface="Arial"/>
                          <a:ea typeface="Arial"/>
                          <a:cs typeface="Arial"/>
                        </a:rPr>
                        <a:t>取值范围</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a:solidFill>
                            <a:srgbClr val="000000"/>
                          </a:solidFill>
                          <a:latin typeface="Arial"/>
                          <a:ea typeface="Arial"/>
                          <a:cs typeface="Arial"/>
                        </a:rPr>
                        <a:t>如 [1, 2048]</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2"/>
                  </a:ext>
                </a:extLst>
              </a:tr>
              <a:tr h="238125">
                <a:tc>
                  <a:txBody>
                    <a:bodyPr/>
                    <a:lstStyle/>
                    <a:p>
                      <a:pPr algn="ctr"/>
                      <a:r>
                        <a:rPr sz="1238" b="0">
                          <a:solidFill>
                            <a:srgbClr val="000000"/>
                          </a:solidFill>
                          <a:latin typeface="Arial"/>
                          <a:ea typeface="Arial"/>
                          <a:cs typeface="Arial"/>
                        </a:rPr>
                        <a:t>dtype</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a:solidFill>
                            <a:srgbClr val="000000"/>
                          </a:solidFill>
                          <a:latin typeface="Arial"/>
                          <a:ea typeface="Arial"/>
                          <a:cs typeface="Arial"/>
                        </a:rPr>
                        <a:t>fp16 / fp32 / …</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3"/>
                  </a:ext>
                </a:extLst>
              </a:tr>
              <a:tr h="238125">
                <a:tc>
                  <a:txBody>
                    <a:bodyPr/>
                    <a:lstStyle/>
                    <a:p>
                      <a:pPr algn="ctr"/>
                      <a:r>
                        <a:rPr sz="1238" b="0">
                          <a:solidFill>
                            <a:srgbClr val="000000"/>
                          </a:solidFill>
                          <a:latin typeface="Arial"/>
                          <a:ea typeface="Arial"/>
                          <a:cs typeface="Arial"/>
                        </a:rPr>
                        <a:t>layout</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a:solidFill>
                            <a:srgbClr val="000000"/>
                          </a:solidFill>
                          <a:latin typeface="Arial"/>
                          <a:ea typeface="Arial"/>
                          <a:cs typeface="Arial"/>
                        </a:rPr>
                        <a:t>NCHW / NHWC / …</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4"/>
                  </a:ext>
                </a:extLst>
              </a:tr>
              <a:tr h="238125">
                <a:tc>
                  <a:txBody>
                    <a:bodyPr/>
                    <a:lstStyle/>
                    <a:p>
                      <a:pPr algn="ctr"/>
                      <a:r>
                        <a:rPr sz="1238" b="0">
                          <a:solidFill>
                            <a:srgbClr val="000000"/>
                          </a:solidFill>
                          <a:latin typeface="Arial"/>
                          <a:ea typeface="Arial"/>
                          <a:cs typeface="Arial"/>
                        </a:rPr>
                        <a:t>其他约束</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a:solidFill>
                            <a:srgbClr val="000000"/>
                          </a:solidFill>
                          <a:latin typeface="Arial"/>
                          <a:ea typeface="Arial"/>
                          <a:cs typeface="Arial"/>
                        </a:rPr>
                        <a:t>对齐要求 / stride / …</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5"/>
                  </a:ext>
                </a:extLst>
              </a:tr>
            </a:tbl>
          </a:graphicData>
        </a:graphic>
      </p:graphicFrame>
      <p:sp>
        <p:nvSpPr>
          <p:cNvPr id="96" name="text_202_固定 [M=128, N=1024]">
            <a:extLst>
              <a:ext uri="{FF2B5EF4-FFF2-40B4-BE49-F238E27FC236}">
                <a16:creationId xmlns:a16="http://schemas.microsoft.com/office/drawing/2014/main" id="{8857E75B-C7B6-433B-A5A8-9FC0D6FBAFAF}"/>
              </a:ext>
            </a:extLst>
          </p:cNvPr>
          <p:cNvSpPr>
            <a:spLocks noGrp="1"/>
          </p:cNvSpPr>
          <p:nvPr/>
        </p:nvSpPr>
        <p:spPr>
          <a:xfrm>
            <a:off x="4224526" y="1964392"/>
            <a:ext cx="2182220" cy="266700"/>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dirty="0" err="1">
                <a:solidFill>
                  <a:srgbClr val="242424"/>
                </a:solidFill>
                <a:latin typeface="Arial"/>
                <a:ea typeface="Arial"/>
                <a:cs typeface="Arial"/>
              </a:rPr>
              <a:t>固定</a:t>
            </a:r>
            <a:r>
              <a:rPr sz="1350" b="0" dirty="0">
                <a:solidFill>
                  <a:srgbClr val="242424"/>
                </a:solidFill>
                <a:latin typeface="Arial"/>
                <a:ea typeface="Arial"/>
                <a:cs typeface="Arial"/>
              </a:rPr>
              <a:t> [M=128, N=1024]</a:t>
            </a:r>
          </a:p>
        </p:txBody>
      </p:sp>
      <p:sp>
        <p:nvSpPr>
          <p:cNvPr id="99" name="text_206_动态 M、N ∈ [1, 2048]">
            <a:extLst>
              <a:ext uri="{FF2B5EF4-FFF2-40B4-BE49-F238E27FC236}">
                <a16:creationId xmlns:a16="http://schemas.microsoft.com/office/drawing/2014/main" id="{DDA2C801-C378-415A-AB87-CE00913A4826}"/>
              </a:ext>
            </a:extLst>
          </p:cNvPr>
          <p:cNvSpPr>
            <a:spLocks noGrp="1"/>
          </p:cNvSpPr>
          <p:nvPr/>
        </p:nvSpPr>
        <p:spPr>
          <a:xfrm>
            <a:off x="4274370" y="2790364"/>
            <a:ext cx="2224984" cy="285750"/>
          </a:xfrm>
          <a:prstGeom prst="rect">
            <a:avLst/>
          </a:prstGeom>
          <a:noFill/>
          <a:ln w="9525">
            <a:noFill/>
          </a:ln>
        </p:spPr>
        <p:txBody>
          <a:bodyPr wrap="none" lIns="0" tIns="0" rIns="0" bIns="0" anchor="ctr">
            <a:noAutofit/>
          </a:bodyPr>
          <a:lstStyle/>
          <a:p>
            <a:pPr algn="ctr">
              <a:defRPr sz="1500" b="1">
                <a:solidFill>
                  <a:srgbClr val="D7000F"/>
                </a:solidFill>
                <a:latin typeface="Arial"/>
                <a:ea typeface="Arial"/>
                <a:cs typeface="Arial"/>
              </a:defRPr>
            </a:pPr>
            <a:r>
              <a:rPr sz="1500" b="1" dirty="0" err="1">
                <a:solidFill>
                  <a:srgbClr val="D7000F"/>
                </a:solidFill>
                <a:latin typeface="Arial"/>
                <a:ea typeface="Arial"/>
                <a:cs typeface="Arial"/>
              </a:rPr>
              <a:t>动态</a:t>
            </a:r>
            <a:r>
              <a:rPr sz="1500" b="1" dirty="0">
                <a:solidFill>
                  <a:srgbClr val="D7000F"/>
                </a:solidFill>
                <a:latin typeface="Arial"/>
                <a:ea typeface="Arial"/>
                <a:cs typeface="Arial"/>
              </a:rPr>
              <a:t> M、N ∈ [1, 2048]</a:t>
            </a:r>
          </a:p>
        </p:txBody>
      </p:sp>
      <p:sp>
        <p:nvSpPr>
          <p:cNvPr id="100" name="text_208_2.">
            <a:extLst>
              <a:ext uri="{FF2B5EF4-FFF2-40B4-BE49-F238E27FC236}">
                <a16:creationId xmlns:a16="http://schemas.microsoft.com/office/drawing/2014/main" id="{4A79474D-2806-4777-A361-979916430BA6}"/>
              </a:ext>
            </a:extLst>
          </p:cNvPr>
          <p:cNvSpPr>
            <a:spLocks noGrp="1"/>
          </p:cNvSpPr>
          <p:nvPr/>
        </p:nvSpPr>
        <p:spPr>
          <a:xfrm>
            <a:off x="716087" y="3519487"/>
            <a:ext cx="247650" cy="276225"/>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sz="1500" b="1" dirty="0">
                <a:solidFill>
                  <a:srgbClr val="D7000F"/>
                </a:solidFill>
                <a:latin typeface="Arial"/>
                <a:ea typeface="Arial"/>
                <a:cs typeface="Arial"/>
              </a:rPr>
              <a:t>2.</a:t>
            </a:r>
          </a:p>
        </p:txBody>
      </p:sp>
      <p:sp>
        <p:nvSpPr>
          <p:cNvPr id="101" name="text_210_生成通用动态 Kernel">
            <a:extLst>
              <a:ext uri="{FF2B5EF4-FFF2-40B4-BE49-F238E27FC236}">
                <a16:creationId xmlns:a16="http://schemas.microsoft.com/office/drawing/2014/main" id="{AD2DDF5B-3009-4811-8B43-D7EBEA4EAA80}"/>
              </a:ext>
            </a:extLst>
          </p:cNvPr>
          <p:cNvSpPr>
            <a:spLocks noGrp="1"/>
          </p:cNvSpPr>
          <p:nvPr/>
        </p:nvSpPr>
        <p:spPr>
          <a:xfrm>
            <a:off x="1020887" y="3519487"/>
            <a:ext cx="2686050" cy="276225"/>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sz="1500" b="1" dirty="0" err="1">
                <a:solidFill>
                  <a:srgbClr val="D7000F"/>
                </a:solidFill>
                <a:latin typeface="Arial"/>
                <a:ea typeface="Arial"/>
                <a:cs typeface="Arial"/>
              </a:rPr>
              <a:t>生成通用动态</a:t>
            </a:r>
            <a:r>
              <a:rPr sz="1500" b="1" dirty="0">
                <a:solidFill>
                  <a:srgbClr val="D7000F"/>
                </a:solidFill>
                <a:latin typeface="Arial"/>
                <a:ea typeface="Arial"/>
                <a:cs typeface="Arial"/>
              </a:rPr>
              <a:t> Kernel</a:t>
            </a:r>
          </a:p>
        </p:txBody>
      </p:sp>
      <p:sp>
        <p:nvSpPr>
          <p:cNvPr id="102" name="text_212_Runtime Shape 获取">
            <a:extLst>
              <a:ext uri="{FF2B5EF4-FFF2-40B4-BE49-F238E27FC236}">
                <a16:creationId xmlns:a16="http://schemas.microsoft.com/office/drawing/2014/main" id="{E1C33AE0-D675-4CC5-BE8E-FE4652E9D65B}"/>
              </a:ext>
            </a:extLst>
          </p:cNvPr>
          <p:cNvSpPr>
            <a:spLocks noGrp="1"/>
          </p:cNvSpPr>
          <p:nvPr/>
        </p:nvSpPr>
        <p:spPr>
          <a:xfrm>
            <a:off x="839912" y="3843337"/>
            <a:ext cx="2838450" cy="266700"/>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Runtime Shape 获取</a:t>
            </a:r>
          </a:p>
        </p:txBody>
      </p:sp>
      <p:sp>
        <p:nvSpPr>
          <p:cNvPr id="103" name="text_214_动态 Grid / Tile">
            <a:extLst>
              <a:ext uri="{FF2B5EF4-FFF2-40B4-BE49-F238E27FC236}">
                <a16:creationId xmlns:a16="http://schemas.microsoft.com/office/drawing/2014/main" id="{28411F6F-0040-4589-9D31-FDA75B7A35A2}"/>
              </a:ext>
            </a:extLst>
          </p:cNvPr>
          <p:cNvSpPr>
            <a:spLocks noGrp="1"/>
          </p:cNvSpPr>
          <p:nvPr/>
        </p:nvSpPr>
        <p:spPr>
          <a:xfrm>
            <a:off x="839912" y="4110037"/>
            <a:ext cx="2838450" cy="266700"/>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动态 Grid / Tile</a:t>
            </a:r>
          </a:p>
        </p:txBody>
      </p:sp>
      <p:sp>
        <p:nvSpPr>
          <p:cNvPr id="104" name="text_216_循环、边界判断与 mask">
            <a:extLst>
              <a:ext uri="{FF2B5EF4-FFF2-40B4-BE49-F238E27FC236}">
                <a16:creationId xmlns:a16="http://schemas.microsoft.com/office/drawing/2014/main" id="{D5B66578-2C61-4200-AE3F-42CF15FE165B}"/>
              </a:ext>
            </a:extLst>
          </p:cNvPr>
          <p:cNvSpPr>
            <a:spLocks noGrp="1"/>
          </p:cNvSpPr>
          <p:nvPr/>
        </p:nvSpPr>
        <p:spPr>
          <a:xfrm>
            <a:off x="839912" y="4376737"/>
            <a:ext cx="2838450" cy="266700"/>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循环、边界判断与 mask</a:t>
            </a:r>
          </a:p>
        </p:txBody>
      </p:sp>
      <p:sp>
        <p:nvSpPr>
          <p:cNvPr id="105" name="text_218_3.">
            <a:extLst>
              <a:ext uri="{FF2B5EF4-FFF2-40B4-BE49-F238E27FC236}">
                <a16:creationId xmlns:a16="http://schemas.microsoft.com/office/drawing/2014/main" id="{37EF6108-C065-4868-8CD4-F7ED910A474A}"/>
              </a:ext>
            </a:extLst>
          </p:cNvPr>
          <p:cNvSpPr>
            <a:spLocks noGrp="1"/>
          </p:cNvSpPr>
          <p:nvPr/>
        </p:nvSpPr>
        <p:spPr>
          <a:xfrm>
            <a:off x="4026759" y="3539054"/>
            <a:ext cx="247650" cy="276225"/>
          </a:xfrm>
          <a:prstGeom prst="rect">
            <a:avLst/>
          </a:prstGeom>
          <a:noFill/>
          <a:ln w="9525">
            <a:noFill/>
          </a:ln>
        </p:spPr>
        <p:txBody>
          <a:bodyPr wrap="none" lIns="0" tIns="0" rIns="0" bIns="0" anchor="ctr">
            <a:noAutofit/>
          </a:bodyPr>
          <a:lstStyle/>
          <a:p>
            <a:pPr algn="l">
              <a:defRPr sz="1425" b="1">
                <a:solidFill>
                  <a:srgbClr val="D7000F"/>
                </a:solidFill>
                <a:latin typeface="Arial"/>
                <a:ea typeface="Arial"/>
                <a:cs typeface="Arial"/>
              </a:defRPr>
            </a:pPr>
            <a:r>
              <a:rPr sz="1425" b="1">
                <a:solidFill>
                  <a:srgbClr val="D7000F"/>
                </a:solidFill>
                <a:latin typeface="Arial"/>
                <a:ea typeface="Arial"/>
                <a:cs typeface="Arial"/>
              </a:rPr>
              <a:t>3.</a:t>
            </a:r>
          </a:p>
        </p:txBody>
      </p:sp>
      <p:sp>
        <p:nvSpPr>
          <p:cNvPr id="106" name="text_220_多 Shape 验证与初步选参">
            <a:extLst>
              <a:ext uri="{FF2B5EF4-FFF2-40B4-BE49-F238E27FC236}">
                <a16:creationId xmlns:a16="http://schemas.microsoft.com/office/drawing/2014/main" id="{31EA2450-70A9-46B0-9F65-7C34D80A0669}"/>
              </a:ext>
            </a:extLst>
          </p:cNvPr>
          <p:cNvSpPr>
            <a:spLocks noGrp="1"/>
          </p:cNvSpPr>
          <p:nvPr/>
        </p:nvSpPr>
        <p:spPr>
          <a:xfrm>
            <a:off x="4331559" y="3539054"/>
            <a:ext cx="2686050" cy="276225"/>
          </a:xfrm>
          <a:prstGeom prst="rect">
            <a:avLst/>
          </a:prstGeom>
          <a:noFill/>
          <a:ln w="9525">
            <a:noFill/>
          </a:ln>
        </p:spPr>
        <p:txBody>
          <a:bodyPr wrap="none" lIns="0" tIns="0" rIns="0" bIns="0" anchor="ctr">
            <a:noAutofit/>
          </a:bodyPr>
          <a:lstStyle/>
          <a:p>
            <a:pPr algn="l">
              <a:defRPr sz="1425" b="1">
                <a:solidFill>
                  <a:srgbClr val="D7000F"/>
                </a:solidFill>
                <a:latin typeface="Arial"/>
                <a:ea typeface="Arial"/>
                <a:cs typeface="Arial"/>
              </a:defRPr>
            </a:pPr>
            <a:r>
              <a:rPr sz="1425" b="1" dirty="0">
                <a:solidFill>
                  <a:srgbClr val="D7000F"/>
                </a:solidFill>
                <a:latin typeface="Arial"/>
                <a:ea typeface="Arial"/>
                <a:cs typeface="Arial"/>
              </a:rPr>
              <a:t>多 Shape </a:t>
            </a:r>
            <a:r>
              <a:rPr sz="1425" b="1" dirty="0" err="1">
                <a:solidFill>
                  <a:srgbClr val="D7000F"/>
                </a:solidFill>
                <a:latin typeface="Arial"/>
                <a:ea typeface="Arial"/>
                <a:cs typeface="Arial"/>
              </a:rPr>
              <a:t>验证与初步选参</a:t>
            </a:r>
            <a:endParaRPr sz="1425" b="1" dirty="0">
              <a:solidFill>
                <a:srgbClr val="D7000F"/>
              </a:solidFill>
              <a:latin typeface="Arial"/>
              <a:ea typeface="Arial"/>
              <a:cs typeface="Arial"/>
            </a:endParaRPr>
          </a:p>
        </p:txBody>
      </p:sp>
      <p:sp>
        <p:nvSpPr>
          <p:cNvPr id="107" name="text_222_边界（最小 / 最大）、典型、随机">
            <a:extLst>
              <a:ext uri="{FF2B5EF4-FFF2-40B4-BE49-F238E27FC236}">
                <a16:creationId xmlns:a16="http://schemas.microsoft.com/office/drawing/2014/main" id="{074584D5-FAEF-4F50-91E8-6887BA3932DF}"/>
              </a:ext>
            </a:extLst>
          </p:cNvPr>
          <p:cNvSpPr>
            <a:spLocks noGrp="1"/>
          </p:cNvSpPr>
          <p:nvPr/>
        </p:nvSpPr>
        <p:spPr>
          <a:xfrm>
            <a:off x="4150584" y="3851132"/>
            <a:ext cx="2405959" cy="221322"/>
          </a:xfrm>
          <a:prstGeom prst="rect">
            <a:avLst/>
          </a:prstGeom>
          <a:noFill/>
          <a:ln w="9525">
            <a:noFill/>
          </a:ln>
        </p:spPr>
        <p:txBody>
          <a:bodyPr wrap="none" lIns="0" tIns="0" rIns="0" bIns="0" anchor="ctr">
            <a:noAutofit/>
          </a:bodyPr>
          <a:lstStyle/>
          <a:p>
            <a:pPr algn="l">
              <a:defRPr sz="1313" b="0">
                <a:solidFill>
                  <a:srgbClr val="242424"/>
                </a:solidFill>
                <a:latin typeface="Arial"/>
                <a:ea typeface="Arial"/>
                <a:cs typeface="Arial"/>
              </a:defRPr>
            </a:pPr>
            <a:r>
              <a:rPr sz="1313" b="0" dirty="0" err="1">
                <a:solidFill>
                  <a:srgbClr val="242424"/>
                </a:solidFill>
                <a:latin typeface="Arial"/>
                <a:ea typeface="Arial"/>
                <a:cs typeface="Arial"/>
              </a:rPr>
              <a:t>边界（最小</a:t>
            </a:r>
            <a:r>
              <a:rPr sz="1313" b="0" dirty="0">
                <a:solidFill>
                  <a:srgbClr val="242424"/>
                </a:solidFill>
                <a:latin typeface="Arial"/>
                <a:ea typeface="Arial"/>
                <a:cs typeface="Arial"/>
              </a:rPr>
              <a:t> / </a:t>
            </a:r>
            <a:r>
              <a:rPr sz="1313" b="0" dirty="0" err="1">
                <a:solidFill>
                  <a:srgbClr val="242424"/>
                </a:solidFill>
                <a:latin typeface="Arial"/>
                <a:ea typeface="Arial"/>
                <a:cs typeface="Arial"/>
              </a:rPr>
              <a:t>最大</a:t>
            </a:r>
            <a:r>
              <a:rPr sz="1313" b="0" dirty="0">
                <a:solidFill>
                  <a:srgbClr val="242424"/>
                </a:solidFill>
                <a:latin typeface="Arial"/>
                <a:ea typeface="Arial"/>
                <a:cs typeface="Arial"/>
              </a:rPr>
              <a:t>）、</a:t>
            </a:r>
            <a:r>
              <a:rPr sz="1313" b="0" dirty="0" err="1">
                <a:solidFill>
                  <a:srgbClr val="242424"/>
                </a:solidFill>
                <a:latin typeface="Arial"/>
                <a:ea typeface="Arial"/>
                <a:cs typeface="Arial"/>
              </a:rPr>
              <a:t>典型、随机</a:t>
            </a:r>
            <a:endParaRPr sz="1313" b="0" dirty="0">
              <a:solidFill>
                <a:srgbClr val="242424"/>
              </a:solidFill>
              <a:latin typeface="Arial"/>
              <a:ea typeface="Arial"/>
              <a:cs typeface="Arial"/>
            </a:endParaRPr>
          </a:p>
        </p:txBody>
      </p:sp>
      <p:sp>
        <p:nvSpPr>
          <p:cNvPr id="108" name="text_224_验证正确性并进行初步性能调优">
            <a:extLst>
              <a:ext uri="{FF2B5EF4-FFF2-40B4-BE49-F238E27FC236}">
                <a16:creationId xmlns:a16="http://schemas.microsoft.com/office/drawing/2014/main" id="{24151443-9546-48D8-8384-BDD2E2435B7F}"/>
              </a:ext>
            </a:extLst>
          </p:cNvPr>
          <p:cNvSpPr>
            <a:spLocks noGrp="1"/>
          </p:cNvSpPr>
          <p:nvPr/>
        </p:nvSpPr>
        <p:spPr>
          <a:xfrm>
            <a:off x="4150584" y="4072454"/>
            <a:ext cx="2313351" cy="228600"/>
          </a:xfrm>
          <a:prstGeom prst="rect">
            <a:avLst/>
          </a:prstGeom>
          <a:noFill/>
          <a:ln w="9525">
            <a:noFill/>
          </a:ln>
        </p:spPr>
        <p:txBody>
          <a:bodyPr wrap="none" lIns="0" tIns="0" rIns="0" bIns="0" anchor="ctr">
            <a:noAutofit/>
          </a:bodyPr>
          <a:lstStyle/>
          <a:p>
            <a:pPr algn="l">
              <a:defRPr sz="1313" b="0">
                <a:solidFill>
                  <a:srgbClr val="242424"/>
                </a:solidFill>
                <a:latin typeface="Arial"/>
                <a:ea typeface="Arial"/>
                <a:cs typeface="Arial"/>
              </a:defRPr>
            </a:pPr>
            <a:r>
              <a:rPr sz="1313" b="0" dirty="0" err="1">
                <a:solidFill>
                  <a:srgbClr val="242424"/>
                </a:solidFill>
                <a:latin typeface="Arial"/>
                <a:ea typeface="Arial"/>
                <a:cs typeface="Arial"/>
              </a:rPr>
              <a:t>验证正确性并进行初步性能调优</a:t>
            </a:r>
            <a:endParaRPr sz="1313" b="0" dirty="0">
              <a:solidFill>
                <a:srgbClr val="242424"/>
              </a:solidFill>
              <a:latin typeface="Arial"/>
              <a:ea typeface="Arial"/>
              <a:cs typeface="Arial"/>
            </a:endParaRPr>
          </a:p>
        </p:txBody>
      </p:sp>
      <p:sp>
        <p:nvSpPr>
          <p:cNvPr id="126" name="text_258_1.">
            <a:extLst>
              <a:ext uri="{FF2B5EF4-FFF2-40B4-BE49-F238E27FC236}">
                <a16:creationId xmlns:a16="http://schemas.microsoft.com/office/drawing/2014/main" id="{49AEEBBE-062E-4D87-A5AD-F86720E9E66F}"/>
              </a:ext>
            </a:extLst>
          </p:cNvPr>
          <p:cNvSpPr>
            <a:spLocks noGrp="1"/>
          </p:cNvSpPr>
          <p:nvPr/>
        </p:nvSpPr>
        <p:spPr>
          <a:xfrm>
            <a:off x="7059168" y="1504950"/>
            <a:ext cx="247650" cy="276225"/>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1.</a:t>
            </a:r>
          </a:p>
        </p:txBody>
      </p:sp>
      <p:sp>
        <p:nvSpPr>
          <p:cNvPr id="127" name="text_260_构建搜索空间">
            <a:extLst>
              <a:ext uri="{FF2B5EF4-FFF2-40B4-BE49-F238E27FC236}">
                <a16:creationId xmlns:a16="http://schemas.microsoft.com/office/drawing/2014/main" id="{CF9AF2A1-F032-45B4-B198-4CE29DFCE225}"/>
              </a:ext>
            </a:extLst>
          </p:cNvPr>
          <p:cNvSpPr>
            <a:spLocks noGrp="1"/>
          </p:cNvSpPr>
          <p:nvPr/>
        </p:nvSpPr>
        <p:spPr>
          <a:xfrm>
            <a:off x="7363968" y="1504950"/>
            <a:ext cx="3981450" cy="276225"/>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构建搜索空间</a:t>
            </a:r>
          </a:p>
        </p:txBody>
      </p:sp>
      <p:sp>
        <p:nvSpPr>
          <p:cNvPr id="128" name="text_262_根据 Kernel 结构与硬件特性生成候选参数">
            <a:extLst>
              <a:ext uri="{FF2B5EF4-FFF2-40B4-BE49-F238E27FC236}">
                <a16:creationId xmlns:a16="http://schemas.microsoft.com/office/drawing/2014/main" id="{A99859E0-A858-4016-9BD2-E4341059DC17}"/>
              </a:ext>
            </a:extLst>
          </p:cNvPr>
          <p:cNvSpPr>
            <a:spLocks noGrp="1"/>
          </p:cNvSpPr>
          <p:nvPr/>
        </p:nvSpPr>
        <p:spPr>
          <a:xfrm>
            <a:off x="7363968" y="1800225"/>
            <a:ext cx="3444445" cy="266700"/>
          </a:xfrm>
          <a:prstGeom prst="rect">
            <a:avLst/>
          </a:prstGeom>
          <a:noFill/>
          <a:ln w="9525">
            <a:noFill/>
          </a:ln>
        </p:spPr>
        <p:txBody>
          <a:bodyPr wrap="none" lIns="0" tIns="0" rIns="0" bIns="0" anchor="ctr">
            <a:noAutofit/>
          </a:bodyPr>
          <a:lstStyle/>
          <a:p>
            <a:pPr algn="l">
              <a:defRPr sz="1350" b="0">
                <a:solidFill>
                  <a:srgbClr val="000000"/>
                </a:solidFill>
                <a:latin typeface="Arial"/>
                <a:ea typeface="Arial"/>
                <a:cs typeface="Arial"/>
              </a:defRPr>
            </a:pPr>
            <a:r>
              <a:rPr sz="1350" b="0" dirty="0" err="1">
                <a:solidFill>
                  <a:srgbClr val="000000"/>
                </a:solidFill>
                <a:latin typeface="Arial"/>
                <a:ea typeface="Arial"/>
                <a:cs typeface="Arial"/>
              </a:rPr>
              <a:t>根据</a:t>
            </a:r>
            <a:r>
              <a:rPr sz="1350" b="0" dirty="0">
                <a:solidFill>
                  <a:srgbClr val="000000"/>
                </a:solidFill>
                <a:latin typeface="Arial"/>
                <a:ea typeface="Arial"/>
                <a:cs typeface="Arial"/>
              </a:rPr>
              <a:t> Kernel </a:t>
            </a:r>
            <a:r>
              <a:rPr sz="1350" b="0" dirty="0" err="1">
                <a:solidFill>
                  <a:srgbClr val="000000"/>
                </a:solidFill>
                <a:latin typeface="Arial"/>
                <a:ea typeface="Arial"/>
                <a:cs typeface="Arial"/>
              </a:rPr>
              <a:t>结构与硬件特性生成候选参数</a:t>
            </a:r>
            <a:endParaRPr sz="1350" b="0" dirty="0">
              <a:solidFill>
                <a:srgbClr val="000000"/>
              </a:solidFill>
              <a:latin typeface="Arial"/>
              <a:ea typeface="Arial"/>
              <a:cs typeface="Arial"/>
            </a:endParaRPr>
          </a:p>
        </p:txBody>
      </p:sp>
      <p:sp>
        <p:nvSpPr>
          <p:cNvPr id="129" name="text_264_BLOCK_M / BLOCK_N / num_">
            <a:extLst>
              <a:ext uri="{FF2B5EF4-FFF2-40B4-BE49-F238E27FC236}">
                <a16:creationId xmlns:a16="http://schemas.microsoft.com/office/drawing/2014/main" id="{52461D14-E2F9-4AB3-80B3-E128E73AFA66}"/>
              </a:ext>
            </a:extLst>
          </p:cNvPr>
          <p:cNvSpPr>
            <a:spLocks noGrp="1"/>
          </p:cNvSpPr>
          <p:nvPr/>
        </p:nvSpPr>
        <p:spPr>
          <a:xfrm>
            <a:off x="7363968" y="2085975"/>
            <a:ext cx="3962400" cy="247650"/>
          </a:xfrm>
          <a:prstGeom prst="rect">
            <a:avLst/>
          </a:prstGeom>
          <a:noFill/>
          <a:ln w="9525">
            <a:noFill/>
          </a:ln>
        </p:spPr>
        <p:txBody>
          <a:bodyPr wrap="none" lIns="0" tIns="0" rIns="0" bIns="0" anchor="ctr">
            <a:noAutofit/>
          </a:bodyPr>
          <a:lstStyle/>
          <a:p>
            <a:pPr algn="l">
              <a:defRPr sz="1140" b="0">
                <a:solidFill>
                  <a:srgbClr val="242424"/>
                </a:solidFill>
                <a:latin typeface="Arial"/>
                <a:ea typeface="Arial"/>
                <a:cs typeface="Arial"/>
              </a:defRPr>
            </a:pPr>
            <a:r>
              <a:rPr sz="1140" b="0" dirty="0">
                <a:solidFill>
                  <a:srgbClr val="242424"/>
                </a:solidFill>
                <a:latin typeface="Arial"/>
                <a:ea typeface="Arial"/>
                <a:cs typeface="Arial"/>
              </a:rPr>
              <a:t>BLOCK_M / BLOCK_N / </a:t>
            </a:r>
            <a:r>
              <a:rPr sz="1140" b="0" dirty="0" err="1">
                <a:solidFill>
                  <a:srgbClr val="242424"/>
                </a:solidFill>
                <a:latin typeface="Arial"/>
                <a:ea typeface="Arial"/>
                <a:cs typeface="Arial"/>
              </a:rPr>
              <a:t>num_warps</a:t>
            </a:r>
            <a:r>
              <a:rPr sz="1140" b="0" dirty="0">
                <a:solidFill>
                  <a:srgbClr val="242424"/>
                </a:solidFill>
                <a:latin typeface="Arial"/>
                <a:ea typeface="Arial"/>
                <a:cs typeface="Arial"/>
              </a:rPr>
              <a:t> / </a:t>
            </a:r>
            <a:r>
              <a:rPr sz="1140" b="0" dirty="0" err="1">
                <a:solidFill>
                  <a:srgbClr val="242424"/>
                </a:solidFill>
                <a:latin typeface="Arial"/>
                <a:ea typeface="Arial"/>
                <a:cs typeface="Arial"/>
              </a:rPr>
              <a:t>num_stages</a:t>
            </a:r>
            <a:r>
              <a:rPr sz="1140" b="0" dirty="0">
                <a:solidFill>
                  <a:srgbClr val="242424"/>
                </a:solidFill>
                <a:latin typeface="Arial"/>
                <a:ea typeface="Arial"/>
                <a:cs typeface="Arial"/>
              </a:rPr>
              <a:t> / …</a:t>
            </a:r>
          </a:p>
        </p:txBody>
      </p:sp>
      <p:sp>
        <p:nvSpPr>
          <p:cNvPr id="130" name="text_266_2.">
            <a:extLst>
              <a:ext uri="{FF2B5EF4-FFF2-40B4-BE49-F238E27FC236}">
                <a16:creationId xmlns:a16="http://schemas.microsoft.com/office/drawing/2014/main" id="{7E994B16-9876-45ED-A895-39C8E80D71D6}"/>
              </a:ext>
            </a:extLst>
          </p:cNvPr>
          <p:cNvSpPr>
            <a:spLocks noGrp="1"/>
          </p:cNvSpPr>
          <p:nvPr/>
        </p:nvSpPr>
        <p:spPr>
          <a:xfrm>
            <a:off x="7059168" y="2409825"/>
            <a:ext cx="247650" cy="276225"/>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2.</a:t>
            </a:r>
          </a:p>
        </p:txBody>
      </p:sp>
      <p:sp>
        <p:nvSpPr>
          <p:cNvPr id="131" name="text_268_分阶段搜索（Coarse → Fine）">
            <a:extLst>
              <a:ext uri="{FF2B5EF4-FFF2-40B4-BE49-F238E27FC236}">
                <a16:creationId xmlns:a16="http://schemas.microsoft.com/office/drawing/2014/main" id="{3211975A-5A65-4D50-8FFD-E40CAC08CB03}"/>
              </a:ext>
            </a:extLst>
          </p:cNvPr>
          <p:cNvSpPr>
            <a:spLocks noGrp="1"/>
          </p:cNvSpPr>
          <p:nvPr/>
        </p:nvSpPr>
        <p:spPr>
          <a:xfrm>
            <a:off x="7363968" y="2409825"/>
            <a:ext cx="3981450" cy="276225"/>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分阶段搜索（Coarse → Fine）</a:t>
            </a:r>
          </a:p>
        </p:txBody>
      </p:sp>
      <p:sp>
        <p:nvSpPr>
          <p:cNvPr id="132" name="object_269">
            <a:extLst>
              <a:ext uri="{FF2B5EF4-FFF2-40B4-BE49-F238E27FC236}">
                <a16:creationId xmlns:a16="http://schemas.microsoft.com/office/drawing/2014/main" id="{25C72980-2D68-4EA4-BB92-6B0A0F3AA774}"/>
              </a:ext>
            </a:extLst>
          </p:cNvPr>
          <p:cNvSpPr>
            <a:spLocks noGrp="1"/>
          </p:cNvSpPr>
          <p:nvPr/>
        </p:nvSpPr>
        <p:spPr>
          <a:xfrm>
            <a:off x="7182993" y="2800350"/>
            <a:ext cx="1828800" cy="628650"/>
          </a:xfrm>
          <a:prstGeom prst="rect">
            <a:avLst/>
          </a:prstGeom>
          <a:solidFill>
            <a:srgbClr val="FFFFFF"/>
          </a:solidFill>
          <a:ln w="19050">
            <a:solidFill>
              <a:srgbClr val="D7000F"/>
            </a:solidFill>
          </a:ln>
        </p:spPr>
      </p:sp>
      <p:sp>
        <p:nvSpPr>
          <p:cNvPr id="133" name="text_271_Coarse Search">
            <a:extLst>
              <a:ext uri="{FF2B5EF4-FFF2-40B4-BE49-F238E27FC236}">
                <a16:creationId xmlns:a16="http://schemas.microsoft.com/office/drawing/2014/main" id="{4909B9C1-0BA1-43EE-806D-F59BC1F7F006}"/>
              </a:ext>
            </a:extLst>
          </p:cNvPr>
          <p:cNvSpPr>
            <a:spLocks noGrp="1"/>
          </p:cNvSpPr>
          <p:nvPr/>
        </p:nvSpPr>
        <p:spPr>
          <a:xfrm>
            <a:off x="7249668" y="2847975"/>
            <a:ext cx="1695450" cy="285750"/>
          </a:xfrm>
          <a:prstGeom prst="rect">
            <a:avLst/>
          </a:prstGeom>
          <a:noFill/>
          <a:ln w="9525">
            <a:noFill/>
          </a:ln>
        </p:spPr>
        <p:txBody>
          <a:bodyPr wrap="none" lIns="0" tIns="0" rIns="0" bIns="0" anchor="ctr">
            <a:noAutofit/>
          </a:bodyPr>
          <a:lstStyle/>
          <a:p>
            <a:pPr algn="ctr">
              <a:defRPr sz="1275" b="1">
                <a:solidFill>
                  <a:srgbClr val="000000"/>
                </a:solidFill>
                <a:latin typeface="Arial"/>
                <a:ea typeface="Arial"/>
                <a:cs typeface="Arial"/>
              </a:defRPr>
            </a:pPr>
            <a:r>
              <a:rPr sz="1275" b="1">
                <a:solidFill>
                  <a:srgbClr val="000000"/>
                </a:solidFill>
                <a:latin typeface="Arial"/>
                <a:ea typeface="Arial"/>
                <a:cs typeface="Arial"/>
              </a:rPr>
              <a:t>Coarse Search</a:t>
            </a:r>
          </a:p>
        </p:txBody>
      </p:sp>
      <p:sp>
        <p:nvSpPr>
          <p:cNvPr id="134" name="text_273_代表 Shape，筛选 Top-K">
            <a:extLst>
              <a:ext uri="{FF2B5EF4-FFF2-40B4-BE49-F238E27FC236}">
                <a16:creationId xmlns:a16="http://schemas.microsoft.com/office/drawing/2014/main" id="{CF04C527-F63D-48B3-95A8-DB4BB53EE4A9}"/>
              </a:ext>
            </a:extLst>
          </p:cNvPr>
          <p:cNvSpPr>
            <a:spLocks noGrp="1"/>
          </p:cNvSpPr>
          <p:nvPr/>
        </p:nvSpPr>
        <p:spPr>
          <a:xfrm>
            <a:off x="7259193" y="3114675"/>
            <a:ext cx="1676400" cy="257175"/>
          </a:xfrm>
          <a:prstGeom prst="rect">
            <a:avLst/>
          </a:prstGeom>
          <a:noFill/>
          <a:ln w="9525">
            <a:noFill/>
          </a:ln>
        </p:spPr>
        <p:txBody>
          <a:bodyPr wrap="none" lIns="0" tIns="0" rIns="0" bIns="0" anchor="ctr">
            <a:noAutofit/>
          </a:bodyPr>
          <a:lstStyle/>
          <a:p>
            <a:pPr algn="ctr">
              <a:defRPr sz="1125" b="0">
                <a:solidFill>
                  <a:srgbClr val="242424"/>
                </a:solidFill>
                <a:latin typeface="Arial"/>
                <a:ea typeface="Arial"/>
                <a:cs typeface="Arial"/>
              </a:defRPr>
            </a:pPr>
            <a:r>
              <a:rPr sz="1125" b="0">
                <a:solidFill>
                  <a:srgbClr val="242424"/>
                </a:solidFill>
                <a:latin typeface="Arial"/>
                <a:ea typeface="Arial"/>
                <a:cs typeface="Arial"/>
              </a:rPr>
              <a:t>代表 Shape，筛选 Top-K</a:t>
            </a:r>
          </a:p>
        </p:txBody>
      </p:sp>
      <p:sp>
        <p:nvSpPr>
          <p:cNvPr id="135" name="connector_274">
            <a:extLst>
              <a:ext uri="{FF2B5EF4-FFF2-40B4-BE49-F238E27FC236}">
                <a16:creationId xmlns:a16="http://schemas.microsoft.com/office/drawing/2014/main" id="{D34CDA66-5ECB-4B28-B4F3-EA041DF380DD}"/>
              </a:ext>
            </a:extLst>
          </p:cNvPr>
          <p:cNvSpPr>
            <a:spLocks noGrp="1"/>
          </p:cNvSpPr>
          <p:nvPr/>
        </p:nvSpPr>
        <p:spPr>
          <a:xfrm>
            <a:off x="9078468" y="3095625"/>
            <a:ext cx="219075" cy="19050"/>
          </a:xfrm>
          <a:custGeom>
            <a:avLst/>
            <a:gdLst/>
            <a:ahLst/>
            <a:cxnLst/>
            <a:rect l="0" t="0" r="0" b="0"/>
            <a:pathLst>
              <a:path w="219075" h="19050">
                <a:moveTo>
                  <a:pt x="9525" y="9525"/>
                </a:moveTo>
                <a:lnTo>
                  <a:pt x="209550" y="9525"/>
                </a:lnTo>
              </a:path>
            </a:pathLst>
          </a:custGeom>
          <a:noFill/>
          <a:ln w="19050">
            <a:solidFill>
              <a:srgbClr val="D7000F"/>
            </a:solidFill>
          </a:ln>
        </p:spPr>
      </p:sp>
      <p:sp>
        <p:nvSpPr>
          <p:cNvPr id="136" name="connector_275">
            <a:extLst>
              <a:ext uri="{FF2B5EF4-FFF2-40B4-BE49-F238E27FC236}">
                <a16:creationId xmlns:a16="http://schemas.microsoft.com/office/drawing/2014/main" id="{9B29A3C1-3C73-400B-B1D5-63ECAC1C9AD4}"/>
              </a:ext>
            </a:extLst>
          </p:cNvPr>
          <p:cNvSpPr>
            <a:spLocks noGrp="1"/>
          </p:cNvSpPr>
          <p:nvPr/>
        </p:nvSpPr>
        <p:spPr>
          <a:xfrm>
            <a:off x="9219980" y="306365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37" name="object_276">
            <a:extLst>
              <a:ext uri="{FF2B5EF4-FFF2-40B4-BE49-F238E27FC236}">
                <a16:creationId xmlns:a16="http://schemas.microsoft.com/office/drawing/2014/main" id="{56FB3406-C5F7-482E-A051-6B541C464980}"/>
              </a:ext>
            </a:extLst>
          </p:cNvPr>
          <p:cNvSpPr>
            <a:spLocks noGrp="1"/>
          </p:cNvSpPr>
          <p:nvPr/>
        </p:nvSpPr>
        <p:spPr>
          <a:xfrm>
            <a:off x="9373743" y="2800350"/>
            <a:ext cx="1933575" cy="628650"/>
          </a:xfrm>
          <a:prstGeom prst="rect">
            <a:avLst/>
          </a:prstGeom>
          <a:solidFill>
            <a:srgbClr val="FFFFFF"/>
          </a:solidFill>
          <a:ln w="19050">
            <a:solidFill>
              <a:srgbClr val="D7000F"/>
            </a:solidFill>
          </a:ln>
        </p:spPr>
      </p:sp>
      <p:sp>
        <p:nvSpPr>
          <p:cNvPr id="138" name="text_278_Fine Search">
            <a:extLst>
              <a:ext uri="{FF2B5EF4-FFF2-40B4-BE49-F238E27FC236}">
                <a16:creationId xmlns:a16="http://schemas.microsoft.com/office/drawing/2014/main" id="{3C6368BE-9871-432D-BFC8-DB65AE9C3243}"/>
              </a:ext>
            </a:extLst>
          </p:cNvPr>
          <p:cNvSpPr>
            <a:spLocks noGrp="1"/>
          </p:cNvSpPr>
          <p:nvPr/>
        </p:nvSpPr>
        <p:spPr>
          <a:xfrm>
            <a:off x="9440418" y="2847975"/>
            <a:ext cx="1800225" cy="285750"/>
          </a:xfrm>
          <a:prstGeom prst="rect">
            <a:avLst/>
          </a:prstGeom>
          <a:noFill/>
          <a:ln w="9525">
            <a:noFill/>
          </a:ln>
        </p:spPr>
        <p:txBody>
          <a:bodyPr wrap="none" lIns="0" tIns="0" rIns="0" bIns="0" anchor="ctr">
            <a:noAutofit/>
          </a:bodyPr>
          <a:lstStyle/>
          <a:p>
            <a:pPr algn="ctr">
              <a:defRPr sz="1275" b="1">
                <a:solidFill>
                  <a:srgbClr val="000000"/>
                </a:solidFill>
                <a:latin typeface="Arial"/>
                <a:ea typeface="Arial"/>
                <a:cs typeface="Arial"/>
              </a:defRPr>
            </a:pPr>
            <a:r>
              <a:rPr sz="1275" b="1">
                <a:solidFill>
                  <a:srgbClr val="000000"/>
                </a:solidFill>
                <a:latin typeface="Arial"/>
                <a:ea typeface="Arial"/>
                <a:cs typeface="Arial"/>
              </a:rPr>
              <a:t>Fine Search</a:t>
            </a:r>
          </a:p>
        </p:txBody>
      </p:sp>
      <p:sp>
        <p:nvSpPr>
          <p:cNvPr id="139" name="text_280_完整 Shape，精细调优">
            <a:extLst>
              <a:ext uri="{FF2B5EF4-FFF2-40B4-BE49-F238E27FC236}">
                <a16:creationId xmlns:a16="http://schemas.microsoft.com/office/drawing/2014/main" id="{DEE45A29-F847-42A4-B558-C11240A9D1E8}"/>
              </a:ext>
            </a:extLst>
          </p:cNvPr>
          <p:cNvSpPr>
            <a:spLocks noGrp="1"/>
          </p:cNvSpPr>
          <p:nvPr/>
        </p:nvSpPr>
        <p:spPr>
          <a:xfrm>
            <a:off x="9449943" y="3114675"/>
            <a:ext cx="1781175" cy="257175"/>
          </a:xfrm>
          <a:prstGeom prst="rect">
            <a:avLst/>
          </a:prstGeom>
          <a:noFill/>
          <a:ln w="9525">
            <a:noFill/>
          </a:ln>
        </p:spPr>
        <p:txBody>
          <a:bodyPr wrap="none" lIns="0" tIns="0" rIns="0" bIns="0" anchor="ctr">
            <a:noAutofit/>
          </a:bodyPr>
          <a:lstStyle/>
          <a:p>
            <a:pPr algn="ctr">
              <a:defRPr sz="1125" b="0">
                <a:solidFill>
                  <a:srgbClr val="242424"/>
                </a:solidFill>
                <a:latin typeface="Arial"/>
                <a:ea typeface="Arial"/>
                <a:cs typeface="Arial"/>
              </a:defRPr>
            </a:pPr>
            <a:r>
              <a:rPr sz="1125" b="0">
                <a:solidFill>
                  <a:srgbClr val="242424"/>
                </a:solidFill>
                <a:latin typeface="Arial"/>
                <a:ea typeface="Arial"/>
                <a:cs typeface="Arial"/>
              </a:rPr>
              <a:t>完整 Shape，精细调优</a:t>
            </a:r>
          </a:p>
        </p:txBody>
      </p:sp>
      <p:sp>
        <p:nvSpPr>
          <p:cNvPr id="140" name="text_282_3.">
            <a:extLst>
              <a:ext uri="{FF2B5EF4-FFF2-40B4-BE49-F238E27FC236}">
                <a16:creationId xmlns:a16="http://schemas.microsoft.com/office/drawing/2014/main" id="{B6B294B7-5A7A-4FA4-8020-177BD1E19B9D}"/>
              </a:ext>
            </a:extLst>
          </p:cNvPr>
          <p:cNvSpPr>
            <a:spLocks noGrp="1"/>
          </p:cNvSpPr>
          <p:nvPr/>
        </p:nvSpPr>
        <p:spPr>
          <a:xfrm>
            <a:off x="7059168" y="3533775"/>
            <a:ext cx="247650" cy="276225"/>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3.</a:t>
            </a:r>
          </a:p>
        </p:txBody>
      </p:sp>
      <p:sp>
        <p:nvSpPr>
          <p:cNvPr id="141" name="text_284_生成 Shape → Config 映射">
            <a:extLst>
              <a:ext uri="{FF2B5EF4-FFF2-40B4-BE49-F238E27FC236}">
                <a16:creationId xmlns:a16="http://schemas.microsoft.com/office/drawing/2014/main" id="{DFC8ED8D-B112-4A63-8A32-2F5076372A3C}"/>
              </a:ext>
            </a:extLst>
          </p:cNvPr>
          <p:cNvSpPr>
            <a:spLocks noGrp="1"/>
          </p:cNvSpPr>
          <p:nvPr/>
        </p:nvSpPr>
        <p:spPr>
          <a:xfrm>
            <a:off x="7363968" y="3533775"/>
            <a:ext cx="3981450" cy="276225"/>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生成 Shape → Config 映射</a:t>
            </a:r>
          </a:p>
        </p:txBody>
      </p:sp>
      <p:graphicFrame>
        <p:nvGraphicFramePr>
          <p:cNvPr id="290" name="表格 289"/>
          <p:cNvGraphicFramePr/>
          <p:nvPr>
            <p:extLst>
              <p:ext uri="{D42A27DB-BD31-4B8C-83A1-F6EECF244321}">
                <p14:modId xmlns:p14="http://schemas.microsoft.com/office/powerpoint/2010/main" val="513079958"/>
              </p:ext>
            </p:extLst>
          </p:nvPr>
        </p:nvGraphicFramePr>
        <p:xfrm>
          <a:off x="7173468" y="3905250"/>
          <a:ext cx="4133850" cy="1409700"/>
        </p:xfrm>
        <a:graphic>
          <a:graphicData uri="http://schemas.openxmlformats.org/drawingml/2006/table">
            <a:tbl>
              <a:tblPr/>
              <a:tblGrid>
                <a:gridCol w="2066925">
                  <a:extLst>
                    <a:ext uri="{9D8B030D-6E8A-4147-A177-3AD203B41FA5}">
                      <a16:colId xmlns:a16="http://schemas.microsoft.com/office/drawing/2014/main" val="20000"/>
                    </a:ext>
                  </a:extLst>
                </a:gridCol>
                <a:gridCol w="2066925">
                  <a:extLst>
                    <a:ext uri="{9D8B030D-6E8A-4147-A177-3AD203B41FA5}">
                      <a16:colId xmlns:a16="http://schemas.microsoft.com/office/drawing/2014/main" val="20001"/>
                    </a:ext>
                  </a:extLst>
                </a:gridCol>
              </a:tblGrid>
              <a:tr h="281940">
                <a:tc>
                  <a:txBody>
                    <a:bodyPr/>
                    <a:lstStyle/>
                    <a:p>
                      <a:pPr algn="ctr"/>
                      <a:r>
                        <a:rPr sz="1238" b="1">
                          <a:solidFill>
                            <a:srgbClr val="000000"/>
                          </a:solidFill>
                          <a:latin typeface="Arial"/>
                          <a:ea typeface="Arial"/>
                          <a:cs typeface="Arial"/>
                        </a:rPr>
                        <a:t>Shape 范围</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238" b="1">
                          <a:solidFill>
                            <a:srgbClr val="000000"/>
                          </a:solidFill>
                          <a:latin typeface="Arial"/>
                          <a:ea typeface="Arial"/>
                          <a:cs typeface="Arial"/>
                        </a:rPr>
                        <a:t>最优 Config（示例）</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extLst>
                  <a:ext uri="{0D108BD9-81ED-4DB2-BD59-A6C34878D82A}">
                    <a16:rowId xmlns:a16="http://schemas.microsoft.com/office/drawing/2014/main" val="10000"/>
                  </a:ext>
                </a:extLst>
              </a:tr>
              <a:tr h="281940">
                <a:tc>
                  <a:txBody>
                    <a:bodyPr/>
                    <a:lstStyle/>
                    <a:p>
                      <a:pPr algn="ctr"/>
                      <a:r>
                        <a:rPr sz="1238" b="0">
                          <a:solidFill>
                            <a:srgbClr val="000000"/>
                          </a:solidFill>
                          <a:latin typeface="Arial"/>
                          <a:ea typeface="Arial"/>
                          <a:cs typeface="Arial"/>
                        </a:rPr>
                        <a:t>Small [1, 64]</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dirty="0">
                          <a:solidFill>
                            <a:srgbClr val="000000"/>
                          </a:solidFill>
                          <a:latin typeface="Arial"/>
                          <a:ea typeface="Arial"/>
                          <a:cs typeface="Arial"/>
                        </a:rPr>
                        <a:t>(64, 64, 4, 2)</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1"/>
                  </a:ext>
                </a:extLst>
              </a:tr>
              <a:tr h="281940">
                <a:tc>
                  <a:txBody>
                    <a:bodyPr/>
                    <a:lstStyle/>
                    <a:p>
                      <a:pPr algn="ctr"/>
                      <a:r>
                        <a:rPr sz="1238" b="0">
                          <a:solidFill>
                            <a:srgbClr val="000000"/>
                          </a:solidFill>
                          <a:latin typeface="Arial"/>
                          <a:ea typeface="Arial"/>
                          <a:cs typeface="Arial"/>
                        </a:rPr>
                        <a:t>Medium (64, 512]</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a:solidFill>
                            <a:srgbClr val="000000"/>
                          </a:solidFill>
                          <a:latin typeface="Arial"/>
                          <a:ea typeface="Arial"/>
                          <a:cs typeface="Arial"/>
                        </a:rPr>
                        <a:t>(128, 64, 4, 3)</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2"/>
                  </a:ext>
                </a:extLst>
              </a:tr>
              <a:tr h="281940">
                <a:tc>
                  <a:txBody>
                    <a:bodyPr/>
                    <a:lstStyle/>
                    <a:p>
                      <a:pPr algn="ctr"/>
                      <a:r>
                        <a:rPr sz="1238" b="0">
                          <a:solidFill>
                            <a:srgbClr val="000000"/>
                          </a:solidFill>
                          <a:latin typeface="Arial"/>
                          <a:ea typeface="Arial"/>
                          <a:cs typeface="Arial"/>
                        </a:rPr>
                        <a:t>Large (512, 2048]</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a:solidFill>
                            <a:srgbClr val="000000"/>
                          </a:solidFill>
                          <a:latin typeface="Arial"/>
                          <a:ea typeface="Arial"/>
                          <a:cs typeface="Arial"/>
                        </a:rPr>
                        <a:t>(256, 128, 8, 3)</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3"/>
                  </a:ext>
                </a:extLst>
              </a:tr>
              <a:tr h="281940">
                <a:tc>
                  <a:txBody>
                    <a:bodyPr/>
                    <a:lstStyle/>
                    <a:p>
                      <a:pPr algn="ctr"/>
                      <a:r>
                        <a:rPr sz="1238" b="0">
                          <a:solidFill>
                            <a:srgbClr val="000000"/>
                          </a:solidFill>
                          <a:latin typeface="Arial"/>
                          <a:ea typeface="Arial"/>
                          <a:cs typeface="Arial"/>
                        </a:rPr>
                        <a:t>&gt; 2048</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238" b="0" dirty="0">
                          <a:solidFill>
                            <a:srgbClr val="000000"/>
                          </a:solidFill>
                          <a:latin typeface="Arial"/>
                          <a:ea typeface="Arial"/>
                          <a:cs typeface="Arial"/>
                        </a:rPr>
                        <a:t>(256, 256, 8, 4)</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4"/>
                  </a:ext>
                </a:extLst>
              </a:tr>
            </a:tbl>
          </a:graphicData>
        </a:graphic>
      </p:graphicFrame>
      <p:sp>
        <p:nvSpPr>
          <p:cNvPr id="143" name="text_286_4.">
            <a:extLst>
              <a:ext uri="{FF2B5EF4-FFF2-40B4-BE49-F238E27FC236}">
                <a16:creationId xmlns:a16="http://schemas.microsoft.com/office/drawing/2014/main" id="{3D008CD0-EBDC-403C-A855-7A0374C1A000}"/>
              </a:ext>
            </a:extLst>
          </p:cNvPr>
          <p:cNvSpPr>
            <a:spLocks noGrp="1"/>
          </p:cNvSpPr>
          <p:nvPr/>
        </p:nvSpPr>
        <p:spPr>
          <a:xfrm>
            <a:off x="7059168" y="5438775"/>
            <a:ext cx="247650" cy="276225"/>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sz="1500" b="1">
                <a:solidFill>
                  <a:srgbClr val="D7000F"/>
                </a:solidFill>
                <a:latin typeface="Arial"/>
                <a:ea typeface="Arial"/>
                <a:cs typeface="Arial"/>
              </a:rPr>
              <a:t>4.</a:t>
            </a:r>
          </a:p>
        </p:txBody>
      </p:sp>
      <p:sp>
        <p:nvSpPr>
          <p:cNvPr id="144" name="text_288_冻结与验证（Freeze &amp; Verify）">
            <a:extLst>
              <a:ext uri="{FF2B5EF4-FFF2-40B4-BE49-F238E27FC236}">
                <a16:creationId xmlns:a16="http://schemas.microsoft.com/office/drawing/2014/main" id="{A7B8C1E9-1DC6-4120-84AC-B8EC40B6F296}"/>
              </a:ext>
            </a:extLst>
          </p:cNvPr>
          <p:cNvSpPr>
            <a:spLocks noGrp="1"/>
          </p:cNvSpPr>
          <p:nvPr/>
        </p:nvSpPr>
        <p:spPr>
          <a:xfrm>
            <a:off x="7363968" y="5438775"/>
            <a:ext cx="3981450" cy="276225"/>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sz="1500" b="1">
                <a:solidFill>
                  <a:srgbClr val="D7000F"/>
                </a:solidFill>
                <a:latin typeface="Arial"/>
                <a:ea typeface="Arial"/>
                <a:cs typeface="Arial"/>
              </a:rPr>
              <a:t>冻结与验证（Freeze &amp; Verify）</a:t>
            </a:r>
          </a:p>
        </p:txBody>
      </p:sp>
      <p:sp>
        <p:nvSpPr>
          <p:cNvPr id="145" name="text_290_全量验证 → 冻结配置 → 导出部署">
            <a:extLst>
              <a:ext uri="{FF2B5EF4-FFF2-40B4-BE49-F238E27FC236}">
                <a16:creationId xmlns:a16="http://schemas.microsoft.com/office/drawing/2014/main" id="{6C52116D-2781-432F-8581-AE7179ADDF97}"/>
              </a:ext>
            </a:extLst>
          </p:cNvPr>
          <p:cNvSpPr>
            <a:spLocks noGrp="1"/>
          </p:cNvSpPr>
          <p:nvPr/>
        </p:nvSpPr>
        <p:spPr>
          <a:xfrm>
            <a:off x="7354444" y="5753100"/>
            <a:ext cx="2919714" cy="247650"/>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dirty="0" err="1">
                <a:solidFill>
                  <a:srgbClr val="242424"/>
                </a:solidFill>
                <a:latin typeface="Arial"/>
                <a:ea typeface="Arial"/>
                <a:cs typeface="Arial"/>
              </a:rPr>
              <a:t>全量验证</a:t>
            </a:r>
            <a:r>
              <a:rPr sz="1500" b="0" dirty="0">
                <a:solidFill>
                  <a:srgbClr val="242424"/>
                </a:solidFill>
                <a:latin typeface="Arial"/>
                <a:ea typeface="Arial"/>
                <a:cs typeface="Arial"/>
              </a:rPr>
              <a:t> → </a:t>
            </a:r>
            <a:r>
              <a:rPr sz="1500" b="0" dirty="0" err="1">
                <a:solidFill>
                  <a:srgbClr val="242424"/>
                </a:solidFill>
                <a:latin typeface="Arial"/>
                <a:ea typeface="Arial"/>
                <a:cs typeface="Arial"/>
              </a:rPr>
              <a:t>冻结配置</a:t>
            </a:r>
            <a:r>
              <a:rPr sz="1500" b="0" dirty="0">
                <a:solidFill>
                  <a:srgbClr val="242424"/>
                </a:solidFill>
                <a:latin typeface="Arial"/>
                <a:ea typeface="Arial"/>
                <a:cs typeface="Arial"/>
              </a:rPr>
              <a:t> → </a:t>
            </a:r>
            <a:r>
              <a:rPr sz="1500" b="0" dirty="0" err="1">
                <a:solidFill>
                  <a:srgbClr val="242424"/>
                </a:solidFill>
                <a:latin typeface="Arial"/>
                <a:ea typeface="Arial"/>
                <a:cs typeface="Arial"/>
              </a:rPr>
              <a:t>导出部署</a:t>
            </a:r>
            <a:endParaRPr sz="1500" b="0" dirty="0">
              <a:solidFill>
                <a:srgbClr val="242424"/>
              </a:solidFill>
              <a:latin typeface="Arial"/>
              <a:ea typeface="Arial"/>
              <a:cs typeface="Arial"/>
            </a:endParaRPr>
          </a:p>
        </p:txBody>
      </p:sp>
      <p:sp>
        <p:nvSpPr>
          <p:cNvPr id="146" name="text_292_V1 保证正确运行，V2 实现自动选参；下一步扩">
            <a:extLst>
              <a:ext uri="{FF2B5EF4-FFF2-40B4-BE49-F238E27FC236}">
                <a16:creationId xmlns:a16="http://schemas.microsoft.com/office/drawing/2014/main" id="{5AECF2F4-014A-4CAB-A37C-4E81A168C78A}"/>
              </a:ext>
            </a:extLst>
          </p:cNvPr>
          <p:cNvSpPr>
            <a:spLocks noGrp="1"/>
          </p:cNvSpPr>
          <p:nvPr/>
        </p:nvSpPr>
        <p:spPr>
          <a:xfrm>
            <a:off x="723900" y="6360548"/>
            <a:ext cx="10858500" cy="381000"/>
          </a:xfrm>
          <a:prstGeom prst="rect">
            <a:avLst/>
          </a:prstGeom>
          <a:noFill/>
          <a:ln w="9525">
            <a:noFill/>
          </a:ln>
        </p:spPr>
        <p:txBody>
          <a:bodyPr wrap="none" lIns="0" tIns="0" rIns="0" bIns="0" anchor="ctr">
            <a:noAutofit/>
          </a:bodyPr>
          <a:lstStyle/>
          <a:p>
            <a:pPr algn="ctr">
              <a:defRPr sz="1875" b="1">
                <a:solidFill>
                  <a:srgbClr val="FF0000"/>
                </a:solidFill>
                <a:latin typeface="Arial"/>
                <a:ea typeface="Arial"/>
                <a:cs typeface="Arial"/>
              </a:defRPr>
            </a:pPr>
            <a:r>
              <a:rPr sz="1875" b="1" dirty="0">
                <a:solidFill>
                  <a:srgbClr val="FF0000"/>
                </a:solidFill>
                <a:latin typeface="Arial"/>
                <a:ea typeface="Arial"/>
                <a:cs typeface="Arial"/>
              </a:rPr>
              <a:t>V1 </a:t>
            </a:r>
            <a:r>
              <a:rPr lang="zh-CN" altLang="en-US" sz="1875" b="1" dirty="0" smtClean="0">
                <a:solidFill>
                  <a:srgbClr val="FF0000"/>
                </a:solidFill>
                <a:latin typeface="Arial"/>
                <a:ea typeface="Arial"/>
                <a:cs typeface="Arial"/>
              </a:rPr>
              <a:t>实现动态</a:t>
            </a:r>
            <a:r>
              <a:rPr lang="en-US" altLang="zh-CN" sz="1875" b="1" dirty="0" smtClean="0">
                <a:solidFill>
                  <a:srgbClr val="FF0000"/>
                </a:solidFill>
                <a:latin typeface="Arial"/>
                <a:ea typeface="Arial"/>
                <a:cs typeface="Arial"/>
              </a:rPr>
              <a:t>shape</a:t>
            </a:r>
            <a:r>
              <a:rPr lang="zh-CN" altLang="en-US" sz="1875" b="1" dirty="0" smtClean="0">
                <a:solidFill>
                  <a:srgbClr val="FF0000"/>
                </a:solidFill>
                <a:latin typeface="Arial"/>
                <a:ea typeface="Arial"/>
                <a:cs typeface="Arial"/>
              </a:rPr>
              <a:t>正确开发</a:t>
            </a:r>
            <a:r>
              <a:rPr sz="1875" b="1" dirty="0" smtClean="0">
                <a:solidFill>
                  <a:srgbClr val="FF0000"/>
                </a:solidFill>
                <a:latin typeface="Arial"/>
                <a:ea typeface="Arial"/>
                <a:cs typeface="Arial"/>
              </a:rPr>
              <a:t>，V2 </a:t>
            </a:r>
            <a:r>
              <a:rPr sz="1875" b="1" dirty="0" err="1" smtClean="0">
                <a:solidFill>
                  <a:srgbClr val="FF0000"/>
                </a:solidFill>
                <a:latin typeface="Arial"/>
                <a:ea typeface="Arial"/>
                <a:cs typeface="Arial"/>
              </a:rPr>
              <a:t>实现自动</a:t>
            </a:r>
            <a:r>
              <a:rPr lang="zh-CN" altLang="en-US" sz="1875" b="1" dirty="0" smtClean="0">
                <a:solidFill>
                  <a:srgbClr val="FF0000"/>
                </a:solidFill>
                <a:latin typeface="Arial"/>
                <a:ea typeface="Arial"/>
                <a:cs typeface="Arial"/>
              </a:rPr>
              <a:t>化</a:t>
            </a:r>
            <a:r>
              <a:rPr sz="1875" b="1" dirty="0" err="1" smtClean="0">
                <a:solidFill>
                  <a:srgbClr val="FF0000"/>
                </a:solidFill>
                <a:latin typeface="Arial"/>
                <a:ea typeface="Arial"/>
                <a:cs typeface="Arial"/>
              </a:rPr>
              <a:t>选参</a:t>
            </a:r>
            <a:r>
              <a:rPr lang="zh-CN" altLang="en-US" sz="1875" b="1" dirty="0" smtClean="0">
                <a:solidFill>
                  <a:srgbClr val="FF0000"/>
                </a:solidFill>
                <a:latin typeface="Arial"/>
                <a:ea typeface="Arial"/>
                <a:cs typeface="Arial"/>
              </a:rPr>
              <a:t>，最终结构</a:t>
            </a:r>
            <a:r>
              <a:rPr lang="zh-CN" altLang="en-US" sz="1875" b="1" dirty="0">
                <a:solidFill>
                  <a:srgbClr val="FF0000"/>
                </a:solidFill>
                <a:latin typeface="Arial"/>
                <a:ea typeface="Arial"/>
                <a:cs typeface="Arial"/>
              </a:rPr>
              <a:t>单</a:t>
            </a:r>
            <a:r>
              <a:rPr lang="en-US" altLang="zh-CN" sz="1875" b="1" dirty="0" smtClean="0">
                <a:solidFill>
                  <a:srgbClr val="FF0000"/>
                </a:solidFill>
                <a:latin typeface="Arial"/>
                <a:ea typeface="Arial"/>
                <a:cs typeface="Arial"/>
              </a:rPr>
              <a:t>kernel+</a:t>
            </a:r>
            <a:r>
              <a:rPr lang="zh-CN" altLang="en-US" sz="1875" b="1" dirty="0" smtClean="0">
                <a:solidFill>
                  <a:srgbClr val="FF0000"/>
                </a:solidFill>
                <a:latin typeface="Arial"/>
                <a:ea typeface="Arial"/>
                <a:cs typeface="Arial"/>
              </a:rPr>
              <a:t>多组</a:t>
            </a:r>
            <a:r>
              <a:rPr lang="en-US" altLang="zh-CN" sz="1875" b="1" dirty="0" err="1" smtClean="0">
                <a:solidFill>
                  <a:srgbClr val="FF0000"/>
                </a:solidFill>
                <a:latin typeface="Arial"/>
                <a:ea typeface="Arial"/>
                <a:cs typeface="Arial"/>
              </a:rPr>
              <a:t>config</a:t>
            </a:r>
            <a:r>
              <a:rPr sz="1875" b="1" dirty="0" smtClean="0">
                <a:solidFill>
                  <a:srgbClr val="FF0000"/>
                </a:solidFill>
                <a:latin typeface="Arial"/>
                <a:ea typeface="Arial"/>
                <a:cs typeface="Arial"/>
              </a:rPr>
              <a:t>。</a:t>
            </a:r>
            <a:endParaRPr sz="1875" b="1" dirty="0">
              <a:solidFill>
                <a:srgbClr val="FF0000"/>
              </a:solidFill>
              <a:latin typeface="Arial"/>
              <a:ea typeface="Arial"/>
              <a:cs typeface="Arial"/>
            </a:endParaRPr>
          </a:p>
        </p:txBody>
      </p:sp>
      <p:cxnSp>
        <p:nvCxnSpPr>
          <p:cNvPr id="152" name="直接连接符 151">
            <a:extLst>
              <a:ext uri="{FF2B5EF4-FFF2-40B4-BE49-F238E27FC236}">
                <a16:creationId xmlns:a16="http://schemas.microsoft.com/office/drawing/2014/main" id="{682EBD28-C1D7-27B3-959E-C2700B14ED8E}"/>
              </a:ext>
            </a:extLst>
          </p:cNvPr>
          <p:cNvCxnSpPr>
            <a:cxnSpLocks/>
          </p:cNvCxnSpPr>
          <p:nvPr/>
        </p:nvCxnSpPr>
        <p:spPr>
          <a:xfrm>
            <a:off x="6726568" y="824618"/>
            <a:ext cx="12778" cy="5440680"/>
          </a:xfrm>
          <a:prstGeom prst="line">
            <a:avLst/>
          </a:prstGeom>
          <a:ln w="2857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158" name="组合 157">
            <a:extLst>
              <a:ext uri="{FF2B5EF4-FFF2-40B4-BE49-F238E27FC236}">
                <a16:creationId xmlns:a16="http://schemas.microsoft.com/office/drawing/2014/main" id="{E2DDB61A-1A0B-49B2-B7A1-B4A52AFC15D7}"/>
              </a:ext>
            </a:extLst>
          </p:cNvPr>
          <p:cNvGrpSpPr/>
          <p:nvPr/>
        </p:nvGrpSpPr>
        <p:grpSpPr>
          <a:xfrm>
            <a:off x="665145" y="4756293"/>
            <a:ext cx="4537324" cy="369332"/>
            <a:chOff x="522750" y="1923394"/>
            <a:chExt cx="4537324" cy="369332"/>
          </a:xfrm>
        </p:grpSpPr>
        <p:sp>
          <p:nvSpPr>
            <p:cNvPr id="159" name="文本框 158">
              <a:extLst>
                <a:ext uri="{FF2B5EF4-FFF2-40B4-BE49-F238E27FC236}">
                  <a16:creationId xmlns:a16="http://schemas.microsoft.com/office/drawing/2014/main" id="{5810480A-88E6-4BD4-B169-5940E6777A5D}"/>
                </a:ext>
              </a:extLst>
            </p:cNvPr>
            <p:cNvSpPr txBox="1"/>
            <p:nvPr/>
          </p:nvSpPr>
          <p:spPr>
            <a:xfrm>
              <a:off x="666750" y="1923394"/>
              <a:ext cx="4393324" cy="369332"/>
            </a:xfrm>
            <a:prstGeom prst="rect">
              <a:avLst/>
            </a:prstGeom>
            <a:noFill/>
          </p:spPr>
          <p:txBody>
            <a:bodyPr wrap="square" rtlCol="0">
              <a:spAutoFit/>
            </a:bodyPr>
            <a:lstStyle/>
            <a:p>
              <a:r>
                <a:rPr lang="zh-CN" altLang="en-US" dirty="0" smtClean="0"/>
                <a:t>主要实现动态</a:t>
              </a:r>
              <a:r>
                <a:rPr lang="en-US" altLang="zh-CN" dirty="0" smtClean="0"/>
                <a:t>shape</a:t>
              </a:r>
              <a:r>
                <a:rPr lang="zh-CN" altLang="en-US" dirty="0" smtClean="0"/>
                <a:t>下</a:t>
              </a:r>
              <a:r>
                <a:rPr lang="en-US" altLang="zh-CN" dirty="0" smtClean="0"/>
                <a:t>kernel</a:t>
              </a:r>
              <a:r>
                <a:rPr lang="zh-CN" altLang="en-US" dirty="0" smtClean="0"/>
                <a:t>的开发功能</a:t>
              </a:r>
              <a:endParaRPr lang="zh-CN" altLang="en-US" dirty="0"/>
            </a:p>
          </p:txBody>
        </p:sp>
        <p:sp>
          <p:nvSpPr>
            <p:cNvPr id="160" name="椭圆 159">
              <a:extLst>
                <a:ext uri="{FF2B5EF4-FFF2-40B4-BE49-F238E27FC236}">
                  <a16:creationId xmlns:a16="http://schemas.microsoft.com/office/drawing/2014/main" id="{02BEC462-C7B8-4D2F-8750-789C4658286B}"/>
                </a:ext>
              </a:extLst>
            </p:cNvPr>
            <p:cNvSpPr/>
            <p:nvPr/>
          </p:nvSpPr>
          <p:spPr>
            <a:xfrm>
              <a:off x="522750" y="2055208"/>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3" name="text_230_大量 Shape × Config 组合">
            <a:extLst>
              <a:ext uri="{FF2B5EF4-FFF2-40B4-BE49-F238E27FC236}">
                <a16:creationId xmlns:a16="http://schemas.microsoft.com/office/drawing/2014/main" id="{122B8094-8A25-405A-B2A1-AADD18371046}"/>
              </a:ext>
            </a:extLst>
          </p:cNvPr>
          <p:cNvSpPr>
            <a:spLocks noGrp="1"/>
          </p:cNvSpPr>
          <p:nvPr/>
        </p:nvSpPr>
        <p:spPr>
          <a:xfrm>
            <a:off x="775879" y="5510729"/>
            <a:ext cx="2733675" cy="276225"/>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1" dirty="0" err="1">
                <a:solidFill>
                  <a:srgbClr val="242424"/>
                </a:solidFill>
                <a:latin typeface="+mn-ea"/>
                <a:cs typeface="Arial"/>
              </a:rPr>
              <a:t>大量</a:t>
            </a:r>
            <a:r>
              <a:rPr sz="1388" b="1" dirty="0">
                <a:solidFill>
                  <a:srgbClr val="242424"/>
                </a:solidFill>
                <a:latin typeface="+mn-ea"/>
                <a:cs typeface="Arial"/>
              </a:rPr>
              <a:t> Shape × </a:t>
            </a:r>
            <a:r>
              <a:rPr sz="1388" b="1" dirty="0" err="1">
                <a:solidFill>
                  <a:srgbClr val="242424"/>
                </a:solidFill>
                <a:latin typeface="+mn-ea"/>
                <a:cs typeface="Arial"/>
              </a:rPr>
              <a:t>Config</a:t>
            </a:r>
            <a:r>
              <a:rPr sz="1388" b="1" dirty="0">
                <a:solidFill>
                  <a:srgbClr val="242424"/>
                </a:solidFill>
                <a:latin typeface="+mn-ea"/>
                <a:cs typeface="Arial"/>
              </a:rPr>
              <a:t> </a:t>
            </a:r>
            <a:r>
              <a:rPr sz="1388" b="1" dirty="0" err="1" smtClean="0">
                <a:solidFill>
                  <a:srgbClr val="242424"/>
                </a:solidFill>
                <a:latin typeface="+mn-ea"/>
                <a:cs typeface="Arial"/>
              </a:rPr>
              <a:t>组合</a:t>
            </a:r>
            <a:r>
              <a:rPr lang="zh-CN" altLang="en-US" sz="1388" b="1" dirty="0" smtClean="0">
                <a:solidFill>
                  <a:srgbClr val="242424"/>
                </a:solidFill>
                <a:latin typeface="+mn-ea"/>
                <a:cs typeface="Arial"/>
              </a:rPr>
              <a:t>，搜索空间大</a:t>
            </a:r>
            <a:endParaRPr sz="1388" b="1" dirty="0">
              <a:solidFill>
                <a:srgbClr val="242424"/>
              </a:solidFill>
              <a:latin typeface="+mn-ea"/>
              <a:cs typeface="Arial"/>
            </a:endParaRPr>
          </a:p>
        </p:txBody>
      </p:sp>
      <p:sp>
        <p:nvSpPr>
          <p:cNvPr id="170" name="text_243_选哪个 Shape 作为代表？">
            <a:extLst>
              <a:ext uri="{FF2B5EF4-FFF2-40B4-BE49-F238E27FC236}">
                <a16:creationId xmlns:a16="http://schemas.microsoft.com/office/drawing/2014/main" id="{1ADCC548-47E7-415E-9547-A65A4389265E}"/>
              </a:ext>
            </a:extLst>
          </p:cNvPr>
          <p:cNvSpPr>
            <a:spLocks noGrp="1"/>
          </p:cNvSpPr>
          <p:nvPr/>
        </p:nvSpPr>
        <p:spPr>
          <a:xfrm>
            <a:off x="804325" y="5802031"/>
            <a:ext cx="2733675" cy="304800"/>
          </a:xfrm>
          <a:prstGeom prst="rect">
            <a:avLst/>
          </a:prstGeom>
          <a:noFill/>
          <a:ln w="9525">
            <a:noFill/>
          </a:ln>
        </p:spPr>
        <p:txBody>
          <a:bodyPr wrap="none" lIns="0" tIns="0" rIns="0" bIns="0" anchor="ctr">
            <a:noAutofit/>
          </a:bodyPr>
          <a:lstStyle/>
          <a:p>
            <a:pPr algn="l">
              <a:defRPr sz="1425" b="0">
                <a:solidFill>
                  <a:srgbClr val="242424"/>
                </a:solidFill>
                <a:latin typeface="Arial"/>
                <a:ea typeface="Arial"/>
                <a:cs typeface="Arial"/>
              </a:defRPr>
            </a:pPr>
            <a:r>
              <a:rPr lang="zh-CN" altLang="en-US" sz="1425" b="1" dirty="0" smtClean="0">
                <a:solidFill>
                  <a:srgbClr val="242424"/>
                </a:solidFill>
                <a:latin typeface="+mn-ea"/>
                <a:cs typeface="Arial"/>
              </a:rPr>
              <a:t>搜索过程依赖大模型，没有设计统一，合理的搜索过程。</a:t>
            </a:r>
            <a:endParaRPr sz="1425" b="1" dirty="0">
              <a:solidFill>
                <a:srgbClr val="242424"/>
              </a:solidFill>
              <a:latin typeface="+mn-ea"/>
              <a:cs typeface="Arial"/>
            </a:endParaRPr>
          </a:p>
        </p:txBody>
      </p:sp>
      <p:sp>
        <p:nvSpPr>
          <p:cNvPr id="176" name="text_220_多 Shape 验证与初步选参">
            <a:extLst>
              <a:ext uri="{FF2B5EF4-FFF2-40B4-BE49-F238E27FC236}">
                <a16:creationId xmlns:a16="http://schemas.microsoft.com/office/drawing/2014/main" id="{31EA2450-70A9-46B0-9F65-7C34D80A0669}"/>
              </a:ext>
            </a:extLst>
          </p:cNvPr>
          <p:cNvSpPr>
            <a:spLocks noGrp="1"/>
          </p:cNvSpPr>
          <p:nvPr/>
        </p:nvSpPr>
        <p:spPr>
          <a:xfrm>
            <a:off x="814835" y="5267325"/>
            <a:ext cx="2686050" cy="276225"/>
          </a:xfrm>
          <a:prstGeom prst="rect">
            <a:avLst/>
          </a:prstGeom>
          <a:noFill/>
          <a:ln w="9525">
            <a:noFill/>
          </a:ln>
        </p:spPr>
        <p:txBody>
          <a:bodyPr wrap="none" lIns="0" tIns="0" rIns="0" bIns="0" anchor="ctr">
            <a:noAutofit/>
          </a:bodyPr>
          <a:lstStyle/>
          <a:p>
            <a:pPr algn="l">
              <a:defRPr sz="1425" b="1">
                <a:solidFill>
                  <a:srgbClr val="D7000F"/>
                </a:solidFill>
                <a:latin typeface="Arial"/>
                <a:ea typeface="Arial"/>
                <a:cs typeface="Arial"/>
              </a:defRPr>
            </a:pPr>
            <a:r>
              <a:rPr lang="zh-CN" altLang="en-US" sz="1425" b="1" dirty="0">
                <a:solidFill>
                  <a:srgbClr val="D7000F"/>
                </a:solidFill>
                <a:latin typeface="Arial"/>
                <a:ea typeface="Arial"/>
                <a:cs typeface="Arial"/>
              </a:rPr>
              <a:t>仍</a:t>
            </a:r>
            <a:r>
              <a:rPr lang="zh-CN" altLang="en-US" sz="1425" b="1" dirty="0" smtClean="0">
                <a:solidFill>
                  <a:srgbClr val="D7000F"/>
                </a:solidFill>
                <a:latin typeface="Arial"/>
                <a:ea typeface="Arial"/>
                <a:cs typeface="Arial"/>
              </a:rPr>
              <a:t>存在问题：</a:t>
            </a:r>
            <a:endParaRPr sz="1425" b="1" dirty="0">
              <a:solidFill>
                <a:srgbClr val="D7000F"/>
              </a:solidFill>
              <a:latin typeface="Arial"/>
              <a:ea typeface="Arial"/>
              <a:cs typeface="Arial"/>
            </a:endParaRPr>
          </a:p>
        </p:txBody>
      </p:sp>
      <p:cxnSp>
        <p:nvCxnSpPr>
          <p:cNvPr id="148" name="直接箭头连接符 147"/>
          <p:cNvCxnSpPr>
            <a:stCxn id="96" idx="2"/>
          </p:cNvCxnSpPr>
          <p:nvPr/>
        </p:nvCxnSpPr>
        <p:spPr>
          <a:xfrm>
            <a:off x="5315636" y="2231092"/>
            <a:ext cx="0" cy="5592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2" name="text_262_根据 Kernel 结构与硬件特性生成候选参数">
            <a:extLst>
              <a:ext uri="{FF2B5EF4-FFF2-40B4-BE49-F238E27FC236}">
                <a16:creationId xmlns:a16="http://schemas.microsoft.com/office/drawing/2014/main" id="{A99859E0-A858-4016-9BD2-E4341059DC17}"/>
              </a:ext>
            </a:extLst>
          </p:cNvPr>
          <p:cNvSpPr>
            <a:spLocks noGrp="1"/>
          </p:cNvSpPr>
          <p:nvPr/>
        </p:nvSpPr>
        <p:spPr>
          <a:xfrm>
            <a:off x="5402121" y="2384101"/>
            <a:ext cx="1024672" cy="266700"/>
          </a:xfrm>
          <a:prstGeom prst="rect">
            <a:avLst/>
          </a:prstGeom>
          <a:noFill/>
          <a:ln w="9525">
            <a:noFill/>
          </a:ln>
        </p:spPr>
        <p:txBody>
          <a:bodyPr wrap="none" lIns="0" tIns="0" rIns="0" bIns="0" anchor="ctr">
            <a:noAutofit/>
          </a:bodyPr>
          <a:lstStyle/>
          <a:p>
            <a:pPr algn="l">
              <a:defRPr sz="1350" b="0">
                <a:solidFill>
                  <a:srgbClr val="000000"/>
                </a:solidFill>
                <a:latin typeface="Arial"/>
                <a:ea typeface="Arial"/>
                <a:cs typeface="Arial"/>
              </a:defRPr>
            </a:pPr>
            <a:r>
              <a:rPr lang="zh-CN" altLang="en-US" sz="1350" b="1" dirty="0" smtClean="0">
                <a:solidFill>
                  <a:srgbClr val="000000"/>
                </a:solidFill>
                <a:latin typeface="Arial"/>
                <a:ea typeface="Arial"/>
                <a:cs typeface="Arial"/>
              </a:rPr>
              <a:t>转换为动态</a:t>
            </a:r>
            <a:endParaRPr sz="1350" b="1" dirty="0">
              <a:solidFill>
                <a:srgbClr val="000000"/>
              </a:solidFill>
              <a:latin typeface="Arial"/>
              <a:ea typeface="Arial"/>
              <a:cs typeface="Arial"/>
            </a:endParaRPr>
          </a:p>
        </p:txBody>
      </p:sp>
    </p:spTree>
    <p:extLst>
      <p:ext uri="{BB962C8B-B14F-4D97-AF65-F5344CB8AC3E}">
        <p14:creationId xmlns:p14="http://schemas.microsoft.com/office/powerpoint/2010/main" val="84463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757C07-7925-4B7F-828A-EECD15DBCBF3}"/>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111315"/>
                </a:solidFill>
              </a:rPr>
              <a:t>实习任务</a:t>
            </a:r>
            <a:r>
              <a:rPr lang="en-US" altLang="zh-CN" dirty="0">
                <a:solidFill>
                  <a:srgbClr val="111315"/>
                </a:solidFill>
              </a:rPr>
              <a:t>2</a:t>
            </a:r>
            <a:r>
              <a:rPr lang="zh-CN" altLang="en-US" dirty="0">
                <a:solidFill>
                  <a:srgbClr val="111315"/>
                </a:solidFill>
              </a:rPr>
              <a:t>： </a:t>
            </a:r>
            <a:r>
              <a:rPr sz="2600" b="1" dirty="0" smtClean="0">
                <a:solidFill>
                  <a:srgbClr val="000000"/>
                </a:solidFill>
                <a:latin typeface="Arial"/>
                <a:ea typeface="Arial"/>
                <a:cs typeface="Arial"/>
              </a:rPr>
              <a:t>V3 </a:t>
            </a:r>
            <a:r>
              <a:rPr sz="2600" b="1" dirty="0">
                <a:solidFill>
                  <a:srgbClr val="000000"/>
                </a:solidFill>
                <a:latin typeface="Arial"/>
                <a:ea typeface="Arial"/>
                <a:cs typeface="Arial"/>
              </a:rPr>
              <a:t>多 Kernel </a:t>
            </a:r>
            <a:r>
              <a:rPr sz="2600" b="1" dirty="0" err="1">
                <a:solidFill>
                  <a:srgbClr val="000000"/>
                </a:solidFill>
                <a:latin typeface="Arial"/>
                <a:ea typeface="Arial"/>
                <a:cs typeface="Arial"/>
              </a:rPr>
              <a:t>结构适配</a:t>
            </a:r>
            <a:endParaRPr sz="2600" b="1" dirty="0">
              <a:solidFill>
                <a:srgbClr val="000000"/>
              </a:solidFill>
              <a:latin typeface="Arial"/>
              <a:ea typeface="Arial"/>
              <a:cs typeface="Arial"/>
            </a:endParaRPr>
          </a:p>
        </p:txBody>
      </p:sp>
      <p:sp>
        <p:nvSpPr>
          <p:cNvPr id="3" name="text_295_V2 的局限">
            <a:extLst>
              <a:ext uri="{FF2B5EF4-FFF2-40B4-BE49-F238E27FC236}">
                <a16:creationId xmlns:a16="http://schemas.microsoft.com/office/drawing/2014/main" id="{CEFFAD14-6659-4C80-BDA6-334B5FF8C0F8}"/>
              </a:ext>
            </a:extLst>
          </p:cNvPr>
          <p:cNvSpPr>
            <a:spLocks noGrp="1"/>
          </p:cNvSpPr>
          <p:nvPr/>
        </p:nvSpPr>
        <p:spPr>
          <a:xfrm>
            <a:off x="766763" y="876300"/>
            <a:ext cx="2533650"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dirty="0">
                <a:solidFill>
                  <a:srgbClr val="000000"/>
                </a:solidFill>
                <a:latin typeface="Arial"/>
                <a:ea typeface="Arial"/>
                <a:cs typeface="Arial"/>
              </a:rPr>
              <a:t>V2 </a:t>
            </a:r>
            <a:r>
              <a:rPr sz="2175" b="1" dirty="0" err="1">
                <a:solidFill>
                  <a:srgbClr val="000000"/>
                </a:solidFill>
                <a:latin typeface="Arial"/>
                <a:ea typeface="Arial"/>
                <a:cs typeface="Arial"/>
              </a:rPr>
              <a:t>的局限</a:t>
            </a:r>
            <a:endParaRPr sz="2175" b="1" dirty="0">
              <a:solidFill>
                <a:srgbClr val="000000"/>
              </a:solidFill>
              <a:latin typeface="Arial"/>
              <a:ea typeface="Arial"/>
              <a:cs typeface="Arial"/>
            </a:endParaRPr>
          </a:p>
        </p:txBody>
      </p:sp>
      <p:sp>
        <p:nvSpPr>
          <p:cNvPr id="4" name="connector_296">
            <a:extLst>
              <a:ext uri="{FF2B5EF4-FFF2-40B4-BE49-F238E27FC236}">
                <a16:creationId xmlns:a16="http://schemas.microsoft.com/office/drawing/2014/main" id="{DC934BDC-5025-4C69-AFA3-E2A422F0F9F6}"/>
              </a:ext>
            </a:extLst>
          </p:cNvPr>
          <p:cNvSpPr>
            <a:spLocks noGrp="1"/>
          </p:cNvSpPr>
          <p:nvPr/>
        </p:nvSpPr>
        <p:spPr>
          <a:xfrm>
            <a:off x="714375"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5" name="text_299_V3 的核心方法">
            <a:extLst>
              <a:ext uri="{FF2B5EF4-FFF2-40B4-BE49-F238E27FC236}">
                <a16:creationId xmlns:a16="http://schemas.microsoft.com/office/drawing/2014/main" id="{900DC6EC-2D9F-46B8-B9E4-4A6AC3C72334}"/>
              </a:ext>
            </a:extLst>
          </p:cNvPr>
          <p:cNvSpPr>
            <a:spLocks noGrp="1"/>
          </p:cNvSpPr>
          <p:nvPr/>
        </p:nvSpPr>
        <p:spPr>
          <a:xfrm>
            <a:off x="4095750" y="885825"/>
            <a:ext cx="7058025"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dirty="0">
                <a:solidFill>
                  <a:srgbClr val="000000"/>
                </a:solidFill>
                <a:latin typeface="Arial"/>
                <a:ea typeface="Arial"/>
                <a:cs typeface="Arial"/>
              </a:rPr>
              <a:t>V3 </a:t>
            </a:r>
            <a:r>
              <a:rPr sz="2175" b="1" dirty="0" err="1">
                <a:solidFill>
                  <a:srgbClr val="000000"/>
                </a:solidFill>
                <a:latin typeface="Arial"/>
                <a:ea typeface="Arial"/>
                <a:cs typeface="Arial"/>
              </a:rPr>
              <a:t>的核心方法</a:t>
            </a:r>
            <a:endParaRPr sz="2175" b="1" dirty="0">
              <a:solidFill>
                <a:srgbClr val="000000"/>
              </a:solidFill>
              <a:latin typeface="Arial"/>
              <a:ea typeface="Arial"/>
              <a:cs typeface="Arial"/>
            </a:endParaRPr>
          </a:p>
        </p:txBody>
      </p:sp>
      <p:sp>
        <p:nvSpPr>
          <p:cNvPr id="6" name="connector_300">
            <a:extLst>
              <a:ext uri="{FF2B5EF4-FFF2-40B4-BE49-F238E27FC236}">
                <a16:creationId xmlns:a16="http://schemas.microsoft.com/office/drawing/2014/main" id="{0E9A3169-63FD-440A-A71D-4A17CBD67ED2}"/>
              </a:ext>
            </a:extLst>
          </p:cNvPr>
          <p:cNvSpPr>
            <a:spLocks noGrp="1"/>
          </p:cNvSpPr>
          <p:nvPr/>
        </p:nvSpPr>
        <p:spPr>
          <a:xfrm>
            <a:off x="4038600"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49" name="text_344_不同 Shape 的计算特征差异大">
            <a:extLst>
              <a:ext uri="{FF2B5EF4-FFF2-40B4-BE49-F238E27FC236}">
                <a16:creationId xmlns:a16="http://schemas.microsoft.com/office/drawing/2014/main" id="{27E79BCA-3192-4F7A-9C12-89A4E0087874}"/>
              </a:ext>
            </a:extLst>
          </p:cNvPr>
          <p:cNvSpPr>
            <a:spLocks noGrp="1"/>
          </p:cNvSpPr>
          <p:nvPr/>
        </p:nvSpPr>
        <p:spPr>
          <a:xfrm>
            <a:off x="714375" y="1697024"/>
            <a:ext cx="2943225" cy="438150"/>
          </a:xfrm>
          <a:prstGeom prst="rect">
            <a:avLst/>
          </a:prstGeom>
          <a:noFill/>
          <a:ln w="9525">
            <a:noFill/>
          </a:ln>
        </p:spPr>
        <p:txBody>
          <a:bodyPr wrap="none" lIns="0" tIns="0" rIns="0" bIns="0" anchor="ctr">
            <a:noAutofit/>
          </a:bodyPr>
          <a:lstStyle/>
          <a:p>
            <a:pPr algn="l">
              <a:defRPr sz="1538" b="0">
                <a:solidFill>
                  <a:srgbClr val="242424"/>
                </a:solidFill>
                <a:latin typeface="Arial"/>
                <a:ea typeface="Arial"/>
                <a:cs typeface="Arial"/>
              </a:defRPr>
            </a:pPr>
            <a:r>
              <a:rPr sz="1538" b="0" dirty="0" err="1">
                <a:solidFill>
                  <a:srgbClr val="242424"/>
                </a:solidFill>
                <a:latin typeface="Arial"/>
                <a:ea typeface="Arial"/>
                <a:cs typeface="Arial"/>
              </a:rPr>
              <a:t>不同</a:t>
            </a:r>
            <a:r>
              <a:rPr sz="1538" b="0" dirty="0">
                <a:solidFill>
                  <a:srgbClr val="242424"/>
                </a:solidFill>
                <a:latin typeface="Arial"/>
                <a:ea typeface="Arial"/>
                <a:cs typeface="Arial"/>
              </a:rPr>
              <a:t> Shape </a:t>
            </a:r>
            <a:r>
              <a:rPr sz="1538" b="0" dirty="0" err="1">
                <a:solidFill>
                  <a:srgbClr val="242424"/>
                </a:solidFill>
                <a:latin typeface="Arial"/>
                <a:ea typeface="Arial"/>
                <a:cs typeface="Arial"/>
              </a:rPr>
              <a:t>的计算特征差异大</a:t>
            </a:r>
            <a:endParaRPr sz="1538" b="0" dirty="0">
              <a:solidFill>
                <a:srgbClr val="242424"/>
              </a:solidFill>
              <a:latin typeface="Arial"/>
              <a:ea typeface="Arial"/>
              <a:cs typeface="Arial"/>
            </a:endParaRPr>
          </a:p>
        </p:txBody>
      </p:sp>
      <p:sp>
        <p:nvSpPr>
          <p:cNvPr id="50" name="text_346_单一 Kernel 难以兼顾所有场景">
            <a:extLst>
              <a:ext uri="{FF2B5EF4-FFF2-40B4-BE49-F238E27FC236}">
                <a16:creationId xmlns:a16="http://schemas.microsoft.com/office/drawing/2014/main" id="{5A510872-5AEF-483A-88DD-29117C82A70D}"/>
              </a:ext>
            </a:extLst>
          </p:cNvPr>
          <p:cNvSpPr>
            <a:spLocks noGrp="1"/>
          </p:cNvSpPr>
          <p:nvPr/>
        </p:nvSpPr>
        <p:spPr>
          <a:xfrm>
            <a:off x="714375" y="2135174"/>
            <a:ext cx="2943225" cy="438150"/>
          </a:xfrm>
          <a:prstGeom prst="rect">
            <a:avLst/>
          </a:prstGeom>
          <a:noFill/>
          <a:ln w="9525">
            <a:noFill/>
          </a:ln>
        </p:spPr>
        <p:txBody>
          <a:bodyPr wrap="none" lIns="0" tIns="0" rIns="0" bIns="0" anchor="ctr">
            <a:noAutofit/>
          </a:bodyPr>
          <a:lstStyle/>
          <a:p>
            <a:pPr algn="l">
              <a:defRPr sz="1538" b="0">
                <a:solidFill>
                  <a:srgbClr val="242424"/>
                </a:solidFill>
                <a:latin typeface="Arial"/>
                <a:ea typeface="Arial"/>
                <a:cs typeface="Arial"/>
              </a:defRPr>
            </a:pPr>
            <a:r>
              <a:rPr sz="1538" b="0">
                <a:solidFill>
                  <a:srgbClr val="242424"/>
                </a:solidFill>
                <a:latin typeface="Arial"/>
                <a:ea typeface="Arial"/>
                <a:cs typeface="Arial"/>
              </a:rPr>
              <a:t>单一 Kernel 难以兼顾所有场景</a:t>
            </a:r>
          </a:p>
        </p:txBody>
      </p:sp>
      <p:sp>
        <p:nvSpPr>
          <p:cNvPr id="51" name="text_348_仅优化参数仍可能性能不佳">
            <a:extLst>
              <a:ext uri="{FF2B5EF4-FFF2-40B4-BE49-F238E27FC236}">
                <a16:creationId xmlns:a16="http://schemas.microsoft.com/office/drawing/2014/main" id="{32089837-0505-41EB-812F-C702F99D5A6C}"/>
              </a:ext>
            </a:extLst>
          </p:cNvPr>
          <p:cNvSpPr>
            <a:spLocks noGrp="1"/>
          </p:cNvSpPr>
          <p:nvPr/>
        </p:nvSpPr>
        <p:spPr>
          <a:xfrm>
            <a:off x="714375" y="2573324"/>
            <a:ext cx="2943225" cy="438150"/>
          </a:xfrm>
          <a:prstGeom prst="rect">
            <a:avLst/>
          </a:prstGeom>
          <a:noFill/>
          <a:ln w="9525">
            <a:noFill/>
          </a:ln>
        </p:spPr>
        <p:txBody>
          <a:bodyPr wrap="none" lIns="0" tIns="0" rIns="0" bIns="0" anchor="ctr">
            <a:noAutofit/>
          </a:bodyPr>
          <a:lstStyle/>
          <a:p>
            <a:pPr algn="l">
              <a:defRPr sz="1538" b="0">
                <a:solidFill>
                  <a:srgbClr val="242424"/>
                </a:solidFill>
                <a:latin typeface="Arial"/>
                <a:ea typeface="Arial"/>
                <a:cs typeface="Arial"/>
              </a:defRPr>
            </a:pPr>
            <a:r>
              <a:rPr sz="1538" b="0" dirty="0" err="1">
                <a:solidFill>
                  <a:srgbClr val="242424"/>
                </a:solidFill>
                <a:latin typeface="Arial"/>
                <a:ea typeface="Arial"/>
                <a:cs typeface="Arial"/>
              </a:rPr>
              <a:t>仅优化参数仍可能性能不佳</a:t>
            </a:r>
            <a:endParaRPr sz="1538" b="0" dirty="0">
              <a:solidFill>
                <a:srgbClr val="242424"/>
              </a:solidFill>
              <a:latin typeface="Arial"/>
              <a:ea typeface="Arial"/>
              <a:cs typeface="Arial"/>
            </a:endParaRPr>
          </a:p>
        </p:txBody>
      </p:sp>
      <p:sp>
        <p:nvSpPr>
          <p:cNvPr id="52" name="text_350_多 Kernel Family&#10;结合独立参数搜索">
            <a:extLst>
              <a:ext uri="{FF2B5EF4-FFF2-40B4-BE49-F238E27FC236}">
                <a16:creationId xmlns:a16="http://schemas.microsoft.com/office/drawing/2014/main" id="{FDD829D4-B200-4D37-939D-EA9D39F30433}"/>
              </a:ext>
            </a:extLst>
          </p:cNvPr>
          <p:cNvSpPr>
            <a:spLocks noGrp="1"/>
          </p:cNvSpPr>
          <p:nvPr/>
        </p:nvSpPr>
        <p:spPr>
          <a:xfrm>
            <a:off x="1219282" y="3393327"/>
            <a:ext cx="2499086" cy="619125"/>
          </a:xfrm>
          <a:prstGeom prst="rect">
            <a:avLst/>
          </a:prstGeom>
          <a:noFill/>
          <a:ln w="9525">
            <a:noFill/>
          </a:ln>
        </p:spPr>
        <p:txBody>
          <a:bodyPr wrap="none" lIns="0" tIns="0" rIns="0" bIns="0" anchor="ctr">
            <a:noAutofit/>
          </a:bodyPr>
          <a:lstStyle/>
          <a:p>
            <a:pPr algn="ctr">
              <a:defRPr sz="1875" b="1">
                <a:solidFill>
                  <a:srgbClr val="D7000F"/>
                </a:solidFill>
                <a:latin typeface="Arial"/>
                <a:ea typeface="Arial"/>
                <a:cs typeface="Arial"/>
              </a:defRPr>
            </a:pPr>
            <a:r>
              <a:rPr sz="1875" b="1" dirty="0">
                <a:solidFill>
                  <a:srgbClr val="D7000F"/>
                </a:solidFill>
                <a:latin typeface="Arial"/>
                <a:ea typeface="Arial"/>
                <a:cs typeface="Arial"/>
              </a:rPr>
              <a:t>多 Kernel Family</a:t>
            </a:r>
          </a:p>
          <a:p>
            <a:pPr algn="ctr">
              <a:defRPr sz="1875" b="1">
                <a:solidFill>
                  <a:srgbClr val="D7000F"/>
                </a:solidFill>
                <a:latin typeface="Arial"/>
                <a:ea typeface="Arial"/>
                <a:cs typeface="Arial"/>
              </a:defRPr>
            </a:pPr>
            <a:r>
              <a:rPr sz="1875" b="1" dirty="0" err="1">
                <a:solidFill>
                  <a:srgbClr val="D7000F"/>
                </a:solidFill>
                <a:latin typeface="Arial"/>
                <a:ea typeface="Arial"/>
                <a:cs typeface="Arial"/>
              </a:rPr>
              <a:t>结合独立参数搜索</a:t>
            </a:r>
            <a:endParaRPr sz="1875" b="1" dirty="0">
              <a:solidFill>
                <a:srgbClr val="D7000F"/>
              </a:solidFill>
              <a:latin typeface="Arial"/>
              <a:ea typeface="Arial"/>
              <a:cs typeface="Arial"/>
            </a:endParaRPr>
          </a:p>
        </p:txBody>
      </p:sp>
      <p:sp>
        <p:nvSpPr>
          <p:cNvPr id="53" name="text_352_围绕 Shape 特征生成少量 Family">
            <a:extLst>
              <a:ext uri="{FF2B5EF4-FFF2-40B4-BE49-F238E27FC236}">
                <a16:creationId xmlns:a16="http://schemas.microsoft.com/office/drawing/2014/main" id="{7D3329EF-C516-4C48-9700-8D121BDFBD34}"/>
              </a:ext>
            </a:extLst>
          </p:cNvPr>
          <p:cNvSpPr>
            <a:spLocks noGrp="1"/>
          </p:cNvSpPr>
          <p:nvPr/>
        </p:nvSpPr>
        <p:spPr>
          <a:xfrm>
            <a:off x="825791" y="4519310"/>
            <a:ext cx="2943225" cy="352425"/>
          </a:xfrm>
          <a:prstGeom prst="rect">
            <a:avLst/>
          </a:prstGeom>
          <a:noFill/>
          <a:ln w="9525">
            <a:noFill/>
          </a:ln>
        </p:spPr>
        <p:txBody>
          <a:bodyPr wrap="none" lIns="0" tIns="0" rIns="0" bIns="0" anchor="ctr">
            <a:noAutofit/>
          </a:bodyPr>
          <a:lstStyle/>
          <a:p>
            <a:pPr algn="l">
              <a:defRPr sz="1463" b="0">
                <a:solidFill>
                  <a:srgbClr val="242424"/>
                </a:solidFill>
                <a:latin typeface="Arial"/>
                <a:ea typeface="Arial"/>
                <a:cs typeface="Arial"/>
              </a:defRPr>
            </a:pPr>
            <a:r>
              <a:rPr sz="1463" b="0" dirty="0" err="1">
                <a:solidFill>
                  <a:srgbClr val="242424"/>
                </a:solidFill>
                <a:latin typeface="Arial"/>
                <a:ea typeface="Arial"/>
                <a:cs typeface="Arial"/>
              </a:rPr>
              <a:t>围绕</a:t>
            </a:r>
            <a:r>
              <a:rPr sz="1463" b="0" dirty="0">
                <a:solidFill>
                  <a:srgbClr val="242424"/>
                </a:solidFill>
                <a:latin typeface="Arial"/>
                <a:ea typeface="Arial"/>
                <a:cs typeface="Arial"/>
              </a:rPr>
              <a:t> Shape </a:t>
            </a:r>
            <a:r>
              <a:rPr sz="1463" b="0" dirty="0" err="1">
                <a:solidFill>
                  <a:srgbClr val="242424"/>
                </a:solidFill>
                <a:latin typeface="Arial"/>
                <a:ea typeface="Arial"/>
                <a:cs typeface="Arial"/>
              </a:rPr>
              <a:t>特征生成少量</a:t>
            </a:r>
            <a:r>
              <a:rPr sz="1463" b="0" dirty="0">
                <a:solidFill>
                  <a:srgbClr val="242424"/>
                </a:solidFill>
                <a:latin typeface="Arial"/>
                <a:ea typeface="Arial"/>
                <a:cs typeface="Arial"/>
              </a:rPr>
              <a:t> Family</a:t>
            </a:r>
          </a:p>
        </p:txBody>
      </p:sp>
      <p:sp>
        <p:nvSpPr>
          <p:cNvPr id="54" name="text_354_各 Family 采用不同计算与调度结构">
            <a:extLst>
              <a:ext uri="{FF2B5EF4-FFF2-40B4-BE49-F238E27FC236}">
                <a16:creationId xmlns:a16="http://schemas.microsoft.com/office/drawing/2014/main" id="{1AE16A3D-E81E-4B8C-AE47-E836CDB57162}"/>
              </a:ext>
            </a:extLst>
          </p:cNvPr>
          <p:cNvSpPr>
            <a:spLocks noGrp="1"/>
          </p:cNvSpPr>
          <p:nvPr/>
        </p:nvSpPr>
        <p:spPr>
          <a:xfrm>
            <a:off x="825791" y="4871735"/>
            <a:ext cx="2943225" cy="352425"/>
          </a:xfrm>
          <a:prstGeom prst="rect">
            <a:avLst/>
          </a:prstGeom>
          <a:noFill/>
          <a:ln w="9525">
            <a:noFill/>
          </a:ln>
        </p:spPr>
        <p:txBody>
          <a:bodyPr wrap="none" lIns="0" tIns="0" rIns="0" bIns="0" anchor="ctr">
            <a:noAutofit/>
          </a:bodyPr>
          <a:lstStyle/>
          <a:p>
            <a:pPr algn="l">
              <a:defRPr sz="1463" b="0">
                <a:solidFill>
                  <a:srgbClr val="242424"/>
                </a:solidFill>
                <a:latin typeface="Arial"/>
                <a:ea typeface="Arial"/>
                <a:cs typeface="Arial"/>
              </a:defRPr>
            </a:pPr>
            <a:r>
              <a:rPr sz="1463" b="0" dirty="0">
                <a:solidFill>
                  <a:srgbClr val="242424"/>
                </a:solidFill>
                <a:latin typeface="Arial"/>
                <a:ea typeface="Arial"/>
                <a:cs typeface="Arial"/>
              </a:rPr>
              <a:t>各 Family </a:t>
            </a:r>
            <a:r>
              <a:rPr sz="1463" b="0" dirty="0" err="1">
                <a:solidFill>
                  <a:srgbClr val="242424"/>
                </a:solidFill>
                <a:latin typeface="Arial"/>
                <a:ea typeface="Arial"/>
                <a:cs typeface="Arial"/>
              </a:rPr>
              <a:t>采用不同计算与调度结构</a:t>
            </a:r>
            <a:endParaRPr sz="1463" b="0" dirty="0">
              <a:solidFill>
                <a:srgbClr val="242424"/>
              </a:solidFill>
              <a:latin typeface="Arial"/>
              <a:ea typeface="Arial"/>
              <a:cs typeface="Arial"/>
            </a:endParaRPr>
          </a:p>
        </p:txBody>
      </p:sp>
      <p:sp>
        <p:nvSpPr>
          <p:cNvPr id="55" name="text_356_分别维护独立参数搜索空间">
            <a:extLst>
              <a:ext uri="{FF2B5EF4-FFF2-40B4-BE49-F238E27FC236}">
                <a16:creationId xmlns:a16="http://schemas.microsoft.com/office/drawing/2014/main" id="{90DCB5FC-0663-4F25-9464-F61D7C00E744}"/>
              </a:ext>
            </a:extLst>
          </p:cNvPr>
          <p:cNvSpPr>
            <a:spLocks noGrp="1"/>
          </p:cNvSpPr>
          <p:nvPr/>
        </p:nvSpPr>
        <p:spPr>
          <a:xfrm>
            <a:off x="825791" y="5224160"/>
            <a:ext cx="2943225" cy="352425"/>
          </a:xfrm>
          <a:prstGeom prst="rect">
            <a:avLst/>
          </a:prstGeom>
          <a:noFill/>
          <a:ln w="9525">
            <a:noFill/>
          </a:ln>
        </p:spPr>
        <p:txBody>
          <a:bodyPr wrap="none" lIns="0" tIns="0" rIns="0" bIns="0" anchor="ctr">
            <a:noAutofit/>
          </a:bodyPr>
          <a:lstStyle/>
          <a:p>
            <a:pPr algn="l">
              <a:defRPr sz="1463" b="0">
                <a:solidFill>
                  <a:srgbClr val="242424"/>
                </a:solidFill>
                <a:latin typeface="Arial"/>
                <a:ea typeface="Arial"/>
                <a:cs typeface="Arial"/>
              </a:defRPr>
            </a:pPr>
            <a:r>
              <a:rPr sz="1463" b="0">
                <a:solidFill>
                  <a:srgbClr val="242424"/>
                </a:solidFill>
                <a:latin typeface="Arial"/>
                <a:ea typeface="Arial"/>
                <a:cs typeface="Arial"/>
              </a:rPr>
              <a:t>分别维护独立参数搜索空间</a:t>
            </a:r>
          </a:p>
        </p:txBody>
      </p:sp>
      <p:sp>
        <p:nvSpPr>
          <p:cNvPr id="58" name="object_360">
            <a:extLst>
              <a:ext uri="{FF2B5EF4-FFF2-40B4-BE49-F238E27FC236}">
                <a16:creationId xmlns:a16="http://schemas.microsoft.com/office/drawing/2014/main" id="{3B2A05E9-FC8B-4327-A2B6-83D281205B26}"/>
              </a:ext>
            </a:extLst>
          </p:cNvPr>
          <p:cNvSpPr>
            <a:spLocks noGrp="1"/>
          </p:cNvSpPr>
          <p:nvPr/>
        </p:nvSpPr>
        <p:spPr>
          <a:xfrm>
            <a:off x="4048125" y="1504950"/>
            <a:ext cx="1676400" cy="638175"/>
          </a:xfrm>
          <a:prstGeom prst="rect">
            <a:avLst/>
          </a:prstGeom>
          <a:solidFill>
            <a:srgbClr val="FFFFFF"/>
          </a:solidFill>
          <a:ln w="19050">
            <a:solidFill>
              <a:srgbClr val="D7000F"/>
            </a:solidFill>
          </a:ln>
        </p:spPr>
      </p:sp>
      <p:sp>
        <p:nvSpPr>
          <p:cNvPr id="59" name="text_362_运行时 Shape">
            <a:extLst>
              <a:ext uri="{FF2B5EF4-FFF2-40B4-BE49-F238E27FC236}">
                <a16:creationId xmlns:a16="http://schemas.microsoft.com/office/drawing/2014/main" id="{B5ADBC05-E5AD-46C6-A3F9-5B898A422ED1}"/>
              </a:ext>
            </a:extLst>
          </p:cNvPr>
          <p:cNvSpPr>
            <a:spLocks noGrp="1"/>
          </p:cNvSpPr>
          <p:nvPr/>
        </p:nvSpPr>
        <p:spPr>
          <a:xfrm>
            <a:off x="4114800" y="1552575"/>
            <a:ext cx="1543050" cy="542925"/>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dirty="0" err="1" smtClean="0">
                <a:solidFill>
                  <a:srgbClr val="000000"/>
                </a:solidFill>
                <a:latin typeface="Arial"/>
                <a:ea typeface="Arial"/>
                <a:cs typeface="Arial"/>
              </a:rPr>
              <a:t>运行</a:t>
            </a:r>
            <a:r>
              <a:rPr lang="zh-CN" altLang="en-US" sz="1500" b="1" dirty="0" smtClean="0">
                <a:solidFill>
                  <a:srgbClr val="000000"/>
                </a:solidFill>
                <a:latin typeface="Arial"/>
                <a:ea typeface="Arial"/>
                <a:cs typeface="Arial"/>
              </a:rPr>
              <a:t>根据</a:t>
            </a:r>
            <a:r>
              <a:rPr sz="1500" b="1" dirty="0" smtClean="0">
                <a:solidFill>
                  <a:srgbClr val="000000"/>
                </a:solidFill>
                <a:latin typeface="Arial"/>
                <a:ea typeface="Arial"/>
                <a:cs typeface="Arial"/>
              </a:rPr>
              <a:t>Shape</a:t>
            </a:r>
            <a:endParaRPr sz="1500" b="1" dirty="0">
              <a:solidFill>
                <a:srgbClr val="000000"/>
              </a:solidFill>
              <a:latin typeface="Arial"/>
              <a:ea typeface="Arial"/>
              <a:cs typeface="Arial"/>
            </a:endParaRPr>
          </a:p>
        </p:txBody>
      </p:sp>
      <p:sp>
        <p:nvSpPr>
          <p:cNvPr id="60" name="connector_363">
            <a:extLst>
              <a:ext uri="{FF2B5EF4-FFF2-40B4-BE49-F238E27FC236}">
                <a16:creationId xmlns:a16="http://schemas.microsoft.com/office/drawing/2014/main" id="{F93FE7A0-91F0-49F5-90DC-8A77D18381DD}"/>
              </a:ext>
            </a:extLst>
          </p:cNvPr>
          <p:cNvSpPr>
            <a:spLocks noGrp="1"/>
          </p:cNvSpPr>
          <p:nvPr/>
        </p:nvSpPr>
        <p:spPr>
          <a:xfrm>
            <a:off x="5753100" y="1819275"/>
            <a:ext cx="276225" cy="19050"/>
          </a:xfrm>
          <a:custGeom>
            <a:avLst/>
            <a:gdLst/>
            <a:ahLst/>
            <a:cxnLst/>
            <a:rect l="0" t="0" r="0" b="0"/>
            <a:pathLst>
              <a:path w="276225" h="19050">
                <a:moveTo>
                  <a:pt x="9525" y="9525"/>
                </a:moveTo>
                <a:lnTo>
                  <a:pt x="266700" y="9525"/>
                </a:lnTo>
              </a:path>
            </a:pathLst>
          </a:custGeom>
          <a:noFill/>
          <a:ln w="19050">
            <a:solidFill>
              <a:srgbClr val="D7000F"/>
            </a:solidFill>
          </a:ln>
        </p:spPr>
      </p:sp>
      <p:sp>
        <p:nvSpPr>
          <p:cNvPr id="61" name="connector_364">
            <a:extLst>
              <a:ext uri="{FF2B5EF4-FFF2-40B4-BE49-F238E27FC236}">
                <a16:creationId xmlns:a16="http://schemas.microsoft.com/office/drawing/2014/main" id="{C2ECBE81-CB38-4C3D-994C-9B3490DFBF4C}"/>
              </a:ext>
            </a:extLst>
          </p:cNvPr>
          <p:cNvSpPr>
            <a:spLocks noGrp="1"/>
          </p:cNvSpPr>
          <p:nvPr/>
        </p:nvSpPr>
        <p:spPr>
          <a:xfrm>
            <a:off x="5951762" y="178730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62" name="object_365">
            <a:extLst>
              <a:ext uri="{FF2B5EF4-FFF2-40B4-BE49-F238E27FC236}">
                <a16:creationId xmlns:a16="http://schemas.microsoft.com/office/drawing/2014/main" id="{2D3CB6F4-DE3A-41F7-A34D-12A93793A063}"/>
              </a:ext>
            </a:extLst>
          </p:cNvPr>
          <p:cNvSpPr>
            <a:spLocks noGrp="1"/>
          </p:cNvSpPr>
          <p:nvPr/>
        </p:nvSpPr>
        <p:spPr>
          <a:xfrm>
            <a:off x="6076950" y="1504950"/>
            <a:ext cx="1676400" cy="638175"/>
          </a:xfrm>
          <a:prstGeom prst="rect">
            <a:avLst/>
          </a:prstGeom>
          <a:solidFill>
            <a:srgbClr val="FFFFFF"/>
          </a:solidFill>
          <a:ln w="19050">
            <a:solidFill>
              <a:srgbClr val="D7000F"/>
            </a:solidFill>
          </a:ln>
        </p:spPr>
      </p:sp>
      <p:sp>
        <p:nvSpPr>
          <p:cNvPr id="63" name="text_367_Kernel Family">
            <a:extLst>
              <a:ext uri="{FF2B5EF4-FFF2-40B4-BE49-F238E27FC236}">
                <a16:creationId xmlns:a16="http://schemas.microsoft.com/office/drawing/2014/main" id="{950C4202-B5D6-4350-B146-5F3F08881325}"/>
              </a:ext>
            </a:extLst>
          </p:cNvPr>
          <p:cNvSpPr>
            <a:spLocks noGrp="1"/>
          </p:cNvSpPr>
          <p:nvPr/>
        </p:nvSpPr>
        <p:spPr>
          <a:xfrm>
            <a:off x="6143625" y="1552575"/>
            <a:ext cx="1543050" cy="542925"/>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Kernel Family</a:t>
            </a:r>
          </a:p>
        </p:txBody>
      </p:sp>
      <p:sp>
        <p:nvSpPr>
          <p:cNvPr id="64" name="connector_368">
            <a:extLst>
              <a:ext uri="{FF2B5EF4-FFF2-40B4-BE49-F238E27FC236}">
                <a16:creationId xmlns:a16="http://schemas.microsoft.com/office/drawing/2014/main" id="{89F3D0EA-E069-42BE-A55A-4D3ACA8CBDCF}"/>
              </a:ext>
            </a:extLst>
          </p:cNvPr>
          <p:cNvSpPr>
            <a:spLocks noGrp="1"/>
          </p:cNvSpPr>
          <p:nvPr/>
        </p:nvSpPr>
        <p:spPr>
          <a:xfrm>
            <a:off x="7781925" y="1819275"/>
            <a:ext cx="276225" cy="19050"/>
          </a:xfrm>
          <a:custGeom>
            <a:avLst/>
            <a:gdLst/>
            <a:ahLst/>
            <a:cxnLst/>
            <a:rect l="0" t="0" r="0" b="0"/>
            <a:pathLst>
              <a:path w="276225" h="19050">
                <a:moveTo>
                  <a:pt x="9525" y="9525"/>
                </a:moveTo>
                <a:lnTo>
                  <a:pt x="266700" y="9525"/>
                </a:lnTo>
              </a:path>
            </a:pathLst>
          </a:custGeom>
          <a:noFill/>
          <a:ln w="19050">
            <a:solidFill>
              <a:srgbClr val="D7000F"/>
            </a:solidFill>
          </a:ln>
        </p:spPr>
      </p:sp>
      <p:sp>
        <p:nvSpPr>
          <p:cNvPr id="65" name="connector_369">
            <a:extLst>
              <a:ext uri="{FF2B5EF4-FFF2-40B4-BE49-F238E27FC236}">
                <a16:creationId xmlns:a16="http://schemas.microsoft.com/office/drawing/2014/main" id="{CF306F36-A6FE-4BA2-A301-F11BACE44CC5}"/>
              </a:ext>
            </a:extLst>
          </p:cNvPr>
          <p:cNvSpPr>
            <a:spLocks noGrp="1"/>
          </p:cNvSpPr>
          <p:nvPr/>
        </p:nvSpPr>
        <p:spPr>
          <a:xfrm>
            <a:off x="7980587" y="178730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66" name="object_370">
            <a:extLst>
              <a:ext uri="{FF2B5EF4-FFF2-40B4-BE49-F238E27FC236}">
                <a16:creationId xmlns:a16="http://schemas.microsoft.com/office/drawing/2014/main" id="{4E1F0CC5-16F2-4BAB-8C3F-026143F3289B}"/>
              </a:ext>
            </a:extLst>
          </p:cNvPr>
          <p:cNvSpPr>
            <a:spLocks noGrp="1"/>
          </p:cNvSpPr>
          <p:nvPr/>
        </p:nvSpPr>
        <p:spPr>
          <a:xfrm>
            <a:off x="8105775" y="1504950"/>
            <a:ext cx="1676400" cy="638175"/>
          </a:xfrm>
          <a:prstGeom prst="rect">
            <a:avLst/>
          </a:prstGeom>
          <a:solidFill>
            <a:srgbClr val="FFFFFF"/>
          </a:solidFill>
          <a:ln w="19050">
            <a:solidFill>
              <a:srgbClr val="D7000F"/>
            </a:solidFill>
          </a:ln>
        </p:spPr>
      </p:sp>
      <p:sp>
        <p:nvSpPr>
          <p:cNvPr id="67" name="text_372_Config 搜索">
            <a:extLst>
              <a:ext uri="{FF2B5EF4-FFF2-40B4-BE49-F238E27FC236}">
                <a16:creationId xmlns:a16="http://schemas.microsoft.com/office/drawing/2014/main" id="{09A93E00-D6B3-4177-9CDF-F8945124B3BA}"/>
              </a:ext>
            </a:extLst>
          </p:cNvPr>
          <p:cNvSpPr>
            <a:spLocks noGrp="1"/>
          </p:cNvSpPr>
          <p:nvPr/>
        </p:nvSpPr>
        <p:spPr>
          <a:xfrm>
            <a:off x="8172450" y="1552575"/>
            <a:ext cx="1543050" cy="542925"/>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Config 搜索</a:t>
            </a:r>
          </a:p>
        </p:txBody>
      </p:sp>
      <p:sp>
        <p:nvSpPr>
          <p:cNvPr id="68" name="connector_373">
            <a:extLst>
              <a:ext uri="{FF2B5EF4-FFF2-40B4-BE49-F238E27FC236}">
                <a16:creationId xmlns:a16="http://schemas.microsoft.com/office/drawing/2014/main" id="{6032665F-875C-463D-BE78-E982D24D1695}"/>
              </a:ext>
            </a:extLst>
          </p:cNvPr>
          <p:cNvSpPr>
            <a:spLocks noGrp="1"/>
          </p:cNvSpPr>
          <p:nvPr/>
        </p:nvSpPr>
        <p:spPr>
          <a:xfrm>
            <a:off x="9810750" y="1819275"/>
            <a:ext cx="276225" cy="19050"/>
          </a:xfrm>
          <a:custGeom>
            <a:avLst/>
            <a:gdLst/>
            <a:ahLst/>
            <a:cxnLst/>
            <a:rect l="0" t="0" r="0" b="0"/>
            <a:pathLst>
              <a:path w="276225" h="19050">
                <a:moveTo>
                  <a:pt x="9525" y="9525"/>
                </a:moveTo>
                <a:lnTo>
                  <a:pt x="266700" y="9525"/>
                </a:lnTo>
              </a:path>
            </a:pathLst>
          </a:custGeom>
          <a:noFill/>
          <a:ln w="19050">
            <a:solidFill>
              <a:srgbClr val="D7000F"/>
            </a:solidFill>
          </a:ln>
        </p:spPr>
      </p:sp>
      <p:sp>
        <p:nvSpPr>
          <p:cNvPr id="69" name="connector_374">
            <a:extLst>
              <a:ext uri="{FF2B5EF4-FFF2-40B4-BE49-F238E27FC236}">
                <a16:creationId xmlns:a16="http://schemas.microsoft.com/office/drawing/2014/main" id="{DCF4372A-D875-4694-A9C0-0A25D7F1E735}"/>
              </a:ext>
            </a:extLst>
          </p:cNvPr>
          <p:cNvSpPr>
            <a:spLocks noGrp="1"/>
          </p:cNvSpPr>
          <p:nvPr/>
        </p:nvSpPr>
        <p:spPr>
          <a:xfrm>
            <a:off x="10009412" y="1787309"/>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70" name="object_375">
            <a:extLst>
              <a:ext uri="{FF2B5EF4-FFF2-40B4-BE49-F238E27FC236}">
                <a16:creationId xmlns:a16="http://schemas.microsoft.com/office/drawing/2014/main" id="{CF9D5C75-F709-46BF-9CC0-EB556F9E6188}"/>
              </a:ext>
            </a:extLst>
          </p:cNvPr>
          <p:cNvSpPr>
            <a:spLocks noGrp="1"/>
          </p:cNvSpPr>
          <p:nvPr/>
        </p:nvSpPr>
        <p:spPr>
          <a:xfrm>
            <a:off x="10134600" y="1504950"/>
            <a:ext cx="1409700" cy="638175"/>
          </a:xfrm>
          <a:prstGeom prst="rect">
            <a:avLst/>
          </a:prstGeom>
          <a:solidFill>
            <a:srgbClr val="FFFFFF"/>
          </a:solidFill>
          <a:ln w="19050">
            <a:solidFill>
              <a:srgbClr val="D7000F"/>
            </a:solidFill>
          </a:ln>
        </p:spPr>
      </p:sp>
      <p:sp>
        <p:nvSpPr>
          <p:cNvPr id="71" name="text_377_执行组合">
            <a:extLst>
              <a:ext uri="{FF2B5EF4-FFF2-40B4-BE49-F238E27FC236}">
                <a16:creationId xmlns:a16="http://schemas.microsoft.com/office/drawing/2014/main" id="{82C8F9CF-4940-4F99-9C35-F5D250D162FD}"/>
              </a:ext>
            </a:extLst>
          </p:cNvPr>
          <p:cNvSpPr>
            <a:spLocks noGrp="1"/>
          </p:cNvSpPr>
          <p:nvPr/>
        </p:nvSpPr>
        <p:spPr>
          <a:xfrm>
            <a:off x="10201275" y="1552575"/>
            <a:ext cx="1276350" cy="542925"/>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执行组合</a:t>
            </a:r>
          </a:p>
        </p:txBody>
      </p:sp>
      <p:sp>
        <p:nvSpPr>
          <p:cNvPr id="72" name="text_379_依据 Shape 特征选择计算结构，再搜索对应的">
            <a:extLst>
              <a:ext uri="{FF2B5EF4-FFF2-40B4-BE49-F238E27FC236}">
                <a16:creationId xmlns:a16="http://schemas.microsoft.com/office/drawing/2014/main" id="{31F6F557-51F8-4749-A5CE-0B441D4642E1}"/>
              </a:ext>
            </a:extLst>
          </p:cNvPr>
          <p:cNvSpPr>
            <a:spLocks noGrp="1"/>
          </p:cNvSpPr>
          <p:nvPr/>
        </p:nvSpPr>
        <p:spPr>
          <a:xfrm>
            <a:off x="4048125" y="2343150"/>
            <a:ext cx="7515225" cy="276225"/>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dirty="0" err="1">
                <a:solidFill>
                  <a:srgbClr val="D7000F"/>
                </a:solidFill>
                <a:latin typeface="Arial"/>
                <a:ea typeface="Arial"/>
                <a:cs typeface="Arial"/>
              </a:rPr>
              <a:t>依据</a:t>
            </a:r>
            <a:r>
              <a:rPr sz="1725" b="1" dirty="0">
                <a:solidFill>
                  <a:srgbClr val="D7000F"/>
                </a:solidFill>
                <a:latin typeface="Arial"/>
                <a:ea typeface="Arial"/>
                <a:cs typeface="Arial"/>
              </a:rPr>
              <a:t> Shape </a:t>
            </a:r>
            <a:r>
              <a:rPr sz="1725" b="1" dirty="0" err="1">
                <a:solidFill>
                  <a:srgbClr val="D7000F"/>
                </a:solidFill>
                <a:latin typeface="Arial"/>
                <a:ea typeface="Arial"/>
                <a:cs typeface="Arial"/>
              </a:rPr>
              <a:t>特征选择计算结构</a:t>
            </a:r>
            <a:r>
              <a:rPr sz="1725" b="1" dirty="0" smtClean="0">
                <a:solidFill>
                  <a:srgbClr val="D7000F"/>
                </a:solidFill>
                <a:latin typeface="Arial"/>
                <a:ea typeface="Arial"/>
                <a:cs typeface="Arial"/>
              </a:rPr>
              <a:t>，</a:t>
            </a:r>
            <a:r>
              <a:rPr lang="zh-CN" altLang="en-US" sz="1725" b="1" dirty="0" smtClean="0">
                <a:solidFill>
                  <a:srgbClr val="D7000F"/>
                </a:solidFill>
                <a:latin typeface="Arial"/>
                <a:ea typeface="Arial"/>
                <a:cs typeface="Arial"/>
              </a:rPr>
              <a:t>进入不同的优化，</a:t>
            </a:r>
            <a:r>
              <a:rPr sz="1725" b="1" dirty="0" err="1" smtClean="0">
                <a:solidFill>
                  <a:srgbClr val="D7000F"/>
                </a:solidFill>
                <a:latin typeface="Arial"/>
                <a:ea typeface="Arial"/>
                <a:cs typeface="Arial"/>
              </a:rPr>
              <a:t>再搜索对应的参数配置</a:t>
            </a:r>
            <a:endParaRPr sz="1725" b="1" dirty="0">
              <a:solidFill>
                <a:srgbClr val="D7000F"/>
              </a:solidFill>
              <a:latin typeface="Arial"/>
              <a:ea typeface="Arial"/>
              <a:cs typeface="Arial"/>
            </a:endParaRPr>
          </a:p>
        </p:txBody>
      </p:sp>
      <p:sp>
        <p:nvSpPr>
          <p:cNvPr id="73" name="text_381_Small-Shape Kernel">
            <a:extLst>
              <a:ext uri="{FF2B5EF4-FFF2-40B4-BE49-F238E27FC236}">
                <a16:creationId xmlns:a16="http://schemas.microsoft.com/office/drawing/2014/main" id="{B988D9F9-DC1B-49AB-9F7A-486595F0C1EB}"/>
              </a:ext>
            </a:extLst>
          </p:cNvPr>
          <p:cNvSpPr>
            <a:spLocks noGrp="1"/>
          </p:cNvSpPr>
          <p:nvPr/>
        </p:nvSpPr>
        <p:spPr>
          <a:xfrm>
            <a:off x="4095750" y="2924175"/>
            <a:ext cx="2524125" cy="285750"/>
          </a:xfrm>
          <a:prstGeom prst="rect">
            <a:avLst/>
          </a:prstGeom>
          <a:noFill/>
          <a:ln w="9525">
            <a:noFill/>
          </a:ln>
        </p:spPr>
        <p:txBody>
          <a:bodyPr wrap="none" lIns="0" tIns="0" rIns="0" bIns="0" anchor="ctr">
            <a:noAutofit/>
          </a:bodyPr>
          <a:lstStyle/>
          <a:p>
            <a:pPr algn="l">
              <a:defRPr sz="1725" b="1">
                <a:solidFill>
                  <a:srgbClr val="000000"/>
                </a:solidFill>
                <a:latin typeface="Arial"/>
                <a:ea typeface="Arial"/>
                <a:cs typeface="Arial"/>
              </a:defRPr>
            </a:pPr>
            <a:r>
              <a:rPr sz="1725" b="1">
                <a:solidFill>
                  <a:srgbClr val="000000"/>
                </a:solidFill>
                <a:latin typeface="Arial"/>
                <a:ea typeface="Arial"/>
                <a:cs typeface="Arial"/>
              </a:rPr>
              <a:t>Small-Shape Kernel</a:t>
            </a:r>
          </a:p>
        </p:txBody>
      </p:sp>
      <p:sp>
        <p:nvSpPr>
          <p:cNvPr id="74" name="text_383_小尺寸 Shape">
            <a:extLst>
              <a:ext uri="{FF2B5EF4-FFF2-40B4-BE49-F238E27FC236}">
                <a16:creationId xmlns:a16="http://schemas.microsoft.com/office/drawing/2014/main" id="{5550D00F-F27D-40E6-B1FC-3C03D839793D}"/>
              </a:ext>
            </a:extLst>
          </p:cNvPr>
          <p:cNvSpPr>
            <a:spLocks noGrp="1"/>
          </p:cNvSpPr>
          <p:nvPr/>
        </p:nvSpPr>
        <p:spPr>
          <a:xfrm>
            <a:off x="6734175" y="2924175"/>
            <a:ext cx="4772025" cy="28575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小尺寸 Shape</a:t>
            </a:r>
          </a:p>
        </p:txBody>
      </p:sp>
      <p:sp>
        <p:nvSpPr>
          <p:cNvPr id="75" name="text_385_轻量级调度，降低资源占用">
            <a:extLst>
              <a:ext uri="{FF2B5EF4-FFF2-40B4-BE49-F238E27FC236}">
                <a16:creationId xmlns:a16="http://schemas.microsoft.com/office/drawing/2014/main" id="{AC7656CA-50CF-46DC-8669-768D2CB36093}"/>
              </a:ext>
            </a:extLst>
          </p:cNvPr>
          <p:cNvSpPr>
            <a:spLocks noGrp="1"/>
          </p:cNvSpPr>
          <p:nvPr/>
        </p:nvSpPr>
        <p:spPr>
          <a:xfrm>
            <a:off x="6734175" y="3248025"/>
            <a:ext cx="4772025" cy="276225"/>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轻量级调度，降低资源占用</a:t>
            </a:r>
          </a:p>
        </p:txBody>
      </p:sp>
      <p:sp>
        <p:nvSpPr>
          <p:cNvPr id="76" name="connector_386">
            <a:extLst>
              <a:ext uri="{FF2B5EF4-FFF2-40B4-BE49-F238E27FC236}">
                <a16:creationId xmlns:a16="http://schemas.microsoft.com/office/drawing/2014/main" id="{65319085-F182-489C-8144-92C4F2D65D59}"/>
              </a:ext>
            </a:extLst>
          </p:cNvPr>
          <p:cNvSpPr>
            <a:spLocks noGrp="1"/>
          </p:cNvSpPr>
          <p:nvPr/>
        </p:nvSpPr>
        <p:spPr>
          <a:xfrm>
            <a:off x="4086225" y="3590925"/>
            <a:ext cx="7458075" cy="19050"/>
          </a:xfrm>
          <a:custGeom>
            <a:avLst/>
            <a:gdLst/>
            <a:ahLst/>
            <a:cxnLst/>
            <a:rect l="0" t="0" r="0" b="0"/>
            <a:pathLst>
              <a:path w="7458075" h="19050">
                <a:moveTo>
                  <a:pt x="9525" y="9525"/>
                </a:moveTo>
                <a:lnTo>
                  <a:pt x="7448550" y="9525"/>
                </a:lnTo>
              </a:path>
            </a:pathLst>
          </a:custGeom>
          <a:noFill/>
          <a:ln w="14288">
            <a:solidFill>
              <a:srgbClr val="D9D9D9"/>
            </a:solidFill>
          </a:ln>
        </p:spPr>
      </p:sp>
      <p:sp>
        <p:nvSpPr>
          <p:cNvPr id="77" name="text_388_Whole-Axis Kernel">
            <a:extLst>
              <a:ext uri="{FF2B5EF4-FFF2-40B4-BE49-F238E27FC236}">
                <a16:creationId xmlns:a16="http://schemas.microsoft.com/office/drawing/2014/main" id="{E7CB8D1F-53E7-4C97-AA39-014D2428BC20}"/>
              </a:ext>
            </a:extLst>
          </p:cNvPr>
          <p:cNvSpPr>
            <a:spLocks noGrp="1"/>
          </p:cNvSpPr>
          <p:nvPr/>
        </p:nvSpPr>
        <p:spPr>
          <a:xfrm>
            <a:off x="4095750" y="3676650"/>
            <a:ext cx="2524125" cy="285750"/>
          </a:xfrm>
          <a:prstGeom prst="rect">
            <a:avLst/>
          </a:prstGeom>
          <a:noFill/>
          <a:ln w="9525">
            <a:noFill/>
          </a:ln>
        </p:spPr>
        <p:txBody>
          <a:bodyPr wrap="none" lIns="0" tIns="0" rIns="0" bIns="0" anchor="ctr">
            <a:noAutofit/>
          </a:bodyPr>
          <a:lstStyle/>
          <a:p>
            <a:pPr algn="l">
              <a:defRPr sz="1725" b="1">
                <a:solidFill>
                  <a:srgbClr val="000000"/>
                </a:solidFill>
                <a:latin typeface="Arial"/>
                <a:ea typeface="Arial"/>
                <a:cs typeface="Arial"/>
              </a:defRPr>
            </a:pPr>
            <a:r>
              <a:rPr sz="1725" b="1">
                <a:solidFill>
                  <a:srgbClr val="000000"/>
                </a:solidFill>
                <a:latin typeface="Arial"/>
                <a:ea typeface="Arial"/>
                <a:cs typeface="Arial"/>
              </a:rPr>
              <a:t>Whole-Axis Kernel</a:t>
            </a:r>
          </a:p>
        </p:txBody>
      </p:sp>
      <p:sp>
        <p:nvSpPr>
          <p:cNvPr id="78" name="text_390_某一维较大的 Shape">
            <a:extLst>
              <a:ext uri="{FF2B5EF4-FFF2-40B4-BE49-F238E27FC236}">
                <a16:creationId xmlns:a16="http://schemas.microsoft.com/office/drawing/2014/main" id="{B6BD34C7-9B16-42DC-853F-9F5EB796AA0D}"/>
              </a:ext>
            </a:extLst>
          </p:cNvPr>
          <p:cNvSpPr>
            <a:spLocks noGrp="1"/>
          </p:cNvSpPr>
          <p:nvPr/>
        </p:nvSpPr>
        <p:spPr>
          <a:xfrm>
            <a:off x="6734175" y="3676650"/>
            <a:ext cx="4772025" cy="28575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某一维较大的 Shape</a:t>
            </a:r>
          </a:p>
        </p:txBody>
      </p:sp>
      <p:sp>
        <p:nvSpPr>
          <p:cNvPr id="79" name="text_392_整轴并行 / 归约，优化内存访问">
            <a:extLst>
              <a:ext uri="{FF2B5EF4-FFF2-40B4-BE49-F238E27FC236}">
                <a16:creationId xmlns:a16="http://schemas.microsoft.com/office/drawing/2014/main" id="{A38259AB-245E-44C0-BD99-C5C8B624D11C}"/>
              </a:ext>
            </a:extLst>
          </p:cNvPr>
          <p:cNvSpPr>
            <a:spLocks noGrp="1"/>
          </p:cNvSpPr>
          <p:nvPr/>
        </p:nvSpPr>
        <p:spPr>
          <a:xfrm>
            <a:off x="6734175" y="4000500"/>
            <a:ext cx="4772025" cy="276225"/>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整轴并行 / 归约，优化内存访问</a:t>
            </a:r>
          </a:p>
        </p:txBody>
      </p:sp>
      <p:sp>
        <p:nvSpPr>
          <p:cNvPr id="80" name="connector_393">
            <a:extLst>
              <a:ext uri="{FF2B5EF4-FFF2-40B4-BE49-F238E27FC236}">
                <a16:creationId xmlns:a16="http://schemas.microsoft.com/office/drawing/2014/main" id="{2A94A720-0A3F-4794-AF32-4050232AC193}"/>
              </a:ext>
            </a:extLst>
          </p:cNvPr>
          <p:cNvSpPr>
            <a:spLocks noGrp="1"/>
          </p:cNvSpPr>
          <p:nvPr/>
        </p:nvSpPr>
        <p:spPr>
          <a:xfrm>
            <a:off x="4086225" y="4343400"/>
            <a:ext cx="7458075" cy="19050"/>
          </a:xfrm>
          <a:custGeom>
            <a:avLst/>
            <a:gdLst/>
            <a:ahLst/>
            <a:cxnLst/>
            <a:rect l="0" t="0" r="0" b="0"/>
            <a:pathLst>
              <a:path w="7458075" h="19050">
                <a:moveTo>
                  <a:pt x="9525" y="9525"/>
                </a:moveTo>
                <a:lnTo>
                  <a:pt x="7448550" y="9525"/>
                </a:lnTo>
              </a:path>
            </a:pathLst>
          </a:custGeom>
          <a:noFill/>
          <a:ln w="14288">
            <a:solidFill>
              <a:srgbClr val="D9D9D9"/>
            </a:solidFill>
          </a:ln>
        </p:spPr>
      </p:sp>
      <p:sp>
        <p:nvSpPr>
          <p:cNvPr id="81" name="text_395_Chunked Kernel">
            <a:extLst>
              <a:ext uri="{FF2B5EF4-FFF2-40B4-BE49-F238E27FC236}">
                <a16:creationId xmlns:a16="http://schemas.microsoft.com/office/drawing/2014/main" id="{1D88E691-ABC6-4AFA-8A37-298E9AF7B4CE}"/>
              </a:ext>
            </a:extLst>
          </p:cNvPr>
          <p:cNvSpPr>
            <a:spLocks noGrp="1"/>
          </p:cNvSpPr>
          <p:nvPr/>
        </p:nvSpPr>
        <p:spPr>
          <a:xfrm>
            <a:off x="4095750" y="4429125"/>
            <a:ext cx="2524125" cy="285750"/>
          </a:xfrm>
          <a:prstGeom prst="rect">
            <a:avLst/>
          </a:prstGeom>
          <a:noFill/>
          <a:ln w="9525">
            <a:noFill/>
          </a:ln>
        </p:spPr>
        <p:txBody>
          <a:bodyPr wrap="none" lIns="0" tIns="0" rIns="0" bIns="0" anchor="ctr">
            <a:noAutofit/>
          </a:bodyPr>
          <a:lstStyle/>
          <a:p>
            <a:pPr algn="l">
              <a:defRPr sz="1725" b="1">
                <a:solidFill>
                  <a:srgbClr val="000000"/>
                </a:solidFill>
                <a:latin typeface="Arial"/>
                <a:ea typeface="Arial"/>
                <a:cs typeface="Arial"/>
              </a:defRPr>
            </a:pPr>
            <a:r>
              <a:rPr sz="1725" b="1">
                <a:solidFill>
                  <a:srgbClr val="000000"/>
                </a:solidFill>
                <a:latin typeface="Arial"/>
                <a:ea typeface="Arial"/>
                <a:cs typeface="Arial"/>
              </a:rPr>
              <a:t>Chunked Kernel</a:t>
            </a:r>
          </a:p>
        </p:txBody>
      </p:sp>
      <p:sp>
        <p:nvSpPr>
          <p:cNvPr id="82" name="text_397_中等尺寸或不规则 Shape">
            <a:extLst>
              <a:ext uri="{FF2B5EF4-FFF2-40B4-BE49-F238E27FC236}">
                <a16:creationId xmlns:a16="http://schemas.microsoft.com/office/drawing/2014/main" id="{B340F71B-616E-4DE4-8840-7A9969790273}"/>
              </a:ext>
            </a:extLst>
          </p:cNvPr>
          <p:cNvSpPr>
            <a:spLocks noGrp="1"/>
          </p:cNvSpPr>
          <p:nvPr/>
        </p:nvSpPr>
        <p:spPr>
          <a:xfrm>
            <a:off x="6734175" y="4429125"/>
            <a:ext cx="4772025" cy="28575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中等尺寸或不规则 Shape</a:t>
            </a:r>
          </a:p>
        </p:txBody>
      </p:sp>
      <p:sp>
        <p:nvSpPr>
          <p:cNvPr id="83" name="text_399_分块计算与循环调度，平衡计算和内存">
            <a:extLst>
              <a:ext uri="{FF2B5EF4-FFF2-40B4-BE49-F238E27FC236}">
                <a16:creationId xmlns:a16="http://schemas.microsoft.com/office/drawing/2014/main" id="{F86BF2BC-044C-4BD9-BB73-D48D0BD41C6D}"/>
              </a:ext>
            </a:extLst>
          </p:cNvPr>
          <p:cNvSpPr>
            <a:spLocks noGrp="1"/>
          </p:cNvSpPr>
          <p:nvPr/>
        </p:nvSpPr>
        <p:spPr>
          <a:xfrm>
            <a:off x="6734175" y="4752975"/>
            <a:ext cx="4772025" cy="276225"/>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分块计算与循环调度，平衡计算和内存</a:t>
            </a:r>
          </a:p>
        </p:txBody>
      </p:sp>
      <p:sp>
        <p:nvSpPr>
          <p:cNvPr id="84" name="connector_400">
            <a:extLst>
              <a:ext uri="{FF2B5EF4-FFF2-40B4-BE49-F238E27FC236}">
                <a16:creationId xmlns:a16="http://schemas.microsoft.com/office/drawing/2014/main" id="{63140745-ED2E-476A-8060-7E7AD3912257}"/>
              </a:ext>
            </a:extLst>
          </p:cNvPr>
          <p:cNvSpPr>
            <a:spLocks noGrp="1"/>
          </p:cNvSpPr>
          <p:nvPr/>
        </p:nvSpPr>
        <p:spPr>
          <a:xfrm>
            <a:off x="4086225" y="5095875"/>
            <a:ext cx="7458075" cy="19050"/>
          </a:xfrm>
          <a:custGeom>
            <a:avLst/>
            <a:gdLst/>
            <a:ahLst/>
            <a:cxnLst/>
            <a:rect l="0" t="0" r="0" b="0"/>
            <a:pathLst>
              <a:path w="7458075" h="19050">
                <a:moveTo>
                  <a:pt x="9525" y="9525"/>
                </a:moveTo>
                <a:lnTo>
                  <a:pt x="7448550" y="9525"/>
                </a:lnTo>
              </a:path>
            </a:pathLst>
          </a:custGeom>
          <a:noFill/>
          <a:ln w="14288">
            <a:solidFill>
              <a:srgbClr val="D9D9D9"/>
            </a:solidFill>
          </a:ln>
        </p:spPr>
      </p:sp>
      <p:sp>
        <p:nvSpPr>
          <p:cNvPr id="85" name="text_402_Multi-Stage Kernel">
            <a:extLst>
              <a:ext uri="{FF2B5EF4-FFF2-40B4-BE49-F238E27FC236}">
                <a16:creationId xmlns:a16="http://schemas.microsoft.com/office/drawing/2014/main" id="{2A1C2749-4E88-430A-B0DE-EA7FF661D156}"/>
              </a:ext>
            </a:extLst>
          </p:cNvPr>
          <p:cNvSpPr>
            <a:spLocks noGrp="1"/>
          </p:cNvSpPr>
          <p:nvPr/>
        </p:nvSpPr>
        <p:spPr>
          <a:xfrm>
            <a:off x="4095750" y="5181600"/>
            <a:ext cx="2524125" cy="285750"/>
          </a:xfrm>
          <a:prstGeom prst="rect">
            <a:avLst/>
          </a:prstGeom>
          <a:noFill/>
          <a:ln w="9525">
            <a:noFill/>
          </a:ln>
        </p:spPr>
        <p:txBody>
          <a:bodyPr wrap="none" lIns="0" tIns="0" rIns="0" bIns="0" anchor="ctr">
            <a:noAutofit/>
          </a:bodyPr>
          <a:lstStyle/>
          <a:p>
            <a:pPr algn="l">
              <a:defRPr sz="1725" b="1">
                <a:solidFill>
                  <a:srgbClr val="000000"/>
                </a:solidFill>
                <a:latin typeface="Arial"/>
                <a:ea typeface="Arial"/>
                <a:cs typeface="Arial"/>
              </a:defRPr>
            </a:pPr>
            <a:r>
              <a:rPr sz="1725" b="1">
                <a:solidFill>
                  <a:srgbClr val="000000"/>
                </a:solidFill>
                <a:latin typeface="Arial"/>
                <a:ea typeface="Arial"/>
                <a:cs typeface="Arial"/>
              </a:rPr>
              <a:t>Multi-Stage Kernel</a:t>
            </a:r>
          </a:p>
        </p:txBody>
      </p:sp>
      <p:sp>
        <p:nvSpPr>
          <p:cNvPr id="86" name="text_404_复杂 Shape / 复杂计算">
            <a:extLst>
              <a:ext uri="{FF2B5EF4-FFF2-40B4-BE49-F238E27FC236}">
                <a16:creationId xmlns:a16="http://schemas.microsoft.com/office/drawing/2014/main" id="{C74660F6-E957-41FE-A116-53C4C86D9DE9}"/>
              </a:ext>
            </a:extLst>
          </p:cNvPr>
          <p:cNvSpPr>
            <a:spLocks noGrp="1"/>
          </p:cNvSpPr>
          <p:nvPr/>
        </p:nvSpPr>
        <p:spPr>
          <a:xfrm>
            <a:off x="6734175" y="5181600"/>
            <a:ext cx="4772025" cy="28575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复杂 Shape / 复杂计算</a:t>
            </a:r>
          </a:p>
        </p:txBody>
      </p:sp>
      <p:sp>
        <p:nvSpPr>
          <p:cNvPr id="87" name="text_406_多阶段流水，协调并行与数据搬运">
            <a:extLst>
              <a:ext uri="{FF2B5EF4-FFF2-40B4-BE49-F238E27FC236}">
                <a16:creationId xmlns:a16="http://schemas.microsoft.com/office/drawing/2014/main" id="{EC7D2489-55F4-4600-892F-A03957B21137}"/>
              </a:ext>
            </a:extLst>
          </p:cNvPr>
          <p:cNvSpPr>
            <a:spLocks noGrp="1"/>
          </p:cNvSpPr>
          <p:nvPr/>
        </p:nvSpPr>
        <p:spPr>
          <a:xfrm>
            <a:off x="6734175" y="5505450"/>
            <a:ext cx="4772025" cy="276225"/>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多阶段流水，协调并行与数据搬运</a:t>
            </a:r>
          </a:p>
        </p:txBody>
      </p:sp>
      <p:sp>
        <p:nvSpPr>
          <p:cNvPr id="88" name="text_408_不同 Family 的差异体现在算法与执行结构，">
            <a:extLst>
              <a:ext uri="{FF2B5EF4-FFF2-40B4-BE49-F238E27FC236}">
                <a16:creationId xmlns:a16="http://schemas.microsoft.com/office/drawing/2014/main" id="{72A2D41F-EDAD-4D80-ABAA-05588E77AEA7}"/>
              </a:ext>
            </a:extLst>
          </p:cNvPr>
          <p:cNvSpPr>
            <a:spLocks noGrp="1"/>
          </p:cNvSpPr>
          <p:nvPr/>
        </p:nvSpPr>
        <p:spPr>
          <a:xfrm>
            <a:off x="714375" y="6188841"/>
            <a:ext cx="10858500" cy="381000"/>
          </a:xfrm>
          <a:prstGeom prst="rect">
            <a:avLst/>
          </a:prstGeom>
          <a:noFill/>
          <a:ln w="9525">
            <a:noFill/>
          </a:ln>
        </p:spPr>
        <p:txBody>
          <a:bodyPr wrap="none" lIns="0" tIns="0" rIns="0" bIns="0" anchor="ctr">
            <a:noAutofit/>
          </a:bodyPr>
          <a:lstStyle/>
          <a:p>
            <a:pPr algn="ctr">
              <a:defRPr sz="1875" b="1">
                <a:solidFill>
                  <a:srgbClr val="FF0000"/>
                </a:solidFill>
                <a:latin typeface="Arial"/>
                <a:ea typeface="Arial"/>
                <a:cs typeface="Arial"/>
              </a:defRPr>
            </a:pPr>
            <a:r>
              <a:rPr sz="1875" b="1" dirty="0" err="1">
                <a:solidFill>
                  <a:srgbClr val="FF0000"/>
                </a:solidFill>
                <a:latin typeface="Arial"/>
                <a:ea typeface="Arial"/>
                <a:cs typeface="Arial"/>
              </a:rPr>
              <a:t>不同</a:t>
            </a:r>
            <a:r>
              <a:rPr sz="1875" b="1" dirty="0">
                <a:solidFill>
                  <a:srgbClr val="FF0000"/>
                </a:solidFill>
                <a:latin typeface="Arial"/>
                <a:ea typeface="Arial"/>
                <a:cs typeface="Arial"/>
              </a:rPr>
              <a:t> Family </a:t>
            </a:r>
            <a:r>
              <a:rPr sz="1875" b="1" dirty="0" err="1">
                <a:solidFill>
                  <a:srgbClr val="FF0000"/>
                </a:solidFill>
                <a:latin typeface="Arial"/>
                <a:ea typeface="Arial"/>
                <a:cs typeface="Arial"/>
              </a:rPr>
              <a:t>的差异体现在算法与执行结构，各自匹配适用场景和参数空间</a:t>
            </a:r>
            <a:r>
              <a:rPr sz="1875" b="1" dirty="0">
                <a:solidFill>
                  <a:srgbClr val="FF0000"/>
                </a:solidFill>
                <a:latin typeface="Arial"/>
                <a:ea typeface="Arial"/>
                <a:cs typeface="Arial"/>
              </a:rPr>
              <a:t>。</a:t>
            </a:r>
          </a:p>
        </p:txBody>
      </p:sp>
      <p:sp>
        <p:nvSpPr>
          <p:cNvPr id="92" name="矩形 91">
            <a:extLst>
              <a:ext uri="{FF2B5EF4-FFF2-40B4-BE49-F238E27FC236}">
                <a16:creationId xmlns:a16="http://schemas.microsoft.com/office/drawing/2014/main" id="{6BA68242-CA70-5220-B2FF-EF28795A5707}"/>
              </a:ext>
            </a:extLst>
          </p:cNvPr>
          <p:cNvSpPr/>
          <p:nvPr/>
        </p:nvSpPr>
        <p:spPr>
          <a:xfrm>
            <a:off x="523004" y="3294298"/>
            <a:ext cx="778328" cy="788469"/>
          </a:xfrm>
          <a:prstGeom prst="rect">
            <a:avLst/>
          </a:prstGeom>
          <a:solidFill>
            <a:schemeClr val="bg1">
              <a:lumMod val="9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文本框 92">
            <a:extLst>
              <a:ext uri="{FF2B5EF4-FFF2-40B4-BE49-F238E27FC236}">
                <a16:creationId xmlns:a16="http://schemas.microsoft.com/office/drawing/2014/main" id="{560511E1-B5EC-D26B-7929-12B82C38ECCF}"/>
              </a:ext>
            </a:extLst>
          </p:cNvPr>
          <p:cNvSpPr txBox="1"/>
          <p:nvPr/>
        </p:nvSpPr>
        <p:spPr>
          <a:xfrm>
            <a:off x="523004" y="3294298"/>
            <a:ext cx="646768" cy="784830"/>
          </a:xfrm>
          <a:prstGeom prst="rect">
            <a:avLst/>
          </a:prstGeom>
          <a:noFill/>
        </p:spPr>
        <p:txBody>
          <a:bodyPr wrap="square" rtlCol="0">
            <a:spAutoFit/>
          </a:bodyPr>
          <a:lstStyle/>
          <a:p>
            <a:pPr>
              <a:lnSpc>
                <a:spcPct val="125000"/>
              </a:lnSpc>
            </a:pPr>
            <a:r>
              <a:rPr lang="zh-CN" altLang="en-US" b="1" dirty="0" smtClean="0">
                <a:solidFill>
                  <a:srgbClr val="FF0000"/>
                </a:solidFill>
              </a:rPr>
              <a:t>解决</a:t>
            </a:r>
            <a:endParaRPr lang="en-US" altLang="zh-CN" b="1" dirty="0" smtClean="0">
              <a:solidFill>
                <a:srgbClr val="FF0000"/>
              </a:solidFill>
            </a:endParaRPr>
          </a:p>
          <a:p>
            <a:pPr>
              <a:lnSpc>
                <a:spcPct val="125000"/>
              </a:lnSpc>
            </a:pPr>
            <a:r>
              <a:rPr lang="zh-CN" altLang="en-US" b="1" dirty="0" smtClean="0">
                <a:solidFill>
                  <a:srgbClr val="FF0000"/>
                </a:solidFill>
              </a:rPr>
              <a:t>方法</a:t>
            </a:r>
            <a:r>
              <a:rPr lang="zh-CN" altLang="en-US" dirty="0" smtClean="0"/>
              <a:t>：</a:t>
            </a:r>
            <a:endParaRPr lang="zh-CN" altLang="en-US" dirty="0"/>
          </a:p>
        </p:txBody>
      </p:sp>
      <p:pic>
        <p:nvPicPr>
          <p:cNvPr id="89" name="图片 88"/>
          <p:cNvPicPr>
            <a:picLocks noChangeAspect="1"/>
          </p:cNvPicPr>
          <p:nvPr/>
        </p:nvPicPr>
        <p:blipFill>
          <a:blip r:embed="rId3"/>
          <a:stretch>
            <a:fillRect/>
          </a:stretch>
        </p:blipFill>
        <p:spPr>
          <a:xfrm>
            <a:off x="10244031" y="2820087"/>
            <a:ext cx="1819488" cy="661300"/>
          </a:xfrm>
          <a:prstGeom prst="rect">
            <a:avLst/>
          </a:prstGeom>
        </p:spPr>
      </p:pic>
      <p:cxnSp>
        <p:nvCxnSpPr>
          <p:cNvPr id="98" name="直接箭头连接符 97">
            <a:extLst>
              <a:ext uri="{FF2B5EF4-FFF2-40B4-BE49-F238E27FC236}">
                <a16:creationId xmlns:a16="http://schemas.microsoft.com/office/drawing/2014/main" id="{DE67E09F-0FF9-5896-2EA8-88162E29AAF0}"/>
              </a:ext>
            </a:extLst>
          </p:cNvPr>
          <p:cNvCxnSpPr/>
          <p:nvPr/>
        </p:nvCxnSpPr>
        <p:spPr>
          <a:xfrm>
            <a:off x="9306150" y="3209925"/>
            <a:ext cx="780825" cy="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99" name="直接箭头连接符 98">
            <a:extLst>
              <a:ext uri="{FF2B5EF4-FFF2-40B4-BE49-F238E27FC236}">
                <a16:creationId xmlns:a16="http://schemas.microsoft.com/office/drawing/2014/main" id="{DE67E09F-0FF9-5896-2EA8-88162E29AAF0}"/>
              </a:ext>
            </a:extLst>
          </p:cNvPr>
          <p:cNvCxnSpPr/>
          <p:nvPr/>
        </p:nvCxnSpPr>
        <p:spPr>
          <a:xfrm flipV="1">
            <a:off x="9463206" y="3524250"/>
            <a:ext cx="882577" cy="586456"/>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01" name="直接箭头连接符 100">
            <a:extLst>
              <a:ext uri="{FF2B5EF4-FFF2-40B4-BE49-F238E27FC236}">
                <a16:creationId xmlns:a16="http://schemas.microsoft.com/office/drawing/2014/main" id="{DE67E09F-0FF9-5896-2EA8-88162E29AAF0}"/>
              </a:ext>
            </a:extLst>
          </p:cNvPr>
          <p:cNvCxnSpPr/>
          <p:nvPr/>
        </p:nvCxnSpPr>
        <p:spPr>
          <a:xfrm flipV="1">
            <a:off x="9867898" y="3497012"/>
            <a:ext cx="833574" cy="1228726"/>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03" name="直接箭头连接符 102">
            <a:extLst>
              <a:ext uri="{FF2B5EF4-FFF2-40B4-BE49-F238E27FC236}">
                <a16:creationId xmlns:a16="http://schemas.microsoft.com/office/drawing/2014/main" id="{DE67E09F-0FF9-5896-2EA8-88162E29AAF0}"/>
              </a:ext>
            </a:extLst>
          </p:cNvPr>
          <p:cNvCxnSpPr/>
          <p:nvPr/>
        </p:nvCxnSpPr>
        <p:spPr>
          <a:xfrm flipV="1">
            <a:off x="10009412" y="3524250"/>
            <a:ext cx="1355274" cy="198120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08" name="椭圆 107">
            <a:extLst>
              <a:ext uri="{FF2B5EF4-FFF2-40B4-BE49-F238E27FC236}">
                <a16:creationId xmlns:a16="http://schemas.microsoft.com/office/drawing/2014/main" id="{C25FB434-FA7B-4D9E-86BA-C0F1F8259999}"/>
              </a:ext>
            </a:extLst>
          </p:cNvPr>
          <p:cNvSpPr/>
          <p:nvPr/>
        </p:nvSpPr>
        <p:spPr>
          <a:xfrm>
            <a:off x="496661" y="1844099"/>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a:extLst>
              <a:ext uri="{FF2B5EF4-FFF2-40B4-BE49-F238E27FC236}">
                <a16:creationId xmlns:a16="http://schemas.microsoft.com/office/drawing/2014/main" id="{C25FB434-FA7B-4D9E-86BA-C0F1F8259999}"/>
              </a:ext>
            </a:extLst>
          </p:cNvPr>
          <p:cNvSpPr/>
          <p:nvPr/>
        </p:nvSpPr>
        <p:spPr>
          <a:xfrm>
            <a:off x="484650" y="2282249"/>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a:extLst>
              <a:ext uri="{FF2B5EF4-FFF2-40B4-BE49-F238E27FC236}">
                <a16:creationId xmlns:a16="http://schemas.microsoft.com/office/drawing/2014/main" id="{C25FB434-FA7B-4D9E-86BA-C0F1F8259999}"/>
              </a:ext>
            </a:extLst>
          </p:cNvPr>
          <p:cNvSpPr/>
          <p:nvPr/>
        </p:nvSpPr>
        <p:spPr>
          <a:xfrm>
            <a:off x="496661" y="2734124"/>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a:extLst>
              <a:ext uri="{FF2B5EF4-FFF2-40B4-BE49-F238E27FC236}">
                <a16:creationId xmlns:a16="http://schemas.microsoft.com/office/drawing/2014/main" id="{C25FB434-FA7B-4D9E-86BA-C0F1F8259999}"/>
              </a:ext>
            </a:extLst>
          </p:cNvPr>
          <p:cNvSpPr/>
          <p:nvPr/>
        </p:nvSpPr>
        <p:spPr>
          <a:xfrm>
            <a:off x="596066" y="4633047"/>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C25FB434-FA7B-4D9E-86BA-C0F1F8259999}"/>
              </a:ext>
            </a:extLst>
          </p:cNvPr>
          <p:cNvSpPr/>
          <p:nvPr/>
        </p:nvSpPr>
        <p:spPr>
          <a:xfrm>
            <a:off x="596066" y="4961660"/>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C25FB434-FA7B-4D9E-86BA-C0F1F8259999}"/>
              </a:ext>
            </a:extLst>
          </p:cNvPr>
          <p:cNvSpPr/>
          <p:nvPr/>
        </p:nvSpPr>
        <p:spPr>
          <a:xfrm>
            <a:off x="596066" y="5321550"/>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4" name="直接连接符 113">
            <a:extLst>
              <a:ext uri="{FF2B5EF4-FFF2-40B4-BE49-F238E27FC236}">
                <a16:creationId xmlns:a16="http://schemas.microsoft.com/office/drawing/2014/main" id="{682EBD28-C1D7-27B3-959E-C2700B14ED8E}"/>
              </a:ext>
            </a:extLst>
          </p:cNvPr>
          <p:cNvCxnSpPr>
            <a:cxnSpLocks/>
          </p:cNvCxnSpPr>
          <p:nvPr/>
        </p:nvCxnSpPr>
        <p:spPr>
          <a:xfrm>
            <a:off x="3827695" y="776672"/>
            <a:ext cx="25114" cy="5264532"/>
          </a:xfrm>
          <a:prstGeom prst="line">
            <a:avLst/>
          </a:prstGeom>
          <a:ln w="2857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3238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280546-63AC-4BA7-B298-560477CFE72A}"/>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111315"/>
                </a:solidFill>
              </a:rPr>
              <a:t>实习任务</a:t>
            </a:r>
            <a:r>
              <a:rPr lang="en-US" altLang="zh-CN" dirty="0">
                <a:solidFill>
                  <a:srgbClr val="111315"/>
                </a:solidFill>
              </a:rPr>
              <a:t>2</a:t>
            </a:r>
            <a:r>
              <a:rPr lang="zh-CN" altLang="en-US" dirty="0">
                <a:solidFill>
                  <a:srgbClr val="111315"/>
                </a:solidFill>
              </a:rPr>
              <a:t>： </a:t>
            </a:r>
            <a:r>
              <a:rPr sz="2600" b="1" dirty="0" smtClean="0">
                <a:solidFill>
                  <a:srgbClr val="000000"/>
                </a:solidFill>
                <a:latin typeface="Arial"/>
                <a:ea typeface="Arial"/>
                <a:cs typeface="Arial"/>
              </a:rPr>
              <a:t>V3</a:t>
            </a:r>
            <a:r>
              <a:rPr lang="zh-CN" altLang="en-US" sz="2600" b="1" dirty="0" smtClean="0">
                <a:solidFill>
                  <a:srgbClr val="000000"/>
                </a:solidFill>
                <a:latin typeface="Arial"/>
                <a:ea typeface="Arial"/>
                <a:cs typeface="Arial"/>
              </a:rPr>
              <a:t>实际开发结构</a:t>
            </a:r>
            <a:endParaRPr sz="2600" b="1" dirty="0">
              <a:solidFill>
                <a:srgbClr val="000000"/>
              </a:solidFill>
              <a:latin typeface="Arial"/>
              <a:ea typeface="Arial"/>
              <a:cs typeface="Arial"/>
            </a:endParaRPr>
          </a:p>
        </p:txBody>
      </p:sp>
      <p:sp>
        <p:nvSpPr>
          <p:cNvPr id="3" name="text_411_Code Gen 生成">
            <a:extLst>
              <a:ext uri="{FF2B5EF4-FFF2-40B4-BE49-F238E27FC236}">
                <a16:creationId xmlns:a16="http://schemas.microsoft.com/office/drawing/2014/main" id="{2E61A74A-C662-4BDF-BE89-C69E97DB2F40}"/>
              </a:ext>
            </a:extLst>
          </p:cNvPr>
          <p:cNvSpPr>
            <a:spLocks noGrp="1"/>
          </p:cNvSpPr>
          <p:nvPr/>
        </p:nvSpPr>
        <p:spPr>
          <a:xfrm>
            <a:off x="1181100" y="876300"/>
            <a:ext cx="2743200"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a:solidFill>
                  <a:srgbClr val="000000"/>
                </a:solidFill>
                <a:latin typeface="Arial"/>
                <a:ea typeface="Arial"/>
                <a:cs typeface="Arial"/>
              </a:rPr>
              <a:t>Code Gen 生成</a:t>
            </a:r>
          </a:p>
        </p:txBody>
      </p:sp>
      <p:sp>
        <p:nvSpPr>
          <p:cNvPr id="4" name="connector_412">
            <a:extLst>
              <a:ext uri="{FF2B5EF4-FFF2-40B4-BE49-F238E27FC236}">
                <a16:creationId xmlns:a16="http://schemas.microsoft.com/office/drawing/2014/main" id="{9F5EF478-9952-4E83-B966-C57A8D3271E7}"/>
              </a:ext>
            </a:extLst>
          </p:cNvPr>
          <p:cNvSpPr>
            <a:spLocks noGrp="1"/>
          </p:cNvSpPr>
          <p:nvPr/>
        </p:nvSpPr>
        <p:spPr>
          <a:xfrm>
            <a:off x="714375"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5" name="text_415_Optimize 优化">
            <a:extLst>
              <a:ext uri="{FF2B5EF4-FFF2-40B4-BE49-F238E27FC236}">
                <a16:creationId xmlns:a16="http://schemas.microsoft.com/office/drawing/2014/main" id="{A7024D75-EF0D-49D3-9C8A-AD20F32F6DF7}"/>
              </a:ext>
            </a:extLst>
          </p:cNvPr>
          <p:cNvSpPr>
            <a:spLocks noGrp="1"/>
          </p:cNvSpPr>
          <p:nvPr/>
        </p:nvSpPr>
        <p:spPr>
          <a:xfrm>
            <a:off x="4819650" y="876300"/>
            <a:ext cx="2743200"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a:solidFill>
                  <a:srgbClr val="000000"/>
                </a:solidFill>
                <a:latin typeface="Arial"/>
                <a:ea typeface="Arial"/>
                <a:cs typeface="Arial"/>
              </a:rPr>
              <a:t>Optimize 优化</a:t>
            </a:r>
          </a:p>
        </p:txBody>
      </p:sp>
      <p:sp>
        <p:nvSpPr>
          <p:cNvPr id="6" name="connector_416">
            <a:extLst>
              <a:ext uri="{FF2B5EF4-FFF2-40B4-BE49-F238E27FC236}">
                <a16:creationId xmlns:a16="http://schemas.microsoft.com/office/drawing/2014/main" id="{99FB9575-063F-4A01-8AE3-F9AFB63B506F}"/>
              </a:ext>
            </a:extLst>
          </p:cNvPr>
          <p:cNvSpPr>
            <a:spLocks noGrp="1"/>
          </p:cNvSpPr>
          <p:nvPr/>
        </p:nvSpPr>
        <p:spPr>
          <a:xfrm>
            <a:off x="4352925"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7" name="text_419_Runtime 运行">
            <a:extLst>
              <a:ext uri="{FF2B5EF4-FFF2-40B4-BE49-F238E27FC236}">
                <a16:creationId xmlns:a16="http://schemas.microsoft.com/office/drawing/2014/main" id="{9094C1EA-0674-4782-91BC-662CED952F73}"/>
              </a:ext>
            </a:extLst>
          </p:cNvPr>
          <p:cNvSpPr>
            <a:spLocks noGrp="1"/>
          </p:cNvSpPr>
          <p:nvPr/>
        </p:nvSpPr>
        <p:spPr>
          <a:xfrm>
            <a:off x="8658225" y="876300"/>
            <a:ext cx="2914650"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a:solidFill>
                  <a:srgbClr val="000000"/>
                </a:solidFill>
                <a:latin typeface="Arial"/>
                <a:ea typeface="Arial"/>
                <a:cs typeface="Arial"/>
              </a:rPr>
              <a:t>Runtime 运行</a:t>
            </a:r>
          </a:p>
        </p:txBody>
      </p:sp>
      <p:sp>
        <p:nvSpPr>
          <p:cNvPr id="8" name="connector_420">
            <a:extLst>
              <a:ext uri="{FF2B5EF4-FFF2-40B4-BE49-F238E27FC236}">
                <a16:creationId xmlns:a16="http://schemas.microsoft.com/office/drawing/2014/main" id="{82ACBD04-4877-4B12-AAD1-356B07E84A21}"/>
              </a:ext>
            </a:extLst>
          </p:cNvPr>
          <p:cNvSpPr>
            <a:spLocks noGrp="1"/>
          </p:cNvSpPr>
          <p:nvPr/>
        </p:nvSpPr>
        <p:spPr>
          <a:xfrm>
            <a:off x="8191500"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9" name="connector_421">
            <a:extLst>
              <a:ext uri="{FF2B5EF4-FFF2-40B4-BE49-F238E27FC236}">
                <a16:creationId xmlns:a16="http://schemas.microsoft.com/office/drawing/2014/main" id="{BDDC3328-C59F-4BEA-BE4A-E710F9BB0734}"/>
              </a:ext>
            </a:extLst>
          </p:cNvPr>
          <p:cNvSpPr>
            <a:spLocks noGrp="1"/>
          </p:cNvSpPr>
          <p:nvPr/>
        </p:nvSpPr>
        <p:spPr>
          <a:xfrm>
            <a:off x="4076700"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 name="connector_422">
            <a:extLst>
              <a:ext uri="{FF2B5EF4-FFF2-40B4-BE49-F238E27FC236}">
                <a16:creationId xmlns:a16="http://schemas.microsoft.com/office/drawing/2014/main" id="{B0E8DF40-1726-412C-A334-FEE63A7BC8E3}"/>
              </a:ext>
            </a:extLst>
          </p:cNvPr>
          <p:cNvSpPr>
            <a:spLocks noGrp="1"/>
          </p:cNvSpPr>
          <p:nvPr/>
        </p:nvSpPr>
        <p:spPr>
          <a:xfrm>
            <a:off x="4076700"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 name="connector_423">
            <a:extLst>
              <a:ext uri="{FF2B5EF4-FFF2-40B4-BE49-F238E27FC236}">
                <a16:creationId xmlns:a16="http://schemas.microsoft.com/office/drawing/2014/main" id="{8BAFAE48-E505-468A-BCCF-4B5BFB883660}"/>
              </a:ext>
            </a:extLst>
          </p:cNvPr>
          <p:cNvSpPr>
            <a:spLocks noGrp="1"/>
          </p:cNvSpPr>
          <p:nvPr/>
        </p:nvSpPr>
        <p:spPr>
          <a:xfrm>
            <a:off x="4076700"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424">
            <a:extLst>
              <a:ext uri="{FF2B5EF4-FFF2-40B4-BE49-F238E27FC236}">
                <a16:creationId xmlns:a16="http://schemas.microsoft.com/office/drawing/2014/main" id="{4B1FA09C-9D82-4BE4-8F15-D97FFC0D41FA}"/>
              </a:ext>
            </a:extLst>
          </p:cNvPr>
          <p:cNvSpPr>
            <a:spLocks noGrp="1"/>
          </p:cNvSpPr>
          <p:nvPr/>
        </p:nvSpPr>
        <p:spPr>
          <a:xfrm>
            <a:off x="4076700"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425">
            <a:extLst>
              <a:ext uri="{FF2B5EF4-FFF2-40B4-BE49-F238E27FC236}">
                <a16:creationId xmlns:a16="http://schemas.microsoft.com/office/drawing/2014/main" id="{979DBF47-C563-4017-BB6E-7887D0AAE10A}"/>
              </a:ext>
            </a:extLst>
          </p:cNvPr>
          <p:cNvSpPr>
            <a:spLocks noGrp="1"/>
          </p:cNvSpPr>
          <p:nvPr/>
        </p:nvSpPr>
        <p:spPr>
          <a:xfrm>
            <a:off x="4076700"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426">
            <a:extLst>
              <a:ext uri="{FF2B5EF4-FFF2-40B4-BE49-F238E27FC236}">
                <a16:creationId xmlns:a16="http://schemas.microsoft.com/office/drawing/2014/main" id="{A59E61C2-A8EA-4B47-925E-F069B71B5EE9}"/>
              </a:ext>
            </a:extLst>
          </p:cNvPr>
          <p:cNvSpPr>
            <a:spLocks noGrp="1"/>
          </p:cNvSpPr>
          <p:nvPr/>
        </p:nvSpPr>
        <p:spPr>
          <a:xfrm>
            <a:off x="4076700"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427">
            <a:extLst>
              <a:ext uri="{FF2B5EF4-FFF2-40B4-BE49-F238E27FC236}">
                <a16:creationId xmlns:a16="http://schemas.microsoft.com/office/drawing/2014/main" id="{4DA803C1-831F-4D44-B7B8-7420BE77BDBA}"/>
              </a:ext>
            </a:extLst>
          </p:cNvPr>
          <p:cNvSpPr>
            <a:spLocks noGrp="1"/>
          </p:cNvSpPr>
          <p:nvPr/>
        </p:nvSpPr>
        <p:spPr>
          <a:xfrm>
            <a:off x="4076700"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428">
            <a:extLst>
              <a:ext uri="{FF2B5EF4-FFF2-40B4-BE49-F238E27FC236}">
                <a16:creationId xmlns:a16="http://schemas.microsoft.com/office/drawing/2014/main" id="{0FDA166A-588A-499D-B1C4-7BDFCE330F67}"/>
              </a:ext>
            </a:extLst>
          </p:cNvPr>
          <p:cNvSpPr>
            <a:spLocks noGrp="1"/>
          </p:cNvSpPr>
          <p:nvPr/>
        </p:nvSpPr>
        <p:spPr>
          <a:xfrm>
            <a:off x="4076700"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429">
            <a:extLst>
              <a:ext uri="{FF2B5EF4-FFF2-40B4-BE49-F238E27FC236}">
                <a16:creationId xmlns:a16="http://schemas.microsoft.com/office/drawing/2014/main" id="{2F292702-FA6F-453C-9A27-51F47995C02A}"/>
              </a:ext>
            </a:extLst>
          </p:cNvPr>
          <p:cNvSpPr>
            <a:spLocks noGrp="1"/>
          </p:cNvSpPr>
          <p:nvPr/>
        </p:nvSpPr>
        <p:spPr>
          <a:xfrm>
            <a:off x="4076700"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430">
            <a:extLst>
              <a:ext uri="{FF2B5EF4-FFF2-40B4-BE49-F238E27FC236}">
                <a16:creationId xmlns:a16="http://schemas.microsoft.com/office/drawing/2014/main" id="{BA91B0C5-0B6A-4361-9E15-F1D2BCA1B3DB}"/>
              </a:ext>
            </a:extLst>
          </p:cNvPr>
          <p:cNvSpPr>
            <a:spLocks noGrp="1"/>
          </p:cNvSpPr>
          <p:nvPr/>
        </p:nvSpPr>
        <p:spPr>
          <a:xfrm>
            <a:off x="4076700"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431">
            <a:extLst>
              <a:ext uri="{FF2B5EF4-FFF2-40B4-BE49-F238E27FC236}">
                <a16:creationId xmlns:a16="http://schemas.microsoft.com/office/drawing/2014/main" id="{86087D31-505E-49FE-BEDC-A3B4B0F5B6E7}"/>
              </a:ext>
            </a:extLst>
          </p:cNvPr>
          <p:cNvSpPr>
            <a:spLocks noGrp="1"/>
          </p:cNvSpPr>
          <p:nvPr/>
        </p:nvSpPr>
        <p:spPr>
          <a:xfrm>
            <a:off x="4076700"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432">
            <a:extLst>
              <a:ext uri="{FF2B5EF4-FFF2-40B4-BE49-F238E27FC236}">
                <a16:creationId xmlns:a16="http://schemas.microsoft.com/office/drawing/2014/main" id="{215CA488-F280-4D5B-8CE4-D758C3E6AEB7}"/>
              </a:ext>
            </a:extLst>
          </p:cNvPr>
          <p:cNvSpPr>
            <a:spLocks noGrp="1"/>
          </p:cNvSpPr>
          <p:nvPr/>
        </p:nvSpPr>
        <p:spPr>
          <a:xfrm>
            <a:off x="4076700"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433">
            <a:extLst>
              <a:ext uri="{FF2B5EF4-FFF2-40B4-BE49-F238E27FC236}">
                <a16:creationId xmlns:a16="http://schemas.microsoft.com/office/drawing/2014/main" id="{5BA96180-4ECE-461A-AFB5-94438CD6FAAE}"/>
              </a:ext>
            </a:extLst>
          </p:cNvPr>
          <p:cNvSpPr>
            <a:spLocks noGrp="1"/>
          </p:cNvSpPr>
          <p:nvPr/>
        </p:nvSpPr>
        <p:spPr>
          <a:xfrm>
            <a:off x="4076700"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434">
            <a:extLst>
              <a:ext uri="{FF2B5EF4-FFF2-40B4-BE49-F238E27FC236}">
                <a16:creationId xmlns:a16="http://schemas.microsoft.com/office/drawing/2014/main" id="{135E2151-BF9E-4978-914B-077C0C1DDC5B}"/>
              </a:ext>
            </a:extLst>
          </p:cNvPr>
          <p:cNvSpPr>
            <a:spLocks noGrp="1"/>
          </p:cNvSpPr>
          <p:nvPr/>
        </p:nvSpPr>
        <p:spPr>
          <a:xfrm>
            <a:off x="4076700"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435">
            <a:extLst>
              <a:ext uri="{FF2B5EF4-FFF2-40B4-BE49-F238E27FC236}">
                <a16:creationId xmlns:a16="http://schemas.microsoft.com/office/drawing/2014/main" id="{5F099142-C7AE-420A-BBE2-AC4303803613}"/>
              </a:ext>
            </a:extLst>
          </p:cNvPr>
          <p:cNvSpPr>
            <a:spLocks noGrp="1"/>
          </p:cNvSpPr>
          <p:nvPr/>
        </p:nvSpPr>
        <p:spPr>
          <a:xfrm>
            <a:off x="4076700"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436">
            <a:extLst>
              <a:ext uri="{FF2B5EF4-FFF2-40B4-BE49-F238E27FC236}">
                <a16:creationId xmlns:a16="http://schemas.microsoft.com/office/drawing/2014/main" id="{E21D5EC4-349B-420F-9605-5F7F9140B53C}"/>
              </a:ext>
            </a:extLst>
          </p:cNvPr>
          <p:cNvSpPr>
            <a:spLocks noGrp="1"/>
          </p:cNvSpPr>
          <p:nvPr/>
        </p:nvSpPr>
        <p:spPr>
          <a:xfrm>
            <a:off x="4076700"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437">
            <a:extLst>
              <a:ext uri="{FF2B5EF4-FFF2-40B4-BE49-F238E27FC236}">
                <a16:creationId xmlns:a16="http://schemas.microsoft.com/office/drawing/2014/main" id="{EB98638A-81D8-4B0B-8EFE-C1633E8DF499}"/>
              </a:ext>
            </a:extLst>
          </p:cNvPr>
          <p:cNvSpPr>
            <a:spLocks noGrp="1"/>
          </p:cNvSpPr>
          <p:nvPr/>
        </p:nvSpPr>
        <p:spPr>
          <a:xfrm>
            <a:off x="4076700"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438">
            <a:extLst>
              <a:ext uri="{FF2B5EF4-FFF2-40B4-BE49-F238E27FC236}">
                <a16:creationId xmlns:a16="http://schemas.microsoft.com/office/drawing/2014/main" id="{00AFC1E5-18B8-4683-9E08-8DFD7FAFD9DB}"/>
              </a:ext>
            </a:extLst>
          </p:cNvPr>
          <p:cNvSpPr>
            <a:spLocks noGrp="1"/>
          </p:cNvSpPr>
          <p:nvPr/>
        </p:nvSpPr>
        <p:spPr>
          <a:xfrm>
            <a:off x="4076700"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439">
            <a:extLst>
              <a:ext uri="{FF2B5EF4-FFF2-40B4-BE49-F238E27FC236}">
                <a16:creationId xmlns:a16="http://schemas.microsoft.com/office/drawing/2014/main" id="{487E3606-5082-40FC-B73C-BBFE70F5B943}"/>
              </a:ext>
            </a:extLst>
          </p:cNvPr>
          <p:cNvSpPr>
            <a:spLocks noGrp="1"/>
          </p:cNvSpPr>
          <p:nvPr/>
        </p:nvSpPr>
        <p:spPr>
          <a:xfrm>
            <a:off x="4076700"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440">
            <a:extLst>
              <a:ext uri="{FF2B5EF4-FFF2-40B4-BE49-F238E27FC236}">
                <a16:creationId xmlns:a16="http://schemas.microsoft.com/office/drawing/2014/main" id="{575BA397-900E-41D9-9955-BA39788C3C61}"/>
              </a:ext>
            </a:extLst>
          </p:cNvPr>
          <p:cNvSpPr>
            <a:spLocks noGrp="1"/>
          </p:cNvSpPr>
          <p:nvPr/>
        </p:nvSpPr>
        <p:spPr>
          <a:xfrm>
            <a:off x="4076700"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441">
            <a:extLst>
              <a:ext uri="{FF2B5EF4-FFF2-40B4-BE49-F238E27FC236}">
                <a16:creationId xmlns:a16="http://schemas.microsoft.com/office/drawing/2014/main" id="{879A4000-3917-4C87-919C-A39DFE97CE80}"/>
              </a:ext>
            </a:extLst>
          </p:cNvPr>
          <p:cNvSpPr>
            <a:spLocks noGrp="1"/>
          </p:cNvSpPr>
          <p:nvPr/>
        </p:nvSpPr>
        <p:spPr>
          <a:xfrm>
            <a:off x="4076700"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442">
            <a:extLst>
              <a:ext uri="{FF2B5EF4-FFF2-40B4-BE49-F238E27FC236}">
                <a16:creationId xmlns:a16="http://schemas.microsoft.com/office/drawing/2014/main" id="{E249C5A3-31E0-4846-96E8-57C4230B1060}"/>
              </a:ext>
            </a:extLst>
          </p:cNvPr>
          <p:cNvSpPr>
            <a:spLocks noGrp="1"/>
          </p:cNvSpPr>
          <p:nvPr/>
        </p:nvSpPr>
        <p:spPr>
          <a:xfrm>
            <a:off x="4076700"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443">
            <a:extLst>
              <a:ext uri="{FF2B5EF4-FFF2-40B4-BE49-F238E27FC236}">
                <a16:creationId xmlns:a16="http://schemas.microsoft.com/office/drawing/2014/main" id="{7A148AE2-81FF-4789-9272-53DAB987CE73}"/>
              </a:ext>
            </a:extLst>
          </p:cNvPr>
          <p:cNvSpPr>
            <a:spLocks noGrp="1"/>
          </p:cNvSpPr>
          <p:nvPr/>
        </p:nvSpPr>
        <p:spPr>
          <a:xfrm>
            <a:off x="4076700"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444">
            <a:extLst>
              <a:ext uri="{FF2B5EF4-FFF2-40B4-BE49-F238E27FC236}">
                <a16:creationId xmlns:a16="http://schemas.microsoft.com/office/drawing/2014/main" id="{6F7A2327-6AE3-44C5-8A9B-FBF8DBE0C256}"/>
              </a:ext>
            </a:extLst>
          </p:cNvPr>
          <p:cNvSpPr>
            <a:spLocks noGrp="1"/>
          </p:cNvSpPr>
          <p:nvPr/>
        </p:nvSpPr>
        <p:spPr>
          <a:xfrm>
            <a:off x="4076700"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445">
            <a:extLst>
              <a:ext uri="{FF2B5EF4-FFF2-40B4-BE49-F238E27FC236}">
                <a16:creationId xmlns:a16="http://schemas.microsoft.com/office/drawing/2014/main" id="{7D1E4A08-E1DA-48EB-A330-BFA93E0C2A7D}"/>
              </a:ext>
            </a:extLst>
          </p:cNvPr>
          <p:cNvSpPr>
            <a:spLocks noGrp="1"/>
          </p:cNvSpPr>
          <p:nvPr/>
        </p:nvSpPr>
        <p:spPr>
          <a:xfrm>
            <a:off x="4076700"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446">
            <a:extLst>
              <a:ext uri="{FF2B5EF4-FFF2-40B4-BE49-F238E27FC236}">
                <a16:creationId xmlns:a16="http://schemas.microsoft.com/office/drawing/2014/main" id="{5CC413D1-0CB1-47A3-BEE6-75FBCDE89F05}"/>
              </a:ext>
            </a:extLst>
          </p:cNvPr>
          <p:cNvSpPr>
            <a:spLocks noGrp="1"/>
          </p:cNvSpPr>
          <p:nvPr/>
        </p:nvSpPr>
        <p:spPr>
          <a:xfrm>
            <a:off x="4076700"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447">
            <a:extLst>
              <a:ext uri="{FF2B5EF4-FFF2-40B4-BE49-F238E27FC236}">
                <a16:creationId xmlns:a16="http://schemas.microsoft.com/office/drawing/2014/main" id="{D1802790-B26D-46C5-A915-A266C7FE0741}"/>
              </a:ext>
            </a:extLst>
          </p:cNvPr>
          <p:cNvSpPr>
            <a:spLocks noGrp="1"/>
          </p:cNvSpPr>
          <p:nvPr/>
        </p:nvSpPr>
        <p:spPr>
          <a:xfrm>
            <a:off x="4076700"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448">
            <a:extLst>
              <a:ext uri="{FF2B5EF4-FFF2-40B4-BE49-F238E27FC236}">
                <a16:creationId xmlns:a16="http://schemas.microsoft.com/office/drawing/2014/main" id="{01AFFC0B-35D8-4DF4-B08E-1244147E4BF0}"/>
              </a:ext>
            </a:extLst>
          </p:cNvPr>
          <p:cNvSpPr>
            <a:spLocks noGrp="1"/>
          </p:cNvSpPr>
          <p:nvPr/>
        </p:nvSpPr>
        <p:spPr>
          <a:xfrm>
            <a:off x="4076700"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449">
            <a:extLst>
              <a:ext uri="{FF2B5EF4-FFF2-40B4-BE49-F238E27FC236}">
                <a16:creationId xmlns:a16="http://schemas.microsoft.com/office/drawing/2014/main" id="{98769885-1FA0-48D5-BC8E-38188AAF7EC2}"/>
              </a:ext>
            </a:extLst>
          </p:cNvPr>
          <p:cNvSpPr>
            <a:spLocks noGrp="1"/>
          </p:cNvSpPr>
          <p:nvPr/>
        </p:nvSpPr>
        <p:spPr>
          <a:xfrm>
            <a:off x="4076700"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450">
            <a:extLst>
              <a:ext uri="{FF2B5EF4-FFF2-40B4-BE49-F238E27FC236}">
                <a16:creationId xmlns:a16="http://schemas.microsoft.com/office/drawing/2014/main" id="{08AB4E62-3D6A-49BD-A352-7DEE56BF1573}"/>
              </a:ext>
            </a:extLst>
          </p:cNvPr>
          <p:cNvSpPr>
            <a:spLocks noGrp="1"/>
          </p:cNvSpPr>
          <p:nvPr/>
        </p:nvSpPr>
        <p:spPr>
          <a:xfrm>
            <a:off x="4076700"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451">
            <a:extLst>
              <a:ext uri="{FF2B5EF4-FFF2-40B4-BE49-F238E27FC236}">
                <a16:creationId xmlns:a16="http://schemas.microsoft.com/office/drawing/2014/main" id="{92AFA8F4-5828-49DA-823F-932422AA7590}"/>
              </a:ext>
            </a:extLst>
          </p:cNvPr>
          <p:cNvSpPr>
            <a:spLocks noGrp="1"/>
          </p:cNvSpPr>
          <p:nvPr/>
        </p:nvSpPr>
        <p:spPr>
          <a:xfrm>
            <a:off x="4076700"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452">
            <a:extLst>
              <a:ext uri="{FF2B5EF4-FFF2-40B4-BE49-F238E27FC236}">
                <a16:creationId xmlns:a16="http://schemas.microsoft.com/office/drawing/2014/main" id="{3F9ACF92-18A4-4B8F-9FF0-46B06D1BE3F5}"/>
              </a:ext>
            </a:extLst>
          </p:cNvPr>
          <p:cNvSpPr>
            <a:spLocks noGrp="1"/>
          </p:cNvSpPr>
          <p:nvPr/>
        </p:nvSpPr>
        <p:spPr>
          <a:xfrm>
            <a:off x="4076700"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453">
            <a:extLst>
              <a:ext uri="{FF2B5EF4-FFF2-40B4-BE49-F238E27FC236}">
                <a16:creationId xmlns:a16="http://schemas.microsoft.com/office/drawing/2014/main" id="{A23E8FF2-56DC-493A-AE50-06969C4EB68D}"/>
              </a:ext>
            </a:extLst>
          </p:cNvPr>
          <p:cNvSpPr>
            <a:spLocks noGrp="1"/>
          </p:cNvSpPr>
          <p:nvPr/>
        </p:nvSpPr>
        <p:spPr>
          <a:xfrm>
            <a:off x="4076700"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454">
            <a:extLst>
              <a:ext uri="{FF2B5EF4-FFF2-40B4-BE49-F238E27FC236}">
                <a16:creationId xmlns:a16="http://schemas.microsoft.com/office/drawing/2014/main" id="{D6A74EF3-37F6-44ED-9438-839EF871FBE1}"/>
              </a:ext>
            </a:extLst>
          </p:cNvPr>
          <p:cNvSpPr>
            <a:spLocks noGrp="1"/>
          </p:cNvSpPr>
          <p:nvPr/>
        </p:nvSpPr>
        <p:spPr>
          <a:xfrm>
            <a:off x="4076700"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3" name="connector_455">
            <a:extLst>
              <a:ext uri="{FF2B5EF4-FFF2-40B4-BE49-F238E27FC236}">
                <a16:creationId xmlns:a16="http://schemas.microsoft.com/office/drawing/2014/main" id="{D8DBDDD9-89A2-45D2-8C64-B6602C2C4E99}"/>
              </a:ext>
            </a:extLst>
          </p:cNvPr>
          <p:cNvSpPr>
            <a:spLocks noGrp="1"/>
          </p:cNvSpPr>
          <p:nvPr/>
        </p:nvSpPr>
        <p:spPr>
          <a:xfrm>
            <a:off x="4076700"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4" name="connector_456">
            <a:extLst>
              <a:ext uri="{FF2B5EF4-FFF2-40B4-BE49-F238E27FC236}">
                <a16:creationId xmlns:a16="http://schemas.microsoft.com/office/drawing/2014/main" id="{C3B337B2-7C70-4695-BBC0-080DD4F4DB4C}"/>
              </a:ext>
            </a:extLst>
          </p:cNvPr>
          <p:cNvSpPr>
            <a:spLocks noGrp="1"/>
          </p:cNvSpPr>
          <p:nvPr/>
        </p:nvSpPr>
        <p:spPr>
          <a:xfrm>
            <a:off x="4076700"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5" name="connector_457">
            <a:extLst>
              <a:ext uri="{FF2B5EF4-FFF2-40B4-BE49-F238E27FC236}">
                <a16:creationId xmlns:a16="http://schemas.microsoft.com/office/drawing/2014/main" id="{FE8E411E-1BA5-4698-82D7-1FEF3014611A}"/>
              </a:ext>
            </a:extLst>
          </p:cNvPr>
          <p:cNvSpPr>
            <a:spLocks noGrp="1"/>
          </p:cNvSpPr>
          <p:nvPr/>
        </p:nvSpPr>
        <p:spPr>
          <a:xfrm>
            <a:off x="4076700"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458">
            <a:extLst>
              <a:ext uri="{FF2B5EF4-FFF2-40B4-BE49-F238E27FC236}">
                <a16:creationId xmlns:a16="http://schemas.microsoft.com/office/drawing/2014/main" id="{DCD48AF8-6823-464A-90D8-A571332E16D0}"/>
              </a:ext>
            </a:extLst>
          </p:cNvPr>
          <p:cNvSpPr>
            <a:spLocks noGrp="1"/>
          </p:cNvSpPr>
          <p:nvPr/>
        </p:nvSpPr>
        <p:spPr>
          <a:xfrm>
            <a:off x="4076700"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459">
            <a:extLst>
              <a:ext uri="{FF2B5EF4-FFF2-40B4-BE49-F238E27FC236}">
                <a16:creationId xmlns:a16="http://schemas.microsoft.com/office/drawing/2014/main" id="{9BB44A6A-CD65-4B5E-95CE-AA962C22CE1B}"/>
              </a:ext>
            </a:extLst>
          </p:cNvPr>
          <p:cNvSpPr>
            <a:spLocks noGrp="1"/>
          </p:cNvSpPr>
          <p:nvPr/>
        </p:nvSpPr>
        <p:spPr>
          <a:xfrm>
            <a:off x="4076700"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460">
            <a:extLst>
              <a:ext uri="{FF2B5EF4-FFF2-40B4-BE49-F238E27FC236}">
                <a16:creationId xmlns:a16="http://schemas.microsoft.com/office/drawing/2014/main" id="{F3A629DA-69FC-4B04-A68E-2DE5876999B9}"/>
              </a:ext>
            </a:extLst>
          </p:cNvPr>
          <p:cNvSpPr>
            <a:spLocks noGrp="1"/>
          </p:cNvSpPr>
          <p:nvPr/>
        </p:nvSpPr>
        <p:spPr>
          <a:xfrm>
            <a:off x="4076700"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9" name="connector_461">
            <a:extLst>
              <a:ext uri="{FF2B5EF4-FFF2-40B4-BE49-F238E27FC236}">
                <a16:creationId xmlns:a16="http://schemas.microsoft.com/office/drawing/2014/main" id="{F2E81E28-415A-426D-A0D9-42996E94DD90}"/>
              </a:ext>
            </a:extLst>
          </p:cNvPr>
          <p:cNvSpPr>
            <a:spLocks noGrp="1"/>
          </p:cNvSpPr>
          <p:nvPr/>
        </p:nvSpPr>
        <p:spPr>
          <a:xfrm>
            <a:off x="4076700"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0" name="connector_462">
            <a:extLst>
              <a:ext uri="{FF2B5EF4-FFF2-40B4-BE49-F238E27FC236}">
                <a16:creationId xmlns:a16="http://schemas.microsoft.com/office/drawing/2014/main" id="{71A46BCD-F0D9-49E3-A1A9-1AAADC72293E}"/>
              </a:ext>
            </a:extLst>
          </p:cNvPr>
          <p:cNvSpPr>
            <a:spLocks noGrp="1"/>
          </p:cNvSpPr>
          <p:nvPr/>
        </p:nvSpPr>
        <p:spPr>
          <a:xfrm>
            <a:off x="4076700"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1" name="connector_463">
            <a:extLst>
              <a:ext uri="{FF2B5EF4-FFF2-40B4-BE49-F238E27FC236}">
                <a16:creationId xmlns:a16="http://schemas.microsoft.com/office/drawing/2014/main" id="{13880055-4C55-4F70-87AB-83A1C54A0BB2}"/>
              </a:ext>
            </a:extLst>
          </p:cNvPr>
          <p:cNvSpPr>
            <a:spLocks noGrp="1"/>
          </p:cNvSpPr>
          <p:nvPr/>
        </p:nvSpPr>
        <p:spPr>
          <a:xfrm>
            <a:off x="7934325"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2" name="connector_464">
            <a:extLst>
              <a:ext uri="{FF2B5EF4-FFF2-40B4-BE49-F238E27FC236}">
                <a16:creationId xmlns:a16="http://schemas.microsoft.com/office/drawing/2014/main" id="{5E6A02CF-F9B1-4316-B5BD-FEF04B5EEAF0}"/>
              </a:ext>
            </a:extLst>
          </p:cNvPr>
          <p:cNvSpPr>
            <a:spLocks noGrp="1"/>
          </p:cNvSpPr>
          <p:nvPr/>
        </p:nvSpPr>
        <p:spPr>
          <a:xfrm>
            <a:off x="7934325"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3" name="connector_465">
            <a:extLst>
              <a:ext uri="{FF2B5EF4-FFF2-40B4-BE49-F238E27FC236}">
                <a16:creationId xmlns:a16="http://schemas.microsoft.com/office/drawing/2014/main" id="{3C433521-AE43-4764-90B0-64E4E709224D}"/>
              </a:ext>
            </a:extLst>
          </p:cNvPr>
          <p:cNvSpPr>
            <a:spLocks noGrp="1"/>
          </p:cNvSpPr>
          <p:nvPr/>
        </p:nvSpPr>
        <p:spPr>
          <a:xfrm>
            <a:off x="7934325"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4" name="connector_466">
            <a:extLst>
              <a:ext uri="{FF2B5EF4-FFF2-40B4-BE49-F238E27FC236}">
                <a16:creationId xmlns:a16="http://schemas.microsoft.com/office/drawing/2014/main" id="{48C0D464-84F3-4836-96FC-FC71C4114CED}"/>
              </a:ext>
            </a:extLst>
          </p:cNvPr>
          <p:cNvSpPr>
            <a:spLocks noGrp="1"/>
          </p:cNvSpPr>
          <p:nvPr/>
        </p:nvSpPr>
        <p:spPr>
          <a:xfrm>
            <a:off x="7934325"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5" name="connector_467">
            <a:extLst>
              <a:ext uri="{FF2B5EF4-FFF2-40B4-BE49-F238E27FC236}">
                <a16:creationId xmlns:a16="http://schemas.microsoft.com/office/drawing/2014/main" id="{6C485B3C-3AD1-4AF2-8D53-0A21E1EFD664}"/>
              </a:ext>
            </a:extLst>
          </p:cNvPr>
          <p:cNvSpPr>
            <a:spLocks noGrp="1"/>
          </p:cNvSpPr>
          <p:nvPr/>
        </p:nvSpPr>
        <p:spPr>
          <a:xfrm>
            <a:off x="7934325"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6" name="connector_468">
            <a:extLst>
              <a:ext uri="{FF2B5EF4-FFF2-40B4-BE49-F238E27FC236}">
                <a16:creationId xmlns:a16="http://schemas.microsoft.com/office/drawing/2014/main" id="{57998361-2BD0-417D-9005-13016D39E1A3}"/>
              </a:ext>
            </a:extLst>
          </p:cNvPr>
          <p:cNvSpPr>
            <a:spLocks noGrp="1"/>
          </p:cNvSpPr>
          <p:nvPr/>
        </p:nvSpPr>
        <p:spPr>
          <a:xfrm>
            <a:off x="7934325"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7" name="connector_469">
            <a:extLst>
              <a:ext uri="{FF2B5EF4-FFF2-40B4-BE49-F238E27FC236}">
                <a16:creationId xmlns:a16="http://schemas.microsoft.com/office/drawing/2014/main" id="{465E6971-2F2A-44C8-8E78-6A482ECE52A3}"/>
              </a:ext>
            </a:extLst>
          </p:cNvPr>
          <p:cNvSpPr>
            <a:spLocks noGrp="1"/>
          </p:cNvSpPr>
          <p:nvPr/>
        </p:nvSpPr>
        <p:spPr>
          <a:xfrm>
            <a:off x="7934325"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8" name="connector_470">
            <a:extLst>
              <a:ext uri="{FF2B5EF4-FFF2-40B4-BE49-F238E27FC236}">
                <a16:creationId xmlns:a16="http://schemas.microsoft.com/office/drawing/2014/main" id="{10671B73-1998-4E51-BFF5-0EB9955AD4D8}"/>
              </a:ext>
            </a:extLst>
          </p:cNvPr>
          <p:cNvSpPr>
            <a:spLocks noGrp="1"/>
          </p:cNvSpPr>
          <p:nvPr/>
        </p:nvSpPr>
        <p:spPr>
          <a:xfrm>
            <a:off x="7934325"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9" name="connector_471">
            <a:extLst>
              <a:ext uri="{FF2B5EF4-FFF2-40B4-BE49-F238E27FC236}">
                <a16:creationId xmlns:a16="http://schemas.microsoft.com/office/drawing/2014/main" id="{04A0B0D4-6807-4F7D-A0AD-EF844FB970EA}"/>
              </a:ext>
            </a:extLst>
          </p:cNvPr>
          <p:cNvSpPr>
            <a:spLocks noGrp="1"/>
          </p:cNvSpPr>
          <p:nvPr/>
        </p:nvSpPr>
        <p:spPr>
          <a:xfrm>
            <a:off x="7934325"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0" name="connector_472">
            <a:extLst>
              <a:ext uri="{FF2B5EF4-FFF2-40B4-BE49-F238E27FC236}">
                <a16:creationId xmlns:a16="http://schemas.microsoft.com/office/drawing/2014/main" id="{0B4AAECC-F6A4-4B86-9882-6904AD8CB70E}"/>
              </a:ext>
            </a:extLst>
          </p:cNvPr>
          <p:cNvSpPr>
            <a:spLocks noGrp="1"/>
          </p:cNvSpPr>
          <p:nvPr/>
        </p:nvSpPr>
        <p:spPr>
          <a:xfrm>
            <a:off x="7934325"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1" name="connector_473">
            <a:extLst>
              <a:ext uri="{FF2B5EF4-FFF2-40B4-BE49-F238E27FC236}">
                <a16:creationId xmlns:a16="http://schemas.microsoft.com/office/drawing/2014/main" id="{725FB184-66F5-4943-BC89-817EA9C9D6AA}"/>
              </a:ext>
            </a:extLst>
          </p:cNvPr>
          <p:cNvSpPr>
            <a:spLocks noGrp="1"/>
          </p:cNvSpPr>
          <p:nvPr/>
        </p:nvSpPr>
        <p:spPr>
          <a:xfrm>
            <a:off x="7934325"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2" name="connector_474">
            <a:extLst>
              <a:ext uri="{FF2B5EF4-FFF2-40B4-BE49-F238E27FC236}">
                <a16:creationId xmlns:a16="http://schemas.microsoft.com/office/drawing/2014/main" id="{EB872AE6-2E4D-4249-A375-E2ED0C7FA2B4}"/>
              </a:ext>
            </a:extLst>
          </p:cNvPr>
          <p:cNvSpPr>
            <a:spLocks noGrp="1"/>
          </p:cNvSpPr>
          <p:nvPr/>
        </p:nvSpPr>
        <p:spPr>
          <a:xfrm>
            <a:off x="7934325"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3" name="connector_475">
            <a:extLst>
              <a:ext uri="{FF2B5EF4-FFF2-40B4-BE49-F238E27FC236}">
                <a16:creationId xmlns:a16="http://schemas.microsoft.com/office/drawing/2014/main" id="{ED24F3A8-F117-46B9-9469-505A1E7B6083}"/>
              </a:ext>
            </a:extLst>
          </p:cNvPr>
          <p:cNvSpPr>
            <a:spLocks noGrp="1"/>
          </p:cNvSpPr>
          <p:nvPr/>
        </p:nvSpPr>
        <p:spPr>
          <a:xfrm>
            <a:off x="7934325"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4" name="connector_476">
            <a:extLst>
              <a:ext uri="{FF2B5EF4-FFF2-40B4-BE49-F238E27FC236}">
                <a16:creationId xmlns:a16="http://schemas.microsoft.com/office/drawing/2014/main" id="{F0224700-3C40-4163-B3DF-3632FF6A7AA5}"/>
              </a:ext>
            </a:extLst>
          </p:cNvPr>
          <p:cNvSpPr>
            <a:spLocks noGrp="1"/>
          </p:cNvSpPr>
          <p:nvPr/>
        </p:nvSpPr>
        <p:spPr>
          <a:xfrm>
            <a:off x="7934325"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5" name="connector_477">
            <a:extLst>
              <a:ext uri="{FF2B5EF4-FFF2-40B4-BE49-F238E27FC236}">
                <a16:creationId xmlns:a16="http://schemas.microsoft.com/office/drawing/2014/main" id="{143FF326-8D9F-42E5-B94A-725B00C2299B}"/>
              </a:ext>
            </a:extLst>
          </p:cNvPr>
          <p:cNvSpPr>
            <a:spLocks noGrp="1"/>
          </p:cNvSpPr>
          <p:nvPr/>
        </p:nvSpPr>
        <p:spPr>
          <a:xfrm>
            <a:off x="7934325"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6" name="connector_478">
            <a:extLst>
              <a:ext uri="{FF2B5EF4-FFF2-40B4-BE49-F238E27FC236}">
                <a16:creationId xmlns:a16="http://schemas.microsoft.com/office/drawing/2014/main" id="{D75CF564-448B-414D-8C77-63050097D9EA}"/>
              </a:ext>
            </a:extLst>
          </p:cNvPr>
          <p:cNvSpPr>
            <a:spLocks noGrp="1"/>
          </p:cNvSpPr>
          <p:nvPr/>
        </p:nvSpPr>
        <p:spPr>
          <a:xfrm>
            <a:off x="7934325"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7" name="connector_479">
            <a:extLst>
              <a:ext uri="{FF2B5EF4-FFF2-40B4-BE49-F238E27FC236}">
                <a16:creationId xmlns:a16="http://schemas.microsoft.com/office/drawing/2014/main" id="{CB5681A1-B525-4BA8-8757-9E372D14EC60}"/>
              </a:ext>
            </a:extLst>
          </p:cNvPr>
          <p:cNvSpPr>
            <a:spLocks noGrp="1"/>
          </p:cNvSpPr>
          <p:nvPr/>
        </p:nvSpPr>
        <p:spPr>
          <a:xfrm>
            <a:off x="7934325"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8" name="connector_480">
            <a:extLst>
              <a:ext uri="{FF2B5EF4-FFF2-40B4-BE49-F238E27FC236}">
                <a16:creationId xmlns:a16="http://schemas.microsoft.com/office/drawing/2014/main" id="{826DC156-A914-4BB0-83B9-89009DC57FFE}"/>
              </a:ext>
            </a:extLst>
          </p:cNvPr>
          <p:cNvSpPr>
            <a:spLocks noGrp="1"/>
          </p:cNvSpPr>
          <p:nvPr/>
        </p:nvSpPr>
        <p:spPr>
          <a:xfrm>
            <a:off x="7934325"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9" name="connector_481">
            <a:extLst>
              <a:ext uri="{FF2B5EF4-FFF2-40B4-BE49-F238E27FC236}">
                <a16:creationId xmlns:a16="http://schemas.microsoft.com/office/drawing/2014/main" id="{79F4E358-CFEB-4489-B58C-DFBE85382F99}"/>
              </a:ext>
            </a:extLst>
          </p:cNvPr>
          <p:cNvSpPr>
            <a:spLocks noGrp="1"/>
          </p:cNvSpPr>
          <p:nvPr/>
        </p:nvSpPr>
        <p:spPr>
          <a:xfrm>
            <a:off x="7934325"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0" name="connector_482">
            <a:extLst>
              <a:ext uri="{FF2B5EF4-FFF2-40B4-BE49-F238E27FC236}">
                <a16:creationId xmlns:a16="http://schemas.microsoft.com/office/drawing/2014/main" id="{BB7F6B35-8546-4345-BD0D-3078BB5A2CD8}"/>
              </a:ext>
            </a:extLst>
          </p:cNvPr>
          <p:cNvSpPr>
            <a:spLocks noGrp="1"/>
          </p:cNvSpPr>
          <p:nvPr/>
        </p:nvSpPr>
        <p:spPr>
          <a:xfrm>
            <a:off x="7934325"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1" name="connector_483">
            <a:extLst>
              <a:ext uri="{FF2B5EF4-FFF2-40B4-BE49-F238E27FC236}">
                <a16:creationId xmlns:a16="http://schemas.microsoft.com/office/drawing/2014/main" id="{2864A422-9917-4620-A3D2-87C3A3F27610}"/>
              </a:ext>
            </a:extLst>
          </p:cNvPr>
          <p:cNvSpPr>
            <a:spLocks noGrp="1"/>
          </p:cNvSpPr>
          <p:nvPr/>
        </p:nvSpPr>
        <p:spPr>
          <a:xfrm>
            <a:off x="7934325"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2" name="connector_484">
            <a:extLst>
              <a:ext uri="{FF2B5EF4-FFF2-40B4-BE49-F238E27FC236}">
                <a16:creationId xmlns:a16="http://schemas.microsoft.com/office/drawing/2014/main" id="{05135E2D-97F2-41AE-A7EB-3BC41AD0D8C2}"/>
              </a:ext>
            </a:extLst>
          </p:cNvPr>
          <p:cNvSpPr>
            <a:spLocks noGrp="1"/>
          </p:cNvSpPr>
          <p:nvPr/>
        </p:nvSpPr>
        <p:spPr>
          <a:xfrm>
            <a:off x="7934325"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3" name="connector_485">
            <a:extLst>
              <a:ext uri="{FF2B5EF4-FFF2-40B4-BE49-F238E27FC236}">
                <a16:creationId xmlns:a16="http://schemas.microsoft.com/office/drawing/2014/main" id="{E010AD1C-ADD0-4827-A822-5A292BC5D2D1}"/>
              </a:ext>
            </a:extLst>
          </p:cNvPr>
          <p:cNvSpPr>
            <a:spLocks noGrp="1"/>
          </p:cNvSpPr>
          <p:nvPr/>
        </p:nvSpPr>
        <p:spPr>
          <a:xfrm>
            <a:off x="7934325"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4" name="connector_486">
            <a:extLst>
              <a:ext uri="{FF2B5EF4-FFF2-40B4-BE49-F238E27FC236}">
                <a16:creationId xmlns:a16="http://schemas.microsoft.com/office/drawing/2014/main" id="{8CA05594-A304-4D34-B393-A5B036BC37CB}"/>
              </a:ext>
            </a:extLst>
          </p:cNvPr>
          <p:cNvSpPr>
            <a:spLocks noGrp="1"/>
          </p:cNvSpPr>
          <p:nvPr/>
        </p:nvSpPr>
        <p:spPr>
          <a:xfrm>
            <a:off x="7934325"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5" name="connector_487">
            <a:extLst>
              <a:ext uri="{FF2B5EF4-FFF2-40B4-BE49-F238E27FC236}">
                <a16:creationId xmlns:a16="http://schemas.microsoft.com/office/drawing/2014/main" id="{9A64D2B3-B373-4482-933B-62219ED98D17}"/>
              </a:ext>
            </a:extLst>
          </p:cNvPr>
          <p:cNvSpPr>
            <a:spLocks noGrp="1"/>
          </p:cNvSpPr>
          <p:nvPr/>
        </p:nvSpPr>
        <p:spPr>
          <a:xfrm>
            <a:off x="7934325"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6" name="connector_488">
            <a:extLst>
              <a:ext uri="{FF2B5EF4-FFF2-40B4-BE49-F238E27FC236}">
                <a16:creationId xmlns:a16="http://schemas.microsoft.com/office/drawing/2014/main" id="{791C4AC6-DA6B-4EC2-B84B-6C7DBC330BBE}"/>
              </a:ext>
            </a:extLst>
          </p:cNvPr>
          <p:cNvSpPr>
            <a:spLocks noGrp="1"/>
          </p:cNvSpPr>
          <p:nvPr/>
        </p:nvSpPr>
        <p:spPr>
          <a:xfrm>
            <a:off x="7934325"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7" name="connector_489">
            <a:extLst>
              <a:ext uri="{FF2B5EF4-FFF2-40B4-BE49-F238E27FC236}">
                <a16:creationId xmlns:a16="http://schemas.microsoft.com/office/drawing/2014/main" id="{CDC7338B-8B30-4703-9E7F-3EC09B54C7A4}"/>
              </a:ext>
            </a:extLst>
          </p:cNvPr>
          <p:cNvSpPr>
            <a:spLocks noGrp="1"/>
          </p:cNvSpPr>
          <p:nvPr/>
        </p:nvSpPr>
        <p:spPr>
          <a:xfrm>
            <a:off x="7934325"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8" name="connector_490">
            <a:extLst>
              <a:ext uri="{FF2B5EF4-FFF2-40B4-BE49-F238E27FC236}">
                <a16:creationId xmlns:a16="http://schemas.microsoft.com/office/drawing/2014/main" id="{8F54F3CA-F70B-4A00-941F-A9BCC369ADF1}"/>
              </a:ext>
            </a:extLst>
          </p:cNvPr>
          <p:cNvSpPr>
            <a:spLocks noGrp="1"/>
          </p:cNvSpPr>
          <p:nvPr/>
        </p:nvSpPr>
        <p:spPr>
          <a:xfrm>
            <a:off x="7934325"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9" name="connector_491">
            <a:extLst>
              <a:ext uri="{FF2B5EF4-FFF2-40B4-BE49-F238E27FC236}">
                <a16:creationId xmlns:a16="http://schemas.microsoft.com/office/drawing/2014/main" id="{7E5AE6CE-6F29-4945-8ABE-24CA2F0FFAF2}"/>
              </a:ext>
            </a:extLst>
          </p:cNvPr>
          <p:cNvSpPr>
            <a:spLocks noGrp="1"/>
          </p:cNvSpPr>
          <p:nvPr/>
        </p:nvSpPr>
        <p:spPr>
          <a:xfrm>
            <a:off x="7934325"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0" name="connector_492">
            <a:extLst>
              <a:ext uri="{FF2B5EF4-FFF2-40B4-BE49-F238E27FC236}">
                <a16:creationId xmlns:a16="http://schemas.microsoft.com/office/drawing/2014/main" id="{B8F52057-5CD8-4B22-A255-2FC3977F4611}"/>
              </a:ext>
            </a:extLst>
          </p:cNvPr>
          <p:cNvSpPr>
            <a:spLocks noGrp="1"/>
          </p:cNvSpPr>
          <p:nvPr/>
        </p:nvSpPr>
        <p:spPr>
          <a:xfrm>
            <a:off x="7934325"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1" name="connector_493">
            <a:extLst>
              <a:ext uri="{FF2B5EF4-FFF2-40B4-BE49-F238E27FC236}">
                <a16:creationId xmlns:a16="http://schemas.microsoft.com/office/drawing/2014/main" id="{02FA936F-1E94-4934-B331-F87B45AA304A}"/>
              </a:ext>
            </a:extLst>
          </p:cNvPr>
          <p:cNvSpPr>
            <a:spLocks noGrp="1"/>
          </p:cNvSpPr>
          <p:nvPr/>
        </p:nvSpPr>
        <p:spPr>
          <a:xfrm>
            <a:off x="7934325"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2" name="connector_494">
            <a:extLst>
              <a:ext uri="{FF2B5EF4-FFF2-40B4-BE49-F238E27FC236}">
                <a16:creationId xmlns:a16="http://schemas.microsoft.com/office/drawing/2014/main" id="{8084385F-3983-4C47-A3E4-7B7493CB9939}"/>
              </a:ext>
            </a:extLst>
          </p:cNvPr>
          <p:cNvSpPr>
            <a:spLocks noGrp="1"/>
          </p:cNvSpPr>
          <p:nvPr/>
        </p:nvSpPr>
        <p:spPr>
          <a:xfrm>
            <a:off x="7934325"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3" name="connector_495">
            <a:extLst>
              <a:ext uri="{FF2B5EF4-FFF2-40B4-BE49-F238E27FC236}">
                <a16:creationId xmlns:a16="http://schemas.microsoft.com/office/drawing/2014/main" id="{D150F7F3-A471-473B-88EC-D6E3B7650C9D}"/>
              </a:ext>
            </a:extLst>
          </p:cNvPr>
          <p:cNvSpPr>
            <a:spLocks noGrp="1"/>
          </p:cNvSpPr>
          <p:nvPr/>
        </p:nvSpPr>
        <p:spPr>
          <a:xfrm>
            <a:off x="7934325"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4" name="connector_496">
            <a:extLst>
              <a:ext uri="{FF2B5EF4-FFF2-40B4-BE49-F238E27FC236}">
                <a16:creationId xmlns:a16="http://schemas.microsoft.com/office/drawing/2014/main" id="{6D335673-0388-4B82-B3D1-F7EDEAF1012A}"/>
              </a:ext>
            </a:extLst>
          </p:cNvPr>
          <p:cNvSpPr>
            <a:spLocks noGrp="1"/>
          </p:cNvSpPr>
          <p:nvPr/>
        </p:nvSpPr>
        <p:spPr>
          <a:xfrm>
            <a:off x="7934325"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5" name="connector_497">
            <a:extLst>
              <a:ext uri="{FF2B5EF4-FFF2-40B4-BE49-F238E27FC236}">
                <a16:creationId xmlns:a16="http://schemas.microsoft.com/office/drawing/2014/main" id="{0F70E485-99CF-4F88-A2E0-E7D88E698D63}"/>
              </a:ext>
            </a:extLst>
          </p:cNvPr>
          <p:cNvSpPr>
            <a:spLocks noGrp="1"/>
          </p:cNvSpPr>
          <p:nvPr/>
        </p:nvSpPr>
        <p:spPr>
          <a:xfrm>
            <a:off x="7934325"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6" name="connector_498">
            <a:extLst>
              <a:ext uri="{FF2B5EF4-FFF2-40B4-BE49-F238E27FC236}">
                <a16:creationId xmlns:a16="http://schemas.microsoft.com/office/drawing/2014/main" id="{F657792A-99B3-4029-91B4-7524AEB1FB7F}"/>
              </a:ext>
            </a:extLst>
          </p:cNvPr>
          <p:cNvSpPr>
            <a:spLocks noGrp="1"/>
          </p:cNvSpPr>
          <p:nvPr/>
        </p:nvSpPr>
        <p:spPr>
          <a:xfrm>
            <a:off x="7934325"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7" name="connector_499">
            <a:extLst>
              <a:ext uri="{FF2B5EF4-FFF2-40B4-BE49-F238E27FC236}">
                <a16:creationId xmlns:a16="http://schemas.microsoft.com/office/drawing/2014/main" id="{496A49D7-89E1-42D2-A55F-C81FB42A854C}"/>
              </a:ext>
            </a:extLst>
          </p:cNvPr>
          <p:cNvSpPr>
            <a:spLocks noGrp="1"/>
          </p:cNvSpPr>
          <p:nvPr/>
        </p:nvSpPr>
        <p:spPr>
          <a:xfrm>
            <a:off x="7934325"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8" name="connector_500">
            <a:extLst>
              <a:ext uri="{FF2B5EF4-FFF2-40B4-BE49-F238E27FC236}">
                <a16:creationId xmlns:a16="http://schemas.microsoft.com/office/drawing/2014/main" id="{63984572-2218-453C-A703-4A0689AE993F}"/>
              </a:ext>
            </a:extLst>
          </p:cNvPr>
          <p:cNvSpPr>
            <a:spLocks noGrp="1"/>
          </p:cNvSpPr>
          <p:nvPr/>
        </p:nvSpPr>
        <p:spPr>
          <a:xfrm>
            <a:off x="7934325"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9" name="connector_501">
            <a:extLst>
              <a:ext uri="{FF2B5EF4-FFF2-40B4-BE49-F238E27FC236}">
                <a16:creationId xmlns:a16="http://schemas.microsoft.com/office/drawing/2014/main" id="{45C99695-93AC-4F3B-A3CD-8414D612BC6F}"/>
              </a:ext>
            </a:extLst>
          </p:cNvPr>
          <p:cNvSpPr>
            <a:spLocks noGrp="1"/>
          </p:cNvSpPr>
          <p:nvPr/>
        </p:nvSpPr>
        <p:spPr>
          <a:xfrm>
            <a:off x="7934325"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0" name="connector_502">
            <a:extLst>
              <a:ext uri="{FF2B5EF4-FFF2-40B4-BE49-F238E27FC236}">
                <a16:creationId xmlns:a16="http://schemas.microsoft.com/office/drawing/2014/main" id="{01032EE9-6CF4-4CEF-A9A4-747700B090F3}"/>
              </a:ext>
            </a:extLst>
          </p:cNvPr>
          <p:cNvSpPr>
            <a:spLocks noGrp="1"/>
          </p:cNvSpPr>
          <p:nvPr/>
        </p:nvSpPr>
        <p:spPr>
          <a:xfrm>
            <a:off x="7934325"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1" name="connector_503">
            <a:extLst>
              <a:ext uri="{FF2B5EF4-FFF2-40B4-BE49-F238E27FC236}">
                <a16:creationId xmlns:a16="http://schemas.microsoft.com/office/drawing/2014/main" id="{BF96392F-DFDA-4426-939E-E1242F27ED4C}"/>
              </a:ext>
            </a:extLst>
          </p:cNvPr>
          <p:cNvSpPr>
            <a:spLocks noGrp="1"/>
          </p:cNvSpPr>
          <p:nvPr/>
        </p:nvSpPr>
        <p:spPr>
          <a:xfrm>
            <a:off x="7934325"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2" name="connector_504">
            <a:extLst>
              <a:ext uri="{FF2B5EF4-FFF2-40B4-BE49-F238E27FC236}">
                <a16:creationId xmlns:a16="http://schemas.microsoft.com/office/drawing/2014/main" id="{C16B9DDD-8AB6-4CBA-8D1D-011B4CE29942}"/>
              </a:ext>
            </a:extLst>
          </p:cNvPr>
          <p:cNvSpPr>
            <a:spLocks noGrp="1"/>
          </p:cNvSpPr>
          <p:nvPr/>
        </p:nvSpPr>
        <p:spPr>
          <a:xfrm>
            <a:off x="7934325"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3" name="text_506_根据 Shape 特征和硬件约束">
            <a:extLst>
              <a:ext uri="{FF2B5EF4-FFF2-40B4-BE49-F238E27FC236}">
                <a16:creationId xmlns:a16="http://schemas.microsoft.com/office/drawing/2014/main" id="{3F76283E-61AF-43DC-9D33-CF37DAECBA0E}"/>
              </a:ext>
            </a:extLst>
          </p:cNvPr>
          <p:cNvSpPr>
            <a:spLocks noGrp="1"/>
          </p:cNvSpPr>
          <p:nvPr/>
        </p:nvSpPr>
        <p:spPr>
          <a:xfrm>
            <a:off x="723900" y="1533525"/>
            <a:ext cx="3209925" cy="314325"/>
          </a:xfrm>
          <a:prstGeom prst="rect">
            <a:avLst/>
          </a:prstGeom>
          <a:noFill/>
          <a:ln w="9525">
            <a:noFill/>
          </a:ln>
        </p:spPr>
        <p:txBody>
          <a:bodyPr wrap="none" lIns="0" tIns="0" rIns="0" bIns="0" anchor="ctr">
            <a:noAutofit/>
          </a:bodyPr>
          <a:lstStyle/>
          <a:p>
            <a:pPr algn="l">
              <a:defRPr sz="1650" b="0">
                <a:solidFill>
                  <a:srgbClr val="242424"/>
                </a:solidFill>
                <a:latin typeface="Arial"/>
                <a:ea typeface="Arial"/>
                <a:cs typeface="Arial"/>
              </a:defRPr>
            </a:pPr>
            <a:r>
              <a:rPr sz="1650" b="0">
                <a:solidFill>
                  <a:srgbClr val="242424"/>
                </a:solidFill>
                <a:latin typeface="Arial"/>
                <a:ea typeface="Arial"/>
                <a:cs typeface="Arial"/>
              </a:rPr>
              <a:t>根据 Shape 特征和硬件约束</a:t>
            </a:r>
          </a:p>
        </p:txBody>
      </p:sp>
      <p:sp>
        <p:nvSpPr>
          <p:cNvPr id="94" name="text_508_生成少量不同结构的 Kernel">
            <a:extLst>
              <a:ext uri="{FF2B5EF4-FFF2-40B4-BE49-F238E27FC236}">
                <a16:creationId xmlns:a16="http://schemas.microsoft.com/office/drawing/2014/main" id="{DE5B94F5-8724-4CD0-906D-73DE9D59B8A4}"/>
              </a:ext>
            </a:extLst>
          </p:cNvPr>
          <p:cNvSpPr>
            <a:spLocks noGrp="1"/>
          </p:cNvSpPr>
          <p:nvPr/>
        </p:nvSpPr>
        <p:spPr>
          <a:xfrm>
            <a:off x="723900" y="1847850"/>
            <a:ext cx="3209925" cy="314325"/>
          </a:xfrm>
          <a:prstGeom prst="rect">
            <a:avLst/>
          </a:prstGeom>
          <a:noFill/>
          <a:ln w="9525">
            <a:noFill/>
          </a:ln>
        </p:spPr>
        <p:txBody>
          <a:bodyPr wrap="none" lIns="0" tIns="0" rIns="0" bIns="0" anchor="ctr">
            <a:noAutofit/>
          </a:bodyPr>
          <a:lstStyle/>
          <a:p>
            <a:pPr algn="l">
              <a:defRPr sz="1650" b="0">
                <a:solidFill>
                  <a:srgbClr val="242424"/>
                </a:solidFill>
                <a:latin typeface="Arial"/>
                <a:ea typeface="Arial"/>
                <a:cs typeface="Arial"/>
              </a:defRPr>
            </a:pPr>
            <a:r>
              <a:rPr sz="1650" b="0">
                <a:solidFill>
                  <a:srgbClr val="242424"/>
                </a:solidFill>
                <a:latin typeface="Arial"/>
                <a:ea typeface="Arial"/>
                <a:cs typeface="Arial"/>
              </a:rPr>
              <a:t>生成少量不同结构的 Kernel</a:t>
            </a:r>
          </a:p>
        </p:txBody>
      </p:sp>
      <p:sp>
        <p:nvSpPr>
          <p:cNvPr id="95" name="object_509">
            <a:extLst>
              <a:ext uri="{FF2B5EF4-FFF2-40B4-BE49-F238E27FC236}">
                <a16:creationId xmlns:a16="http://schemas.microsoft.com/office/drawing/2014/main" id="{599FE5CF-EA8B-49A4-91A4-675520E94A0D}"/>
              </a:ext>
            </a:extLst>
          </p:cNvPr>
          <p:cNvSpPr>
            <a:spLocks noGrp="1"/>
          </p:cNvSpPr>
          <p:nvPr/>
        </p:nvSpPr>
        <p:spPr>
          <a:xfrm>
            <a:off x="633413" y="2400300"/>
            <a:ext cx="2943225" cy="695325"/>
          </a:xfrm>
          <a:prstGeom prst="rect">
            <a:avLst/>
          </a:prstGeom>
          <a:solidFill>
            <a:srgbClr val="F2F2F2"/>
          </a:solidFill>
          <a:ln w="19050">
            <a:solidFill>
              <a:srgbClr val="D7000F"/>
            </a:solidFill>
          </a:ln>
        </p:spPr>
      </p:sp>
      <p:sp>
        <p:nvSpPr>
          <p:cNvPr id="96" name="text_511_Shape 特征与硬件约束">
            <a:extLst>
              <a:ext uri="{FF2B5EF4-FFF2-40B4-BE49-F238E27FC236}">
                <a16:creationId xmlns:a16="http://schemas.microsoft.com/office/drawing/2014/main" id="{DCEDCAE8-7407-45A4-9DAC-37C29A01601F}"/>
              </a:ext>
            </a:extLst>
          </p:cNvPr>
          <p:cNvSpPr>
            <a:spLocks noGrp="1"/>
          </p:cNvSpPr>
          <p:nvPr/>
        </p:nvSpPr>
        <p:spPr>
          <a:xfrm>
            <a:off x="700088" y="2447925"/>
            <a:ext cx="2809875" cy="285750"/>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Shape 特征与硬件约束</a:t>
            </a:r>
          </a:p>
        </p:txBody>
      </p:sp>
      <p:sp>
        <p:nvSpPr>
          <p:cNvPr id="97" name="text_513_算子语义、输入范围与 MLU 特性">
            <a:extLst>
              <a:ext uri="{FF2B5EF4-FFF2-40B4-BE49-F238E27FC236}">
                <a16:creationId xmlns:a16="http://schemas.microsoft.com/office/drawing/2014/main" id="{DE9E66A7-9A6B-4F1A-B9C2-556AE27A1FB6}"/>
              </a:ext>
            </a:extLst>
          </p:cNvPr>
          <p:cNvSpPr>
            <a:spLocks noGrp="1"/>
          </p:cNvSpPr>
          <p:nvPr/>
        </p:nvSpPr>
        <p:spPr>
          <a:xfrm>
            <a:off x="709613" y="2781300"/>
            <a:ext cx="2790825" cy="257175"/>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算子语义、输入范围与 MLU 特性</a:t>
            </a:r>
          </a:p>
        </p:txBody>
      </p:sp>
      <p:sp>
        <p:nvSpPr>
          <p:cNvPr id="98" name="connector_514">
            <a:extLst>
              <a:ext uri="{FF2B5EF4-FFF2-40B4-BE49-F238E27FC236}">
                <a16:creationId xmlns:a16="http://schemas.microsoft.com/office/drawing/2014/main" id="{5CCFD52D-A60D-46B5-BD5A-911E96835CDA}"/>
              </a:ext>
            </a:extLst>
          </p:cNvPr>
          <p:cNvSpPr>
            <a:spLocks noGrp="1"/>
          </p:cNvSpPr>
          <p:nvPr/>
        </p:nvSpPr>
        <p:spPr>
          <a:xfrm>
            <a:off x="2062163" y="3088822"/>
            <a:ext cx="19050" cy="314325"/>
          </a:xfrm>
          <a:custGeom>
            <a:avLst/>
            <a:gdLst/>
            <a:ahLst/>
            <a:cxnLst/>
            <a:rect l="0" t="0" r="0" b="0"/>
            <a:pathLst>
              <a:path w="19050" h="314325">
                <a:moveTo>
                  <a:pt x="9525" y="9525"/>
                </a:moveTo>
                <a:lnTo>
                  <a:pt x="9525" y="304800"/>
                </a:lnTo>
              </a:path>
            </a:pathLst>
          </a:custGeom>
          <a:noFill/>
          <a:ln w="19050">
            <a:solidFill>
              <a:srgbClr val="D7000F"/>
            </a:solidFill>
          </a:ln>
        </p:spPr>
      </p:sp>
      <p:sp>
        <p:nvSpPr>
          <p:cNvPr id="99" name="connector_515">
            <a:extLst>
              <a:ext uri="{FF2B5EF4-FFF2-40B4-BE49-F238E27FC236}">
                <a16:creationId xmlns:a16="http://schemas.microsoft.com/office/drawing/2014/main" id="{3CBDFEB8-CCEB-4F25-9DF0-D8BD01FEB856}"/>
              </a:ext>
            </a:extLst>
          </p:cNvPr>
          <p:cNvSpPr>
            <a:spLocks noGrp="1"/>
          </p:cNvSpPr>
          <p:nvPr/>
        </p:nvSpPr>
        <p:spPr>
          <a:xfrm>
            <a:off x="2030197" y="3333748"/>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00" name="object_516">
            <a:extLst>
              <a:ext uri="{FF2B5EF4-FFF2-40B4-BE49-F238E27FC236}">
                <a16:creationId xmlns:a16="http://schemas.microsoft.com/office/drawing/2014/main" id="{8754589E-DC80-4B44-BDE8-359DBAA8140D}"/>
              </a:ext>
            </a:extLst>
          </p:cNvPr>
          <p:cNvSpPr>
            <a:spLocks noGrp="1"/>
          </p:cNvSpPr>
          <p:nvPr/>
        </p:nvSpPr>
        <p:spPr>
          <a:xfrm>
            <a:off x="528638" y="3857625"/>
            <a:ext cx="981075" cy="828675"/>
          </a:xfrm>
          <a:prstGeom prst="rect">
            <a:avLst/>
          </a:prstGeom>
          <a:solidFill>
            <a:srgbClr val="FFFFFF"/>
          </a:solidFill>
          <a:ln w="19050">
            <a:solidFill>
              <a:srgbClr val="D7000F"/>
            </a:solidFill>
          </a:ln>
        </p:spPr>
      </p:sp>
      <p:sp>
        <p:nvSpPr>
          <p:cNvPr id="101" name="text_518_Family A">
            <a:extLst>
              <a:ext uri="{FF2B5EF4-FFF2-40B4-BE49-F238E27FC236}">
                <a16:creationId xmlns:a16="http://schemas.microsoft.com/office/drawing/2014/main" id="{0D502887-3DAC-40E2-8103-622ECACCF5AB}"/>
              </a:ext>
            </a:extLst>
          </p:cNvPr>
          <p:cNvSpPr>
            <a:spLocks noGrp="1"/>
          </p:cNvSpPr>
          <p:nvPr/>
        </p:nvSpPr>
        <p:spPr>
          <a:xfrm>
            <a:off x="595313" y="3905250"/>
            <a:ext cx="847725" cy="285750"/>
          </a:xfrm>
          <a:prstGeom prst="rect">
            <a:avLst/>
          </a:prstGeom>
          <a:noFill/>
          <a:ln w="9525">
            <a:noFill/>
          </a:ln>
        </p:spPr>
        <p:txBody>
          <a:bodyPr wrap="none" lIns="0" tIns="0" rIns="0" bIns="0" anchor="ctr">
            <a:noAutofit/>
          </a:bodyPr>
          <a:lstStyle/>
          <a:p>
            <a:pPr algn="ctr">
              <a:defRPr sz="1200" b="1">
                <a:solidFill>
                  <a:srgbClr val="000000"/>
                </a:solidFill>
                <a:latin typeface="Arial"/>
                <a:ea typeface="Arial"/>
                <a:cs typeface="Arial"/>
              </a:defRPr>
            </a:pPr>
            <a:r>
              <a:rPr sz="1200" b="1">
                <a:solidFill>
                  <a:srgbClr val="000000"/>
                </a:solidFill>
                <a:latin typeface="Arial"/>
                <a:ea typeface="Arial"/>
                <a:cs typeface="Arial"/>
              </a:rPr>
              <a:t>Family A</a:t>
            </a:r>
          </a:p>
        </p:txBody>
      </p:sp>
      <p:sp>
        <p:nvSpPr>
          <p:cNvPr id="102" name="text_520_小尺寸优化">
            <a:extLst>
              <a:ext uri="{FF2B5EF4-FFF2-40B4-BE49-F238E27FC236}">
                <a16:creationId xmlns:a16="http://schemas.microsoft.com/office/drawing/2014/main" id="{DE2AFA2C-CF93-4F04-9706-37FF9EA9B2A0}"/>
              </a:ext>
            </a:extLst>
          </p:cNvPr>
          <p:cNvSpPr>
            <a:spLocks noGrp="1"/>
          </p:cNvSpPr>
          <p:nvPr/>
        </p:nvSpPr>
        <p:spPr>
          <a:xfrm>
            <a:off x="604838" y="4371975"/>
            <a:ext cx="828675" cy="257175"/>
          </a:xfrm>
          <a:prstGeom prst="rect">
            <a:avLst/>
          </a:prstGeom>
          <a:noFill/>
          <a:ln w="9525">
            <a:noFill/>
          </a:ln>
        </p:spPr>
        <p:txBody>
          <a:bodyPr wrap="none" lIns="0" tIns="0" rIns="0" bIns="0" anchor="ctr">
            <a:noAutofit/>
          </a:bodyPr>
          <a:lstStyle/>
          <a:p>
            <a:pPr algn="ctr">
              <a:defRPr sz="1050" b="0">
                <a:solidFill>
                  <a:srgbClr val="242424"/>
                </a:solidFill>
                <a:latin typeface="Arial"/>
                <a:ea typeface="Arial"/>
                <a:cs typeface="Arial"/>
              </a:defRPr>
            </a:pPr>
            <a:r>
              <a:rPr sz="1050" b="0">
                <a:solidFill>
                  <a:srgbClr val="242424"/>
                </a:solidFill>
                <a:latin typeface="Arial"/>
                <a:ea typeface="Arial"/>
                <a:cs typeface="Arial"/>
              </a:rPr>
              <a:t>小尺寸优化</a:t>
            </a:r>
          </a:p>
        </p:txBody>
      </p:sp>
      <p:sp>
        <p:nvSpPr>
          <p:cNvPr id="103" name="connector_521">
            <a:extLst>
              <a:ext uri="{FF2B5EF4-FFF2-40B4-BE49-F238E27FC236}">
                <a16:creationId xmlns:a16="http://schemas.microsoft.com/office/drawing/2014/main" id="{E739D5DF-5AEC-41A9-9076-6C7B6694DF22}"/>
              </a:ext>
            </a:extLst>
          </p:cNvPr>
          <p:cNvSpPr>
            <a:spLocks noGrp="1"/>
          </p:cNvSpPr>
          <p:nvPr/>
        </p:nvSpPr>
        <p:spPr>
          <a:xfrm>
            <a:off x="1004888" y="3581400"/>
            <a:ext cx="19050" cy="257175"/>
          </a:xfrm>
          <a:custGeom>
            <a:avLst/>
            <a:gdLst/>
            <a:ahLst/>
            <a:cxnLst/>
            <a:rect l="0" t="0" r="0" b="0"/>
            <a:pathLst>
              <a:path w="19050" h="257175">
                <a:moveTo>
                  <a:pt x="9525" y="9525"/>
                </a:moveTo>
                <a:lnTo>
                  <a:pt x="9525" y="247650"/>
                </a:lnTo>
              </a:path>
            </a:pathLst>
          </a:custGeom>
          <a:noFill/>
          <a:ln w="16193">
            <a:solidFill>
              <a:srgbClr val="D7000F"/>
            </a:solidFill>
          </a:ln>
        </p:spPr>
      </p:sp>
      <p:sp>
        <p:nvSpPr>
          <p:cNvPr id="104" name="object_522">
            <a:extLst>
              <a:ext uri="{FF2B5EF4-FFF2-40B4-BE49-F238E27FC236}">
                <a16:creationId xmlns:a16="http://schemas.microsoft.com/office/drawing/2014/main" id="{9A8FCD52-212F-4F8B-9CE8-D8B7C497D1A0}"/>
              </a:ext>
            </a:extLst>
          </p:cNvPr>
          <p:cNvSpPr>
            <a:spLocks noGrp="1"/>
          </p:cNvSpPr>
          <p:nvPr/>
        </p:nvSpPr>
        <p:spPr>
          <a:xfrm>
            <a:off x="1585913" y="3857625"/>
            <a:ext cx="981075" cy="828675"/>
          </a:xfrm>
          <a:prstGeom prst="rect">
            <a:avLst/>
          </a:prstGeom>
          <a:solidFill>
            <a:srgbClr val="FFFFFF"/>
          </a:solidFill>
          <a:ln w="19050">
            <a:solidFill>
              <a:srgbClr val="D7000F"/>
            </a:solidFill>
          </a:ln>
        </p:spPr>
      </p:sp>
      <p:sp>
        <p:nvSpPr>
          <p:cNvPr id="105" name="text_524_Family B">
            <a:extLst>
              <a:ext uri="{FF2B5EF4-FFF2-40B4-BE49-F238E27FC236}">
                <a16:creationId xmlns:a16="http://schemas.microsoft.com/office/drawing/2014/main" id="{0689E7E8-3EF0-42E8-9DFC-C18494148775}"/>
              </a:ext>
            </a:extLst>
          </p:cNvPr>
          <p:cNvSpPr>
            <a:spLocks noGrp="1"/>
          </p:cNvSpPr>
          <p:nvPr/>
        </p:nvSpPr>
        <p:spPr>
          <a:xfrm>
            <a:off x="1652588" y="3905250"/>
            <a:ext cx="847725" cy="285750"/>
          </a:xfrm>
          <a:prstGeom prst="rect">
            <a:avLst/>
          </a:prstGeom>
          <a:noFill/>
          <a:ln w="9525">
            <a:noFill/>
          </a:ln>
        </p:spPr>
        <p:txBody>
          <a:bodyPr wrap="none" lIns="0" tIns="0" rIns="0" bIns="0" anchor="ctr">
            <a:noAutofit/>
          </a:bodyPr>
          <a:lstStyle/>
          <a:p>
            <a:pPr algn="ctr">
              <a:defRPr sz="1200" b="1">
                <a:solidFill>
                  <a:srgbClr val="000000"/>
                </a:solidFill>
                <a:latin typeface="Arial"/>
                <a:ea typeface="Arial"/>
                <a:cs typeface="Arial"/>
              </a:defRPr>
            </a:pPr>
            <a:r>
              <a:rPr sz="1200" b="1">
                <a:solidFill>
                  <a:srgbClr val="000000"/>
                </a:solidFill>
                <a:latin typeface="Arial"/>
                <a:ea typeface="Arial"/>
                <a:cs typeface="Arial"/>
              </a:rPr>
              <a:t>Family B</a:t>
            </a:r>
          </a:p>
        </p:txBody>
      </p:sp>
      <p:sp>
        <p:nvSpPr>
          <p:cNvPr id="106" name="text_526_分块 / 分阶段">
            <a:extLst>
              <a:ext uri="{FF2B5EF4-FFF2-40B4-BE49-F238E27FC236}">
                <a16:creationId xmlns:a16="http://schemas.microsoft.com/office/drawing/2014/main" id="{37F14FA7-5505-4631-ADAC-04AEEF84525D}"/>
              </a:ext>
            </a:extLst>
          </p:cNvPr>
          <p:cNvSpPr>
            <a:spLocks noGrp="1"/>
          </p:cNvSpPr>
          <p:nvPr/>
        </p:nvSpPr>
        <p:spPr>
          <a:xfrm>
            <a:off x="1662113" y="4371975"/>
            <a:ext cx="828675" cy="257175"/>
          </a:xfrm>
          <a:prstGeom prst="rect">
            <a:avLst/>
          </a:prstGeom>
          <a:noFill/>
          <a:ln w="9525">
            <a:noFill/>
          </a:ln>
        </p:spPr>
        <p:txBody>
          <a:bodyPr wrap="none" lIns="0" tIns="0" rIns="0" bIns="0" anchor="ctr">
            <a:noAutofit/>
          </a:bodyPr>
          <a:lstStyle/>
          <a:p>
            <a:pPr algn="ctr">
              <a:defRPr sz="1050" b="0">
                <a:solidFill>
                  <a:srgbClr val="242424"/>
                </a:solidFill>
                <a:latin typeface="Arial"/>
                <a:ea typeface="Arial"/>
                <a:cs typeface="Arial"/>
              </a:defRPr>
            </a:pPr>
            <a:r>
              <a:rPr sz="1050" b="0">
                <a:solidFill>
                  <a:srgbClr val="242424"/>
                </a:solidFill>
                <a:latin typeface="Arial"/>
                <a:ea typeface="Arial"/>
                <a:cs typeface="Arial"/>
              </a:rPr>
              <a:t>分块 / 分阶段</a:t>
            </a:r>
          </a:p>
        </p:txBody>
      </p:sp>
      <p:sp>
        <p:nvSpPr>
          <p:cNvPr id="107" name="connector_527">
            <a:extLst>
              <a:ext uri="{FF2B5EF4-FFF2-40B4-BE49-F238E27FC236}">
                <a16:creationId xmlns:a16="http://schemas.microsoft.com/office/drawing/2014/main" id="{6978103E-81F7-438F-8365-9ECB49D37C13}"/>
              </a:ext>
            </a:extLst>
          </p:cNvPr>
          <p:cNvSpPr>
            <a:spLocks noGrp="1"/>
          </p:cNvSpPr>
          <p:nvPr/>
        </p:nvSpPr>
        <p:spPr>
          <a:xfrm>
            <a:off x="2062163" y="3581400"/>
            <a:ext cx="19050" cy="257175"/>
          </a:xfrm>
          <a:custGeom>
            <a:avLst/>
            <a:gdLst/>
            <a:ahLst/>
            <a:cxnLst/>
            <a:rect l="0" t="0" r="0" b="0"/>
            <a:pathLst>
              <a:path w="19050" h="257175">
                <a:moveTo>
                  <a:pt x="9525" y="9525"/>
                </a:moveTo>
                <a:lnTo>
                  <a:pt x="9525" y="247650"/>
                </a:lnTo>
              </a:path>
            </a:pathLst>
          </a:custGeom>
          <a:noFill/>
          <a:ln w="16193">
            <a:solidFill>
              <a:srgbClr val="D7000F"/>
            </a:solidFill>
          </a:ln>
        </p:spPr>
      </p:sp>
      <p:sp>
        <p:nvSpPr>
          <p:cNvPr id="108" name="object_528">
            <a:extLst>
              <a:ext uri="{FF2B5EF4-FFF2-40B4-BE49-F238E27FC236}">
                <a16:creationId xmlns:a16="http://schemas.microsoft.com/office/drawing/2014/main" id="{7D3E2448-F299-48BF-8DDA-3AE3D70E4647}"/>
              </a:ext>
            </a:extLst>
          </p:cNvPr>
          <p:cNvSpPr>
            <a:spLocks noGrp="1"/>
          </p:cNvSpPr>
          <p:nvPr/>
        </p:nvSpPr>
        <p:spPr>
          <a:xfrm>
            <a:off x="2643188" y="3857625"/>
            <a:ext cx="981075" cy="828675"/>
          </a:xfrm>
          <a:prstGeom prst="rect">
            <a:avLst/>
          </a:prstGeom>
          <a:solidFill>
            <a:srgbClr val="FFFFFF"/>
          </a:solidFill>
          <a:ln w="19050">
            <a:solidFill>
              <a:srgbClr val="D7000F"/>
            </a:solidFill>
          </a:ln>
        </p:spPr>
      </p:sp>
      <p:sp>
        <p:nvSpPr>
          <p:cNvPr id="109" name="text_530_Family C">
            <a:extLst>
              <a:ext uri="{FF2B5EF4-FFF2-40B4-BE49-F238E27FC236}">
                <a16:creationId xmlns:a16="http://schemas.microsoft.com/office/drawing/2014/main" id="{D9F93969-9FE6-47B5-864C-15B5279D1EA9}"/>
              </a:ext>
            </a:extLst>
          </p:cNvPr>
          <p:cNvSpPr>
            <a:spLocks noGrp="1"/>
          </p:cNvSpPr>
          <p:nvPr/>
        </p:nvSpPr>
        <p:spPr>
          <a:xfrm>
            <a:off x="2709863" y="3905250"/>
            <a:ext cx="847725" cy="285750"/>
          </a:xfrm>
          <a:prstGeom prst="rect">
            <a:avLst/>
          </a:prstGeom>
          <a:noFill/>
          <a:ln w="9525">
            <a:noFill/>
          </a:ln>
        </p:spPr>
        <p:txBody>
          <a:bodyPr wrap="none" lIns="0" tIns="0" rIns="0" bIns="0" anchor="ctr">
            <a:noAutofit/>
          </a:bodyPr>
          <a:lstStyle/>
          <a:p>
            <a:pPr algn="ctr">
              <a:defRPr sz="1200" b="1">
                <a:solidFill>
                  <a:srgbClr val="000000"/>
                </a:solidFill>
                <a:latin typeface="Arial"/>
                <a:ea typeface="Arial"/>
                <a:cs typeface="Arial"/>
              </a:defRPr>
            </a:pPr>
            <a:r>
              <a:rPr sz="1200" b="1">
                <a:solidFill>
                  <a:srgbClr val="000000"/>
                </a:solidFill>
                <a:latin typeface="Arial"/>
                <a:ea typeface="Arial"/>
                <a:cs typeface="Arial"/>
              </a:rPr>
              <a:t>Family C</a:t>
            </a:r>
          </a:p>
        </p:txBody>
      </p:sp>
      <p:sp>
        <p:nvSpPr>
          <p:cNvPr id="110" name="text_532_整轴结构">
            <a:extLst>
              <a:ext uri="{FF2B5EF4-FFF2-40B4-BE49-F238E27FC236}">
                <a16:creationId xmlns:a16="http://schemas.microsoft.com/office/drawing/2014/main" id="{F306B480-5DD0-42A4-AE1B-7E4D95BB26F5}"/>
              </a:ext>
            </a:extLst>
          </p:cNvPr>
          <p:cNvSpPr>
            <a:spLocks noGrp="1"/>
          </p:cNvSpPr>
          <p:nvPr/>
        </p:nvSpPr>
        <p:spPr>
          <a:xfrm>
            <a:off x="2719388" y="4371975"/>
            <a:ext cx="828675" cy="257175"/>
          </a:xfrm>
          <a:prstGeom prst="rect">
            <a:avLst/>
          </a:prstGeom>
          <a:noFill/>
          <a:ln w="9525">
            <a:noFill/>
          </a:ln>
        </p:spPr>
        <p:txBody>
          <a:bodyPr wrap="none" lIns="0" tIns="0" rIns="0" bIns="0" anchor="ctr">
            <a:noAutofit/>
          </a:bodyPr>
          <a:lstStyle/>
          <a:p>
            <a:pPr algn="ctr">
              <a:defRPr sz="1050" b="0">
                <a:solidFill>
                  <a:srgbClr val="242424"/>
                </a:solidFill>
                <a:latin typeface="Arial"/>
                <a:ea typeface="Arial"/>
                <a:cs typeface="Arial"/>
              </a:defRPr>
            </a:pPr>
            <a:r>
              <a:rPr sz="1050" b="0">
                <a:solidFill>
                  <a:srgbClr val="242424"/>
                </a:solidFill>
                <a:latin typeface="Arial"/>
                <a:ea typeface="Arial"/>
                <a:cs typeface="Arial"/>
              </a:rPr>
              <a:t>整轴结构</a:t>
            </a:r>
          </a:p>
        </p:txBody>
      </p:sp>
      <p:sp>
        <p:nvSpPr>
          <p:cNvPr id="111" name="connector_533">
            <a:extLst>
              <a:ext uri="{FF2B5EF4-FFF2-40B4-BE49-F238E27FC236}">
                <a16:creationId xmlns:a16="http://schemas.microsoft.com/office/drawing/2014/main" id="{B65F86A3-A3F0-46C6-9F04-DFCE1FB66A28}"/>
              </a:ext>
            </a:extLst>
          </p:cNvPr>
          <p:cNvSpPr>
            <a:spLocks noGrp="1"/>
          </p:cNvSpPr>
          <p:nvPr/>
        </p:nvSpPr>
        <p:spPr>
          <a:xfrm>
            <a:off x="3119438" y="3581400"/>
            <a:ext cx="19050" cy="257175"/>
          </a:xfrm>
          <a:custGeom>
            <a:avLst/>
            <a:gdLst/>
            <a:ahLst/>
            <a:cxnLst/>
            <a:rect l="0" t="0" r="0" b="0"/>
            <a:pathLst>
              <a:path w="19050" h="257175">
                <a:moveTo>
                  <a:pt x="9525" y="9525"/>
                </a:moveTo>
                <a:lnTo>
                  <a:pt x="9525" y="247650"/>
                </a:lnTo>
              </a:path>
            </a:pathLst>
          </a:custGeom>
          <a:noFill/>
          <a:ln w="16193">
            <a:solidFill>
              <a:srgbClr val="D7000F"/>
            </a:solidFill>
          </a:ln>
        </p:spPr>
      </p:sp>
      <p:sp>
        <p:nvSpPr>
          <p:cNvPr id="112" name="connector_534">
            <a:extLst>
              <a:ext uri="{FF2B5EF4-FFF2-40B4-BE49-F238E27FC236}">
                <a16:creationId xmlns:a16="http://schemas.microsoft.com/office/drawing/2014/main" id="{7876BC28-7B2F-4444-9F7E-BF2536D17E7D}"/>
              </a:ext>
            </a:extLst>
          </p:cNvPr>
          <p:cNvSpPr>
            <a:spLocks noGrp="1"/>
          </p:cNvSpPr>
          <p:nvPr/>
        </p:nvSpPr>
        <p:spPr>
          <a:xfrm>
            <a:off x="1004888" y="3581400"/>
            <a:ext cx="2133600" cy="19050"/>
          </a:xfrm>
          <a:custGeom>
            <a:avLst/>
            <a:gdLst/>
            <a:ahLst/>
            <a:cxnLst/>
            <a:rect l="0" t="0" r="0" b="0"/>
            <a:pathLst>
              <a:path w="2133600" h="19050">
                <a:moveTo>
                  <a:pt x="9525" y="9525"/>
                </a:moveTo>
                <a:lnTo>
                  <a:pt x="2124075" y="9525"/>
                </a:lnTo>
              </a:path>
            </a:pathLst>
          </a:custGeom>
          <a:noFill/>
          <a:ln w="16193">
            <a:solidFill>
              <a:srgbClr val="D7000F"/>
            </a:solidFill>
          </a:ln>
        </p:spPr>
      </p:sp>
      <p:sp>
        <p:nvSpPr>
          <p:cNvPr id="113" name="connector_535">
            <a:extLst>
              <a:ext uri="{FF2B5EF4-FFF2-40B4-BE49-F238E27FC236}">
                <a16:creationId xmlns:a16="http://schemas.microsoft.com/office/drawing/2014/main" id="{A237A2BD-2BA1-4E3D-989B-0EB923BE8114}"/>
              </a:ext>
            </a:extLst>
          </p:cNvPr>
          <p:cNvSpPr>
            <a:spLocks noGrp="1"/>
          </p:cNvSpPr>
          <p:nvPr/>
        </p:nvSpPr>
        <p:spPr>
          <a:xfrm>
            <a:off x="2062163" y="3392261"/>
            <a:ext cx="19050" cy="180975"/>
          </a:xfrm>
          <a:custGeom>
            <a:avLst/>
            <a:gdLst/>
            <a:ahLst/>
            <a:cxnLst/>
            <a:rect l="0" t="0" r="0" b="0"/>
            <a:pathLst>
              <a:path w="19050" h="180975">
                <a:moveTo>
                  <a:pt x="9525" y="9525"/>
                </a:moveTo>
                <a:lnTo>
                  <a:pt x="9525" y="171450"/>
                </a:lnTo>
              </a:path>
            </a:pathLst>
          </a:custGeom>
          <a:noFill/>
          <a:ln w="16193">
            <a:solidFill>
              <a:srgbClr val="D7000F"/>
            </a:solidFill>
          </a:ln>
        </p:spPr>
      </p:sp>
      <p:sp>
        <p:nvSpPr>
          <p:cNvPr id="114" name="text_537_输出：候选 Kernel Family">
            <a:extLst>
              <a:ext uri="{FF2B5EF4-FFF2-40B4-BE49-F238E27FC236}">
                <a16:creationId xmlns:a16="http://schemas.microsoft.com/office/drawing/2014/main" id="{41CEEAC8-3DB1-4EF9-B226-BD9ADC625503}"/>
              </a:ext>
            </a:extLst>
          </p:cNvPr>
          <p:cNvSpPr>
            <a:spLocks noGrp="1"/>
          </p:cNvSpPr>
          <p:nvPr/>
        </p:nvSpPr>
        <p:spPr>
          <a:xfrm>
            <a:off x="733425" y="5181600"/>
            <a:ext cx="3200400" cy="285750"/>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输出：候选 Kernel Family</a:t>
            </a:r>
          </a:p>
        </p:txBody>
      </p:sp>
      <p:sp>
        <p:nvSpPr>
          <p:cNvPr id="115" name="text_539_不同结构分别定义可调参数">
            <a:extLst>
              <a:ext uri="{FF2B5EF4-FFF2-40B4-BE49-F238E27FC236}">
                <a16:creationId xmlns:a16="http://schemas.microsoft.com/office/drawing/2014/main" id="{2180A370-1497-4376-8E5C-3FC14DA73503}"/>
              </a:ext>
            </a:extLst>
          </p:cNvPr>
          <p:cNvSpPr>
            <a:spLocks noGrp="1"/>
          </p:cNvSpPr>
          <p:nvPr/>
        </p:nvSpPr>
        <p:spPr>
          <a:xfrm>
            <a:off x="742950" y="5600700"/>
            <a:ext cx="3190875" cy="285750"/>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a:solidFill>
                  <a:srgbClr val="242424"/>
                </a:solidFill>
                <a:latin typeface="Arial"/>
                <a:ea typeface="Arial"/>
                <a:cs typeface="Arial"/>
              </a:rPr>
              <a:t>不同结构分别定义可调参数</a:t>
            </a:r>
          </a:p>
        </p:txBody>
      </p:sp>
      <p:sp>
        <p:nvSpPr>
          <p:cNvPr id="116" name="text_541_保留 Family 与硬件约束信息">
            <a:extLst>
              <a:ext uri="{FF2B5EF4-FFF2-40B4-BE49-F238E27FC236}">
                <a16:creationId xmlns:a16="http://schemas.microsoft.com/office/drawing/2014/main" id="{0AC812A5-DDF8-4AD2-B096-008A23B1B6FE}"/>
              </a:ext>
            </a:extLst>
          </p:cNvPr>
          <p:cNvSpPr>
            <a:spLocks noGrp="1"/>
          </p:cNvSpPr>
          <p:nvPr/>
        </p:nvSpPr>
        <p:spPr>
          <a:xfrm>
            <a:off x="742950" y="5886450"/>
            <a:ext cx="3190875" cy="285750"/>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a:solidFill>
                  <a:srgbClr val="242424"/>
                </a:solidFill>
                <a:latin typeface="Arial"/>
                <a:ea typeface="Arial"/>
                <a:cs typeface="Arial"/>
              </a:rPr>
              <a:t>保留 Family 与硬件约束信息</a:t>
            </a:r>
          </a:p>
        </p:txBody>
      </p:sp>
      <p:sp>
        <p:nvSpPr>
          <p:cNvPr id="117" name="text_543_联合评估 Family × Config × S">
            <a:extLst>
              <a:ext uri="{FF2B5EF4-FFF2-40B4-BE49-F238E27FC236}">
                <a16:creationId xmlns:a16="http://schemas.microsoft.com/office/drawing/2014/main" id="{1CB65C41-E183-4C95-8089-95CF3BE5E208}"/>
              </a:ext>
            </a:extLst>
          </p:cNvPr>
          <p:cNvSpPr>
            <a:spLocks noGrp="1"/>
          </p:cNvSpPr>
          <p:nvPr/>
        </p:nvSpPr>
        <p:spPr>
          <a:xfrm>
            <a:off x="4362450" y="1533525"/>
            <a:ext cx="3314700" cy="314325"/>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a:solidFill>
                  <a:srgbClr val="242424"/>
                </a:solidFill>
                <a:latin typeface="Arial"/>
                <a:ea typeface="Arial"/>
                <a:cs typeface="Arial"/>
              </a:rPr>
              <a:t>联合评估 Family × Config × Shape</a:t>
            </a:r>
          </a:p>
        </p:txBody>
      </p:sp>
      <p:sp>
        <p:nvSpPr>
          <p:cNvPr id="118" name="text_545_确定不同输入对应的执行组合">
            <a:extLst>
              <a:ext uri="{FF2B5EF4-FFF2-40B4-BE49-F238E27FC236}">
                <a16:creationId xmlns:a16="http://schemas.microsoft.com/office/drawing/2014/main" id="{2700A8EE-3FB0-43FF-B3A8-314CFEB41440}"/>
              </a:ext>
            </a:extLst>
          </p:cNvPr>
          <p:cNvSpPr>
            <a:spLocks noGrp="1"/>
          </p:cNvSpPr>
          <p:nvPr/>
        </p:nvSpPr>
        <p:spPr>
          <a:xfrm>
            <a:off x="4362450" y="1847850"/>
            <a:ext cx="3314700" cy="314325"/>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a:solidFill>
                  <a:srgbClr val="242424"/>
                </a:solidFill>
                <a:latin typeface="Arial"/>
                <a:ea typeface="Arial"/>
                <a:cs typeface="Arial"/>
              </a:rPr>
              <a:t>确定不同输入对应的执行组合</a:t>
            </a:r>
          </a:p>
        </p:txBody>
      </p:sp>
      <p:sp>
        <p:nvSpPr>
          <p:cNvPr id="119" name="object_546">
            <a:extLst>
              <a:ext uri="{FF2B5EF4-FFF2-40B4-BE49-F238E27FC236}">
                <a16:creationId xmlns:a16="http://schemas.microsoft.com/office/drawing/2014/main" id="{ECB1E21D-6586-47C6-B57B-E08C670045BD}"/>
              </a:ext>
            </a:extLst>
          </p:cNvPr>
          <p:cNvSpPr>
            <a:spLocks noGrp="1"/>
          </p:cNvSpPr>
          <p:nvPr/>
        </p:nvSpPr>
        <p:spPr>
          <a:xfrm>
            <a:off x="4391025" y="2419350"/>
            <a:ext cx="952500" cy="419100"/>
          </a:xfrm>
          <a:prstGeom prst="rect">
            <a:avLst/>
          </a:prstGeom>
          <a:solidFill>
            <a:srgbClr val="F2F2F2"/>
          </a:solidFill>
          <a:ln w="9525">
            <a:noFill/>
          </a:ln>
        </p:spPr>
      </p:sp>
      <p:sp>
        <p:nvSpPr>
          <p:cNvPr id="120" name="text_548_Family">
            <a:extLst>
              <a:ext uri="{FF2B5EF4-FFF2-40B4-BE49-F238E27FC236}">
                <a16:creationId xmlns:a16="http://schemas.microsoft.com/office/drawing/2014/main" id="{5B09708D-83B0-4702-AB2C-40B4C7E8A662}"/>
              </a:ext>
            </a:extLst>
          </p:cNvPr>
          <p:cNvSpPr>
            <a:spLocks noGrp="1"/>
          </p:cNvSpPr>
          <p:nvPr/>
        </p:nvSpPr>
        <p:spPr>
          <a:xfrm>
            <a:off x="4438650" y="2486025"/>
            <a:ext cx="857250" cy="285750"/>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Family</a:t>
            </a:r>
          </a:p>
        </p:txBody>
      </p:sp>
      <p:sp>
        <p:nvSpPr>
          <p:cNvPr id="121" name="text_550_候选计算与调度结构">
            <a:extLst>
              <a:ext uri="{FF2B5EF4-FFF2-40B4-BE49-F238E27FC236}">
                <a16:creationId xmlns:a16="http://schemas.microsoft.com/office/drawing/2014/main" id="{C5B90CA6-C114-467A-9863-9A01ED3F70CD}"/>
              </a:ext>
            </a:extLst>
          </p:cNvPr>
          <p:cNvSpPr>
            <a:spLocks noGrp="1"/>
          </p:cNvSpPr>
          <p:nvPr/>
        </p:nvSpPr>
        <p:spPr>
          <a:xfrm>
            <a:off x="5514975" y="2495550"/>
            <a:ext cx="2209800" cy="276225"/>
          </a:xfrm>
          <a:prstGeom prst="rect">
            <a:avLst/>
          </a:prstGeom>
          <a:noFill/>
          <a:ln w="9525">
            <a:noFill/>
          </a:ln>
        </p:spPr>
        <p:txBody>
          <a:bodyPr wrap="none" lIns="0" tIns="0" rIns="0" bIns="0" anchor="ctr">
            <a:noAutofit/>
          </a:bodyPr>
          <a:lstStyle/>
          <a:p>
            <a:pPr algn="l">
              <a:defRPr sz="1313" b="0">
                <a:solidFill>
                  <a:srgbClr val="242424"/>
                </a:solidFill>
                <a:latin typeface="Arial"/>
                <a:ea typeface="Arial"/>
                <a:cs typeface="Arial"/>
              </a:defRPr>
            </a:pPr>
            <a:r>
              <a:rPr sz="1313" b="0">
                <a:solidFill>
                  <a:srgbClr val="242424"/>
                </a:solidFill>
                <a:latin typeface="Arial"/>
                <a:ea typeface="Arial"/>
                <a:cs typeface="Arial"/>
              </a:rPr>
              <a:t>候选计算与调度结构</a:t>
            </a:r>
          </a:p>
        </p:txBody>
      </p:sp>
      <p:sp>
        <p:nvSpPr>
          <p:cNvPr id="122" name="text_552_×">
            <a:extLst>
              <a:ext uri="{FF2B5EF4-FFF2-40B4-BE49-F238E27FC236}">
                <a16:creationId xmlns:a16="http://schemas.microsoft.com/office/drawing/2014/main" id="{B27A0C86-1575-42A4-9E25-4A708A8B0BAD}"/>
              </a:ext>
            </a:extLst>
          </p:cNvPr>
          <p:cNvSpPr>
            <a:spLocks noGrp="1"/>
          </p:cNvSpPr>
          <p:nvPr/>
        </p:nvSpPr>
        <p:spPr>
          <a:xfrm>
            <a:off x="4676775" y="2828925"/>
            <a:ext cx="304800" cy="228600"/>
          </a:xfrm>
          <a:prstGeom prst="rect">
            <a:avLst/>
          </a:prstGeom>
          <a:noFill/>
          <a:ln w="9525">
            <a:noFill/>
          </a:ln>
        </p:spPr>
        <p:txBody>
          <a:bodyPr wrap="none" lIns="0" tIns="0" rIns="0" bIns="0" anchor="ctr">
            <a:noAutofit/>
          </a:bodyPr>
          <a:lstStyle/>
          <a:p>
            <a:pPr algn="ctr">
              <a:defRPr sz="1425" b="1">
                <a:solidFill>
                  <a:srgbClr val="D7000F"/>
                </a:solidFill>
                <a:latin typeface="Arial"/>
                <a:ea typeface="Arial"/>
                <a:cs typeface="Arial"/>
              </a:defRPr>
            </a:pPr>
            <a:r>
              <a:rPr sz="1425" b="1">
                <a:solidFill>
                  <a:srgbClr val="D7000F"/>
                </a:solidFill>
                <a:latin typeface="Arial"/>
                <a:ea typeface="Arial"/>
                <a:cs typeface="Arial"/>
              </a:rPr>
              <a:t>×</a:t>
            </a:r>
          </a:p>
        </p:txBody>
      </p:sp>
      <p:sp>
        <p:nvSpPr>
          <p:cNvPr id="123" name="object_553">
            <a:extLst>
              <a:ext uri="{FF2B5EF4-FFF2-40B4-BE49-F238E27FC236}">
                <a16:creationId xmlns:a16="http://schemas.microsoft.com/office/drawing/2014/main" id="{F1F3A8C8-13C1-409B-98A9-B738AEDDA807}"/>
              </a:ext>
            </a:extLst>
          </p:cNvPr>
          <p:cNvSpPr>
            <a:spLocks noGrp="1"/>
          </p:cNvSpPr>
          <p:nvPr/>
        </p:nvSpPr>
        <p:spPr>
          <a:xfrm>
            <a:off x="4391025" y="3057525"/>
            <a:ext cx="952500" cy="419100"/>
          </a:xfrm>
          <a:prstGeom prst="rect">
            <a:avLst/>
          </a:prstGeom>
          <a:solidFill>
            <a:srgbClr val="F2F2F2"/>
          </a:solidFill>
          <a:ln w="9525">
            <a:noFill/>
          </a:ln>
        </p:spPr>
      </p:sp>
      <p:sp>
        <p:nvSpPr>
          <p:cNvPr id="124" name="text_555_Config">
            <a:extLst>
              <a:ext uri="{FF2B5EF4-FFF2-40B4-BE49-F238E27FC236}">
                <a16:creationId xmlns:a16="http://schemas.microsoft.com/office/drawing/2014/main" id="{CA620727-5F3F-4CCD-9D26-B96F2C561BC1}"/>
              </a:ext>
            </a:extLst>
          </p:cNvPr>
          <p:cNvSpPr>
            <a:spLocks noGrp="1"/>
          </p:cNvSpPr>
          <p:nvPr/>
        </p:nvSpPr>
        <p:spPr>
          <a:xfrm>
            <a:off x="4438650" y="3124200"/>
            <a:ext cx="857250" cy="285750"/>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Config</a:t>
            </a:r>
          </a:p>
        </p:txBody>
      </p:sp>
      <p:sp>
        <p:nvSpPr>
          <p:cNvPr id="125" name="text_557_每个 Family 的独立参数空间">
            <a:extLst>
              <a:ext uri="{FF2B5EF4-FFF2-40B4-BE49-F238E27FC236}">
                <a16:creationId xmlns:a16="http://schemas.microsoft.com/office/drawing/2014/main" id="{139B27E4-FAF7-4242-A03A-6FCC9A66DDF9}"/>
              </a:ext>
            </a:extLst>
          </p:cNvPr>
          <p:cNvSpPr>
            <a:spLocks noGrp="1"/>
          </p:cNvSpPr>
          <p:nvPr/>
        </p:nvSpPr>
        <p:spPr>
          <a:xfrm>
            <a:off x="5514975" y="3133725"/>
            <a:ext cx="2209800" cy="276225"/>
          </a:xfrm>
          <a:prstGeom prst="rect">
            <a:avLst/>
          </a:prstGeom>
          <a:noFill/>
          <a:ln w="9525">
            <a:noFill/>
          </a:ln>
        </p:spPr>
        <p:txBody>
          <a:bodyPr wrap="none" lIns="0" tIns="0" rIns="0" bIns="0" anchor="ctr">
            <a:noAutofit/>
          </a:bodyPr>
          <a:lstStyle/>
          <a:p>
            <a:pPr algn="l">
              <a:defRPr sz="1313" b="0">
                <a:solidFill>
                  <a:srgbClr val="242424"/>
                </a:solidFill>
                <a:latin typeface="Arial"/>
                <a:ea typeface="Arial"/>
                <a:cs typeface="Arial"/>
              </a:defRPr>
            </a:pPr>
            <a:r>
              <a:rPr sz="1313" b="0">
                <a:solidFill>
                  <a:srgbClr val="242424"/>
                </a:solidFill>
                <a:latin typeface="Arial"/>
                <a:ea typeface="Arial"/>
                <a:cs typeface="Arial"/>
              </a:rPr>
              <a:t>每个 Family 的独立参数空间</a:t>
            </a:r>
          </a:p>
        </p:txBody>
      </p:sp>
      <p:sp>
        <p:nvSpPr>
          <p:cNvPr id="126" name="text_559_×">
            <a:extLst>
              <a:ext uri="{FF2B5EF4-FFF2-40B4-BE49-F238E27FC236}">
                <a16:creationId xmlns:a16="http://schemas.microsoft.com/office/drawing/2014/main" id="{280D6DE1-B9F3-4527-88DF-9A018C871414}"/>
              </a:ext>
            </a:extLst>
          </p:cNvPr>
          <p:cNvSpPr>
            <a:spLocks noGrp="1"/>
          </p:cNvSpPr>
          <p:nvPr/>
        </p:nvSpPr>
        <p:spPr>
          <a:xfrm>
            <a:off x="4676775" y="3467100"/>
            <a:ext cx="304800" cy="228600"/>
          </a:xfrm>
          <a:prstGeom prst="rect">
            <a:avLst/>
          </a:prstGeom>
          <a:noFill/>
          <a:ln w="9525">
            <a:noFill/>
          </a:ln>
        </p:spPr>
        <p:txBody>
          <a:bodyPr wrap="none" lIns="0" tIns="0" rIns="0" bIns="0" anchor="ctr">
            <a:noAutofit/>
          </a:bodyPr>
          <a:lstStyle/>
          <a:p>
            <a:pPr algn="ctr">
              <a:defRPr sz="1425" b="1">
                <a:solidFill>
                  <a:srgbClr val="D7000F"/>
                </a:solidFill>
                <a:latin typeface="Arial"/>
                <a:ea typeface="Arial"/>
                <a:cs typeface="Arial"/>
              </a:defRPr>
            </a:pPr>
            <a:r>
              <a:rPr sz="1425" b="1">
                <a:solidFill>
                  <a:srgbClr val="D7000F"/>
                </a:solidFill>
                <a:latin typeface="Arial"/>
                <a:ea typeface="Arial"/>
                <a:cs typeface="Arial"/>
              </a:rPr>
              <a:t>×</a:t>
            </a:r>
          </a:p>
        </p:txBody>
      </p:sp>
      <p:sp>
        <p:nvSpPr>
          <p:cNvPr id="127" name="object_560">
            <a:extLst>
              <a:ext uri="{FF2B5EF4-FFF2-40B4-BE49-F238E27FC236}">
                <a16:creationId xmlns:a16="http://schemas.microsoft.com/office/drawing/2014/main" id="{110145B9-5BB1-42AB-9E26-8490F7BACB4A}"/>
              </a:ext>
            </a:extLst>
          </p:cNvPr>
          <p:cNvSpPr>
            <a:spLocks noGrp="1"/>
          </p:cNvSpPr>
          <p:nvPr/>
        </p:nvSpPr>
        <p:spPr>
          <a:xfrm>
            <a:off x="4391025" y="3695700"/>
            <a:ext cx="952500" cy="419100"/>
          </a:xfrm>
          <a:prstGeom prst="rect">
            <a:avLst/>
          </a:prstGeom>
          <a:solidFill>
            <a:srgbClr val="F2F2F2"/>
          </a:solidFill>
          <a:ln w="9525">
            <a:noFill/>
          </a:ln>
        </p:spPr>
      </p:sp>
      <p:sp>
        <p:nvSpPr>
          <p:cNvPr id="128" name="text_562_Shape">
            <a:extLst>
              <a:ext uri="{FF2B5EF4-FFF2-40B4-BE49-F238E27FC236}">
                <a16:creationId xmlns:a16="http://schemas.microsoft.com/office/drawing/2014/main" id="{18A6342E-0E63-4338-9766-B577D84E345B}"/>
              </a:ext>
            </a:extLst>
          </p:cNvPr>
          <p:cNvSpPr>
            <a:spLocks noGrp="1"/>
          </p:cNvSpPr>
          <p:nvPr/>
        </p:nvSpPr>
        <p:spPr>
          <a:xfrm>
            <a:off x="4438650" y="3762375"/>
            <a:ext cx="857250" cy="285750"/>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Shape</a:t>
            </a:r>
          </a:p>
        </p:txBody>
      </p:sp>
      <p:sp>
        <p:nvSpPr>
          <p:cNvPr id="129" name="text_564_代表输入及完整验证域">
            <a:extLst>
              <a:ext uri="{FF2B5EF4-FFF2-40B4-BE49-F238E27FC236}">
                <a16:creationId xmlns:a16="http://schemas.microsoft.com/office/drawing/2014/main" id="{70A448AA-6906-404F-A4FF-327130831010}"/>
              </a:ext>
            </a:extLst>
          </p:cNvPr>
          <p:cNvSpPr>
            <a:spLocks noGrp="1"/>
          </p:cNvSpPr>
          <p:nvPr/>
        </p:nvSpPr>
        <p:spPr>
          <a:xfrm>
            <a:off x="5514975" y="3771900"/>
            <a:ext cx="2209800" cy="276225"/>
          </a:xfrm>
          <a:prstGeom prst="rect">
            <a:avLst/>
          </a:prstGeom>
          <a:noFill/>
          <a:ln w="9525">
            <a:noFill/>
          </a:ln>
        </p:spPr>
        <p:txBody>
          <a:bodyPr wrap="none" lIns="0" tIns="0" rIns="0" bIns="0" anchor="ctr">
            <a:noAutofit/>
          </a:bodyPr>
          <a:lstStyle/>
          <a:p>
            <a:pPr algn="l">
              <a:defRPr sz="1313" b="0">
                <a:solidFill>
                  <a:srgbClr val="242424"/>
                </a:solidFill>
                <a:latin typeface="Arial"/>
                <a:ea typeface="Arial"/>
                <a:cs typeface="Arial"/>
              </a:defRPr>
            </a:pPr>
            <a:r>
              <a:rPr sz="1313" b="0">
                <a:solidFill>
                  <a:srgbClr val="242424"/>
                </a:solidFill>
                <a:latin typeface="Arial"/>
                <a:ea typeface="Arial"/>
                <a:cs typeface="Arial"/>
              </a:rPr>
              <a:t>代表输入及完整验证域</a:t>
            </a:r>
          </a:p>
        </p:txBody>
      </p:sp>
      <p:sp>
        <p:nvSpPr>
          <p:cNvPr id="130" name="connector_565">
            <a:extLst>
              <a:ext uri="{FF2B5EF4-FFF2-40B4-BE49-F238E27FC236}">
                <a16:creationId xmlns:a16="http://schemas.microsoft.com/office/drawing/2014/main" id="{517223EA-F3E1-4020-A26E-1BD41D28F3BA}"/>
              </a:ext>
            </a:extLst>
          </p:cNvPr>
          <p:cNvSpPr>
            <a:spLocks noGrp="1"/>
          </p:cNvSpPr>
          <p:nvPr/>
        </p:nvSpPr>
        <p:spPr>
          <a:xfrm>
            <a:off x="6010275" y="4191000"/>
            <a:ext cx="19050" cy="304800"/>
          </a:xfrm>
          <a:custGeom>
            <a:avLst/>
            <a:gdLst/>
            <a:ahLst/>
            <a:cxnLst/>
            <a:rect l="0" t="0" r="0" b="0"/>
            <a:pathLst>
              <a:path w="19050" h="304800">
                <a:moveTo>
                  <a:pt x="9525" y="9525"/>
                </a:moveTo>
                <a:lnTo>
                  <a:pt x="9525" y="295275"/>
                </a:lnTo>
              </a:path>
            </a:pathLst>
          </a:custGeom>
          <a:noFill/>
          <a:ln w="19050">
            <a:solidFill>
              <a:srgbClr val="D7000F"/>
            </a:solidFill>
          </a:ln>
        </p:spPr>
      </p:sp>
      <p:sp>
        <p:nvSpPr>
          <p:cNvPr id="131" name="connector_566">
            <a:extLst>
              <a:ext uri="{FF2B5EF4-FFF2-40B4-BE49-F238E27FC236}">
                <a16:creationId xmlns:a16="http://schemas.microsoft.com/office/drawing/2014/main" id="{71BF99EA-614C-4E17-AFB4-1A63B12CA066}"/>
              </a:ext>
            </a:extLst>
          </p:cNvPr>
          <p:cNvSpPr>
            <a:spLocks noGrp="1"/>
          </p:cNvSpPr>
          <p:nvPr/>
        </p:nvSpPr>
        <p:spPr>
          <a:xfrm>
            <a:off x="5978309" y="4418237"/>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32" name="object_567">
            <a:extLst>
              <a:ext uri="{FF2B5EF4-FFF2-40B4-BE49-F238E27FC236}">
                <a16:creationId xmlns:a16="http://schemas.microsoft.com/office/drawing/2014/main" id="{67873DBF-2B56-40D7-9C01-ED1168731C48}"/>
              </a:ext>
            </a:extLst>
          </p:cNvPr>
          <p:cNvSpPr>
            <a:spLocks noGrp="1"/>
          </p:cNvSpPr>
          <p:nvPr/>
        </p:nvSpPr>
        <p:spPr>
          <a:xfrm>
            <a:off x="4438650" y="4610100"/>
            <a:ext cx="3171825" cy="628650"/>
          </a:xfrm>
          <a:prstGeom prst="rect">
            <a:avLst/>
          </a:prstGeom>
          <a:solidFill>
            <a:srgbClr val="FFFFFF"/>
          </a:solidFill>
          <a:ln w="19050">
            <a:solidFill>
              <a:srgbClr val="D7000F"/>
            </a:solidFill>
          </a:ln>
        </p:spPr>
      </p:sp>
      <p:sp>
        <p:nvSpPr>
          <p:cNvPr id="133" name="text_569_性能评估与组合筛选">
            <a:extLst>
              <a:ext uri="{FF2B5EF4-FFF2-40B4-BE49-F238E27FC236}">
                <a16:creationId xmlns:a16="http://schemas.microsoft.com/office/drawing/2014/main" id="{D8A44852-12D1-4784-990F-1ABD0A57E681}"/>
              </a:ext>
            </a:extLst>
          </p:cNvPr>
          <p:cNvSpPr>
            <a:spLocks noGrp="1"/>
          </p:cNvSpPr>
          <p:nvPr/>
        </p:nvSpPr>
        <p:spPr>
          <a:xfrm>
            <a:off x="4505325" y="4657725"/>
            <a:ext cx="3038475" cy="285750"/>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性能评估与组合筛选</a:t>
            </a:r>
          </a:p>
        </p:txBody>
      </p:sp>
      <p:sp>
        <p:nvSpPr>
          <p:cNvPr id="134" name="text_571_完成正确性验证后冻结结果">
            <a:extLst>
              <a:ext uri="{FF2B5EF4-FFF2-40B4-BE49-F238E27FC236}">
                <a16:creationId xmlns:a16="http://schemas.microsoft.com/office/drawing/2014/main" id="{FAB9A8F1-B3A3-4D29-BF13-2B5BC852BE43}"/>
              </a:ext>
            </a:extLst>
          </p:cNvPr>
          <p:cNvSpPr>
            <a:spLocks noGrp="1"/>
          </p:cNvSpPr>
          <p:nvPr/>
        </p:nvSpPr>
        <p:spPr>
          <a:xfrm>
            <a:off x="4514850" y="4924425"/>
            <a:ext cx="3019425" cy="257175"/>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完成正确性验证后冻结结果</a:t>
            </a:r>
          </a:p>
        </p:txBody>
      </p:sp>
      <p:sp>
        <p:nvSpPr>
          <p:cNvPr id="135" name="text_573_保存搜索结果与分派规则&#10;支持中断恢复和结果复用">
            <a:extLst>
              <a:ext uri="{FF2B5EF4-FFF2-40B4-BE49-F238E27FC236}">
                <a16:creationId xmlns:a16="http://schemas.microsoft.com/office/drawing/2014/main" id="{8C52E36F-A0DB-42D7-9549-A2CA80230931}"/>
              </a:ext>
            </a:extLst>
          </p:cNvPr>
          <p:cNvSpPr>
            <a:spLocks noGrp="1"/>
          </p:cNvSpPr>
          <p:nvPr/>
        </p:nvSpPr>
        <p:spPr>
          <a:xfrm>
            <a:off x="4400550" y="5525784"/>
            <a:ext cx="3371850" cy="55245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dirty="0" err="1">
                <a:solidFill>
                  <a:srgbClr val="D7000F"/>
                </a:solidFill>
                <a:latin typeface="Arial"/>
                <a:ea typeface="Arial"/>
                <a:cs typeface="Arial"/>
              </a:rPr>
              <a:t>保存搜索结果与分派规则</a:t>
            </a:r>
            <a:endParaRPr sz="1575" b="1" dirty="0">
              <a:solidFill>
                <a:srgbClr val="D7000F"/>
              </a:solidFill>
              <a:latin typeface="Arial"/>
              <a:ea typeface="Arial"/>
              <a:cs typeface="Arial"/>
            </a:endParaRPr>
          </a:p>
          <a:p>
            <a:pPr algn="l">
              <a:defRPr sz="1575" b="1">
                <a:solidFill>
                  <a:srgbClr val="D7000F"/>
                </a:solidFill>
                <a:latin typeface="Arial"/>
                <a:ea typeface="Arial"/>
                <a:cs typeface="Arial"/>
              </a:defRPr>
            </a:pPr>
            <a:r>
              <a:rPr sz="1575" b="1" dirty="0" err="1">
                <a:solidFill>
                  <a:srgbClr val="D7000F"/>
                </a:solidFill>
                <a:latin typeface="Arial"/>
                <a:ea typeface="Arial"/>
                <a:cs typeface="Arial"/>
              </a:rPr>
              <a:t>支持中断恢复和结果复用</a:t>
            </a:r>
            <a:endParaRPr sz="1575" b="1" dirty="0">
              <a:solidFill>
                <a:srgbClr val="D7000F"/>
              </a:solidFill>
              <a:latin typeface="Arial"/>
              <a:ea typeface="Arial"/>
              <a:cs typeface="Arial"/>
            </a:endParaRPr>
          </a:p>
        </p:txBody>
      </p:sp>
      <p:sp>
        <p:nvSpPr>
          <p:cNvPr id="136" name="text_575_读取运行时 Shape">
            <a:extLst>
              <a:ext uri="{FF2B5EF4-FFF2-40B4-BE49-F238E27FC236}">
                <a16:creationId xmlns:a16="http://schemas.microsoft.com/office/drawing/2014/main" id="{C84E0E28-90E0-460C-BEDC-C88525E92CA8}"/>
              </a:ext>
            </a:extLst>
          </p:cNvPr>
          <p:cNvSpPr>
            <a:spLocks noGrp="1"/>
          </p:cNvSpPr>
          <p:nvPr/>
        </p:nvSpPr>
        <p:spPr>
          <a:xfrm>
            <a:off x="8201025" y="1533525"/>
            <a:ext cx="3343275" cy="314325"/>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a:solidFill>
                  <a:srgbClr val="242424"/>
                </a:solidFill>
                <a:latin typeface="Arial"/>
                <a:ea typeface="Arial"/>
                <a:cs typeface="Arial"/>
              </a:rPr>
              <a:t>读取运行时 Shape</a:t>
            </a:r>
          </a:p>
        </p:txBody>
      </p:sp>
      <p:sp>
        <p:nvSpPr>
          <p:cNvPr id="137" name="text_577_选择已验证的 Family 与 Config">
            <a:extLst>
              <a:ext uri="{FF2B5EF4-FFF2-40B4-BE49-F238E27FC236}">
                <a16:creationId xmlns:a16="http://schemas.microsoft.com/office/drawing/2014/main" id="{6F053074-8970-42AF-AB57-A159F74DEE7F}"/>
              </a:ext>
            </a:extLst>
          </p:cNvPr>
          <p:cNvSpPr>
            <a:spLocks noGrp="1"/>
          </p:cNvSpPr>
          <p:nvPr/>
        </p:nvSpPr>
        <p:spPr>
          <a:xfrm>
            <a:off x="8201025" y="1847850"/>
            <a:ext cx="3343275" cy="314325"/>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a:solidFill>
                  <a:srgbClr val="242424"/>
                </a:solidFill>
                <a:latin typeface="Arial"/>
                <a:ea typeface="Arial"/>
                <a:cs typeface="Arial"/>
              </a:rPr>
              <a:t>选择已验证的 Family 与 Config</a:t>
            </a:r>
          </a:p>
        </p:txBody>
      </p:sp>
      <p:sp>
        <p:nvSpPr>
          <p:cNvPr id="138" name="object_578">
            <a:extLst>
              <a:ext uri="{FF2B5EF4-FFF2-40B4-BE49-F238E27FC236}">
                <a16:creationId xmlns:a16="http://schemas.microsoft.com/office/drawing/2014/main" id="{4F831D10-4DE6-436E-8CCB-81E900073FAC}"/>
              </a:ext>
            </a:extLst>
          </p:cNvPr>
          <p:cNvSpPr>
            <a:spLocks noGrp="1"/>
          </p:cNvSpPr>
          <p:nvPr/>
        </p:nvSpPr>
        <p:spPr>
          <a:xfrm>
            <a:off x="8391525" y="2419350"/>
            <a:ext cx="2962275" cy="514350"/>
          </a:xfrm>
          <a:prstGeom prst="rect">
            <a:avLst/>
          </a:prstGeom>
          <a:solidFill>
            <a:srgbClr val="FFFFFF"/>
          </a:solidFill>
          <a:ln w="19050">
            <a:solidFill>
              <a:srgbClr val="D7000F"/>
            </a:solidFill>
          </a:ln>
        </p:spPr>
      </p:sp>
      <p:sp>
        <p:nvSpPr>
          <p:cNvPr id="139" name="text_580_输入 Shape">
            <a:extLst>
              <a:ext uri="{FF2B5EF4-FFF2-40B4-BE49-F238E27FC236}">
                <a16:creationId xmlns:a16="http://schemas.microsoft.com/office/drawing/2014/main" id="{71AF5102-B161-4314-A148-71203D787F0C}"/>
              </a:ext>
            </a:extLst>
          </p:cNvPr>
          <p:cNvSpPr>
            <a:spLocks noGrp="1"/>
          </p:cNvSpPr>
          <p:nvPr/>
        </p:nvSpPr>
        <p:spPr>
          <a:xfrm>
            <a:off x="8458200" y="2466975"/>
            <a:ext cx="2828925" cy="419100"/>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输入 Shape</a:t>
            </a:r>
          </a:p>
        </p:txBody>
      </p:sp>
      <p:sp>
        <p:nvSpPr>
          <p:cNvPr id="140" name="connector_581">
            <a:extLst>
              <a:ext uri="{FF2B5EF4-FFF2-40B4-BE49-F238E27FC236}">
                <a16:creationId xmlns:a16="http://schemas.microsoft.com/office/drawing/2014/main" id="{2033FBCB-BF09-4E03-88ED-1FCB385650D0}"/>
              </a:ext>
            </a:extLst>
          </p:cNvPr>
          <p:cNvSpPr>
            <a:spLocks noGrp="1"/>
          </p:cNvSpPr>
          <p:nvPr/>
        </p:nvSpPr>
        <p:spPr>
          <a:xfrm>
            <a:off x="9858375" y="2952750"/>
            <a:ext cx="19050" cy="219075"/>
          </a:xfrm>
          <a:custGeom>
            <a:avLst/>
            <a:gdLst/>
            <a:ahLst/>
            <a:cxnLst/>
            <a:rect l="0" t="0" r="0" b="0"/>
            <a:pathLst>
              <a:path w="19050" h="219075">
                <a:moveTo>
                  <a:pt x="9525" y="9525"/>
                </a:moveTo>
                <a:lnTo>
                  <a:pt x="9525" y="209550"/>
                </a:lnTo>
              </a:path>
            </a:pathLst>
          </a:custGeom>
          <a:noFill/>
          <a:ln w="19050">
            <a:solidFill>
              <a:srgbClr val="D7000F"/>
            </a:solidFill>
          </a:ln>
        </p:spPr>
      </p:sp>
      <p:sp>
        <p:nvSpPr>
          <p:cNvPr id="141" name="connector_582">
            <a:extLst>
              <a:ext uri="{FF2B5EF4-FFF2-40B4-BE49-F238E27FC236}">
                <a16:creationId xmlns:a16="http://schemas.microsoft.com/office/drawing/2014/main" id="{CED5AD5B-8BBB-4749-A612-57BCA7316F9D}"/>
              </a:ext>
            </a:extLst>
          </p:cNvPr>
          <p:cNvSpPr>
            <a:spLocks noGrp="1"/>
          </p:cNvSpPr>
          <p:nvPr/>
        </p:nvSpPr>
        <p:spPr>
          <a:xfrm>
            <a:off x="9826409" y="30942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42" name="object_583">
            <a:extLst>
              <a:ext uri="{FF2B5EF4-FFF2-40B4-BE49-F238E27FC236}">
                <a16:creationId xmlns:a16="http://schemas.microsoft.com/office/drawing/2014/main" id="{C8D64E60-4214-4C9F-90DA-729D10C60DEA}"/>
              </a:ext>
            </a:extLst>
          </p:cNvPr>
          <p:cNvSpPr>
            <a:spLocks noGrp="1"/>
          </p:cNvSpPr>
          <p:nvPr/>
        </p:nvSpPr>
        <p:spPr>
          <a:xfrm>
            <a:off x="8391525" y="3200400"/>
            <a:ext cx="2962275" cy="514350"/>
          </a:xfrm>
          <a:prstGeom prst="rect">
            <a:avLst/>
          </a:prstGeom>
          <a:solidFill>
            <a:srgbClr val="F2F2F2"/>
          </a:solidFill>
          <a:ln w="19050">
            <a:solidFill>
              <a:srgbClr val="D7000F"/>
            </a:solidFill>
          </a:ln>
        </p:spPr>
      </p:sp>
      <p:sp>
        <p:nvSpPr>
          <p:cNvPr id="143" name="text_585_Dispatch 分派规则">
            <a:extLst>
              <a:ext uri="{FF2B5EF4-FFF2-40B4-BE49-F238E27FC236}">
                <a16:creationId xmlns:a16="http://schemas.microsoft.com/office/drawing/2014/main" id="{48788025-6777-4391-9E64-91E623830B78}"/>
              </a:ext>
            </a:extLst>
          </p:cNvPr>
          <p:cNvSpPr>
            <a:spLocks noGrp="1"/>
          </p:cNvSpPr>
          <p:nvPr/>
        </p:nvSpPr>
        <p:spPr>
          <a:xfrm>
            <a:off x="8458200" y="3248025"/>
            <a:ext cx="2828925" cy="419100"/>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Dispatch 分派规则</a:t>
            </a:r>
          </a:p>
        </p:txBody>
      </p:sp>
      <p:sp>
        <p:nvSpPr>
          <p:cNvPr id="144" name="connector_586">
            <a:extLst>
              <a:ext uri="{FF2B5EF4-FFF2-40B4-BE49-F238E27FC236}">
                <a16:creationId xmlns:a16="http://schemas.microsoft.com/office/drawing/2014/main" id="{C7825356-8859-4134-9409-E70E770FF324}"/>
              </a:ext>
            </a:extLst>
          </p:cNvPr>
          <p:cNvSpPr>
            <a:spLocks noGrp="1"/>
          </p:cNvSpPr>
          <p:nvPr/>
        </p:nvSpPr>
        <p:spPr>
          <a:xfrm>
            <a:off x="9858375" y="3733800"/>
            <a:ext cx="19050" cy="219075"/>
          </a:xfrm>
          <a:custGeom>
            <a:avLst/>
            <a:gdLst/>
            <a:ahLst/>
            <a:cxnLst/>
            <a:rect l="0" t="0" r="0" b="0"/>
            <a:pathLst>
              <a:path w="19050" h="219075">
                <a:moveTo>
                  <a:pt x="9525" y="9525"/>
                </a:moveTo>
                <a:lnTo>
                  <a:pt x="9525" y="209550"/>
                </a:lnTo>
              </a:path>
            </a:pathLst>
          </a:custGeom>
          <a:noFill/>
          <a:ln w="19050">
            <a:solidFill>
              <a:srgbClr val="D7000F"/>
            </a:solidFill>
          </a:ln>
        </p:spPr>
      </p:sp>
      <p:sp>
        <p:nvSpPr>
          <p:cNvPr id="145" name="connector_587">
            <a:extLst>
              <a:ext uri="{FF2B5EF4-FFF2-40B4-BE49-F238E27FC236}">
                <a16:creationId xmlns:a16="http://schemas.microsoft.com/office/drawing/2014/main" id="{AB635F4B-961D-4F70-B591-79E1E1C43E0A}"/>
              </a:ext>
            </a:extLst>
          </p:cNvPr>
          <p:cNvSpPr>
            <a:spLocks noGrp="1"/>
          </p:cNvSpPr>
          <p:nvPr/>
        </p:nvSpPr>
        <p:spPr>
          <a:xfrm>
            <a:off x="9826409" y="387531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46" name="object_588">
            <a:extLst>
              <a:ext uri="{FF2B5EF4-FFF2-40B4-BE49-F238E27FC236}">
                <a16:creationId xmlns:a16="http://schemas.microsoft.com/office/drawing/2014/main" id="{3E4134D9-711B-4FC3-9EFA-8B9D2BC1C8D2}"/>
              </a:ext>
            </a:extLst>
          </p:cNvPr>
          <p:cNvSpPr>
            <a:spLocks noGrp="1"/>
          </p:cNvSpPr>
          <p:nvPr/>
        </p:nvSpPr>
        <p:spPr>
          <a:xfrm>
            <a:off x="8391525" y="3981450"/>
            <a:ext cx="2962275" cy="514350"/>
          </a:xfrm>
          <a:prstGeom prst="rect">
            <a:avLst/>
          </a:prstGeom>
          <a:solidFill>
            <a:srgbClr val="FFFFFF"/>
          </a:solidFill>
          <a:ln w="19050">
            <a:solidFill>
              <a:srgbClr val="D7000F"/>
            </a:solidFill>
          </a:ln>
        </p:spPr>
      </p:sp>
      <p:sp>
        <p:nvSpPr>
          <p:cNvPr id="147" name="text_590_Kernel Family + Config">
            <a:extLst>
              <a:ext uri="{FF2B5EF4-FFF2-40B4-BE49-F238E27FC236}">
                <a16:creationId xmlns:a16="http://schemas.microsoft.com/office/drawing/2014/main" id="{37523FFE-9BB8-4E19-A672-1DC4825FFEC1}"/>
              </a:ext>
            </a:extLst>
          </p:cNvPr>
          <p:cNvSpPr>
            <a:spLocks noGrp="1"/>
          </p:cNvSpPr>
          <p:nvPr/>
        </p:nvSpPr>
        <p:spPr>
          <a:xfrm>
            <a:off x="8458200" y="4029075"/>
            <a:ext cx="2828925" cy="419100"/>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Kernel Family + Config</a:t>
            </a:r>
          </a:p>
        </p:txBody>
      </p:sp>
      <p:sp>
        <p:nvSpPr>
          <p:cNvPr id="148" name="connector_591">
            <a:extLst>
              <a:ext uri="{FF2B5EF4-FFF2-40B4-BE49-F238E27FC236}">
                <a16:creationId xmlns:a16="http://schemas.microsoft.com/office/drawing/2014/main" id="{8E556D05-FF6E-4A2E-8B1E-C3A1F33B02DA}"/>
              </a:ext>
            </a:extLst>
          </p:cNvPr>
          <p:cNvSpPr>
            <a:spLocks noGrp="1"/>
          </p:cNvSpPr>
          <p:nvPr/>
        </p:nvSpPr>
        <p:spPr>
          <a:xfrm>
            <a:off x="9858375" y="4514850"/>
            <a:ext cx="19050" cy="219075"/>
          </a:xfrm>
          <a:custGeom>
            <a:avLst/>
            <a:gdLst/>
            <a:ahLst/>
            <a:cxnLst/>
            <a:rect l="0" t="0" r="0" b="0"/>
            <a:pathLst>
              <a:path w="19050" h="219075">
                <a:moveTo>
                  <a:pt x="9525" y="9525"/>
                </a:moveTo>
                <a:lnTo>
                  <a:pt x="9525" y="209550"/>
                </a:lnTo>
              </a:path>
            </a:pathLst>
          </a:custGeom>
          <a:noFill/>
          <a:ln w="19050">
            <a:solidFill>
              <a:srgbClr val="D7000F"/>
            </a:solidFill>
          </a:ln>
        </p:spPr>
      </p:sp>
      <p:sp>
        <p:nvSpPr>
          <p:cNvPr id="149" name="connector_592">
            <a:extLst>
              <a:ext uri="{FF2B5EF4-FFF2-40B4-BE49-F238E27FC236}">
                <a16:creationId xmlns:a16="http://schemas.microsoft.com/office/drawing/2014/main" id="{535D4FB3-4ACC-4E03-9EF1-4369BE9B3390}"/>
              </a:ext>
            </a:extLst>
          </p:cNvPr>
          <p:cNvSpPr>
            <a:spLocks noGrp="1"/>
          </p:cNvSpPr>
          <p:nvPr/>
        </p:nvSpPr>
        <p:spPr>
          <a:xfrm>
            <a:off x="9826409" y="4656362"/>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50" name="object_593">
            <a:extLst>
              <a:ext uri="{FF2B5EF4-FFF2-40B4-BE49-F238E27FC236}">
                <a16:creationId xmlns:a16="http://schemas.microsoft.com/office/drawing/2014/main" id="{6A3E4DC9-8045-425B-A98A-35A255449B7E}"/>
              </a:ext>
            </a:extLst>
          </p:cNvPr>
          <p:cNvSpPr>
            <a:spLocks noGrp="1"/>
          </p:cNvSpPr>
          <p:nvPr/>
        </p:nvSpPr>
        <p:spPr>
          <a:xfrm>
            <a:off x="8391525" y="4762500"/>
            <a:ext cx="2962275" cy="514350"/>
          </a:xfrm>
          <a:prstGeom prst="rect">
            <a:avLst/>
          </a:prstGeom>
          <a:solidFill>
            <a:srgbClr val="FFFFFF"/>
          </a:solidFill>
          <a:ln w="19050">
            <a:solidFill>
              <a:srgbClr val="D7000F"/>
            </a:solidFill>
          </a:ln>
        </p:spPr>
      </p:sp>
      <p:sp>
        <p:nvSpPr>
          <p:cNvPr id="151" name="text_595_执行对应 Kernel">
            <a:extLst>
              <a:ext uri="{FF2B5EF4-FFF2-40B4-BE49-F238E27FC236}">
                <a16:creationId xmlns:a16="http://schemas.microsoft.com/office/drawing/2014/main" id="{380DB6E5-EBBD-4320-89CC-A46D13F79DC2}"/>
              </a:ext>
            </a:extLst>
          </p:cNvPr>
          <p:cNvSpPr>
            <a:spLocks noGrp="1"/>
          </p:cNvSpPr>
          <p:nvPr/>
        </p:nvSpPr>
        <p:spPr>
          <a:xfrm>
            <a:off x="8458200" y="4810125"/>
            <a:ext cx="2828925" cy="419100"/>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执行对应 Kernel</a:t>
            </a:r>
          </a:p>
        </p:txBody>
      </p:sp>
      <p:sp>
        <p:nvSpPr>
          <p:cNvPr id="152" name="text_597_减少无效计算与资源浪费">
            <a:extLst>
              <a:ext uri="{FF2B5EF4-FFF2-40B4-BE49-F238E27FC236}">
                <a16:creationId xmlns:a16="http://schemas.microsoft.com/office/drawing/2014/main" id="{C5E5A59D-B1B7-49E1-8BEF-9369BD847416}"/>
              </a:ext>
            </a:extLst>
          </p:cNvPr>
          <p:cNvSpPr>
            <a:spLocks noGrp="1"/>
          </p:cNvSpPr>
          <p:nvPr/>
        </p:nvSpPr>
        <p:spPr>
          <a:xfrm>
            <a:off x="8201025" y="5734050"/>
            <a:ext cx="3352800" cy="285750"/>
          </a:xfrm>
          <a:prstGeom prst="rect">
            <a:avLst/>
          </a:prstGeom>
          <a:noFill/>
          <a:ln w="9525">
            <a:noFill/>
          </a:ln>
        </p:spPr>
        <p:txBody>
          <a:bodyPr wrap="none" lIns="0" tIns="0" rIns="0" bIns="0" anchor="ctr">
            <a:noAutofit/>
          </a:bodyPr>
          <a:lstStyle/>
          <a:p>
            <a:pPr algn="l">
              <a:defRPr sz="1650" b="1">
                <a:solidFill>
                  <a:srgbClr val="D7000F"/>
                </a:solidFill>
                <a:latin typeface="Arial"/>
                <a:ea typeface="Arial"/>
                <a:cs typeface="Arial"/>
              </a:defRPr>
            </a:pPr>
            <a:r>
              <a:rPr sz="1650" b="1" dirty="0" err="1">
                <a:solidFill>
                  <a:srgbClr val="D7000F"/>
                </a:solidFill>
                <a:latin typeface="Arial"/>
                <a:ea typeface="Arial"/>
                <a:cs typeface="Arial"/>
              </a:rPr>
              <a:t>减少无效计算与资源浪费</a:t>
            </a:r>
            <a:endParaRPr sz="1650" b="1" dirty="0">
              <a:solidFill>
                <a:srgbClr val="D7000F"/>
              </a:solidFill>
              <a:latin typeface="Arial"/>
              <a:ea typeface="Arial"/>
              <a:cs typeface="Arial"/>
            </a:endParaRPr>
          </a:p>
        </p:txBody>
      </p:sp>
      <p:sp>
        <p:nvSpPr>
          <p:cNvPr id="153" name="text_599_形成候选生成、联合搜索、验证冻结与运行时分派的工">
            <a:extLst>
              <a:ext uri="{FF2B5EF4-FFF2-40B4-BE49-F238E27FC236}">
                <a16:creationId xmlns:a16="http://schemas.microsoft.com/office/drawing/2014/main" id="{7C5FD423-E9DB-40DD-BE6B-CBA783A48D0D}"/>
              </a:ext>
            </a:extLst>
          </p:cNvPr>
          <p:cNvSpPr>
            <a:spLocks noGrp="1"/>
          </p:cNvSpPr>
          <p:nvPr/>
        </p:nvSpPr>
        <p:spPr>
          <a:xfrm>
            <a:off x="762000" y="6320854"/>
            <a:ext cx="10858500" cy="381000"/>
          </a:xfrm>
          <a:prstGeom prst="rect">
            <a:avLst/>
          </a:prstGeom>
          <a:noFill/>
          <a:ln w="9525">
            <a:noFill/>
          </a:ln>
        </p:spPr>
        <p:txBody>
          <a:bodyPr wrap="none" lIns="0" tIns="0" rIns="0" bIns="0" anchor="ctr">
            <a:noAutofit/>
          </a:bodyPr>
          <a:lstStyle/>
          <a:p>
            <a:pPr algn="ctr">
              <a:defRPr sz="1875" b="1">
                <a:solidFill>
                  <a:srgbClr val="FF0000"/>
                </a:solidFill>
                <a:latin typeface="Arial"/>
                <a:ea typeface="Arial"/>
                <a:cs typeface="Arial"/>
              </a:defRPr>
            </a:pPr>
            <a:r>
              <a:rPr sz="1875" b="1" dirty="0" err="1">
                <a:solidFill>
                  <a:srgbClr val="FF0000"/>
                </a:solidFill>
                <a:latin typeface="Arial"/>
                <a:ea typeface="Arial"/>
                <a:cs typeface="Arial"/>
              </a:rPr>
              <a:t>形成候选生成、联合搜索、验证冻结与运行时分派的工程闭环</a:t>
            </a:r>
            <a:r>
              <a:rPr sz="1875" b="1" dirty="0">
                <a:solidFill>
                  <a:srgbClr val="FF0000"/>
                </a:solidFill>
                <a:latin typeface="Arial"/>
                <a:ea typeface="Arial"/>
                <a:cs typeface="Arial"/>
              </a:rPr>
              <a:t>。</a:t>
            </a:r>
          </a:p>
        </p:txBody>
      </p:sp>
      <p:pic>
        <p:nvPicPr>
          <p:cNvPr id="309" name="图片 5"/>
          <p:cNvPicPr>
            <a:picLocks noChangeAspect="1"/>
          </p:cNvPicPr>
          <p:nvPr/>
        </p:nvPicPr>
        <p:blipFill>
          <a:blip r:embed="rId3"/>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310" name="图片 29"/>
          <p:cNvPicPr>
            <a:picLocks noChangeAspect="1"/>
          </p:cNvPicPr>
          <p:nvPr/>
        </p:nvPicPr>
        <p:blipFill>
          <a:blip r:embed="rId4"/>
          <a:stretch>
            <a:fillRect/>
          </a:stretch>
        </p:blipFill>
        <p:spPr>
          <a:xfrm>
            <a:off x="4362450" y="895350"/>
            <a:ext cx="361950" cy="361950"/>
          </a:xfrm>
          <a:prstGeom prst="rect">
            <a:avLst/>
          </a:prstGeom>
          <a:effectLst>
            <a:outerShdw blurRad="50800" dist="38100" dir="2700000" algn="tl" rotWithShape="0">
              <a:prstClr val="black">
                <a:alpha val="40000"/>
              </a:prstClr>
            </a:outerShdw>
          </a:effectLst>
        </p:spPr>
      </p:pic>
      <p:pic>
        <p:nvPicPr>
          <p:cNvPr id="311" name="图片 47"/>
          <p:cNvPicPr>
            <a:picLocks noChangeAspect="1"/>
          </p:cNvPicPr>
          <p:nvPr/>
        </p:nvPicPr>
        <p:blipFill>
          <a:blip r:embed="rId5"/>
          <a:stretch>
            <a:fillRect/>
          </a:stretch>
        </p:blipFill>
        <p:spPr>
          <a:xfrm>
            <a:off x="8201025" y="895350"/>
            <a:ext cx="361950" cy="361950"/>
          </a:xfrm>
          <a:prstGeom prst="rect">
            <a:avLst/>
          </a:prstGeom>
        </p:spPr>
      </p:pic>
    </p:spTree>
    <p:extLst>
      <p:ext uri="{BB962C8B-B14F-4D97-AF65-F5344CB8AC3E}">
        <p14:creationId xmlns:p14="http://schemas.microsoft.com/office/powerpoint/2010/main" val="9636596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矩形: 圆角 24">
            <a:extLst>
              <a:ext uri="{FF2B5EF4-FFF2-40B4-BE49-F238E27FC236}">
                <a16:creationId xmlns:a16="http://schemas.microsoft.com/office/drawing/2014/main" id="{C6DADF3C-4D2D-4CB3-8C5E-8A519E4BC276}"/>
              </a:ext>
            </a:extLst>
          </p:cNvPr>
          <p:cNvSpPr/>
          <p:nvPr/>
        </p:nvSpPr>
        <p:spPr>
          <a:xfrm>
            <a:off x="438013" y="4721270"/>
            <a:ext cx="2932386" cy="1568359"/>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圆角 24">
            <a:extLst>
              <a:ext uri="{FF2B5EF4-FFF2-40B4-BE49-F238E27FC236}">
                <a16:creationId xmlns:a16="http://schemas.microsoft.com/office/drawing/2014/main" id="{C6DADF3C-4D2D-4CB3-8C5E-8A519E4BC276}"/>
              </a:ext>
            </a:extLst>
          </p:cNvPr>
          <p:cNvSpPr/>
          <p:nvPr/>
        </p:nvSpPr>
        <p:spPr>
          <a:xfrm>
            <a:off x="398802" y="3101476"/>
            <a:ext cx="2932386" cy="1568359"/>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圆角 24">
            <a:extLst>
              <a:ext uri="{FF2B5EF4-FFF2-40B4-BE49-F238E27FC236}">
                <a16:creationId xmlns:a16="http://schemas.microsoft.com/office/drawing/2014/main" id="{C6DADF3C-4D2D-4CB3-8C5E-8A519E4BC276}"/>
              </a:ext>
            </a:extLst>
          </p:cNvPr>
          <p:cNvSpPr/>
          <p:nvPr/>
        </p:nvSpPr>
        <p:spPr>
          <a:xfrm>
            <a:off x="390525" y="1460591"/>
            <a:ext cx="2932386" cy="1568359"/>
          </a:xfrm>
          <a:prstGeom prst="round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37EDB7BD-AF18-4E0A-868D-7D796A763DC6}"/>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111315"/>
                </a:solidFill>
              </a:rPr>
              <a:t>实习任务</a:t>
            </a:r>
            <a:r>
              <a:rPr lang="en-US" altLang="zh-CN" dirty="0">
                <a:solidFill>
                  <a:srgbClr val="111315"/>
                </a:solidFill>
              </a:rPr>
              <a:t>2</a:t>
            </a:r>
            <a:r>
              <a:rPr lang="zh-CN" altLang="en-US" dirty="0">
                <a:solidFill>
                  <a:srgbClr val="111315"/>
                </a:solidFill>
              </a:rPr>
              <a:t>：</a:t>
            </a:r>
            <a:r>
              <a:rPr sz="2600" b="1" dirty="0" err="1" smtClean="0">
                <a:solidFill>
                  <a:srgbClr val="000000"/>
                </a:solidFill>
                <a:latin typeface="Arial"/>
                <a:ea typeface="Arial"/>
                <a:cs typeface="Arial"/>
              </a:rPr>
              <a:t>最终</a:t>
            </a:r>
            <a:r>
              <a:rPr sz="2600" b="1" dirty="0" smtClean="0">
                <a:solidFill>
                  <a:srgbClr val="000000"/>
                </a:solidFill>
                <a:latin typeface="Arial"/>
                <a:ea typeface="Arial"/>
                <a:cs typeface="Arial"/>
              </a:rPr>
              <a:t> </a:t>
            </a:r>
            <a:r>
              <a:rPr sz="2600" b="1" dirty="0">
                <a:solidFill>
                  <a:srgbClr val="000000"/>
                </a:solidFill>
                <a:latin typeface="Arial"/>
                <a:ea typeface="Arial"/>
                <a:cs typeface="Arial"/>
              </a:rPr>
              <a:t>Skill </a:t>
            </a:r>
            <a:r>
              <a:rPr sz="2600" b="1" dirty="0" err="1">
                <a:solidFill>
                  <a:srgbClr val="000000"/>
                </a:solidFill>
                <a:latin typeface="Arial"/>
                <a:ea typeface="Arial"/>
                <a:cs typeface="Arial"/>
              </a:rPr>
              <a:t>架构与能力总结</a:t>
            </a:r>
            <a:endParaRPr sz="2600" b="1" dirty="0">
              <a:solidFill>
                <a:srgbClr val="000000"/>
              </a:solidFill>
              <a:latin typeface="Arial"/>
              <a:ea typeface="Arial"/>
              <a:cs typeface="Arial"/>
            </a:endParaRPr>
          </a:p>
        </p:txBody>
      </p:sp>
      <p:sp>
        <p:nvSpPr>
          <p:cNvPr id="3" name="text_602_演进路径">
            <a:extLst>
              <a:ext uri="{FF2B5EF4-FFF2-40B4-BE49-F238E27FC236}">
                <a16:creationId xmlns:a16="http://schemas.microsoft.com/office/drawing/2014/main" id="{76462023-34D3-47F3-90D6-05F25A4045AE}"/>
              </a:ext>
            </a:extLst>
          </p:cNvPr>
          <p:cNvSpPr>
            <a:spLocks noGrp="1"/>
          </p:cNvSpPr>
          <p:nvPr/>
        </p:nvSpPr>
        <p:spPr>
          <a:xfrm>
            <a:off x="1181100" y="876300"/>
            <a:ext cx="2171700"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dirty="0" err="1">
                <a:solidFill>
                  <a:srgbClr val="000000"/>
                </a:solidFill>
                <a:latin typeface="Arial"/>
                <a:ea typeface="Arial"/>
                <a:cs typeface="Arial"/>
              </a:rPr>
              <a:t>演进路径</a:t>
            </a:r>
            <a:endParaRPr sz="2175" b="1" dirty="0">
              <a:solidFill>
                <a:srgbClr val="000000"/>
              </a:solidFill>
              <a:latin typeface="Arial"/>
              <a:ea typeface="Arial"/>
              <a:cs typeface="Arial"/>
            </a:endParaRPr>
          </a:p>
        </p:txBody>
      </p:sp>
      <p:sp>
        <p:nvSpPr>
          <p:cNvPr id="4" name="connector_603">
            <a:extLst>
              <a:ext uri="{FF2B5EF4-FFF2-40B4-BE49-F238E27FC236}">
                <a16:creationId xmlns:a16="http://schemas.microsoft.com/office/drawing/2014/main" id="{4F7F173B-0415-40EA-A943-6166F6104527}"/>
              </a:ext>
            </a:extLst>
          </p:cNvPr>
          <p:cNvSpPr>
            <a:spLocks noGrp="1"/>
          </p:cNvSpPr>
          <p:nvPr/>
        </p:nvSpPr>
        <p:spPr>
          <a:xfrm>
            <a:off x="714375"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5" name="text_606_Skill 架构">
            <a:extLst>
              <a:ext uri="{FF2B5EF4-FFF2-40B4-BE49-F238E27FC236}">
                <a16:creationId xmlns:a16="http://schemas.microsoft.com/office/drawing/2014/main" id="{529BDFE1-54AA-425D-8993-4179A7C703DD}"/>
              </a:ext>
            </a:extLst>
          </p:cNvPr>
          <p:cNvSpPr>
            <a:spLocks noGrp="1"/>
          </p:cNvSpPr>
          <p:nvPr/>
        </p:nvSpPr>
        <p:spPr>
          <a:xfrm>
            <a:off x="4200525" y="876300"/>
            <a:ext cx="3143250"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a:solidFill>
                  <a:srgbClr val="000000"/>
                </a:solidFill>
                <a:latin typeface="Arial"/>
                <a:ea typeface="Arial"/>
                <a:cs typeface="Arial"/>
              </a:rPr>
              <a:t>Skill 架构</a:t>
            </a:r>
          </a:p>
        </p:txBody>
      </p:sp>
      <p:sp>
        <p:nvSpPr>
          <p:cNvPr id="6" name="connector_607">
            <a:extLst>
              <a:ext uri="{FF2B5EF4-FFF2-40B4-BE49-F238E27FC236}">
                <a16:creationId xmlns:a16="http://schemas.microsoft.com/office/drawing/2014/main" id="{488C1844-A1E2-4A8D-82EE-7CABDF0150A8}"/>
              </a:ext>
            </a:extLst>
          </p:cNvPr>
          <p:cNvSpPr>
            <a:spLocks noGrp="1"/>
          </p:cNvSpPr>
          <p:nvPr/>
        </p:nvSpPr>
        <p:spPr>
          <a:xfrm>
            <a:off x="3733800"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7" name="text_610_关键能力对比">
            <a:extLst>
              <a:ext uri="{FF2B5EF4-FFF2-40B4-BE49-F238E27FC236}">
                <a16:creationId xmlns:a16="http://schemas.microsoft.com/office/drawing/2014/main" id="{A673FE6D-0C34-4E45-9F8C-55D96353032F}"/>
              </a:ext>
            </a:extLst>
          </p:cNvPr>
          <p:cNvSpPr>
            <a:spLocks noGrp="1"/>
          </p:cNvSpPr>
          <p:nvPr/>
        </p:nvSpPr>
        <p:spPr>
          <a:xfrm>
            <a:off x="8334375" y="876300"/>
            <a:ext cx="3228975" cy="400050"/>
          </a:xfrm>
          <a:prstGeom prst="rect">
            <a:avLst/>
          </a:prstGeom>
          <a:noFill/>
          <a:ln w="9525">
            <a:noFill/>
          </a:ln>
        </p:spPr>
        <p:txBody>
          <a:bodyPr wrap="none" lIns="0" tIns="0" rIns="0" bIns="0" anchor="ctr">
            <a:noAutofit/>
          </a:bodyPr>
          <a:lstStyle/>
          <a:p>
            <a:pPr algn="l">
              <a:defRPr sz="2175" b="1">
                <a:solidFill>
                  <a:srgbClr val="000000"/>
                </a:solidFill>
                <a:latin typeface="Arial"/>
                <a:ea typeface="Arial"/>
                <a:cs typeface="Arial"/>
              </a:defRPr>
            </a:pPr>
            <a:r>
              <a:rPr sz="2175" b="1" dirty="0" err="1" smtClean="0">
                <a:solidFill>
                  <a:srgbClr val="000000"/>
                </a:solidFill>
                <a:latin typeface="Arial"/>
                <a:ea typeface="Arial"/>
                <a:cs typeface="Arial"/>
              </a:rPr>
              <a:t>能力对比</a:t>
            </a:r>
            <a:endParaRPr sz="2175" b="1" dirty="0">
              <a:solidFill>
                <a:srgbClr val="000000"/>
              </a:solidFill>
              <a:latin typeface="Arial"/>
              <a:ea typeface="Arial"/>
              <a:cs typeface="Arial"/>
            </a:endParaRPr>
          </a:p>
        </p:txBody>
      </p:sp>
      <p:sp>
        <p:nvSpPr>
          <p:cNvPr id="8" name="connector_611">
            <a:extLst>
              <a:ext uri="{FF2B5EF4-FFF2-40B4-BE49-F238E27FC236}">
                <a16:creationId xmlns:a16="http://schemas.microsoft.com/office/drawing/2014/main" id="{A84D3778-0A35-4355-91BC-AA4F6FF7B115}"/>
              </a:ext>
            </a:extLst>
          </p:cNvPr>
          <p:cNvSpPr>
            <a:spLocks noGrp="1"/>
          </p:cNvSpPr>
          <p:nvPr/>
        </p:nvSpPr>
        <p:spPr>
          <a:xfrm>
            <a:off x="7867650" y="1323975"/>
            <a:ext cx="2019300" cy="19050"/>
          </a:xfrm>
          <a:custGeom>
            <a:avLst/>
            <a:gdLst/>
            <a:ahLst/>
            <a:cxnLst/>
            <a:rect l="0" t="0" r="0" b="0"/>
            <a:pathLst>
              <a:path w="2019300" h="19050">
                <a:moveTo>
                  <a:pt x="9525" y="9525"/>
                </a:moveTo>
                <a:lnTo>
                  <a:pt x="2009775" y="9525"/>
                </a:lnTo>
              </a:path>
            </a:pathLst>
          </a:custGeom>
          <a:noFill/>
          <a:ln w="16193">
            <a:solidFill>
              <a:srgbClr val="D7000F"/>
            </a:solidFill>
          </a:ln>
        </p:spPr>
      </p:sp>
      <p:sp>
        <p:nvSpPr>
          <p:cNvPr id="9" name="connector_612">
            <a:extLst>
              <a:ext uri="{FF2B5EF4-FFF2-40B4-BE49-F238E27FC236}">
                <a16:creationId xmlns:a16="http://schemas.microsoft.com/office/drawing/2014/main" id="{AEB5F9F1-A791-4386-9DB4-C50FB37C1A8B}"/>
              </a:ext>
            </a:extLst>
          </p:cNvPr>
          <p:cNvSpPr>
            <a:spLocks noGrp="1"/>
          </p:cNvSpPr>
          <p:nvPr/>
        </p:nvSpPr>
        <p:spPr>
          <a:xfrm>
            <a:off x="3514725"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 name="connector_613">
            <a:extLst>
              <a:ext uri="{FF2B5EF4-FFF2-40B4-BE49-F238E27FC236}">
                <a16:creationId xmlns:a16="http://schemas.microsoft.com/office/drawing/2014/main" id="{2BBB5BEF-E25E-48E7-A258-B3AEAC468E79}"/>
              </a:ext>
            </a:extLst>
          </p:cNvPr>
          <p:cNvSpPr>
            <a:spLocks noGrp="1"/>
          </p:cNvSpPr>
          <p:nvPr/>
        </p:nvSpPr>
        <p:spPr>
          <a:xfrm>
            <a:off x="3514725"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 name="connector_614">
            <a:extLst>
              <a:ext uri="{FF2B5EF4-FFF2-40B4-BE49-F238E27FC236}">
                <a16:creationId xmlns:a16="http://schemas.microsoft.com/office/drawing/2014/main" id="{EA2D4BA9-E38D-419E-BBD4-9ED9696DA790}"/>
              </a:ext>
            </a:extLst>
          </p:cNvPr>
          <p:cNvSpPr>
            <a:spLocks noGrp="1"/>
          </p:cNvSpPr>
          <p:nvPr/>
        </p:nvSpPr>
        <p:spPr>
          <a:xfrm>
            <a:off x="3514725"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615">
            <a:extLst>
              <a:ext uri="{FF2B5EF4-FFF2-40B4-BE49-F238E27FC236}">
                <a16:creationId xmlns:a16="http://schemas.microsoft.com/office/drawing/2014/main" id="{8B403AA9-17B9-4B99-9954-F174976C5EEA}"/>
              </a:ext>
            </a:extLst>
          </p:cNvPr>
          <p:cNvSpPr>
            <a:spLocks noGrp="1"/>
          </p:cNvSpPr>
          <p:nvPr/>
        </p:nvSpPr>
        <p:spPr>
          <a:xfrm>
            <a:off x="3514725"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616">
            <a:extLst>
              <a:ext uri="{FF2B5EF4-FFF2-40B4-BE49-F238E27FC236}">
                <a16:creationId xmlns:a16="http://schemas.microsoft.com/office/drawing/2014/main" id="{0E9CC803-C05A-438B-A397-8BA758C1D8DF}"/>
              </a:ext>
            </a:extLst>
          </p:cNvPr>
          <p:cNvSpPr>
            <a:spLocks noGrp="1"/>
          </p:cNvSpPr>
          <p:nvPr/>
        </p:nvSpPr>
        <p:spPr>
          <a:xfrm>
            <a:off x="3514725"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617">
            <a:extLst>
              <a:ext uri="{FF2B5EF4-FFF2-40B4-BE49-F238E27FC236}">
                <a16:creationId xmlns:a16="http://schemas.microsoft.com/office/drawing/2014/main" id="{CBD8F83E-4156-48E3-BAAC-5AED06850259}"/>
              </a:ext>
            </a:extLst>
          </p:cNvPr>
          <p:cNvSpPr>
            <a:spLocks noGrp="1"/>
          </p:cNvSpPr>
          <p:nvPr/>
        </p:nvSpPr>
        <p:spPr>
          <a:xfrm>
            <a:off x="3514725"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618">
            <a:extLst>
              <a:ext uri="{FF2B5EF4-FFF2-40B4-BE49-F238E27FC236}">
                <a16:creationId xmlns:a16="http://schemas.microsoft.com/office/drawing/2014/main" id="{F46E09E7-D01F-4A06-A4AA-2315D4858FFF}"/>
              </a:ext>
            </a:extLst>
          </p:cNvPr>
          <p:cNvSpPr>
            <a:spLocks noGrp="1"/>
          </p:cNvSpPr>
          <p:nvPr/>
        </p:nvSpPr>
        <p:spPr>
          <a:xfrm>
            <a:off x="3514725"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619">
            <a:extLst>
              <a:ext uri="{FF2B5EF4-FFF2-40B4-BE49-F238E27FC236}">
                <a16:creationId xmlns:a16="http://schemas.microsoft.com/office/drawing/2014/main" id="{D27693BE-6519-4507-AAB8-E0EF8EE7F253}"/>
              </a:ext>
            </a:extLst>
          </p:cNvPr>
          <p:cNvSpPr>
            <a:spLocks noGrp="1"/>
          </p:cNvSpPr>
          <p:nvPr/>
        </p:nvSpPr>
        <p:spPr>
          <a:xfrm>
            <a:off x="3514725"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620">
            <a:extLst>
              <a:ext uri="{FF2B5EF4-FFF2-40B4-BE49-F238E27FC236}">
                <a16:creationId xmlns:a16="http://schemas.microsoft.com/office/drawing/2014/main" id="{D66E1E5B-31C3-4828-90EF-52DB77EF9976}"/>
              </a:ext>
            </a:extLst>
          </p:cNvPr>
          <p:cNvSpPr>
            <a:spLocks noGrp="1"/>
          </p:cNvSpPr>
          <p:nvPr/>
        </p:nvSpPr>
        <p:spPr>
          <a:xfrm>
            <a:off x="3514725"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621">
            <a:extLst>
              <a:ext uri="{FF2B5EF4-FFF2-40B4-BE49-F238E27FC236}">
                <a16:creationId xmlns:a16="http://schemas.microsoft.com/office/drawing/2014/main" id="{40392A16-2BE0-4082-BD03-9E1910DA03CB}"/>
              </a:ext>
            </a:extLst>
          </p:cNvPr>
          <p:cNvSpPr>
            <a:spLocks noGrp="1"/>
          </p:cNvSpPr>
          <p:nvPr/>
        </p:nvSpPr>
        <p:spPr>
          <a:xfrm>
            <a:off x="3514725"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622">
            <a:extLst>
              <a:ext uri="{FF2B5EF4-FFF2-40B4-BE49-F238E27FC236}">
                <a16:creationId xmlns:a16="http://schemas.microsoft.com/office/drawing/2014/main" id="{89643C1E-732D-4475-9FB2-33B354E6F1F7}"/>
              </a:ext>
            </a:extLst>
          </p:cNvPr>
          <p:cNvSpPr>
            <a:spLocks noGrp="1"/>
          </p:cNvSpPr>
          <p:nvPr/>
        </p:nvSpPr>
        <p:spPr>
          <a:xfrm>
            <a:off x="3514725"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623">
            <a:extLst>
              <a:ext uri="{FF2B5EF4-FFF2-40B4-BE49-F238E27FC236}">
                <a16:creationId xmlns:a16="http://schemas.microsoft.com/office/drawing/2014/main" id="{CB8718B4-8712-4668-8B28-7F2276742A27}"/>
              </a:ext>
            </a:extLst>
          </p:cNvPr>
          <p:cNvSpPr>
            <a:spLocks noGrp="1"/>
          </p:cNvSpPr>
          <p:nvPr/>
        </p:nvSpPr>
        <p:spPr>
          <a:xfrm>
            <a:off x="3514725"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624">
            <a:extLst>
              <a:ext uri="{FF2B5EF4-FFF2-40B4-BE49-F238E27FC236}">
                <a16:creationId xmlns:a16="http://schemas.microsoft.com/office/drawing/2014/main" id="{13F3B845-08B1-4C4A-8F39-921CB910D8B4}"/>
              </a:ext>
            </a:extLst>
          </p:cNvPr>
          <p:cNvSpPr>
            <a:spLocks noGrp="1"/>
          </p:cNvSpPr>
          <p:nvPr/>
        </p:nvSpPr>
        <p:spPr>
          <a:xfrm>
            <a:off x="3514725"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625">
            <a:extLst>
              <a:ext uri="{FF2B5EF4-FFF2-40B4-BE49-F238E27FC236}">
                <a16:creationId xmlns:a16="http://schemas.microsoft.com/office/drawing/2014/main" id="{60E51337-78BE-4438-B611-297D807B55F3}"/>
              </a:ext>
            </a:extLst>
          </p:cNvPr>
          <p:cNvSpPr>
            <a:spLocks noGrp="1"/>
          </p:cNvSpPr>
          <p:nvPr/>
        </p:nvSpPr>
        <p:spPr>
          <a:xfrm>
            <a:off x="3514725"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626">
            <a:extLst>
              <a:ext uri="{FF2B5EF4-FFF2-40B4-BE49-F238E27FC236}">
                <a16:creationId xmlns:a16="http://schemas.microsoft.com/office/drawing/2014/main" id="{961DBCEE-5070-4210-A94E-8EEB012CC21B}"/>
              </a:ext>
            </a:extLst>
          </p:cNvPr>
          <p:cNvSpPr>
            <a:spLocks noGrp="1"/>
          </p:cNvSpPr>
          <p:nvPr/>
        </p:nvSpPr>
        <p:spPr>
          <a:xfrm>
            <a:off x="3514725"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627">
            <a:extLst>
              <a:ext uri="{FF2B5EF4-FFF2-40B4-BE49-F238E27FC236}">
                <a16:creationId xmlns:a16="http://schemas.microsoft.com/office/drawing/2014/main" id="{437AF18B-8E9C-4FBF-A847-AF1EABEB272A}"/>
              </a:ext>
            </a:extLst>
          </p:cNvPr>
          <p:cNvSpPr>
            <a:spLocks noGrp="1"/>
          </p:cNvSpPr>
          <p:nvPr/>
        </p:nvSpPr>
        <p:spPr>
          <a:xfrm>
            <a:off x="3514725"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628">
            <a:extLst>
              <a:ext uri="{FF2B5EF4-FFF2-40B4-BE49-F238E27FC236}">
                <a16:creationId xmlns:a16="http://schemas.microsoft.com/office/drawing/2014/main" id="{BE49D1B3-9A48-4D61-B00B-1F4E238AB9BB}"/>
              </a:ext>
            </a:extLst>
          </p:cNvPr>
          <p:cNvSpPr>
            <a:spLocks noGrp="1"/>
          </p:cNvSpPr>
          <p:nvPr/>
        </p:nvSpPr>
        <p:spPr>
          <a:xfrm>
            <a:off x="3514725"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629">
            <a:extLst>
              <a:ext uri="{FF2B5EF4-FFF2-40B4-BE49-F238E27FC236}">
                <a16:creationId xmlns:a16="http://schemas.microsoft.com/office/drawing/2014/main" id="{D09343FC-A32F-4744-8456-4CDCAC1F973D}"/>
              </a:ext>
            </a:extLst>
          </p:cNvPr>
          <p:cNvSpPr>
            <a:spLocks noGrp="1"/>
          </p:cNvSpPr>
          <p:nvPr/>
        </p:nvSpPr>
        <p:spPr>
          <a:xfrm>
            <a:off x="3514725"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630">
            <a:extLst>
              <a:ext uri="{FF2B5EF4-FFF2-40B4-BE49-F238E27FC236}">
                <a16:creationId xmlns:a16="http://schemas.microsoft.com/office/drawing/2014/main" id="{7F22792A-DE8D-412D-93B0-53679B4659B4}"/>
              </a:ext>
            </a:extLst>
          </p:cNvPr>
          <p:cNvSpPr>
            <a:spLocks noGrp="1"/>
          </p:cNvSpPr>
          <p:nvPr/>
        </p:nvSpPr>
        <p:spPr>
          <a:xfrm>
            <a:off x="3514725"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631">
            <a:extLst>
              <a:ext uri="{FF2B5EF4-FFF2-40B4-BE49-F238E27FC236}">
                <a16:creationId xmlns:a16="http://schemas.microsoft.com/office/drawing/2014/main" id="{816DC41F-217E-4B98-B7EC-8DF4DA91CF2B}"/>
              </a:ext>
            </a:extLst>
          </p:cNvPr>
          <p:cNvSpPr>
            <a:spLocks noGrp="1"/>
          </p:cNvSpPr>
          <p:nvPr/>
        </p:nvSpPr>
        <p:spPr>
          <a:xfrm>
            <a:off x="3514725"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632">
            <a:extLst>
              <a:ext uri="{FF2B5EF4-FFF2-40B4-BE49-F238E27FC236}">
                <a16:creationId xmlns:a16="http://schemas.microsoft.com/office/drawing/2014/main" id="{A9FCDF14-D448-4541-A042-3E62AE12D65E}"/>
              </a:ext>
            </a:extLst>
          </p:cNvPr>
          <p:cNvSpPr>
            <a:spLocks noGrp="1"/>
          </p:cNvSpPr>
          <p:nvPr/>
        </p:nvSpPr>
        <p:spPr>
          <a:xfrm>
            <a:off x="3514725"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633">
            <a:extLst>
              <a:ext uri="{FF2B5EF4-FFF2-40B4-BE49-F238E27FC236}">
                <a16:creationId xmlns:a16="http://schemas.microsoft.com/office/drawing/2014/main" id="{5AA02F9A-81BC-4392-8B60-90BEC3A235B3}"/>
              </a:ext>
            </a:extLst>
          </p:cNvPr>
          <p:cNvSpPr>
            <a:spLocks noGrp="1"/>
          </p:cNvSpPr>
          <p:nvPr/>
        </p:nvSpPr>
        <p:spPr>
          <a:xfrm>
            <a:off x="3514725"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634">
            <a:extLst>
              <a:ext uri="{FF2B5EF4-FFF2-40B4-BE49-F238E27FC236}">
                <a16:creationId xmlns:a16="http://schemas.microsoft.com/office/drawing/2014/main" id="{F1F259A5-DE16-4247-B5D6-D1B079271C3E}"/>
              </a:ext>
            </a:extLst>
          </p:cNvPr>
          <p:cNvSpPr>
            <a:spLocks noGrp="1"/>
          </p:cNvSpPr>
          <p:nvPr/>
        </p:nvSpPr>
        <p:spPr>
          <a:xfrm>
            <a:off x="3514725"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635">
            <a:extLst>
              <a:ext uri="{FF2B5EF4-FFF2-40B4-BE49-F238E27FC236}">
                <a16:creationId xmlns:a16="http://schemas.microsoft.com/office/drawing/2014/main" id="{F2DAD6B3-B2F2-4B20-9E48-1847DFA334C2}"/>
              </a:ext>
            </a:extLst>
          </p:cNvPr>
          <p:cNvSpPr>
            <a:spLocks noGrp="1"/>
          </p:cNvSpPr>
          <p:nvPr/>
        </p:nvSpPr>
        <p:spPr>
          <a:xfrm>
            <a:off x="3514725"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636">
            <a:extLst>
              <a:ext uri="{FF2B5EF4-FFF2-40B4-BE49-F238E27FC236}">
                <a16:creationId xmlns:a16="http://schemas.microsoft.com/office/drawing/2014/main" id="{FAD9AD70-D997-4293-A7A2-B461356A3AB1}"/>
              </a:ext>
            </a:extLst>
          </p:cNvPr>
          <p:cNvSpPr>
            <a:spLocks noGrp="1"/>
          </p:cNvSpPr>
          <p:nvPr/>
        </p:nvSpPr>
        <p:spPr>
          <a:xfrm>
            <a:off x="3514725"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637">
            <a:extLst>
              <a:ext uri="{FF2B5EF4-FFF2-40B4-BE49-F238E27FC236}">
                <a16:creationId xmlns:a16="http://schemas.microsoft.com/office/drawing/2014/main" id="{E75B1D21-AFAF-486E-BCD2-F3C947982B3A}"/>
              </a:ext>
            </a:extLst>
          </p:cNvPr>
          <p:cNvSpPr>
            <a:spLocks noGrp="1"/>
          </p:cNvSpPr>
          <p:nvPr/>
        </p:nvSpPr>
        <p:spPr>
          <a:xfrm>
            <a:off x="3514725"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638">
            <a:extLst>
              <a:ext uri="{FF2B5EF4-FFF2-40B4-BE49-F238E27FC236}">
                <a16:creationId xmlns:a16="http://schemas.microsoft.com/office/drawing/2014/main" id="{B5F28FF1-895A-48D6-ADE4-0E90A7F5256C}"/>
              </a:ext>
            </a:extLst>
          </p:cNvPr>
          <p:cNvSpPr>
            <a:spLocks noGrp="1"/>
          </p:cNvSpPr>
          <p:nvPr/>
        </p:nvSpPr>
        <p:spPr>
          <a:xfrm>
            <a:off x="3514725"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639">
            <a:extLst>
              <a:ext uri="{FF2B5EF4-FFF2-40B4-BE49-F238E27FC236}">
                <a16:creationId xmlns:a16="http://schemas.microsoft.com/office/drawing/2014/main" id="{20124ACC-6D5D-4B1A-8D35-BBB3C721466D}"/>
              </a:ext>
            </a:extLst>
          </p:cNvPr>
          <p:cNvSpPr>
            <a:spLocks noGrp="1"/>
          </p:cNvSpPr>
          <p:nvPr/>
        </p:nvSpPr>
        <p:spPr>
          <a:xfrm>
            <a:off x="3514725"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640">
            <a:extLst>
              <a:ext uri="{FF2B5EF4-FFF2-40B4-BE49-F238E27FC236}">
                <a16:creationId xmlns:a16="http://schemas.microsoft.com/office/drawing/2014/main" id="{428313B3-2F36-4944-9046-952197042D00}"/>
              </a:ext>
            </a:extLst>
          </p:cNvPr>
          <p:cNvSpPr>
            <a:spLocks noGrp="1"/>
          </p:cNvSpPr>
          <p:nvPr/>
        </p:nvSpPr>
        <p:spPr>
          <a:xfrm>
            <a:off x="3514725"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641">
            <a:extLst>
              <a:ext uri="{FF2B5EF4-FFF2-40B4-BE49-F238E27FC236}">
                <a16:creationId xmlns:a16="http://schemas.microsoft.com/office/drawing/2014/main" id="{F21254C9-044D-44FD-AD8D-A9FB6A5EED8F}"/>
              </a:ext>
            </a:extLst>
          </p:cNvPr>
          <p:cNvSpPr>
            <a:spLocks noGrp="1"/>
          </p:cNvSpPr>
          <p:nvPr/>
        </p:nvSpPr>
        <p:spPr>
          <a:xfrm>
            <a:off x="3514725"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642">
            <a:extLst>
              <a:ext uri="{FF2B5EF4-FFF2-40B4-BE49-F238E27FC236}">
                <a16:creationId xmlns:a16="http://schemas.microsoft.com/office/drawing/2014/main" id="{2510B337-A110-4BA8-9642-27BF8DDCF62B}"/>
              </a:ext>
            </a:extLst>
          </p:cNvPr>
          <p:cNvSpPr>
            <a:spLocks noGrp="1"/>
          </p:cNvSpPr>
          <p:nvPr/>
        </p:nvSpPr>
        <p:spPr>
          <a:xfrm>
            <a:off x="3514725"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643">
            <a:extLst>
              <a:ext uri="{FF2B5EF4-FFF2-40B4-BE49-F238E27FC236}">
                <a16:creationId xmlns:a16="http://schemas.microsoft.com/office/drawing/2014/main" id="{6EADD61E-70A8-4BDF-88E9-0DF5EE4EB6DF}"/>
              </a:ext>
            </a:extLst>
          </p:cNvPr>
          <p:cNvSpPr>
            <a:spLocks noGrp="1"/>
          </p:cNvSpPr>
          <p:nvPr/>
        </p:nvSpPr>
        <p:spPr>
          <a:xfrm>
            <a:off x="3514725"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644">
            <a:extLst>
              <a:ext uri="{FF2B5EF4-FFF2-40B4-BE49-F238E27FC236}">
                <a16:creationId xmlns:a16="http://schemas.microsoft.com/office/drawing/2014/main" id="{7C72DF8B-411C-49F2-BF86-1E8F4DB1FC22}"/>
              </a:ext>
            </a:extLst>
          </p:cNvPr>
          <p:cNvSpPr>
            <a:spLocks noGrp="1"/>
          </p:cNvSpPr>
          <p:nvPr/>
        </p:nvSpPr>
        <p:spPr>
          <a:xfrm>
            <a:off x="3514725"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645">
            <a:extLst>
              <a:ext uri="{FF2B5EF4-FFF2-40B4-BE49-F238E27FC236}">
                <a16:creationId xmlns:a16="http://schemas.microsoft.com/office/drawing/2014/main" id="{B6FA4712-86D2-4FBF-BDA8-73A8411ACE5F}"/>
              </a:ext>
            </a:extLst>
          </p:cNvPr>
          <p:cNvSpPr>
            <a:spLocks noGrp="1"/>
          </p:cNvSpPr>
          <p:nvPr/>
        </p:nvSpPr>
        <p:spPr>
          <a:xfrm>
            <a:off x="3514725"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3" name="connector_646">
            <a:extLst>
              <a:ext uri="{FF2B5EF4-FFF2-40B4-BE49-F238E27FC236}">
                <a16:creationId xmlns:a16="http://schemas.microsoft.com/office/drawing/2014/main" id="{05B34D25-42E1-4A89-85C7-C0F4E5A56577}"/>
              </a:ext>
            </a:extLst>
          </p:cNvPr>
          <p:cNvSpPr>
            <a:spLocks noGrp="1"/>
          </p:cNvSpPr>
          <p:nvPr/>
        </p:nvSpPr>
        <p:spPr>
          <a:xfrm>
            <a:off x="3514725"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4" name="connector_647">
            <a:extLst>
              <a:ext uri="{FF2B5EF4-FFF2-40B4-BE49-F238E27FC236}">
                <a16:creationId xmlns:a16="http://schemas.microsoft.com/office/drawing/2014/main" id="{619214D2-A8A5-43D3-AA1E-7C5C3AFAD371}"/>
              </a:ext>
            </a:extLst>
          </p:cNvPr>
          <p:cNvSpPr>
            <a:spLocks noGrp="1"/>
          </p:cNvSpPr>
          <p:nvPr/>
        </p:nvSpPr>
        <p:spPr>
          <a:xfrm>
            <a:off x="3514725"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5" name="connector_648">
            <a:extLst>
              <a:ext uri="{FF2B5EF4-FFF2-40B4-BE49-F238E27FC236}">
                <a16:creationId xmlns:a16="http://schemas.microsoft.com/office/drawing/2014/main" id="{A57AD0F0-3D9C-4EB5-9D9E-88FDCAD949D4}"/>
              </a:ext>
            </a:extLst>
          </p:cNvPr>
          <p:cNvSpPr>
            <a:spLocks noGrp="1"/>
          </p:cNvSpPr>
          <p:nvPr/>
        </p:nvSpPr>
        <p:spPr>
          <a:xfrm>
            <a:off x="3514725"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649">
            <a:extLst>
              <a:ext uri="{FF2B5EF4-FFF2-40B4-BE49-F238E27FC236}">
                <a16:creationId xmlns:a16="http://schemas.microsoft.com/office/drawing/2014/main" id="{38D3E27E-6EF5-49C9-AE25-78A2C84989B1}"/>
              </a:ext>
            </a:extLst>
          </p:cNvPr>
          <p:cNvSpPr>
            <a:spLocks noGrp="1"/>
          </p:cNvSpPr>
          <p:nvPr/>
        </p:nvSpPr>
        <p:spPr>
          <a:xfrm>
            <a:off x="3514725"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650">
            <a:extLst>
              <a:ext uri="{FF2B5EF4-FFF2-40B4-BE49-F238E27FC236}">
                <a16:creationId xmlns:a16="http://schemas.microsoft.com/office/drawing/2014/main" id="{8B7407C3-12E3-45A0-985A-E891CEC744FA}"/>
              </a:ext>
            </a:extLst>
          </p:cNvPr>
          <p:cNvSpPr>
            <a:spLocks noGrp="1"/>
          </p:cNvSpPr>
          <p:nvPr/>
        </p:nvSpPr>
        <p:spPr>
          <a:xfrm>
            <a:off x="3514725"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651">
            <a:extLst>
              <a:ext uri="{FF2B5EF4-FFF2-40B4-BE49-F238E27FC236}">
                <a16:creationId xmlns:a16="http://schemas.microsoft.com/office/drawing/2014/main" id="{EFAA691C-09BE-4016-8AB2-933A78C75BB3}"/>
              </a:ext>
            </a:extLst>
          </p:cNvPr>
          <p:cNvSpPr>
            <a:spLocks noGrp="1"/>
          </p:cNvSpPr>
          <p:nvPr/>
        </p:nvSpPr>
        <p:spPr>
          <a:xfrm>
            <a:off x="3514725"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9" name="connector_652">
            <a:extLst>
              <a:ext uri="{FF2B5EF4-FFF2-40B4-BE49-F238E27FC236}">
                <a16:creationId xmlns:a16="http://schemas.microsoft.com/office/drawing/2014/main" id="{E3BDC218-23F3-4F06-B23F-71CC36674FB7}"/>
              </a:ext>
            </a:extLst>
          </p:cNvPr>
          <p:cNvSpPr>
            <a:spLocks noGrp="1"/>
          </p:cNvSpPr>
          <p:nvPr/>
        </p:nvSpPr>
        <p:spPr>
          <a:xfrm>
            <a:off x="3514725"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0" name="connector_653">
            <a:extLst>
              <a:ext uri="{FF2B5EF4-FFF2-40B4-BE49-F238E27FC236}">
                <a16:creationId xmlns:a16="http://schemas.microsoft.com/office/drawing/2014/main" id="{3DA1DAEC-CA99-446E-B3EE-2D60AB7B0E01}"/>
              </a:ext>
            </a:extLst>
          </p:cNvPr>
          <p:cNvSpPr>
            <a:spLocks noGrp="1"/>
          </p:cNvSpPr>
          <p:nvPr/>
        </p:nvSpPr>
        <p:spPr>
          <a:xfrm>
            <a:off x="3514725"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1" name="connector_654">
            <a:extLst>
              <a:ext uri="{FF2B5EF4-FFF2-40B4-BE49-F238E27FC236}">
                <a16:creationId xmlns:a16="http://schemas.microsoft.com/office/drawing/2014/main" id="{4A3846AE-58F6-419F-81E0-16A84E63A5E4}"/>
              </a:ext>
            </a:extLst>
          </p:cNvPr>
          <p:cNvSpPr>
            <a:spLocks noGrp="1"/>
          </p:cNvSpPr>
          <p:nvPr/>
        </p:nvSpPr>
        <p:spPr>
          <a:xfrm>
            <a:off x="7639050" y="1000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2" name="connector_655">
            <a:extLst>
              <a:ext uri="{FF2B5EF4-FFF2-40B4-BE49-F238E27FC236}">
                <a16:creationId xmlns:a16="http://schemas.microsoft.com/office/drawing/2014/main" id="{120E98C0-88F5-4DB8-81E2-CB02C5AB679F}"/>
              </a:ext>
            </a:extLst>
          </p:cNvPr>
          <p:cNvSpPr>
            <a:spLocks noGrp="1"/>
          </p:cNvSpPr>
          <p:nvPr/>
        </p:nvSpPr>
        <p:spPr>
          <a:xfrm>
            <a:off x="7639050" y="1123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3" name="connector_656">
            <a:extLst>
              <a:ext uri="{FF2B5EF4-FFF2-40B4-BE49-F238E27FC236}">
                <a16:creationId xmlns:a16="http://schemas.microsoft.com/office/drawing/2014/main" id="{037E6F38-A1D7-4A1C-9FD3-F3A855FD389D}"/>
              </a:ext>
            </a:extLst>
          </p:cNvPr>
          <p:cNvSpPr>
            <a:spLocks noGrp="1"/>
          </p:cNvSpPr>
          <p:nvPr/>
        </p:nvSpPr>
        <p:spPr>
          <a:xfrm>
            <a:off x="7639050" y="1247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4" name="connector_657">
            <a:extLst>
              <a:ext uri="{FF2B5EF4-FFF2-40B4-BE49-F238E27FC236}">
                <a16:creationId xmlns:a16="http://schemas.microsoft.com/office/drawing/2014/main" id="{A7D37975-1C14-4399-84ED-7F64C127E360}"/>
              </a:ext>
            </a:extLst>
          </p:cNvPr>
          <p:cNvSpPr>
            <a:spLocks noGrp="1"/>
          </p:cNvSpPr>
          <p:nvPr/>
        </p:nvSpPr>
        <p:spPr>
          <a:xfrm>
            <a:off x="7639050" y="1371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5" name="connector_658">
            <a:extLst>
              <a:ext uri="{FF2B5EF4-FFF2-40B4-BE49-F238E27FC236}">
                <a16:creationId xmlns:a16="http://schemas.microsoft.com/office/drawing/2014/main" id="{96B16FCF-98D9-45EE-AE06-A2E23F4D081C}"/>
              </a:ext>
            </a:extLst>
          </p:cNvPr>
          <p:cNvSpPr>
            <a:spLocks noGrp="1"/>
          </p:cNvSpPr>
          <p:nvPr/>
        </p:nvSpPr>
        <p:spPr>
          <a:xfrm>
            <a:off x="7639050" y="1495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6" name="connector_659">
            <a:extLst>
              <a:ext uri="{FF2B5EF4-FFF2-40B4-BE49-F238E27FC236}">
                <a16:creationId xmlns:a16="http://schemas.microsoft.com/office/drawing/2014/main" id="{A06F9856-0BD4-420E-A485-1DB15FAED97B}"/>
              </a:ext>
            </a:extLst>
          </p:cNvPr>
          <p:cNvSpPr>
            <a:spLocks noGrp="1"/>
          </p:cNvSpPr>
          <p:nvPr/>
        </p:nvSpPr>
        <p:spPr>
          <a:xfrm>
            <a:off x="7639050" y="1619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7" name="connector_660">
            <a:extLst>
              <a:ext uri="{FF2B5EF4-FFF2-40B4-BE49-F238E27FC236}">
                <a16:creationId xmlns:a16="http://schemas.microsoft.com/office/drawing/2014/main" id="{F0930158-19D2-462D-B674-813A606EBD19}"/>
              </a:ext>
            </a:extLst>
          </p:cNvPr>
          <p:cNvSpPr>
            <a:spLocks noGrp="1"/>
          </p:cNvSpPr>
          <p:nvPr/>
        </p:nvSpPr>
        <p:spPr>
          <a:xfrm>
            <a:off x="7639050" y="1743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8" name="connector_661">
            <a:extLst>
              <a:ext uri="{FF2B5EF4-FFF2-40B4-BE49-F238E27FC236}">
                <a16:creationId xmlns:a16="http://schemas.microsoft.com/office/drawing/2014/main" id="{D1455367-50B3-467B-8A08-FDD291E78911}"/>
              </a:ext>
            </a:extLst>
          </p:cNvPr>
          <p:cNvSpPr>
            <a:spLocks noGrp="1"/>
          </p:cNvSpPr>
          <p:nvPr/>
        </p:nvSpPr>
        <p:spPr>
          <a:xfrm>
            <a:off x="7639050" y="1866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9" name="connector_662">
            <a:extLst>
              <a:ext uri="{FF2B5EF4-FFF2-40B4-BE49-F238E27FC236}">
                <a16:creationId xmlns:a16="http://schemas.microsoft.com/office/drawing/2014/main" id="{503853F2-1592-40B3-9262-1100AEF4BD76}"/>
              </a:ext>
            </a:extLst>
          </p:cNvPr>
          <p:cNvSpPr>
            <a:spLocks noGrp="1"/>
          </p:cNvSpPr>
          <p:nvPr/>
        </p:nvSpPr>
        <p:spPr>
          <a:xfrm>
            <a:off x="7639050" y="1990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0" name="connector_663">
            <a:extLst>
              <a:ext uri="{FF2B5EF4-FFF2-40B4-BE49-F238E27FC236}">
                <a16:creationId xmlns:a16="http://schemas.microsoft.com/office/drawing/2014/main" id="{FCE9667F-5FB7-4102-A28B-F19B22F3FF3F}"/>
              </a:ext>
            </a:extLst>
          </p:cNvPr>
          <p:cNvSpPr>
            <a:spLocks noGrp="1"/>
          </p:cNvSpPr>
          <p:nvPr/>
        </p:nvSpPr>
        <p:spPr>
          <a:xfrm>
            <a:off x="7639050" y="2114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1" name="connector_664">
            <a:extLst>
              <a:ext uri="{FF2B5EF4-FFF2-40B4-BE49-F238E27FC236}">
                <a16:creationId xmlns:a16="http://schemas.microsoft.com/office/drawing/2014/main" id="{508CF76E-228A-4EF2-B725-AE5C8A961C5A}"/>
              </a:ext>
            </a:extLst>
          </p:cNvPr>
          <p:cNvSpPr>
            <a:spLocks noGrp="1"/>
          </p:cNvSpPr>
          <p:nvPr/>
        </p:nvSpPr>
        <p:spPr>
          <a:xfrm>
            <a:off x="7639050" y="2238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2" name="connector_665">
            <a:extLst>
              <a:ext uri="{FF2B5EF4-FFF2-40B4-BE49-F238E27FC236}">
                <a16:creationId xmlns:a16="http://schemas.microsoft.com/office/drawing/2014/main" id="{7E9D1CB8-21C8-4979-902D-1119FFD6931B}"/>
              </a:ext>
            </a:extLst>
          </p:cNvPr>
          <p:cNvSpPr>
            <a:spLocks noGrp="1"/>
          </p:cNvSpPr>
          <p:nvPr/>
        </p:nvSpPr>
        <p:spPr>
          <a:xfrm>
            <a:off x="7639050" y="2362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3" name="connector_666">
            <a:extLst>
              <a:ext uri="{FF2B5EF4-FFF2-40B4-BE49-F238E27FC236}">
                <a16:creationId xmlns:a16="http://schemas.microsoft.com/office/drawing/2014/main" id="{D341570B-EA65-4B4E-B8C8-7E9C05C09E37}"/>
              </a:ext>
            </a:extLst>
          </p:cNvPr>
          <p:cNvSpPr>
            <a:spLocks noGrp="1"/>
          </p:cNvSpPr>
          <p:nvPr/>
        </p:nvSpPr>
        <p:spPr>
          <a:xfrm>
            <a:off x="7639050" y="2486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4" name="connector_667">
            <a:extLst>
              <a:ext uri="{FF2B5EF4-FFF2-40B4-BE49-F238E27FC236}">
                <a16:creationId xmlns:a16="http://schemas.microsoft.com/office/drawing/2014/main" id="{12657FE1-FC75-4C54-A263-6C1A2DFF6CD5}"/>
              </a:ext>
            </a:extLst>
          </p:cNvPr>
          <p:cNvSpPr>
            <a:spLocks noGrp="1"/>
          </p:cNvSpPr>
          <p:nvPr/>
        </p:nvSpPr>
        <p:spPr>
          <a:xfrm>
            <a:off x="7639050" y="2609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5" name="connector_668">
            <a:extLst>
              <a:ext uri="{FF2B5EF4-FFF2-40B4-BE49-F238E27FC236}">
                <a16:creationId xmlns:a16="http://schemas.microsoft.com/office/drawing/2014/main" id="{2E9133E8-EA9F-4B94-9AED-B481A55DD506}"/>
              </a:ext>
            </a:extLst>
          </p:cNvPr>
          <p:cNvSpPr>
            <a:spLocks noGrp="1"/>
          </p:cNvSpPr>
          <p:nvPr/>
        </p:nvSpPr>
        <p:spPr>
          <a:xfrm>
            <a:off x="7639050" y="2733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6" name="connector_669">
            <a:extLst>
              <a:ext uri="{FF2B5EF4-FFF2-40B4-BE49-F238E27FC236}">
                <a16:creationId xmlns:a16="http://schemas.microsoft.com/office/drawing/2014/main" id="{0130F926-5FBB-4C99-8F69-6625CA671D5D}"/>
              </a:ext>
            </a:extLst>
          </p:cNvPr>
          <p:cNvSpPr>
            <a:spLocks noGrp="1"/>
          </p:cNvSpPr>
          <p:nvPr/>
        </p:nvSpPr>
        <p:spPr>
          <a:xfrm>
            <a:off x="7639050" y="2857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7" name="connector_670">
            <a:extLst>
              <a:ext uri="{FF2B5EF4-FFF2-40B4-BE49-F238E27FC236}">
                <a16:creationId xmlns:a16="http://schemas.microsoft.com/office/drawing/2014/main" id="{E3138272-FEE5-430E-B3DE-64696589454F}"/>
              </a:ext>
            </a:extLst>
          </p:cNvPr>
          <p:cNvSpPr>
            <a:spLocks noGrp="1"/>
          </p:cNvSpPr>
          <p:nvPr/>
        </p:nvSpPr>
        <p:spPr>
          <a:xfrm>
            <a:off x="7639050" y="2981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8" name="connector_671">
            <a:extLst>
              <a:ext uri="{FF2B5EF4-FFF2-40B4-BE49-F238E27FC236}">
                <a16:creationId xmlns:a16="http://schemas.microsoft.com/office/drawing/2014/main" id="{65F4E89C-B026-456B-95E4-81B1C3656AB3}"/>
              </a:ext>
            </a:extLst>
          </p:cNvPr>
          <p:cNvSpPr>
            <a:spLocks noGrp="1"/>
          </p:cNvSpPr>
          <p:nvPr/>
        </p:nvSpPr>
        <p:spPr>
          <a:xfrm>
            <a:off x="7639050" y="3105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9" name="connector_672">
            <a:extLst>
              <a:ext uri="{FF2B5EF4-FFF2-40B4-BE49-F238E27FC236}">
                <a16:creationId xmlns:a16="http://schemas.microsoft.com/office/drawing/2014/main" id="{87E52583-3EC7-4799-964F-351E4096BFD8}"/>
              </a:ext>
            </a:extLst>
          </p:cNvPr>
          <p:cNvSpPr>
            <a:spLocks noGrp="1"/>
          </p:cNvSpPr>
          <p:nvPr/>
        </p:nvSpPr>
        <p:spPr>
          <a:xfrm>
            <a:off x="7639050" y="3228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0" name="connector_673">
            <a:extLst>
              <a:ext uri="{FF2B5EF4-FFF2-40B4-BE49-F238E27FC236}">
                <a16:creationId xmlns:a16="http://schemas.microsoft.com/office/drawing/2014/main" id="{F1DB21B4-77EB-487F-BE6F-562ADAC50E89}"/>
              </a:ext>
            </a:extLst>
          </p:cNvPr>
          <p:cNvSpPr>
            <a:spLocks noGrp="1"/>
          </p:cNvSpPr>
          <p:nvPr/>
        </p:nvSpPr>
        <p:spPr>
          <a:xfrm>
            <a:off x="7639050" y="3352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1" name="connector_674">
            <a:extLst>
              <a:ext uri="{FF2B5EF4-FFF2-40B4-BE49-F238E27FC236}">
                <a16:creationId xmlns:a16="http://schemas.microsoft.com/office/drawing/2014/main" id="{EE2DFCE5-AE32-4863-901D-4FFA3C0106E2}"/>
              </a:ext>
            </a:extLst>
          </p:cNvPr>
          <p:cNvSpPr>
            <a:spLocks noGrp="1"/>
          </p:cNvSpPr>
          <p:nvPr/>
        </p:nvSpPr>
        <p:spPr>
          <a:xfrm>
            <a:off x="7639050" y="3476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2" name="connector_675">
            <a:extLst>
              <a:ext uri="{FF2B5EF4-FFF2-40B4-BE49-F238E27FC236}">
                <a16:creationId xmlns:a16="http://schemas.microsoft.com/office/drawing/2014/main" id="{80307E22-096C-4002-9A9A-33E0C6AD4101}"/>
              </a:ext>
            </a:extLst>
          </p:cNvPr>
          <p:cNvSpPr>
            <a:spLocks noGrp="1"/>
          </p:cNvSpPr>
          <p:nvPr/>
        </p:nvSpPr>
        <p:spPr>
          <a:xfrm>
            <a:off x="7639050" y="3600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3" name="connector_676">
            <a:extLst>
              <a:ext uri="{FF2B5EF4-FFF2-40B4-BE49-F238E27FC236}">
                <a16:creationId xmlns:a16="http://schemas.microsoft.com/office/drawing/2014/main" id="{41493FD3-7AA8-46C6-9930-7DF3DEF0FB89}"/>
              </a:ext>
            </a:extLst>
          </p:cNvPr>
          <p:cNvSpPr>
            <a:spLocks noGrp="1"/>
          </p:cNvSpPr>
          <p:nvPr/>
        </p:nvSpPr>
        <p:spPr>
          <a:xfrm>
            <a:off x="7639050" y="3724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4" name="connector_677">
            <a:extLst>
              <a:ext uri="{FF2B5EF4-FFF2-40B4-BE49-F238E27FC236}">
                <a16:creationId xmlns:a16="http://schemas.microsoft.com/office/drawing/2014/main" id="{FBEAFABF-4790-4272-B5DB-DFC9DCD9FE5A}"/>
              </a:ext>
            </a:extLst>
          </p:cNvPr>
          <p:cNvSpPr>
            <a:spLocks noGrp="1"/>
          </p:cNvSpPr>
          <p:nvPr/>
        </p:nvSpPr>
        <p:spPr>
          <a:xfrm>
            <a:off x="7639050" y="3848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5" name="connector_678">
            <a:extLst>
              <a:ext uri="{FF2B5EF4-FFF2-40B4-BE49-F238E27FC236}">
                <a16:creationId xmlns:a16="http://schemas.microsoft.com/office/drawing/2014/main" id="{870757DB-CF41-46A4-B565-052CD08B0B3C}"/>
              </a:ext>
            </a:extLst>
          </p:cNvPr>
          <p:cNvSpPr>
            <a:spLocks noGrp="1"/>
          </p:cNvSpPr>
          <p:nvPr/>
        </p:nvSpPr>
        <p:spPr>
          <a:xfrm>
            <a:off x="7639050" y="3971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6" name="connector_679">
            <a:extLst>
              <a:ext uri="{FF2B5EF4-FFF2-40B4-BE49-F238E27FC236}">
                <a16:creationId xmlns:a16="http://schemas.microsoft.com/office/drawing/2014/main" id="{0DFD1F9F-44F0-4E8F-8497-92894E14B20E}"/>
              </a:ext>
            </a:extLst>
          </p:cNvPr>
          <p:cNvSpPr>
            <a:spLocks noGrp="1"/>
          </p:cNvSpPr>
          <p:nvPr/>
        </p:nvSpPr>
        <p:spPr>
          <a:xfrm>
            <a:off x="7639050" y="4095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7" name="connector_680">
            <a:extLst>
              <a:ext uri="{FF2B5EF4-FFF2-40B4-BE49-F238E27FC236}">
                <a16:creationId xmlns:a16="http://schemas.microsoft.com/office/drawing/2014/main" id="{19592CA0-90AF-4364-B3DC-76E88ADD35B9}"/>
              </a:ext>
            </a:extLst>
          </p:cNvPr>
          <p:cNvSpPr>
            <a:spLocks noGrp="1"/>
          </p:cNvSpPr>
          <p:nvPr/>
        </p:nvSpPr>
        <p:spPr>
          <a:xfrm>
            <a:off x="7639050" y="4219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8" name="connector_681">
            <a:extLst>
              <a:ext uri="{FF2B5EF4-FFF2-40B4-BE49-F238E27FC236}">
                <a16:creationId xmlns:a16="http://schemas.microsoft.com/office/drawing/2014/main" id="{4ECEE5A4-46C5-4851-A443-EDD590A061B0}"/>
              </a:ext>
            </a:extLst>
          </p:cNvPr>
          <p:cNvSpPr>
            <a:spLocks noGrp="1"/>
          </p:cNvSpPr>
          <p:nvPr/>
        </p:nvSpPr>
        <p:spPr>
          <a:xfrm>
            <a:off x="7639050" y="4343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9" name="connector_682">
            <a:extLst>
              <a:ext uri="{FF2B5EF4-FFF2-40B4-BE49-F238E27FC236}">
                <a16:creationId xmlns:a16="http://schemas.microsoft.com/office/drawing/2014/main" id="{B09B1552-92DF-4460-9571-31E8DCB2010F}"/>
              </a:ext>
            </a:extLst>
          </p:cNvPr>
          <p:cNvSpPr>
            <a:spLocks noGrp="1"/>
          </p:cNvSpPr>
          <p:nvPr/>
        </p:nvSpPr>
        <p:spPr>
          <a:xfrm>
            <a:off x="7639050" y="4467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0" name="connector_683">
            <a:extLst>
              <a:ext uri="{FF2B5EF4-FFF2-40B4-BE49-F238E27FC236}">
                <a16:creationId xmlns:a16="http://schemas.microsoft.com/office/drawing/2014/main" id="{B2617571-4AA9-40EC-9983-AF6CA3B3F3CC}"/>
              </a:ext>
            </a:extLst>
          </p:cNvPr>
          <p:cNvSpPr>
            <a:spLocks noGrp="1"/>
          </p:cNvSpPr>
          <p:nvPr/>
        </p:nvSpPr>
        <p:spPr>
          <a:xfrm>
            <a:off x="7639050" y="4591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1" name="connector_684">
            <a:extLst>
              <a:ext uri="{FF2B5EF4-FFF2-40B4-BE49-F238E27FC236}">
                <a16:creationId xmlns:a16="http://schemas.microsoft.com/office/drawing/2014/main" id="{AD97BD2E-91D7-4204-87C2-F38072470C59}"/>
              </a:ext>
            </a:extLst>
          </p:cNvPr>
          <p:cNvSpPr>
            <a:spLocks noGrp="1"/>
          </p:cNvSpPr>
          <p:nvPr/>
        </p:nvSpPr>
        <p:spPr>
          <a:xfrm>
            <a:off x="7639050" y="4714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2" name="connector_685">
            <a:extLst>
              <a:ext uri="{FF2B5EF4-FFF2-40B4-BE49-F238E27FC236}">
                <a16:creationId xmlns:a16="http://schemas.microsoft.com/office/drawing/2014/main" id="{AFAC0144-A555-4FA5-BE69-DA1A60A33404}"/>
              </a:ext>
            </a:extLst>
          </p:cNvPr>
          <p:cNvSpPr>
            <a:spLocks noGrp="1"/>
          </p:cNvSpPr>
          <p:nvPr/>
        </p:nvSpPr>
        <p:spPr>
          <a:xfrm>
            <a:off x="7639050" y="4838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3" name="connector_686">
            <a:extLst>
              <a:ext uri="{FF2B5EF4-FFF2-40B4-BE49-F238E27FC236}">
                <a16:creationId xmlns:a16="http://schemas.microsoft.com/office/drawing/2014/main" id="{F039E563-B4F5-419F-A830-53081B71C92D}"/>
              </a:ext>
            </a:extLst>
          </p:cNvPr>
          <p:cNvSpPr>
            <a:spLocks noGrp="1"/>
          </p:cNvSpPr>
          <p:nvPr/>
        </p:nvSpPr>
        <p:spPr>
          <a:xfrm>
            <a:off x="7639050" y="4962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4" name="connector_687">
            <a:extLst>
              <a:ext uri="{FF2B5EF4-FFF2-40B4-BE49-F238E27FC236}">
                <a16:creationId xmlns:a16="http://schemas.microsoft.com/office/drawing/2014/main" id="{270F61A4-4C91-488A-B9A4-978C90A5FE05}"/>
              </a:ext>
            </a:extLst>
          </p:cNvPr>
          <p:cNvSpPr>
            <a:spLocks noGrp="1"/>
          </p:cNvSpPr>
          <p:nvPr/>
        </p:nvSpPr>
        <p:spPr>
          <a:xfrm>
            <a:off x="7639050" y="5086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5" name="connector_688">
            <a:extLst>
              <a:ext uri="{FF2B5EF4-FFF2-40B4-BE49-F238E27FC236}">
                <a16:creationId xmlns:a16="http://schemas.microsoft.com/office/drawing/2014/main" id="{6A1D7452-FDCC-4778-B9A3-5A1639251A90}"/>
              </a:ext>
            </a:extLst>
          </p:cNvPr>
          <p:cNvSpPr>
            <a:spLocks noGrp="1"/>
          </p:cNvSpPr>
          <p:nvPr/>
        </p:nvSpPr>
        <p:spPr>
          <a:xfrm>
            <a:off x="7639050" y="5210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6" name="connector_689">
            <a:extLst>
              <a:ext uri="{FF2B5EF4-FFF2-40B4-BE49-F238E27FC236}">
                <a16:creationId xmlns:a16="http://schemas.microsoft.com/office/drawing/2014/main" id="{011F0BFF-C5E6-4A8E-86BD-6E05D951B0B6}"/>
              </a:ext>
            </a:extLst>
          </p:cNvPr>
          <p:cNvSpPr>
            <a:spLocks noGrp="1"/>
          </p:cNvSpPr>
          <p:nvPr/>
        </p:nvSpPr>
        <p:spPr>
          <a:xfrm>
            <a:off x="7639050" y="5334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7" name="connector_690">
            <a:extLst>
              <a:ext uri="{FF2B5EF4-FFF2-40B4-BE49-F238E27FC236}">
                <a16:creationId xmlns:a16="http://schemas.microsoft.com/office/drawing/2014/main" id="{4D94C7C3-070B-4D51-9A6B-B553E884B1BA}"/>
              </a:ext>
            </a:extLst>
          </p:cNvPr>
          <p:cNvSpPr>
            <a:spLocks noGrp="1"/>
          </p:cNvSpPr>
          <p:nvPr/>
        </p:nvSpPr>
        <p:spPr>
          <a:xfrm>
            <a:off x="7639050" y="5457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8" name="connector_691">
            <a:extLst>
              <a:ext uri="{FF2B5EF4-FFF2-40B4-BE49-F238E27FC236}">
                <a16:creationId xmlns:a16="http://schemas.microsoft.com/office/drawing/2014/main" id="{48CC3FEA-F7CD-4FB1-B877-BFFF37C0DBE7}"/>
              </a:ext>
            </a:extLst>
          </p:cNvPr>
          <p:cNvSpPr>
            <a:spLocks noGrp="1"/>
          </p:cNvSpPr>
          <p:nvPr/>
        </p:nvSpPr>
        <p:spPr>
          <a:xfrm>
            <a:off x="7639050" y="5581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9" name="connector_692">
            <a:extLst>
              <a:ext uri="{FF2B5EF4-FFF2-40B4-BE49-F238E27FC236}">
                <a16:creationId xmlns:a16="http://schemas.microsoft.com/office/drawing/2014/main" id="{CD55BDB8-280F-4BF4-999E-76850AE478F4}"/>
              </a:ext>
            </a:extLst>
          </p:cNvPr>
          <p:cNvSpPr>
            <a:spLocks noGrp="1"/>
          </p:cNvSpPr>
          <p:nvPr/>
        </p:nvSpPr>
        <p:spPr>
          <a:xfrm>
            <a:off x="7639050" y="5705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0" name="connector_693">
            <a:extLst>
              <a:ext uri="{FF2B5EF4-FFF2-40B4-BE49-F238E27FC236}">
                <a16:creationId xmlns:a16="http://schemas.microsoft.com/office/drawing/2014/main" id="{F0785098-7897-4B5E-ACC6-583872C61B62}"/>
              </a:ext>
            </a:extLst>
          </p:cNvPr>
          <p:cNvSpPr>
            <a:spLocks noGrp="1"/>
          </p:cNvSpPr>
          <p:nvPr/>
        </p:nvSpPr>
        <p:spPr>
          <a:xfrm>
            <a:off x="7639050" y="5829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1" name="connector_694">
            <a:extLst>
              <a:ext uri="{FF2B5EF4-FFF2-40B4-BE49-F238E27FC236}">
                <a16:creationId xmlns:a16="http://schemas.microsoft.com/office/drawing/2014/main" id="{80A588FD-7C7D-4D20-B752-59DA85DFACF0}"/>
              </a:ext>
            </a:extLst>
          </p:cNvPr>
          <p:cNvSpPr>
            <a:spLocks noGrp="1"/>
          </p:cNvSpPr>
          <p:nvPr/>
        </p:nvSpPr>
        <p:spPr>
          <a:xfrm>
            <a:off x="7639050" y="5953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2" name="connector_695">
            <a:extLst>
              <a:ext uri="{FF2B5EF4-FFF2-40B4-BE49-F238E27FC236}">
                <a16:creationId xmlns:a16="http://schemas.microsoft.com/office/drawing/2014/main" id="{93C74C37-471B-45F9-8C49-76AA89EED0DE}"/>
              </a:ext>
            </a:extLst>
          </p:cNvPr>
          <p:cNvSpPr>
            <a:spLocks noGrp="1"/>
          </p:cNvSpPr>
          <p:nvPr/>
        </p:nvSpPr>
        <p:spPr>
          <a:xfrm>
            <a:off x="7639050" y="6076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3" name="text_697_V1：基础动态支持">
            <a:extLst>
              <a:ext uri="{FF2B5EF4-FFF2-40B4-BE49-F238E27FC236}">
                <a16:creationId xmlns:a16="http://schemas.microsoft.com/office/drawing/2014/main" id="{95EC8CA5-53B2-4016-B005-2D5C34C8FD18}"/>
              </a:ext>
            </a:extLst>
          </p:cNvPr>
          <p:cNvSpPr>
            <a:spLocks noGrp="1"/>
          </p:cNvSpPr>
          <p:nvPr/>
        </p:nvSpPr>
        <p:spPr>
          <a:xfrm>
            <a:off x="733425" y="1571625"/>
            <a:ext cx="2647950" cy="314325"/>
          </a:xfrm>
          <a:prstGeom prst="rect">
            <a:avLst/>
          </a:prstGeom>
          <a:noFill/>
          <a:ln w="9525">
            <a:noFill/>
          </a:ln>
        </p:spPr>
        <p:txBody>
          <a:bodyPr wrap="none" lIns="0" tIns="0" rIns="0" bIns="0" anchor="ctr">
            <a:noAutofit/>
          </a:bodyPr>
          <a:lstStyle/>
          <a:p>
            <a:pPr algn="l">
              <a:defRPr sz="1650" b="1">
                <a:solidFill>
                  <a:srgbClr val="000000"/>
                </a:solidFill>
                <a:latin typeface="Arial"/>
                <a:ea typeface="Arial"/>
                <a:cs typeface="Arial"/>
              </a:defRPr>
            </a:pPr>
            <a:r>
              <a:rPr sz="1650" b="1">
                <a:solidFill>
                  <a:srgbClr val="000000"/>
                </a:solidFill>
                <a:latin typeface="Arial"/>
                <a:ea typeface="Arial"/>
                <a:cs typeface="Arial"/>
              </a:rPr>
              <a:t>V1：基础动态支持</a:t>
            </a:r>
          </a:p>
        </p:txBody>
      </p:sp>
      <p:sp>
        <p:nvSpPr>
          <p:cNvPr id="95" name="text_701_Shape Contract 与动态 Kerne">
            <a:extLst>
              <a:ext uri="{FF2B5EF4-FFF2-40B4-BE49-F238E27FC236}">
                <a16:creationId xmlns:a16="http://schemas.microsoft.com/office/drawing/2014/main" id="{0F3BEDEF-C4CA-4B97-A771-300E7DBFA9DC}"/>
              </a:ext>
            </a:extLst>
          </p:cNvPr>
          <p:cNvSpPr>
            <a:spLocks noGrp="1"/>
          </p:cNvSpPr>
          <p:nvPr/>
        </p:nvSpPr>
        <p:spPr>
          <a:xfrm>
            <a:off x="752475" y="2024742"/>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dirty="0">
                <a:solidFill>
                  <a:srgbClr val="242424"/>
                </a:solidFill>
                <a:latin typeface="Arial"/>
                <a:ea typeface="Arial"/>
                <a:cs typeface="Arial"/>
              </a:rPr>
              <a:t>Shape Contract </a:t>
            </a:r>
            <a:r>
              <a:rPr sz="1365" b="0" dirty="0" err="1">
                <a:solidFill>
                  <a:srgbClr val="242424"/>
                </a:solidFill>
                <a:latin typeface="Arial"/>
                <a:ea typeface="Arial"/>
                <a:cs typeface="Arial"/>
              </a:rPr>
              <a:t>与动态</a:t>
            </a:r>
            <a:r>
              <a:rPr sz="1365" b="0" dirty="0">
                <a:solidFill>
                  <a:srgbClr val="242424"/>
                </a:solidFill>
                <a:latin typeface="Arial"/>
                <a:ea typeface="Arial"/>
                <a:cs typeface="Arial"/>
              </a:rPr>
              <a:t> Kernel</a:t>
            </a:r>
          </a:p>
        </p:txBody>
      </p:sp>
      <p:sp>
        <p:nvSpPr>
          <p:cNvPr id="96" name="text_703_多 Shape 正确性验证">
            <a:extLst>
              <a:ext uri="{FF2B5EF4-FFF2-40B4-BE49-F238E27FC236}">
                <a16:creationId xmlns:a16="http://schemas.microsoft.com/office/drawing/2014/main" id="{706AB062-9AEE-4B4C-9D87-2853E457FFF4}"/>
              </a:ext>
            </a:extLst>
          </p:cNvPr>
          <p:cNvSpPr>
            <a:spLocks noGrp="1"/>
          </p:cNvSpPr>
          <p:nvPr/>
        </p:nvSpPr>
        <p:spPr>
          <a:xfrm>
            <a:off x="752475" y="2272392"/>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dirty="0">
                <a:solidFill>
                  <a:srgbClr val="242424"/>
                </a:solidFill>
                <a:latin typeface="Arial"/>
                <a:ea typeface="Arial"/>
                <a:cs typeface="Arial"/>
              </a:rPr>
              <a:t>多 Shape </a:t>
            </a:r>
            <a:r>
              <a:rPr sz="1365" b="0" dirty="0" err="1">
                <a:solidFill>
                  <a:srgbClr val="242424"/>
                </a:solidFill>
                <a:latin typeface="Arial"/>
                <a:ea typeface="Arial"/>
                <a:cs typeface="Arial"/>
              </a:rPr>
              <a:t>正确性验证</a:t>
            </a:r>
            <a:endParaRPr sz="1365" b="0" dirty="0">
              <a:solidFill>
                <a:srgbClr val="242424"/>
              </a:solidFill>
              <a:latin typeface="Arial"/>
              <a:ea typeface="Arial"/>
              <a:cs typeface="Arial"/>
            </a:endParaRPr>
          </a:p>
        </p:txBody>
      </p:sp>
      <p:sp>
        <p:nvSpPr>
          <p:cNvPr id="97" name="text_705_初步 Shape-aware Config">
            <a:extLst>
              <a:ext uri="{FF2B5EF4-FFF2-40B4-BE49-F238E27FC236}">
                <a16:creationId xmlns:a16="http://schemas.microsoft.com/office/drawing/2014/main" id="{99C6891D-AA26-4657-B0B3-93A8DA4ECEEC}"/>
              </a:ext>
            </a:extLst>
          </p:cNvPr>
          <p:cNvSpPr>
            <a:spLocks noGrp="1"/>
          </p:cNvSpPr>
          <p:nvPr/>
        </p:nvSpPr>
        <p:spPr>
          <a:xfrm>
            <a:off x="752475" y="2520042"/>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dirty="0" err="1">
                <a:solidFill>
                  <a:srgbClr val="242424"/>
                </a:solidFill>
                <a:latin typeface="Arial"/>
                <a:ea typeface="Arial"/>
                <a:cs typeface="Arial"/>
              </a:rPr>
              <a:t>初步</a:t>
            </a:r>
            <a:r>
              <a:rPr sz="1365" b="0" dirty="0">
                <a:solidFill>
                  <a:srgbClr val="242424"/>
                </a:solidFill>
                <a:latin typeface="Arial"/>
                <a:ea typeface="Arial"/>
                <a:cs typeface="Arial"/>
              </a:rPr>
              <a:t> Shape-aware </a:t>
            </a:r>
            <a:r>
              <a:rPr sz="1365" b="0" dirty="0" err="1">
                <a:solidFill>
                  <a:srgbClr val="242424"/>
                </a:solidFill>
                <a:latin typeface="Arial"/>
                <a:ea typeface="Arial"/>
                <a:cs typeface="Arial"/>
              </a:rPr>
              <a:t>Config</a:t>
            </a:r>
            <a:endParaRPr sz="1365" b="0" dirty="0">
              <a:solidFill>
                <a:srgbClr val="242424"/>
              </a:solidFill>
              <a:latin typeface="Arial"/>
              <a:ea typeface="Arial"/>
              <a:cs typeface="Arial"/>
            </a:endParaRPr>
          </a:p>
        </p:txBody>
      </p:sp>
      <p:sp>
        <p:nvSpPr>
          <p:cNvPr id="100" name="text_709_V2：自动化参数搜索">
            <a:extLst>
              <a:ext uri="{FF2B5EF4-FFF2-40B4-BE49-F238E27FC236}">
                <a16:creationId xmlns:a16="http://schemas.microsoft.com/office/drawing/2014/main" id="{5EEF8570-D2ED-418F-9893-F231B80AA5CF}"/>
              </a:ext>
            </a:extLst>
          </p:cNvPr>
          <p:cNvSpPr>
            <a:spLocks noGrp="1"/>
          </p:cNvSpPr>
          <p:nvPr/>
        </p:nvSpPr>
        <p:spPr>
          <a:xfrm>
            <a:off x="733425" y="3133725"/>
            <a:ext cx="2647950" cy="314325"/>
          </a:xfrm>
          <a:prstGeom prst="rect">
            <a:avLst/>
          </a:prstGeom>
          <a:noFill/>
          <a:ln w="9525">
            <a:noFill/>
          </a:ln>
        </p:spPr>
        <p:txBody>
          <a:bodyPr wrap="none" lIns="0" tIns="0" rIns="0" bIns="0" anchor="ctr">
            <a:noAutofit/>
          </a:bodyPr>
          <a:lstStyle/>
          <a:p>
            <a:pPr algn="l">
              <a:defRPr sz="1650" b="1">
                <a:solidFill>
                  <a:srgbClr val="000000"/>
                </a:solidFill>
                <a:latin typeface="Arial"/>
                <a:ea typeface="Arial"/>
                <a:cs typeface="Arial"/>
              </a:defRPr>
            </a:pPr>
            <a:r>
              <a:rPr sz="1650" b="1">
                <a:solidFill>
                  <a:srgbClr val="000000"/>
                </a:solidFill>
                <a:latin typeface="Arial"/>
                <a:ea typeface="Arial"/>
                <a:cs typeface="Arial"/>
              </a:rPr>
              <a:t>V2：自动化参数搜索</a:t>
            </a:r>
          </a:p>
        </p:txBody>
      </p:sp>
      <p:sp>
        <p:nvSpPr>
          <p:cNvPr id="102" name="text_713_标准化搜索与性能筛选">
            <a:extLst>
              <a:ext uri="{FF2B5EF4-FFF2-40B4-BE49-F238E27FC236}">
                <a16:creationId xmlns:a16="http://schemas.microsoft.com/office/drawing/2014/main" id="{CA11CBEA-6223-4DC7-A087-061C7786B51D}"/>
              </a:ext>
            </a:extLst>
          </p:cNvPr>
          <p:cNvSpPr>
            <a:spLocks noGrp="1"/>
          </p:cNvSpPr>
          <p:nvPr/>
        </p:nvSpPr>
        <p:spPr>
          <a:xfrm>
            <a:off x="752475" y="3620044"/>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a:solidFill>
                  <a:srgbClr val="242424"/>
                </a:solidFill>
                <a:latin typeface="Arial"/>
                <a:ea typeface="Arial"/>
                <a:cs typeface="Arial"/>
              </a:rPr>
              <a:t>标准化搜索与性能筛选</a:t>
            </a:r>
          </a:p>
        </p:txBody>
      </p:sp>
      <p:sp>
        <p:nvSpPr>
          <p:cNvPr id="103" name="text_715_自动生成配置映射">
            <a:extLst>
              <a:ext uri="{FF2B5EF4-FFF2-40B4-BE49-F238E27FC236}">
                <a16:creationId xmlns:a16="http://schemas.microsoft.com/office/drawing/2014/main" id="{13680ED3-2AF1-424F-84D4-C4C0534EA780}"/>
              </a:ext>
            </a:extLst>
          </p:cNvPr>
          <p:cNvSpPr>
            <a:spLocks noGrp="1"/>
          </p:cNvSpPr>
          <p:nvPr/>
        </p:nvSpPr>
        <p:spPr>
          <a:xfrm>
            <a:off x="752475" y="3867694"/>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a:solidFill>
                  <a:srgbClr val="242424"/>
                </a:solidFill>
                <a:latin typeface="Arial"/>
                <a:ea typeface="Arial"/>
                <a:cs typeface="Arial"/>
              </a:rPr>
              <a:t>自动生成配置映射</a:t>
            </a:r>
          </a:p>
        </p:txBody>
      </p:sp>
      <p:sp>
        <p:nvSpPr>
          <p:cNvPr id="104" name="text_717_搜索记录与结果复用">
            <a:extLst>
              <a:ext uri="{FF2B5EF4-FFF2-40B4-BE49-F238E27FC236}">
                <a16:creationId xmlns:a16="http://schemas.microsoft.com/office/drawing/2014/main" id="{0F3DD508-5178-4BA1-9F89-9FBC68FB4E79}"/>
              </a:ext>
            </a:extLst>
          </p:cNvPr>
          <p:cNvSpPr>
            <a:spLocks noGrp="1"/>
          </p:cNvSpPr>
          <p:nvPr/>
        </p:nvSpPr>
        <p:spPr>
          <a:xfrm>
            <a:off x="752475" y="4115344"/>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a:solidFill>
                  <a:srgbClr val="242424"/>
                </a:solidFill>
                <a:latin typeface="Arial"/>
                <a:ea typeface="Arial"/>
                <a:cs typeface="Arial"/>
              </a:rPr>
              <a:t>搜索记录与结果复用</a:t>
            </a:r>
          </a:p>
        </p:txBody>
      </p:sp>
      <p:sp>
        <p:nvSpPr>
          <p:cNvPr id="107" name="text_721_V3：多 Kernel 适配">
            <a:extLst>
              <a:ext uri="{FF2B5EF4-FFF2-40B4-BE49-F238E27FC236}">
                <a16:creationId xmlns:a16="http://schemas.microsoft.com/office/drawing/2014/main" id="{25FEC0A2-8962-420C-809F-7438F6781E7C}"/>
              </a:ext>
            </a:extLst>
          </p:cNvPr>
          <p:cNvSpPr>
            <a:spLocks noGrp="1"/>
          </p:cNvSpPr>
          <p:nvPr/>
        </p:nvSpPr>
        <p:spPr>
          <a:xfrm>
            <a:off x="741477" y="4809716"/>
            <a:ext cx="2647950" cy="314325"/>
          </a:xfrm>
          <a:prstGeom prst="rect">
            <a:avLst/>
          </a:prstGeom>
          <a:noFill/>
          <a:ln w="9525">
            <a:noFill/>
          </a:ln>
        </p:spPr>
        <p:txBody>
          <a:bodyPr wrap="none" lIns="0" tIns="0" rIns="0" bIns="0" anchor="ctr">
            <a:noAutofit/>
          </a:bodyPr>
          <a:lstStyle/>
          <a:p>
            <a:pPr algn="l">
              <a:defRPr sz="1650" b="1">
                <a:solidFill>
                  <a:srgbClr val="000000"/>
                </a:solidFill>
                <a:latin typeface="Arial"/>
                <a:ea typeface="Arial"/>
                <a:cs typeface="Arial"/>
              </a:defRPr>
            </a:pPr>
            <a:r>
              <a:rPr sz="1650" b="1" dirty="0">
                <a:solidFill>
                  <a:srgbClr val="000000"/>
                </a:solidFill>
                <a:latin typeface="Arial"/>
                <a:ea typeface="Arial"/>
                <a:cs typeface="Arial"/>
              </a:rPr>
              <a:t>V3：多 Kernel </a:t>
            </a:r>
            <a:r>
              <a:rPr sz="1650" b="1" dirty="0" err="1">
                <a:solidFill>
                  <a:srgbClr val="000000"/>
                </a:solidFill>
                <a:latin typeface="Arial"/>
                <a:ea typeface="Arial"/>
                <a:cs typeface="Arial"/>
              </a:rPr>
              <a:t>适配</a:t>
            </a:r>
            <a:endParaRPr sz="1650" b="1" dirty="0">
              <a:solidFill>
                <a:srgbClr val="000000"/>
              </a:solidFill>
              <a:latin typeface="Arial"/>
              <a:ea typeface="Arial"/>
              <a:cs typeface="Arial"/>
            </a:endParaRPr>
          </a:p>
        </p:txBody>
      </p:sp>
      <p:sp>
        <p:nvSpPr>
          <p:cNvPr id="109" name="text_725_Family × Config 联合搜索">
            <a:extLst>
              <a:ext uri="{FF2B5EF4-FFF2-40B4-BE49-F238E27FC236}">
                <a16:creationId xmlns:a16="http://schemas.microsoft.com/office/drawing/2014/main" id="{EEEA8CC4-765F-4541-AEE9-3681256CF505}"/>
              </a:ext>
            </a:extLst>
          </p:cNvPr>
          <p:cNvSpPr>
            <a:spLocks noGrp="1"/>
          </p:cNvSpPr>
          <p:nvPr/>
        </p:nvSpPr>
        <p:spPr>
          <a:xfrm>
            <a:off x="731952" y="5295491"/>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dirty="0">
                <a:solidFill>
                  <a:srgbClr val="242424"/>
                </a:solidFill>
                <a:latin typeface="Arial"/>
                <a:ea typeface="Arial"/>
                <a:cs typeface="Arial"/>
              </a:rPr>
              <a:t>Family × </a:t>
            </a:r>
            <a:r>
              <a:rPr sz="1365" b="0" dirty="0" err="1">
                <a:solidFill>
                  <a:srgbClr val="242424"/>
                </a:solidFill>
                <a:latin typeface="Arial"/>
                <a:ea typeface="Arial"/>
                <a:cs typeface="Arial"/>
              </a:rPr>
              <a:t>Config</a:t>
            </a:r>
            <a:r>
              <a:rPr sz="1365" b="0" dirty="0">
                <a:solidFill>
                  <a:srgbClr val="242424"/>
                </a:solidFill>
                <a:latin typeface="Arial"/>
                <a:ea typeface="Arial"/>
                <a:cs typeface="Arial"/>
              </a:rPr>
              <a:t> </a:t>
            </a:r>
            <a:r>
              <a:rPr sz="1365" b="0" dirty="0" err="1">
                <a:solidFill>
                  <a:srgbClr val="242424"/>
                </a:solidFill>
                <a:latin typeface="Arial"/>
                <a:ea typeface="Arial"/>
                <a:cs typeface="Arial"/>
              </a:rPr>
              <a:t>联合搜索</a:t>
            </a:r>
            <a:endParaRPr sz="1365" b="0" dirty="0">
              <a:solidFill>
                <a:srgbClr val="242424"/>
              </a:solidFill>
              <a:latin typeface="Arial"/>
              <a:ea typeface="Arial"/>
              <a:cs typeface="Arial"/>
            </a:endParaRPr>
          </a:p>
        </p:txBody>
      </p:sp>
      <p:sp>
        <p:nvSpPr>
          <p:cNvPr id="110" name="text_727_Shape 特征驱动调度">
            <a:extLst>
              <a:ext uri="{FF2B5EF4-FFF2-40B4-BE49-F238E27FC236}">
                <a16:creationId xmlns:a16="http://schemas.microsoft.com/office/drawing/2014/main" id="{53E3A171-67D4-4C84-981A-86349F9E1C58}"/>
              </a:ext>
            </a:extLst>
          </p:cNvPr>
          <p:cNvSpPr>
            <a:spLocks noGrp="1"/>
          </p:cNvSpPr>
          <p:nvPr/>
        </p:nvSpPr>
        <p:spPr>
          <a:xfrm>
            <a:off x="731952" y="5543141"/>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dirty="0">
                <a:solidFill>
                  <a:srgbClr val="242424"/>
                </a:solidFill>
                <a:latin typeface="Arial"/>
                <a:ea typeface="Arial"/>
                <a:cs typeface="Arial"/>
              </a:rPr>
              <a:t>Shape </a:t>
            </a:r>
            <a:r>
              <a:rPr sz="1365" b="0" dirty="0" err="1">
                <a:solidFill>
                  <a:srgbClr val="242424"/>
                </a:solidFill>
                <a:latin typeface="Arial"/>
                <a:ea typeface="Arial"/>
                <a:cs typeface="Arial"/>
              </a:rPr>
              <a:t>特征驱动调度</a:t>
            </a:r>
            <a:endParaRPr sz="1365" b="0" dirty="0">
              <a:solidFill>
                <a:srgbClr val="242424"/>
              </a:solidFill>
              <a:latin typeface="Arial"/>
              <a:ea typeface="Arial"/>
              <a:cs typeface="Arial"/>
            </a:endParaRPr>
          </a:p>
        </p:txBody>
      </p:sp>
      <p:sp>
        <p:nvSpPr>
          <p:cNvPr id="111" name="text_729_面向 MLU 的硬件感知优化">
            <a:extLst>
              <a:ext uri="{FF2B5EF4-FFF2-40B4-BE49-F238E27FC236}">
                <a16:creationId xmlns:a16="http://schemas.microsoft.com/office/drawing/2014/main" id="{2B1415F6-7F34-4BC7-925F-CB4F443C57A2}"/>
              </a:ext>
            </a:extLst>
          </p:cNvPr>
          <p:cNvSpPr>
            <a:spLocks noGrp="1"/>
          </p:cNvSpPr>
          <p:nvPr/>
        </p:nvSpPr>
        <p:spPr>
          <a:xfrm>
            <a:off x="731952" y="5790791"/>
            <a:ext cx="2628900" cy="247650"/>
          </a:xfrm>
          <a:prstGeom prst="rect">
            <a:avLst/>
          </a:prstGeom>
          <a:noFill/>
          <a:ln w="9525">
            <a:noFill/>
          </a:ln>
        </p:spPr>
        <p:txBody>
          <a:bodyPr wrap="none" lIns="0" tIns="0" rIns="0" bIns="0" anchor="ctr">
            <a:noAutofit/>
          </a:bodyPr>
          <a:lstStyle/>
          <a:p>
            <a:pPr algn="l">
              <a:defRPr sz="1365" b="0">
                <a:solidFill>
                  <a:srgbClr val="242424"/>
                </a:solidFill>
                <a:latin typeface="Arial"/>
                <a:ea typeface="Arial"/>
                <a:cs typeface="Arial"/>
              </a:defRPr>
            </a:pPr>
            <a:r>
              <a:rPr sz="1365" b="0" dirty="0" err="1">
                <a:solidFill>
                  <a:srgbClr val="242424"/>
                </a:solidFill>
                <a:latin typeface="Arial"/>
                <a:ea typeface="Arial"/>
                <a:cs typeface="Arial"/>
              </a:rPr>
              <a:t>面向</a:t>
            </a:r>
            <a:r>
              <a:rPr sz="1365" b="0" dirty="0">
                <a:solidFill>
                  <a:srgbClr val="242424"/>
                </a:solidFill>
                <a:latin typeface="Arial"/>
                <a:ea typeface="Arial"/>
                <a:cs typeface="Arial"/>
              </a:rPr>
              <a:t> MLU </a:t>
            </a:r>
            <a:r>
              <a:rPr sz="1365" b="0" dirty="0" err="1">
                <a:solidFill>
                  <a:srgbClr val="242424"/>
                </a:solidFill>
                <a:latin typeface="Arial"/>
                <a:ea typeface="Arial"/>
                <a:cs typeface="Arial"/>
              </a:rPr>
              <a:t>的硬件感知优化</a:t>
            </a:r>
            <a:endParaRPr sz="1365" b="0" dirty="0">
              <a:solidFill>
                <a:srgbClr val="242424"/>
              </a:solidFill>
              <a:latin typeface="Arial"/>
              <a:ea typeface="Arial"/>
              <a:cs typeface="Arial"/>
            </a:endParaRPr>
          </a:p>
        </p:txBody>
      </p:sp>
      <p:sp>
        <p:nvSpPr>
          <p:cNvPr id="112" name="object_730">
            <a:extLst>
              <a:ext uri="{FF2B5EF4-FFF2-40B4-BE49-F238E27FC236}">
                <a16:creationId xmlns:a16="http://schemas.microsoft.com/office/drawing/2014/main" id="{A4A1ED46-D435-49AF-B579-EB8A2E6F9C23}"/>
              </a:ext>
            </a:extLst>
          </p:cNvPr>
          <p:cNvSpPr>
            <a:spLocks noGrp="1"/>
          </p:cNvSpPr>
          <p:nvPr/>
        </p:nvSpPr>
        <p:spPr>
          <a:xfrm>
            <a:off x="3810000" y="1533525"/>
            <a:ext cx="3676650" cy="476250"/>
          </a:xfrm>
          <a:prstGeom prst="rect">
            <a:avLst/>
          </a:prstGeom>
          <a:solidFill>
            <a:srgbClr val="F2F2F2"/>
          </a:solidFill>
          <a:ln w="19050">
            <a:solidFill>
              <a:srgbClr val="D7000F"/>
            </a:solidFill>
          </a:ln>
        </p:spPr>
      </p:sp>
      <p:sp>
        <p:nvSpPr>
          <p:cNvPr id="113" name="text_732_用户输入：需求 + Shape 范围 + 平台">
            <a:extLst>
              <a:ext uri="{FF2B5EF4-FFF2-40B4-BE49-F238E27FC236}">
                <a16:creationId xmlns:a16="http://schemas.microsoft.com/office/drawing/2014/main" id="{C2154524-E352-4B4E-B3EB-F17B39ACC293}"/>
              </a:ext>
            </a:extLst>
          </p:cNvPr>
          <p:cNvSpPr>
            <a:spLocks noGrp="1"/>
          </p:cNvSpPr>
          <p:nvPr/>
        </p:nvSpPr>
        <p:spPr>
          <a:xfrm>
            <a:off x="3876675" y="1581150"/>
            <a:ext cx="3543300" cy="381000"/>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用户输入：需求 + Shape 范围 + 平台</a:t>
            </a:r>
          </a:p>
        </p:txBody>
      </p:sp>
      <p:sp>
        <p:nvSpPr>
          <p:cNvPr id="116" name="object_735">
            <a:extLst>
              <a:ext uri="{FF2B5EF4-FFF2-40B4-BE49-F238E27FC236}">
                <a16:creationId xmlns:a16="http://schemas.microsoft.com/office/drawing/2014/main" id="{5E284218-43BF-4961-B024-70BB619E1BBE}"/>
              </a:ext>
            </a:extLst>
          </p:cNvPr>
          <p:cNvSpPr>
            <a:spLocks noGrp="1"/>
          </p:cNvSpPr>
          <p:nvPr/>
        </p:nvSpPr>
        <p:spPr>
          <a:xfrm>
            <a:off x="3810000" y="2276475"/>
            <a:ext cx="3676650" cy="571500"/>
          </a:xfrm>
          <a:prstGeom prst="rect">
            <a:avLst/>
          </a:prstGeom>
          <a:solidFill>
            <a:srgbClr val="FFFFFF"/>
          </a:solidFill>
          <a:ln w="19050">
            <a:solidFill>
              <a:srgbClr val="D7000F"/>
            </a:solidFill>
          </a:ln>
        </p:spPr>
      </p:sp>
      <p:sp>
        <p:nvSpPr>
          <p:cNvPr id="117" name="text_737_1  需求分析与 Shape 定义">
            <a:extLst>
              <a:ext uri="{FF2B5EF4-FFF2-40B4-BE49-F238E27FC236}">
                <a16:creationId xmlns:a16="http://schemas.microsoft.com/office/drawing/2014/main" id="{6B2A2022-3888-498B-946F-2AE18BDBC577}"/>
              </a:ext>
            </a:extLst>
          </p:cNvPr>
          <p:cNvSpPr>
            <a:spLocks noGrp="1"/>
          </p:cNvSpPr>
          <p:nvPr/>
        </p:nvSpPr>
        <p:spPr>
          <a:xfrm>
            <a:off x="3876675" y="2324100"/>
            <a:ext cx="3543300" cy="285750"/>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1  需求分析与 Shape 定义</a:t>
            </a:r>
          </a:p>
        </p:txBody>
      </p:sp>
      <p:sp>
        <p:nvSpPr>
          <p:cNvPr id="118" name="text_739_生成 Shape Contract 与约束">
            <a:extLst>
              <a:ext uri="{FF2B5EF4-FFF2-40B4-BE49-F238E27FC236}">
                <a16:creationId xmlns:a16="http://schemas.microsoft.com/office/drawing/2014/main" id="{5E957C79-CC75-48B5-8326-C537222E3367}"/>
              </a:ext>
            </a:extLst>
          </p:cNvPr>
          <p:cNvSpPr>
            <a:spLocks noGrp="1"/>
          </p:cNvSpPr>
          <p:nvPr/>
        </p:nvSpPr>
        <p:spPr>
          <a:xfrm>
            <a:off x="3886200" y="2533650"/>
            <a:ext cx="3524250" cy="257175"/>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生成 Shape Contract 与约束</a:t>
            </a:r>
          </a:p>
        </p:txBody>
      </p:sp>
      <p:sp>
        <p:nvSpPr>
          <p:cNvPr id="121" name="object_742">
            <a:extLst>
              <a:ext uri="{FF2B5EF4-FFF2-40B4-BE49-F238E27FC236}">
                <a16:creationId xmlns:a16="http://schemas.microsoft.com/office/drawing/2014/main" id="{912E9C70-F446-4ABF-8B22-25B1E5EF4A6F}"/>
              </a:ext>
            </a:extLst>
          </p:cNvPr>
          <p:cNvSpPr>
            <a:spLocks noGrp="1"/>
          </p:cNvSpPr>
          <p:nvPr/>
        </p:nvSpPr>
        <p:spPr>
          <a:xfrm>
            <a:off x="3810000" y="3079347"/>
            <a:ext cx="3676650" cy="571500"/>
          </a:xfrm>
          <a:prstGeom prst="rect">
            <a:avLst/>
          </a:prstGeom>
          <a:solidFill>
            <a:srgbClr val="FFFFFF"/>
          </a:solidFill>
          <a:ln w="19050">
            <a:solidFill>
              <a:srgbClr val="D7000F"/>
            </a:solidFill>
          </a:ln>
        </p:spPr>
      </p:sp>
      <p:sp>
        <p:nvSpPr>
          <p:cNvPr id="122" name="text_744_2  Kernel Family 设计与生成">
            <a:extLst>
              <a:ext uri="{FF2B5EF4-FFF2-40B4-BE49-F238E27FC236}">
                <a16:creationId xmlns:a16="http://schemas.microsoft.com/office/drawing/2014/main" id="{5DB90057-F5D7-4BDD-8BD8-BD483178C067}"/>
              </a:ext>
            </a:extLst>
          </p:cNvPr>
          <p:cNvSpPr>
            <a:spLocks noGrp="1"/>
          </p:cNvSpPr>
          <p:nvPr/>
        </p:nvSpPr>
        <p:spPr>
          <a:xfrm>
            <a:off x="3876675" y="3126972"/>
            <a:ext cx="3543300" cy="285750"/>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2  Kernel Family 设计与生成</a:t>
            </a:r>
          </a:p>
        </p:txBody>
      </p:sp>
      <p:sp>
        <p:nvSpPr>
          <p:cNvPr id="123" name="text_746_按 Shape 特征生成候选结构">
            <a:extLst>
              <a:ext uri="{FF2B5EF4-FFF2-40B4-BE49-F238E27FC236}">
                <a16:creationId xmlns:a16="http://schemas.microsoft.com/office/drawing/2014/main" id="{8A4C01D8-24D2-4AB0-949A-30A7A802F882}"/>
              </a:ext>
            </a:extLst>
          </p:cNvPr>
          <p:cNvSpPr>
            <a:spLocks noGrp="1"/>
          </p:cNvSpPr>
          <p:nvPr/>
        </p:nvSpPr>
        <p:spPr>
          <a:xfrm>
            <a:off x="3886200" y="3336522"/>
            <a:ext cx="3524250" cy="257175"/>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按 Shape 特征生成候选结构</a:t>
            </a:r>
          </a:p>
        </p:txBody>
      </p:sp>
      <p:sp>
        <p:nvSpPr>
          <p:cNvPr id="126" name="object_749">
            <a:extLst>
              <a:ext uri="{FF2B5EF4-FFF2-40B4-BE49-F238E27FC236}">
                <a16:creationId xmlns:a16="http://schemas.microsoft.com/office/drawing/2014/main" id="{46A2480B-F7CA-4CA9-84A6-175260393320}"/>
              </a:ext>
            </a:extLst>
          </p:cNvPr>
          <p:cNvSpPr>
            <a:spLocks noGrp="1"/>
          </p:cNvSpPr>
          <p:nvPr/>
        </p:nvSpPr>
        <p:spPr>
          <a:xfrm>
            <a:off x="3790950" y="3871913"/>
            <a:ext cx="3676650" cy="571500"/>
          </a:xfrm>
          <a:prstGeom prst="rect">
            <a:avLst/>
          </a:prstGeom>
          <a:solidFill>
            <a:srgbClr val="FFFFFF"/>
          </a:solidFill>
          <a:ln w="19050">
            <a:solidFill>
              <a:srgbClr val="D7000F"/>
            </a:solidFill>
          </a:ln>
        </p:spPr>
      </p:sp>
      <p:sp>
        <p:nvSpPr>
          <p:cNvPr id="127" name="text_751_3  参数搜索与性能评估">
            <a:extLst>
              <a:ext uri="{FF2B5EF4-FFF2-40B4-BE49-F238E27FC236}">
                <a16:creationId xmlns:a16="http://schemas.microsoft.com/office/drawing/2014/main" id="{394CEFFE-4531-4102-9386-2C684E255895}"/>
              </a:ext>
            </a:extLst>
          </p:cNvPr>
          <p:cNvSpPr>
            <a:spLocks noGrp="1"/>
          </p:cNvSpPr>
          <p:nvPr/>
        </p:nvSpPr>
        <p:spPr>
          <a:xfrm>
            <a:off x="3857625" y="3919538"/>
            <a:ext cx="3543300" cy="285750"/>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3  参数搜索与性能评估</a:t>
            </a:r>
          </a:p>
        </p:txBody>
      </p:sp>
      <p:sp>
        <p:nvSpPr>
          <p:cNvPr id="128" name="text_753_搜索 Config 并筛选执行组合">
            <a:extLst>
              <a:ext uri="{FF2B5EF4-FFF2-40B4-BE49-F238E27FC236}">
                <a16:creationId xmlns:a16="http://schemas.microsoft.com/office/drawing/2014/main" id="{38AB8CAD-3273-4FDE-AF54-541BD7B655D2}"/>
              </a:ext>
            </a:extLst>
          </p:cNvPr>
          <p:cNvSpPr>
            <a:spLocks noGrp="1"/>
          </p:cNvSpPr>
          <p:nvPr/>
        </p:nvSpPr>
        <p:spPr>
          <a:xfrm>
            <a:off x="3867150" y="4129088"/>
            <a:ext cx="3524250" cy="257175"/>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搜索 Config 并筛选执行组合</a:t>
            </a:r>
          </a:p>
        </p:txBody>
      </p:sp>
      <p:sp>
        <p:nvSpPr>
          <p:cNvPr id="131" name="object_756">
            <a:extLst>
              <a:ext uri="{FF2B5EF4-FFF2-40B4-BE49-F238E27FC236}">
                <a16:creationId xmlns:a16="http://schemas.microsoft.com/office/drawing/2014/main" id="{D1159711-FBD8-4C0B-9770-CF94C2B76CA1}"/>
              </a:ext>
            </a:extLst>
          </p:cNvPr>
          <p:cNvSpPr>
            <a:spLocks noGrp="1"/>
          </p:cNvSpPr>
          <p:nvPr/>
        </p:nvSpPr>
        <p:spPr>
          <a:xfrm>
            <a:off x="3810000" y="4746444"/>
            <a:ext cx="3676650" cy="571500"/>
          </a:xfrm>
          <a:prstGeom prst="rect">
            <a:avLst/>
          </a:prstGeom>
          <a:solidFill>
            <a:srgbClr val="FFFFFF"/>
          </a:solidFill>
          <a:ln w="19050">
            <a:solidFill>
              <a:srgbClr val="D7000F"/>
            </a:solidFill>
          </a:ln>
        </p:spPr>
      </p:sp>
      <p:sp>
        <p:nvSpPr>
          <p:cNvPr id="132" name="text_758_4  验证与回归">
            <a:extLst>
              <a:ext uri="{FF2B5EF4-FFF2-40B4-BE49-F238E27FC236}">
                <a16:creationId xmlns:a16="http://schemas.microsoft.com/office/drawing/2014/main" id="{379DAE14-B846-49F9-828B-28B0DFABAA34}"/>
              </a:ext>
            </a:extLst>
          </p:cNvPr>
          <p:cNvSpPr>
            <a:spLocks noGrp="1"/>
          </p:cNvSpPr>
          <p:nvPr/>
        </p:nvSpPr>
        <p:spPr>
          <a:xfrm>
            <a:off x="3876675" y="4794069"/>
            <a:ext cx="3543300" cy="285750"/>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a:solidFill>
                  <a:srgbClr val="000000"/>
                </a:solidFill>
                <a:latin typeface="Arial"/>
                <a:ea typeface="Arial"/>
                <a:cs typeface="Arial"/>
              </a:rPr>
              <a:t>4  验证与回归</a:t>
            </a:r>
          </a:p>
        </p:txBody>
      </p:sp>
      <p:sp>
        <p:nvSpPr>
          <p:cNvPr id="133" name="text_760_覆盖多 Shape 正确性与性能测试">
            <a:extLst>
              <a:ext uri="{FF2B5EF4-FFF2-40B4-BE49-F238E27FC236}">
                <a16:creationId xmlns:a16="http://schemas.microsoft.com/office/drawing/2014/main" id="{9C228179-F6E0-45B7-8C20-5C4FA8754DE6}"/>
              </a:ext>
            </a:extLst>
          </p:cNvPr>
          <p:cNvSpPr>
            <a:spLocks noGrp="1"/>
          </p:cNvSpPr>
          <p:nvPr/>
        </p:nvSpPr>
        <p:spPr>
          <a:xfrm>
            <a:off x="3886200" y="5003619"/>
            <a:ext cx="3524250" cy="257175"/>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覆盖多 Shape 正确性与性能测试</a:t>
            </a:r>
          </a:p>
        </p:txBody>
      </p:sp>
      <p:sp>
        <p:nvSpPr>
          <p:cNvPr id="136" name="object_763">
            <a:extLst>
              <a:ext uri="{FF2B5EF4-FFF2-40B4-BE49-F238E27FC236}">
                <a16:creationId xmlns:a16="http://schemas.microsoft.com/office/drawing/2014/main" id="{EB326376-4F25-4CFE-B446-3B0C16B27ECF}"/>
              </a:ext>
            </a:extLst>
          </p:cNvPr>
          <p:cNvSpPr>
            <a:spLocks noGrp="1"/>
          </p:cNvSpPr>
          <p:nvPr/>
        </p:nvSpPr>
        <p:spPr>
          <a:xfrm>
            <a:off x="3834629" y="5654040"/>
            <a:ext cx="3676650" cy="571500"/>
          </a:xfrm>
          <a:prstGeom prst="rect">
            <a:avLst/>
          </a:prstGeom>
          <a:solidFill>
            <a:srgbClr val="FFFFFF"/>
          </a:solidFill>
          <a:ln w="19050">
            <a:solidFill>
              <a:srgbClr val="D7000F"/>
            </a:solidFill>
          </a:ln>
        </p:spPr>
      </p:sp>
      <p:sp>
        <p:nvSpPr>
          <p:cNvPr id="137" name="text_765_5  生成部署包">
            <a:extLst>
              <a:ext uri="{FF2B5EF4-FFF2-40B4-BE49-F238E27FC236}">
                <a16:creationId xmlns:a16="http://schemas.microsoft.com/office/drawing/2014/main" id="{9147E4D2-88E7-4DDD-89C8-AF0B05FBA24E}"/>
              </a:ext>
            </a:extLst>
          </p:cNvPr>
          <p:cNvSpPr>
            <a:spLocks noGrp="1"/>
          </p:cNvSpPr>
          <p:nvPr/>
        </p:nvSpPr>
        <p:spPr>
          <a:xfrm>
            <a:off x="3901304" y="5701665"/>
            <a:ext cx="3543300" cy="285750"/>
          </a:xfrm>
          <a:prstGeom prst="rect">
            <a:avLst/>
          </a:prstGeom>
          <a:noFill/>
          <a:ln w="9525">
            <a:noFill/>
          </a:ln>
        </p:spPr>
        <p:txBody>
          <a:bodyPr wrap="none" lIns="0" tIns="0" rIns="0" bIns="0" anchor="ctr">
            <a:noAutofit/>
          </a:bodyPr>
          <a:lstStyle/>
          <a:p>
            <a:pPr algn="ctr">
              <a:defRPr sz="1500" b="1">
                <a:solidFill>
                  <a:srgbClr val="000000"/>
                </a:solidFill>
                <a:latin typeface="Arial"/>
                <a:ea typeface="Arial"/>
                <a:cs typeface="Arial"/>
              </a:defRPr>
            </a:pPr>
            <a:r>
              <a:rPr sz="1500" b="1" dirty="0">
                <a:solidFill>
                  <a:srgbClr val="000000"/>
                </a:solidFill>
                <a:latin typeface="Arial"/>
                <a:ea typeface="Arial"/>
                <a:cs typeface="Arial"/>
              </a:rPr>
              <a:t>5  </a:t>
            </a:r>
            <a:r>
              <a:rPr sz="1500" b="1" dirty="0" err="1" smtClean="0">
                <a:solidFill>
                  <a:srgbClr val="000000"/>
                </a:solidFill>
                <a:latin typeface="Arial"/>
                <a:ea typeface="Arial"/>
                <a:cs typeface="Arial"/>
              </a:rPr>
              <a:t>生成</a:t>
            </a:r>
            <a:r>
              <a:rPr lang="zh-CN" altLang="en-US" sz="1500" b="1" dirty="0" smtClean="0">
                <a:solidFill>
                  <a:srgbClr val="000000"/>
                </a:solidFill>
                <a:latin typeface="Arial"/>
                <a:ea typeface="Arial"/>
                <a:cs typeface="Arial"/>
              </a:rPr>
              <a:t>算子</a:t>
            </a:r>
            <a:endParaRPr sz="1500" b="1" dirty="0">
              <a:solidFill>
                <a:srgbClr val="000000"/>
              </a:solidFill>
              <a:latin typeface="Arial"/>
              <a:ea typeface="Arial"/>
              <a:cs typeface="Arial"/>
            </a:endParaRPr>
          </a:p>
        </p:txBody>
      </p:sp>
      <p:sp>
        <p:nvSpPr>
          <p:cNvPr id="138" name="text_767_输出 Kernel、调度逻辑、配置文件">
            <a:extLst>
              <a:ext uri="{FF2B5EF4-FFF2-40B4-BE49-F238E27FC236}">
                <a16:creationId xmlns:a16="http://schemas.microsoft.com/office/drawing/2014/main" id="{BA80C9DA-336A-4B27-9746-C4D6396985EB}"/>
              </a:ext>
            </a:extLst>
          </p:cNvPr>
          <p:cNvSpPr>
            <a:spLocks noGrp="1"/>
          </p:cNvSpPr>
          <p:nvPr/>
        </p:nvSpPr>
        <p:spPr>
          <a:xfrm>
            <a:off x="3910829" y="5911215"/>
            <a:ext cx="3524250" cy="257175"/>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输出 Kernel、调度逻辑、配置文件</a:t>
            </a:r>
          </a:p>
        </p:txBody>
      </p:sp>
      <p:graphicFrame>
        <p:nvGraphicFramePr>
          <p:cNvPr id="289" name="表格 288"/>
          <p:cNvGraphicFramePr/>
          <p:nvPr>
            <p:extLst>
              <p:ext uri="{D42A27DB-BD31-4B8C-83A1-F6EECF244321}">
                <p14:modId xmlns:p14="http://schemas.microsoft.com/office/powerpoint/2010/main" val="2827589861"/>
              </p:ext>
            </p:extLst>
          </p:nvPr>
        </p:nvGraphicFramePr>
        <p:xfrm>
          <a:off x="7829550" y="1543050"/>
          <a:ext cx="3714750" cy="2809877"/>
        </p:xfrm>
        <a:graphic>
          <a:graphicData uri="http://schemas.openxmlformats.org/drawingml/2006/table">
            <a:tbl>
              <a:tblPr/>
              <a:tblGrid>
                <a:gridCol w="1300163">
                  <a:extLst>
                    <a:ext uri="{9D8B030D-6E8A-4147-A177-3AD203B41FA5}">
                      <a16:colId xmlns:a16="http://schemas.microsoft.com/office/drawing/2014/main" val="20000"/>
                    </a:ext>
                  </a:extLst>
                </a:gridCol>
                <a:gridCol w="520065">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50081">
                  <a:extLst>
                    <a:ext uri="{9D8B030D-6E8A-4147-A177-3AD203B41FA5}">
                      <a16:colId xmlns:a16="http://schemas.microsoft.com/office/drawing/2014/main" val="20003"/>
                    </a:ext>
                  </a:extLst>
                </a:gridCol>
                <a:gridCol w="650081">
                  <a:extLst>
                    <a:ext uri="{9D8B030D-6E8A-4147-A177-3AD203B41FA5}">
                      <a16:colId xmlns:a16="http://schemas.microsoft.com/office/drawing/2014/main" val="20004"/>
                    </a:ext>
                  </a:extLst>
                </a:gridCol>
              </a:tblGrid>
              <a:tr h="401411">
                <a:tc>
                  <a:txBody>
                    <a:bodyPr/>
                    <a:lstStyle/>
                    <a:p>
                      <a:pPr algn="ctr"/>
                      <a:r>
                        <a:rPr sz="1148" b="1">
                          <a:solidFill>
                            <a:srgbClr val="000000"/>
                          </a:solidFill>
                          <a:latin typeface="Arial"/>
                          <a:ea typeface="Arial"/>
                          <a:cs typeface="Arial"/>
                        </a:rPr>
                        <a:t>能力项</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148" b="1">
                          <a:solidFill>
                            <a:srgbClr val="000000"/>
                          </a:solidFill>
                          <a:latin typeface="Arial"/>
                          <a:ea typeface="Arial"/>
                          <a:cs typeface="Arial"/>
                        </a:rPr>
                        <a:t>静态</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148" b="1">
                          <a:solidFill>
                            <a:srgbClr val="000000"/>
                          </a:solidFill>
                          <a:latin typeface="Arial"/>
                          <a:ea typeface="Arial"/>
                          <a:cs typeface="Arial"/>
                        </a:rPr>
                        <a:t>V1</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148" b="1">
                          <a:solidFill>
                            <a:srgbClr val="000000"/>
                          </a:solidFill>
                          <a:latin typeface="Arial"/>
                          <a:ea typeface="Arial"/>
                          <a:cs typeface="Arial"/>
                        </a:rPr>
                        <a:t>V2</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148" b="1">
                          <a:solidFill>
                            <a:srgbClr val="000000"/>
                          </a:solidFill>
                          <a:latin typeface="Arial"/>
                          <a:ea typeface="Arial"/>
                          <a:cs typeface="Arial"/>
                        </a:rPr>
                        <a:t>V3</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extLst>
                  <a:ext uri="{0D108BD9-81ED-4DB2-BD59-A6C34878D82A}">
                    <a16:rowId xmlns:a16="http://schemas.microsoft.com/office/drawing/2014/main" val="10000"/>
                  </a:ext>
                </a:extLst>
              </a:tr>
              <a:tr h="401411">
                <a:tc>
                  <a:txBody>
                    <a:bodyPr/>
                    <a:lstStyle/>
                    <a:p>
                      <a:pPr algn="ctr"/>
                      <a:r>
                        <a:rPr lang="en-US" altLang="zh-CN" sz="1148" b="0" dirty="0" err="1" smtClean="0">
                          <a:solidFill>
                            <a:srgbClr val="000000"/>
                          </a:solidFill>
                          <a:latin typeface="Arial"/>
                          <a:ea typeface="Arial"/>
                          <a:cs typeface="Arial"/>
                        </a:rPr>
                        <a:t>softmax</a:t>
                      </a:r>
                      <a:endParaRPr sz="1148" b="0" dirty="0">
                        <a:solidFill>
                          <a:srgbClr val="000000"/>
                        </a:solidFill>
                        <a:latin typeface="Arial"/>
                        <a:ea typeface="Arial"/>
                        <a:cs typeface="Arial"/>
                      </a:endParaRP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dirty="0"/>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1"/>
                  </a:ext>
                </a:extLst>
              </a:tr>
              <a:tr h="401411">
                <a:tc>
                  <a:txBody>
                    <a:bodyPr/>
                    <a:lstStyle/>
                    <a:p>
                      <a:pPr algn="ctr"/>
                      <a:r>
                        <a:rPr lang="en-US" altLang="zh-CN" sz="1148" b="0" dirty="0" err="1" smtClean="0">
                          <a:solidFill>
                            <a:srgbClr val="000000"/>
                          </a:solidFill>
                          <a:latin typeface="Arial"/>
                          <a:ea typeface="Arial"/>
                          <a:cs typeface="Arial"/>
                        </a:rPr>
                        <a:t>layernorm</a:t>
                      </a:r>
                      <a:endParaRPr sz="1148" b="0" dirty="0">
                        <a:solidFill>
                          <a:srgbClr val="000000"/>
                        </a:solidFill>
                        <a:latin typeface="Arial"/>
                        <a:ea typeface="Arial"/>
                        <a:cs typeface="Arial"/>
                      </a:endParaRP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2"/>
                  </a:ext>
                </a:extLst>
              </a:tr>
              <a:tr h="401411">
                <a:tc>
                  <a:txBody>
                    <a:bodyPr/>
                    <a:lstStyle/>
                    <a:p>
                      <a:pPr algn="ctr"/>
                      <a:r>
                        <a:rPr lang="en-US" altLang="zh-CN" sz="1148" b="0" dirty="0" err="1" smtClean="0">
                          <a:solidFill>
                            <a:srgbClr val="000000"/>
                          </a:solidFill>
                          <a:latin typeface="Arial"/>
                          <a:ea typeface="Arial"/>
                          <a:cs typeface="Arial"/>
                        </a:rPr>
                        <a:t>rmsnorm</a:t>
                      </a:r>
                      <a:endParaRPr sz="1148" b="0" dirty="0">
                        <a:solidFill>
                          <a:srgbClr val="000000"/>
                        </a:solidFill>
                        <a:latin typeface="Arial"/>
                        <a:ea typeface="Arial"/>
                        <a:cs typeface="Arial"/>
                      </a:endParaRP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3"/>
                  </a:ext>
                </a:extLst>
              </a:tr>
              <a:tr h="401411">
                <a:tc>
                  <a:txBody>
                    <a:bodyPr/>
                    <a:lstStyle/>
                    <a:p>
                      <a:pPr algn="ctr"/>
                      <a:r>
                        <a:rPr lang="en-US" altLang="zh-CN" sz="1148" b="0" dirty="0" err="1" smtClean="0">
                          <a:solidFill>
                            <a:srgbClr val="000000"/>
                          </a:solidFill>
                          <a:latin typeface="Arial"/>
                          <a:ea typeface="Arial"/>
                          <a:cs typeface="Arial"/>
                        </a:rPr>
                        <a:t>gelu</a:t>
                      </a:r>
                      <a:endParaRPr sz="1148" b="0" dirty="0">
                        <a:solidFill>
                          <a:srgbClr val="000000"/>
                        </a:solidFill>
                        <a:latin typeface="Arial"/>
                        <a:ea typeface="Arial"/>
                        <a:cs typeface="Arial"/>
                      </a:endParaRP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4"/>
                  </a:ext>
                </a:extLst>
              </a:tr>
              <a:tr h="401411">
                <a:tc>
                  <a:txBody>
                    <a:bodyPr/>
                    <a:lstStyle/>
                    <a:p>
                      <a:pPr algn="ctr"/>
                      <a:r>
                        <a:rPr lang="en-US" altLang="zh-CN" sz="1148" b="0" dirty="0" err="1" smtClean="0">
                          <a:solidFill>
                            <a:srgbClr val="000000"/>
                          </a:solidFill>
                          <a:latin typeface="Arial"/>
                          <a:ea typeface="Arial"/>
                          <a:cs typeface="Arial"/>
                        </a:rPr>
                        <a:t>matmul</a:t>
                      </a:r>
                      <a:endParaRPr sz="1148" b="0" dirty="0">
                        <a:solidFill>
                          <a:srgbClr val="000000"/>
                        </a:solidFill>
                        <a:latin typeface="Arial"/>
                        <a:ea typeface="Arial"/>
                        <a:cs typeface="Arial"/>
                      </a:endParaRP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endParaRPr lang="zh-CN" altLang="en-US" dirty="0"/>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5"/>
                  </a:ext>
                </a:extLst>
              </a:tr>
              <a:tr h="401411">
                <a:tc>
                  <a:txBody>
                    <a:bodyPr/>
                    <a:lstStyle/>
                    <a:p>
                      <a:pPr algn="ctr"/>
                      <a:r>
                        <a:rPr sz="1148" b="0">
                          <a:solidFill>
                            <a:srgbClr val="000000"/>
                          </a:solidFill>
                          <a:latin typeface="Arial"/>
                          <a:ea typeface="Arial"/>
                          <a:cs typeface="Arial"/>
                        </a:rPr>
                        <a:t>Shape 范围</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148" b="0">
                          <a:solidFill>
                            <a:srgbClr val="000000"/>
                          </a:solidFill>
                          <a:latin typeface="Arial"/>
                          <a:ea typeface="Arial"/>
                          <a:cs typeface="Arial"/>
                        </a:rPr>
                        <a:t>单一</a:t>
                      </a: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148" b="0" dirty="0" err="1" smtClean="0">
                          <a:solidFill>
                            <a:srgbClr val="000000"/>
                          </a:solidFill>
                          <a:latin typeface="Arial"/>
                          <a:ea typeface="Arial"/>
                          <a:cs typeface="Arial"/>
                        </a:rPr>
                        <a:t>范围</a:t>
                      </a:r>
                      <a:endParaRPr sz="1148" b="0" dirty="0">
                        <a:solidFill>
                          <a:srgbClr val="000000"/>
                        </a:solidFill>
                        <a:latin typeface="Arial"/>
                        <a:ea typeface="Arial"/>
                        <a:cs typeface="Arial"/>
                      </a:endParaRP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148" b="0" dirty="0" err="1" smtClean="0">
                          <a:solidFill>
                            <a:srgbClr val="000000"/>
                          </a:solidFill>
                          <a:latin typeface="Arial"/>
                          <a:ea typeface="Arial"/>
                          <a:cs typeface="Arial"/>
                        </a:rPr>
                        <a:t>范围</a:t>
                      </a:r>
                      <a:endParaRPr sz="1148" b="0" dirty="0">
                        <a:solidFill>
                          <a:srgbClr val="000000"/>
                        </a:solidFill>
                        <a:latin typeface="Arial"/>
                        <a:ea typeface="Arial"/>
                        <a:cs typeface="Arial"/>
                      </a:endParaRP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148" b="0" dirty="0" err="1" smtClean="0">
                          <a:solidFill>
                            <a:srgbClr val="000000"/>
                          </a:solidFill>
                          <a:latin typeface="Arial"/>
                          <a:ea typeface="Arial"/>
                          <a:cs typeface="Arial"/>
                        </a:rPr>
                        <a:t>范围</a:t>
                      </a:r>
                      <a:endParaRPr sz="1148" b="0" dirty="0">
                        <a:solidFill>
                          <a:srgbClr val="000000"/>
                        </a:solidFill>
                        <a:latin typeface="Arial"/>
                        <a:ea typeface="Arial"/>
                        <a:cs typeface="Arial"/>
                      </a:endParaRPr>
                    </a:p>
                  </a:txBody>
                  <a:tcPr marL="28575" marR="28575"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6"/>
                  </a:ext>
                </a:extLst>
              </a:tr>
            </a:tbl>
          </a:graphicData>
        </a:graphic>
      </p:graphicFrame>
      <p:sp>
        <p:nvSpPr>
          <p:cNvPr id="141" name="text_771_✓ 支持    △ 初步支持    × 不支持">
            <a:extLst>
              <a:ext uri="{FF2B5EF4-FFF2-40B4-BE49-F238E27FC236}">
                <a16:creationId xmlns:a16="http://schemas.microsoft.com/office/drawing/2014/main" id="{1A86A0C8-5993-4073-AE87-50570B253DCE}"/>
              </a:ext>
            </a:extLst>
          </p:cNvPr>
          <p:cNvSpPr>
            <a:spLocks noGrp="1"/>
          </p:cNvSpPr>
          <p:nvPr/>
        </p:nvSpPr>
        <p:spPr>
          <a:xfrm>
            <a:off x="7839075" y="4457700"/>
            <a:ext cx="4100376" cy="228600"/>
          </a:xfrm>
          <a:prstGeom prst="rect">
            <a:avLst/>
          </a:prstGeom>
          <a:noFill/>
          <a:ln w="9525">
            <a:noFill/>
          </a:ln>
        </p:spPr>
        <p:txBody>
          <a:bodyPr wrap="none" lIns="0" tIns="0" rIns="0" bIns="0" anchor="ctr">
            <a:noAutofit/>
          </a:bodyPr>
          <a:lstStyle/>
          <a:p>
            <a:pPr algn="l">
              <a:defRPr sz="1200" b="0">
                <a:solidFill>
                  <a:srgbClr val="242424"/>
                </a:solidFill>
                <a:latin typeface="Arial"/>
                <a:ea typeface="Arial"/>
                <a:cs typeface="Arial"/>
              </a:defRPr>
            </a:pPr>
            <a:r>
              <a:rPr lang="zh-CN" altLang="en-US" sz="1200" b="0" dirty="0" smtClean="0">
                <a:solidFill>
                  <a:srgbClr val="242424"/>
                </a:solidFill>
                <a:latin typeface="Arial"/>
                <a:ea typeface="Arial"/>
                <a:cs typeface="Arial"/>
              </a:rPr>
              <a:t>值为</a:t>
            </a:r>
            <a:r>
              <a:rPr lang="zh-CN" altLang="en-US" sz="1200" b="1" dirty="0" smtClean="0">
                <a:solidFill>
                  <a:srgbClr val="242424"/>
                </a:solidFill>
                <a:latin typeface="Arial"/>
                <a:ea typeface="Arial"/>
                <a:cs typeface="Arial"/>
              </a:rPr>
              <a:t>相比</a:t>
            </a:r>
            <a:r>
              <a:rPr lang="en-US" altLang="zh-CN" sz="1200" b="1" dirty="0" err="1" smtClean="0">
                <a:solidFill>
                  <a:srgbClr val="242424"/>
                </a:solidFill>
                <a:latin typeface="Arial"/>
                <a:ea typeface="Arial"/>
                <a:cs typeface="Arial"/>
              </a:rPr>
              <a:t>pytorch</a:t>
            </a:r>
            <a:r>
              <a:rPr lang="zh-CN" altLang="en-US" sz="1200" b="1" dirty="0" smtClean="0">
                <a:solidFill>
                  <a:srgbClr val="242424"/>
                </a:solidFill>
                <a:latin typeface="Arial"/>
                <a:ea typeface="Arial"/>
                <a:cs typeface="Arial"/>
              </a:rPr>
              <a:t>官方算子</a:t>
            </a:r>
            <a:r>
              <a:rPr lang="zh-CN" altLang="en-US" sz="1200" dirty="0" smtClean="0">
                <a:solidFill>
                  <a:srgbClr val="242424"/>
                </a:solidFill>
                <a:latin typeface="Arial"/>
                <a:ea typeface="Arial"/>
                <a:cs typeface="Arial"/>
              </a:rPr>
              <a:t>的</a:t>
            </a:r>
            <a:r>
              <a:rPr lang="zh-CN" altLang="en-US" sz="1200" b="0" dirty="0" smtClean="0">
                <a:solidFill>
                  <a:srgbClr val="242424"/>
                </a:solidFill>
                <a:latin typeface="Arial"/>
                <a:ea typeface="Arial"/>
                <a:cs typeface="Arial"/>
              </a:rPr>
              <a:t>加速比。</a:t>
            </a:r>
            <a:endParaRPr lang="en-US" altLang="zh-CN" sz="1200" b="0" dirty="0" smtClean="0">
              <a:solidFill>
                <a:srgbClr val="242424"/>
              </a:solidFill>
              <a:latin typeface="Arial"/>
              <a:ea typeface="Arial"/>
              <a:cs typeface="Arial"/>
            </a:endParaRPr>
          </a:p>
          <a:p>
            <a:pPr algn="l">
              <a:defRPr sz="1200" b="0">
                <a:solidFill>
                  <a:srgbClr val="242424"/>
                </a:solidFill>
                <a:latin typeface="Arial"/>
                <a:ea typeface="Arial"/>
                <a:cs typeface="Arial"/>
              </a:defRPr>
            </a:pPr>
            <a:r>
              <a:rPr lang="zh-CN" altLang="en-US" sz="1200" b="0" dirty="0" smtClean="0">
                <a:solidFill>
                  <a:srgbClr val="242424"/>
                </a:solidFill>
                <a:latin typeface="Arial"/>
                <a:ea typeface="Arial"/>
                <a:cs typeface="Arial"/>
              </a:rPr>
              <a:t>每个算子开发完成之后随机测试</a:t>
            </a:r>
            <a:r>
              <a:rPr lang="en-US" altLang="zh-CN" sz="1200" b="0" dirty="0" smtClean="0">
                <a:solidFill>
                  <a:srgbClr val="242424"/>
                </a:solidFill>
                <a:latin typeface="Arial"/>
                <a:ea typeface="Arial"/>
                <a:cs typeface="Arial"/>
              </a:rPr>
              <a:t>144</a:t>
            </a:r>
            <a:r>
              <a:rPr lang="zh-CN" altLang="en-US" sz="1200" b="0" dirty="0" smtClean="0">
                <a:solidFill>
                  <a:srgbClr val="242424"/>
                </a:solidFill>
                <a:latin typeface="Arial"/>
                <a:ea typeface="Arial"/>
                <a:cs typeface="Arial"/>
              </a:rPr>
              <a:t>个</a:t>
            </a:r>
            <a:r>
              <a:rPr lang="en-US" altLang="zh-CN" sz="1200" b="0" dirty="0" smtClean="0">
                <a:solidFill>
                  <a:srgbClr val="242424"/>
                </a:solidFill>
                <a:latin typeface="Arial"/>
                <a:ea typeface="Arial"/>
                <a:cs typeface="Arial"/>
              </a:rPr>
              <a:t>shape</a:t>
            </a:r>
            <a:endParaRPr sz="1200" b="0" dirty="0">
              <a:solidFill>
                <a:srgbClr val="242424"/>
              </a:solidFill>
              <a:latin typeface="Arial"/>
              <a:ea typeface="Arial"/>
              <a:cs typeface="Arial"/>
            </a:endParaRPr>
          </a:p>
        </p:txBody>
      </p:sp>
      <p:sp>
        <p:nvSpPr>
          <p:cNvPr id="142" name="text_773_最终能力">
            <a:extLst>
              <a:ext uri="{FF2B5EF4-FFF2-40B4-BE49-F238E27FC236}">
                <a16:creationId xmlns:a16="http://schemas.microsoft.com/office/drawing/2014/main" id="{B71ADD5B-0A1D-4FDC-853E-EA7EFA84485C}"/>
              </a:ext>
            </a:extLst>
          </p:cNvPr>
          <p:cNvSpPr>
            <a:spLocks noGrp="1"/>
          </p:cNvSpPr>
          <p:nvPr/>
        </p:nvSpPr>
        <p:spPr>
          <a:xfrm>
            <a:off x="8135983" y="4860336"/>
            <a:ext cx="3714750" cy="276225"/>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dirty="0" err="1">
                <a:solidFill>
                  <a:srgbClr val="D7000F"/>
                </a:solidFill>
                <a:latin typeface="Arial"/>
                <a:ea typeface="Arial"/>
                <a:cs typeface="Arial"/>
              </a:rPr>
              <a:t>最终能力</a:t>
            </a:r>
            <a:endParaRPr sz="1725" b="1" dirty="0">
              <a:solidFill>
                <a:srgbClr val="D7000F"/>
              </a:solidFill>
              <a:latin typeface="Arial"/>
              <a:ea typeface="Arial"/>
              <a:cs typeface="Arial"/>
            </a:endParaRPr>
          </a:p>
        </p:txBody>
      </p:sp>
      <p:sp>
        <p:nvSpPr>
          <p:cNvPr id="143" name="text_775_多 Shape、多场景适配">
            <a:extLst>
              <a:ext uri="{FF2B5EF4-FFF2-40B4-BE49-F238E27FC236}">
                <a16:creationId xmlns:a16="http://schemas.microsoft.com/office/drawing/2014/main" id="{437F9B30-D75C-496F-B03A-1516B2D12B35}"/>
              </a:ext>
            </a:extLst>
          </p:cNvPr>
          <p:cNvSpPr>
            <a:spLocks noGrp="1"/>
          </p:cNvSpPr>
          <p:nvPr/>
        </p:nvSpPr>
        <p:spPr>
          <a:xfrm>
            <a:off x="8135983" y="5191123"/>
            <a:ext cx="3714750" cy="266700"/>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dirty="0">
                <a:solidFill>
                  <a:srgbClr val="242424"/>
                </a:solidFill>
                <a:latin typeface="Arial"/>
                <a:ea typeface="Arial"/>
                <a:cs typeface="Arial"/>
              </a:rPr>
              <a:t>多 </a:t>
            </a:r>
            <a:r>
              <a:rPr sz="1575" b="0" dirty="0" err="1">
                <a:solidFill>
                  <a:srgbClr val="242424"/>
                </a:solidFill>
                <a:latin typeface="Arial"/>
                <a:ea typeface="Arial"/>
                <a:cs typeface="Arial"/>
              </a:rPr>
              <a:t>Shape、多场景适配</a:t>
            </a:r>
            <a:endParaRPr sz="1575" b="0" dirty="0">
              <a:solidFill>
                <a:srgbClr val="242424"/>
              </a:solidFill>
              <a:latin typeface="Arial"/>
              <a:ea typeface="Arial"/>
              <a:cs typeface="Arial"/>
            </a:endParaRPr>
          </a:p>
        </p:txBody>
      </p:sp>
      <p:sp>
        <p:nvSpPr>
          <p:cNvPr id="144" name="text_777_自动选参与结构特化结合">
            <a:extLst>
              <a:ext uri="{FF2B5EF4-FFF2-40B4-BE49-F238E27FC236}">
                <a16:creationId xmlns:a16="http://schemas.microsoft.com/office/drawing/2014/main" id="{6BADC824-42E0-401A-9D6F-18A111AC4A92}"/>
              </a:ext>
            </a:extLst>
          </p:cNvPr>
          <p:cNvSpPr>
            <a:spLocks noGrp="1"/>
          </p:cNvSpPr>
          <p:nvPr/>
        </p:nvSpPr>
        <p:spPr>
          <a:xfrm>
            <a:off x="8135983" y="5457823"/>
            <a:ext cx="3714750" cy="266700"/>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dirty="0" err="1">
                <a:solidFill>
                  <a:srgbClr val="242424"/>
                </a:solidFill>
                <a:latin typeface="Arial"/>
                <a:ea typeface="Arial"/>
                <a:cs typeface="Arial"/>
              </a:rPr>
              <a:t>自动选参与结构特化结合</a:t>
            </a:r>
            <a:endParaRPr sz="1575" b="0" dirty="0">
              <a:solidFill>
                <a:srgbClr val="242424"/>
              </a:solidFill>
              <a:latin typeface="Arial"/>
              <a:ea typeface="Arial"/>
              <a:cs typeface="Arial"/>
            </a:endParaRPr>
          </a:p>
        </p:txBody>
      </p:sp>
      <p:sp>
        <p:nvSpPr>
          <p:cNvPr id="145" name="text_779_流程可复用、可扩展">
            <a:extLst>
              <a:ext uri="{FF2B5EF4-FFF2-40B4-BE49-F238E27FC236}">
                <a16:creationId xmlns:a16="http://schemas.microsoft.com/office/drawing/2014/main" id="{A6E25EF6-9DB0-4EC7-8F80-895C35EF55F2}"/>
              </a:ext>
            </a:extLst>
          </p:cNvPr>
          <p:cNvSpPr>
            <a:spLocks noGrp="1"/>
          </p:cNvSpPr>
          <p:nvPr/>
        </p:nvSpPr>
        <p:spPr>
          <a:xfrm>
            <a:off x="8135983" y="5724523"/>
            <a:ext cx="3714750" cy="266700"/>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a:solidFill>
                  <a:srgbClr val="242424"/>
                </a:solidFill>
                <a:latin typeface="Arial"/>
                <a:ea typeface="Arial"/>
                <a:cs typeface="Arial"/>
              </a:rPr>
              <a:t>流程可复用、可扩展</a:t>
            </a:r>
          </a:p>
        </p:txBody>
      </p:sp>
      <p:sp>
        <p:nvSpPr>
          <p:cNvPr id="146" name="text_781_统一调度、部署与维护">
            <a:extLst>
              <a:ext uri="{FF2B5EF4-FFF2-40B4-BE49-F238E27FC236}">
                <a16:creationId xmlns:a16="http://schemas.microsoft.com/office/drawing/2014/main" id="{82AF0703-EE55-4BB8-BB92-843FB0B9516B}"/>
              </a:ext>
            </a:extLst>
          </p:cNvPr>
          <p:cNvSpPr>
            <a:spLocks noGrp="1"/>
          </p:cNvSpPr>
          <p:nvPr/>
        </p:nvSpPr>
        <p:spPr>
          <a:xfrm>
            <a:off x="8135983" y="5991223"/>
            <a:ext cx="3714750" cy="266700"/>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dirty="0" err="1">
                <a:solidFill>
                  <a:srgbClr val="242424"/>
                </a:solidFill>
                <a:latin typeface="Arial"/>
                <a:ea typeface="Arial"/>
                <a:cs typeface="Arial"/>
              </a:rPr>
              <a:t>统一调度、部署与维护</a:t>
            </a:r>
            <a:endParaRPr sz="1575" b="0" dirty="0">
              <a:solidFill>
                <a:srgbClr val="242424"/>
              </a:solidFill>
              <a:latin typeface="Arial"/>
              <a:ea typeface="Arial"/>
              <a:cs typeface="Arial"/>
            </a:endParaRPr>
          </a:p>
        </p:txBody>
      </p:sp>
      <p:sp>
        <p:nvSpPr>
          <p:cNvPr id="147" name="text_783_形成“能支持、会调参、选结构”的动态算子开发能力">
            <a:extLst>
              <a:ext uri="{FF2B5EF4-FFF2-40B4-BE49-F238E27FC236}">
                <a16:creationId xmlns:a16="http://schemas.microsoft.com/office/drawing/2014/main" id="{D46CB5FE-F8DF-4C75-AEB4-4143903F5382}"/>
              </a:ext>
            </a:extLst>
          </p:cNvPr>
          <p:cNvSpPr>
            <a:spLocks noGrp="1"/>
          </p:cNvSpPr>
          <p:nvPr/>
        </p:nvSpPr>
        <p:spPr>
          <a:xfrm>
            <a:off x="723900" y="6362700"/>
            <a:ext cx="10858500" cy="381000"/>
          </a:xfrm>
          <a:prstGeom prst="rect">
            <a:avLst/>
          </a:prstGeom>
          <a:noFill/>
          <a:ln w="9525">
            <a:noFill/>
          </a:ln>
        </p:spPr>
        <p:txBody>
          <a:bodyPr wrap="none" lIns="0" tIns="0" rIns="0" bIns="0" anchor="ctr">
            <a:noAutofit/>
          </a:bodyPr>
          <a:lstStyle/>
          <a:p>
            <a:pPr algn="ctr">
              <a:defRPr sz="1875" b="1">
                <a:solidFill>
                  <a:srgbClr val="FF0000"/>
                </a:solidFill>
                <a:latin typeface="Arial"/>
                <a:ea typeface="Arial"/>
                <a:cs typeface="Arial"/>
              </a:defRPr>
            </a:pPr>
            <a:r>
              <a:rPr lang="zh-CN" altLang="en-US" sz="1875" b="1" dirty="0" smtClean="0">
                <a:solidFill>
                  <a:srgbClr val="FF0000"/>
                </a:solidFill>
                <a:latin typeface="Arial"/>
                <a:ea typeface="Arial"/>
                <a:cs typeface="Arial"/>
              </a:rPr>
              <a:t>形成</a:t>
            </a:r>
            <a:r>
              <a:rPr lang="zh-CN" altLang="en-US" sz="1875" b="1" dirty="0">
                <a:solidFill>
                  <a:srgbClr val="FF0000"/>
                </a:solidFill>
                <a:latin typeface="Arial"/>
                <a:ea typeface="Arial"/>
                <a:cs typeface="Arial"/>
              </a:rPr>
              <a:t>了一套完整的动态算子开发 </a:t>
            </a:r>
            <a:r>
              <a:rPr lang="en-US" altLang="zh-CN" sz="1875" b="1" dirty="0">
                <a:solidFill>
                  <a:srgbClr val="FF0000"/>
                </a:solidFill>
                <a:latin typeface="Arial"/>
                <a:ea typeface="Arial"/>
                <a:cs typeface="Arial"/>
              </a:rPr>
              <a:t>Skill</a:t>
            </a:r>
            <a:r>
              <a:rPr lang="zh-CN" altLang="en-US" sz="1875" b="1" dirty="0" smtClean="0">
                <a:solidFill>
                  <a:srgbClr val="FF0000"/>
                </a:solidFill>
                <a:latin typeface="Arial"/>
                <a:ea typeface="Arial"/>
                <a:cs typeface="Arial"/>
              </a:rPr>
              <a:t>，</a:t>
            </a:r>
            <a:endParaRPr lang="en-US" altLang="zh-CN" sz="1875" b="1" dirty="0" smtClean="0">
              <a:solidFill>
                <a:srgbClr val="FF0000"/>
              </a:solidFill>
              <a:latin typeface="Arial"/>
              <a:ea typeface="Arial"/>
              <a:cs typeface="Arial"/>
            </a:endParaRPr>
          </a:p>
          <a:p>
            <a:pPr algn="ctr">
              <a:defRPr sz="1875" b="1">
                <a:solidFill>
                  <a:srgbClr val="FF0000"/>
                </a:solidFill>
                <a:latin typeface="Arial"/>
                <a:ea typeface="Arial"/>
                <a:cs typeface="Arial"/>
              </a:defRPr>
            </a:pPr>
            <a:r>
              <a:rPr lang="zh-CN" altLang="en-US" sz="1875" b="1" dirty="0" smtClean="0">
                <a:solidFill>
                  <a:srgbClr val="FF0000"/>
                </a:solidFill>
                <a:latin typeface="Arial"/>
                <a:ea typeface="Arial"/>
                <a:cs typeface="Arial"/>
              </a:rPr>
              <a:t>实现</a:t>
            </a:r>
            <a:r>
              <a:rPr lang="zh-CN" altLang="en-US" sz="1875" b="1" dirty="0">
                <a:solidFill>
                  <a:srgbClr val="FF0000"/>
                </a:solidFill>
                <a:latin typeface="Arial"/>
                <a:ea typeface="Arial"/>
                <a:cs typeface="Arial"/>
              </a:rPr>
              <a:t>了从“单一静态 </a:t>
            </a:r>
            <a:r>
              <a:rPr lang="en-US" altLang="zh-CN" sz="1875" b="1" dirty="0">
                <a:solidFill>
                  <a:srgbClr val="FF0000"/>
                </a:solidFill>
                <a:latin typeface="Arial"/>
                <a:ea typeface="Arial"/>
                <a:cs typeface="Arial"/>
              </a:rPr>
              <a:t>Shape”</a:t>
            </a:r>
            <a:r>
              <a:rPr lang="zh-CN" altLang="en-US" sz="1875" b="1" dirty="0">
                <a:solidFill>
                  <a:srgbClr val="FF0000"/>
                </a:solidFill>
                <a:latin typeface="Arial"/>
                <a:ea typeface="Arial"/>
                <a:cs typeface="Arial"/>
              </a:rPr>
              <a:t>到“多 </a:t>
            </a:r>
            <a:r>
              <a:rPr lang="en-US" altLang="zh-CN" sz="1875" b="1" dirty="0">
                <a:solidFill>
                  <a:srgbClr val="FF0000"/>
                </a:solidFill>
                <a:latin typeface="Arial"/>
                <a:ea typeface="Arial"/>
                <a:cs typeface="Arial"/>
              </a:rPr>
              <a:t>Shape</a:t>
            </a:r>
            <a:r>
              <a:rPr lang="zh-CN" altLang="en-US" sz="1875" b="1" dirty="0">
                <a:solidFill>
                  <a:srgbClr val="FF0000"/>
                </a:solidFill>
                <a:latin typeface="Arial"/>
                <a:ea typeface="Arial"/>
                <a:cs typeface="Arial"/>
              </a:rPr>
              <a:t>、多 </a:t>
            </a:r>
            <a:r>
              <a:rPr lang="en-US" altLang="zh-CN" sz="1875" b="1" dirty="0">
                <a:solidFill>
                  <a:srgbClr val="FF0000"/>
                </a:solidFill>
                <a:latin typeface="Arial"/>
                <a:ea typeface="Arial"/>
                <a:cs typeface="Arial"/>
              </a:rPr>
              <a:t>Kernel</a:t>
            </a:r>
            <a:r>
              <a:rPr lang="zh-CN" altLang="en-US" sz="1875" b="1" dirty="0">
                <a:solidFill>
                  <a:srgbClr val="FF0000"/>
                </a:solidFill>
                <a:latin typeface="Arial"/>
                <a:ea typeface="Arial"/>
                <a:cs typeface="Arial"/>
              </a:rPr>
              <a:t>、自动化搜索”的工程化方案</a:t>
            </a:r>
            <a:r>
              <a:rPr sz="1875" b="1" dirty="0" smtClean="0">
                <a:solidFill>
                  <a:srgbClr val="FF0000"/>
                </a:solidFill>
                <a:latin typeface="Arial"/>
                <a:ea typeface="Arial"/>
                <a:cs typeface="Arial"/>
              </a:rPr>
              <a:t>。</a:t>
            </a:r>
            <a:endParaRPr sz="1875" b="1" dirty="0">
              <a:solidFill>
                <a:srgbClr val="FF0000"/>
              </a:solidFill>
              <a:latin typeface="Arial"/>
              <a:ea typeface="Arial"/>
              <a:cs typeface="Arial"/>
            </a:endParaRPr>
          </a:p>
        </p:txBody>
      </p:sp>
      <p:pic>
        <p:nvPicPr>
          <p:cNvPr id="297" name="图片 5"/>
          <p:cNvPicPr>
            <a:picLocks noChangeAspect="1"/>
          </p:cNvPicPr>
          <p:nvPr/>
        </p:nvPicPr>
        <p:blipFill>
          <a:blip r:embed="rId3"/>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298" name="图片 47"/>
          <p:cNvPicPr>
            <a:picLocks noChangeAspect="1"/>
          </p:cNvPicPr>
          <p:nvPr/>
        </p:nvPicPr>
        <p:blipFill>
          <a:blip r:embed="rId4"/>
          <a:stretch>
            <a:fillRect/>
          </a:stretch>
        </p:blipFill>
        <p:spPr>
          <a:xfrm>
            <a:off x="3743325" y="895350"/>
            <a:ext cx="361950" cy="361950"/>
          </a:xfrm>
          <a:prstGeom prst="rect">
            <a:avLst/>
          </a:prstGeom>
        </p:spPr>
      </p:pic>
      <p:pic>
        <p:nvPicPr>
          <p:cNvPr id="299" name="图片 29"/>
          <p:cNvPicPr>
            <a:picLocks noChangeAspect="1"/>
          </p:cNvPicPr>
          <p:nvPr/>
        </p:nvPicPr>
        <p:blipFill>
          <a:blip r:embed="rId5"/>
          <a:stretch>
            <a:fillRect/>
          </a:stretch>
        </p:blipFill>
        <p:spPr>
          <a:xfrm>
            <a:off x="7877175" y="895350"/>
            <a:ext cx="361950" cy="361950"/>
          </a:xfrm>
          <a:prstGeom prst="rect">
            <a:avLst/>
          </a:prstGeom>
          <a:effectLst>
            <a:outerShdw blurRad="50800" dist="38100" dir="2700000" algn="tl" rotWithShape="0">
              <a:prstClr val="black">
                <a:alpha val="40000"/>
              </a:prstClr>
            </a:outerShdw>
          </a:effectLst>
        </p:spPr>
      </p:pic>
      <p:sp>
        <p:nvSpPr>
          <p:cNvPr id="151" name="箭头: 下 39">
            <a:extLst>
              <a:ext uri="{FF2B5EF4-FFF2-40B4-BE49-F238E27FC236}">
                <a16:creationId xmlns:a16="http://schemas.microsoft.com/office/drawing/2014/main" id="{6F320BED-92EC-F810-D571-6DC8B0BAA986}"/>
              </a:ext>
            </a:extLst>
          </p:cNvPr>
          <p:cNvSpPr/>
          <p:nvPr/>
        </p:nvSpPr>
        <p:spPr>
          <a:xfrm>
            <a:off x="5481638" y="2010448"/>
            <a:ext cx="400050" cy="27659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箭头: 下 39">
            <a:extLst>
              <a:ext uri="{FF2B5EF4-FFF2-40B4-BE49-F238E27FC236}">
                <a16:creationId xmlns:a16="http://schemas.microsoft.com/office/drawing/2014/main" id="{6F320BED-92EC-F810-D571-6DC8B0BAA986}"/>
              </a:ext>
            </a:extLst>
          </p:cNvPr>
          <p:cNvSpPr/>
          <p:nvPr/>
        </p:nvSpPr>
        <p:spPr>
          <a:xfrm>
            <a:off x="5481637" y="2826566"/>
            <a:ext cx="400050" cy="27659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箭头: 下 39">
            <a:extLst>
              <a:ext uri="{FF2B5EF4-FFF2-40B4-BE49-F238E27FC236}">
                <a16:creationId xmlns:a16="http://schemas.microsoft.com/office/drawing/2014/main" id="{6F320BED-92EC-F810-D571-6DC8B0BAA986}"/>
              </a:ext>
            </a:extLst>
          </p:cNvPr>
          <p:cNvSpPr/>
          <p:nvPr/>
        </p:nvSpPr>
        <p:spPr>
          <a:xfrm>
            <a:off x="5481637" y="3617327"/>
            <a:ext cx="400050" cy="27659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箭头: 下 39">
            <a:extLst>
              <a:ext uri="{FF2B5EF4-FFF2-40B4-BE49-F238E27FC236}">
                <a16:creationId xmlns:a16="http://schemas.microsoft.com/office/drawing/2014/main" id="{6F320BED-92EC-F810-D571-6DC8B0BAA986}"/>
              </a:ext>
            </a:extLst>
          </p:cNvPr>
          <p:cNvSpPr/>
          <p:nvPr/>
        </p:nvSpPr>
        <p:spPr>
          <a:xfrm>
            <a:off x="5491299" y="4453200"/>
            <a:ext cx="400050" cy="27659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箭头: 下 39">
            <a:extLst>
              <a:ext uri="{FF2B5EF4-FFF2-40B4-BE49-F238E27FC236}">
                <a16:creationId xmlns:a16="http://schemas.microsoft.com/office/drawing/2014/main" id="{6F320BED-92EC-F810-D571-6DC8B0BAA986}"/>
              </a:ext>
            </a:extLst>
          </p:cNvPr>
          <p:cNvSpPr/>
          <p:nvPr/>
        </p:nvSpPr>
        <p:spPr>
          <a:xfrm>
            <a:off x="5492252" y="5330005"/>
            <a:ext cx="400050" cy="276594"/>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2034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矩形 218">
            <a:extLst>
              <a:ext uri="{FF2B5EF4-FFF2-40B4-BE49-F238E27FC236}">
                <a16:creationId xmlns:a16="http://schemas.microsoft.com/office/drawing/2014/main" id="{6BA68242-CA70-5220-B2FF-EF28795A5707}"/>
              </a:ext>
            </a:extLst>
          </p:cNvPr>
          <p:cNvSpPr/>
          <p:nvPr/>
        </p:nvSpPr>
        <p:spPr>
          <a:xfrm>
            <a:off x="818615" y="3633768"/>
            <a:ext cx="5089248" cy="1560143"/>
          </a:xfrm>
          <a:prstGeom prst="rect">
            <a:avLst/>
          </a:prstGeom>
          <a:solidFill>
            <a:schemeClr val="bg1">
              <a:lumMod val="9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矩形 217">
            <a:extLst>
              <a:ext uri="{FF2B5EF4-FFF2-40B4-BE49-F238E27FC236}">
                <a16:creationId xmlns:a16="http://schemas.microsoft.com/office/drawing/2014/main" id="{6BA68242-CA70-5220-B2FF-EF28795A5707}"/>
              </a:ext>
            </a:extLst>
          </p:cNvPr>
          <p:cNvSpPr/>
          <p:nvPr/>
        </p:nvSpPr>
        <p:spPr>
          <a:xfrm>
            <a:off x="765860" y="1730746"/>
            <a:ext cx="5132478" cy="959477"/>
          </a:xfrm>
          <a:prstGeom prst="rect">
            <a:avLst/>
          </a:prstGeom>
          <a:solidFill>
            <a:schemeClr val="bg1">
              <a:lumMod val="9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82687F88-6189-41EF-9314-E5E7E9FC5174}"/>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111315"/>
                </a:solidFill>
              </a:rPr>
              <a:t>实习</a:t>
            </a:r>
            <a:r>
              <a:rPr lang="zh-CN" altLang="en-US" dirty="0" smtClean="0">
                <a:solidFill>
                  <a:srgbClr val="111315"/>
                </a:solidFill>
              </a:rPr>
              <a:t>任务</a:t>
            </a:r>
            <a:r>
              <a:rPr lang="en-US" altLang="zh-CN" dirty="0" smtClean="0">
                <a:solidFill>
                  <a:srgbClr val="111315"/>
                </a:solidFill>
              </a:rPr>
              <a:t>3</a:t>
            </a:r>
            <a:r>
              <a:rPr lang="zh-CN" altLang="en-US" dirty="0" smtClean="0">
                <a:solidFill>
                  <a:srgbClr val="111315"/>
                </a:solidFill>
              </a:rPr>
              <a:t>：</a:t>
            </a:r>
            <a:r>
              <a:rPr sz="2600" b="1" dirty="0" smtClean="0">
                <a:solidFill>
                  <a:srgbClr val="000000"/>
                </a:solidFill>
                <a:latin typeface="Arial"/>
                <a:ea typeface="Arial"/>
                <a:cs typeface="Arial"/>
              </a:rPr>
              <a:t> </a:t>
            </a:r>
            <a:r>
              <a:rPr sz="2600" b="1" dirty="0" err="1">
                <a:solidFill>
                  <a:srgbClr val="000000"/>
                </a:solidFill>
                <a:latin typeface="Arial"/>
                <a:ea typeface="Arial"/>
                <a:cs typeface="Arial"/>
              </a:rPr>
              <a:t>算子开发</a:t>
            </a:r>
            <a:r>
              <a:rPr sz="2600" b="1" dirty="0">
                <a:solidFill>
                  <a:srgbClr val="000000"/>
                </a:solidFill>
                <a:latin typeface="Arial"/>
                <a:ea typeface="Arial"/>
                <a:cs typeface="Arial"/>
              </a:rPr>
              <a:t> Skill </a:t>
            </a:r>
            <a:r>
              <a:rPr sz="2600" b="1" dirty="0" err="1" smtClean="0">
                <a:solidFill>
                  <a:srgbClr val="000000"/>
                </a:solidFill>
                <a:latin typeface="Arial"/>
                <a:ea typeface="Arial"/>
                <a:cs typeface="Arial"/>
              </a:rPr>
              <a:t>指南</a:t>
            </a:r>
            <a:endParaRPr sz="2600" b="1" dirty="0">
              <a:solidFill>
                <a:srgbClr val="000000"/>
              </a:solidFill>
              <a:latin typeface="Arial"/>
              <a:ea typeface="Arial"/>
              <a:cs typeface="Arial"/>
            </a:endParaRPr>
          </a:p>
        </p:txBody>
      </p:sp>
      <p:sp>
        <p:nvSpPr>
          <p:cNvPr id="5" name="text_3007_新平台适配挑战">
            <a:extLst>
              <a:ext uri="{FF2B5EF4-FFF2-40B4-BE49-F238E27FC236}">
                <a16:creationId xmlns:a16="http://schemas.microsoft.com/office/drawing/2014/main" id="{09BE1E5A-0E6F-48FB-87D7-405B4FB2D703}"/>
              </a:ext>
            </a:extLst>
          </p:cNvPr>
          <p:cNvSpPr>
            <a:spLocks noGrp="1"/>
          </p:cNvSpPr>
          <p:nvPr/>
        </p:nvSpPr>
        <p:spPr>
          <a:xfrm>
            <a:off x="2214986" y="795819"/>
            <a:ext cx="2828925" cy="400050"/>
          </a:xfrm>
          <a:prstGeom prst="rect">
            <a:avLst/>
          </a:prstGeom>
          <a:noFill/>
          <a:ln w="9525">
            <a:noFill/>
          </a:ln>
        </p:spPr>
        <p:txBody>
          <a:bodyPr wrap="none" lIns="0" tIns="0" rIns="0" bIns="0" anchor="ctr">
            <a:noAutofit/>
          </a:bodyPr>
          <a:lstStyle/>
          <a:p>
            <a:pPr algn="l">
              <a:defRPr sz="2025" b="1">
                <a:solidFill>
                  <a:srgbClr val="000000"/>
                </a:solidFill>
                <a:latin typeface="Arial"/>
                <a:ea typeface="Arial"/>
                <a:cs typeface="Arial"/>
              </a:defRPr>
            </a:pPr>
            <a:r>
              <a:rPr sz="2180" b="1" dirty="0" err="1" smtClean="0">
                <a:solidFill>
                  <a:srgbClr val="000000"/>
                </a:solidFill>
                <a:latin typeface="Arial"/>
                <a:ea typeface="Arial"/>
                <a:cs typeface="Arial"/>
              </a:rPr>
              <a:t>新平台适配</a:t>
            </a:r>
            <a:r>
              <a:rPr lang="zh-CN" altLang="en-US" sz="2180" b="1" dirty="0" smtClean="0">
                <a:solidFill>
                  <a:srgbClr val="000000"/>
                </a:solidFill>
                <a:latin typeface="Arial"/>
                <a:ea typeface="Arial"/>
                <a:cs typeface="Arial"/>
              </a:rPr>
              <a:t>优缺点</a:t>
            </a:r>
            <a:endParaRPr sz="2180" b="1" dirty="0">
              <a:solidFill>
                <a:srgbClr val="000000"/>
              </a:solidFill>
              <a:latin typeface="Arial"/>
              <a:ea typeface="Arial"/>
              <a:cs typeface="Arial"/>
            </a:endParaRPr>
          </a:p>
        </p:txBody>
      </p:sp>
      <p:sp>
        <p:nvSpPr>
          <p:cNvPr id="6" name="connector_3008">
            <a:extLst>
              <a:ext uri="{FF2B5EF4-FFF2-40B4-BE49-F238E27FC236}">
                <a16:creationId xmlns:a16="http://schemas.microsoft.com/office/drawing/2014/main" id="{DF982344-1813-4408-95AA-A603372ABA0F}"/>
              </a:ext>
            </a:extLst>
          </p:cNvPr>
          <p:cNvSpPr>
            <a:spLocks noGrp="1"/>
          </p:cNvSpPr>
          <p:nvPr/>
        </p:nvSpPr>
        <p:spPr>
          <a:xfrm>
            <a:off x="1748261" y="1243494"/>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text_3011_通用方法与平台知识">
            <a:extLst>
              <a:ext uri="{FF2B5EF4-FFF2-40B4-BE49-F238E27FC236}">
                <a16:creationId xmlns:a16="http://schemas.microsoft.com/office/drawing/2014/main" id="{B946F9B2-F59C-4C26-8EA8-E4D27EF57EC8}"/>
              </a:ext>
            </a:extLst>
          </p:cNvPr>
          <p:cNvSpPr>
            <a:spLocks noGrp="1"/>
          </p:cNvSpPr>
          <p:nvPr/>
        </p:nvSpPr>
        <p:spPr>
          <a:xfrm>
            <a:off x="7456692" y="814869"/>
            <a:ext cx="2971800" cy="400050"/>
          </a:xfrm>
          <a:prstGeom prst="rect">
            <a:avLst/>
          </a:prstGeom>
          <a:noFill/>
          <a:ln w="9525">
            <a:noFill/>
          </a:ln>
        </p:spPr>
        <p:txBody>
          <a:bodyPr wrap="none" lIns="0" tIns="0" rIns="0" bIns="0" anchor="ctr">
            <a:noAutofit/>
          </a:bodyPr>
          <a:lstStyle/>
          <a:p>
            <a:pPr algn="l">
              <a:defRPr sz="1875" b="1">
                <a:solidFill>
                  <a:srgbClr val="000000"/>
                </a:solidFill>
                <a:latin typeface="Arial"/>
                <a:ea typeface="Arial"/>
                <a:cs typeface="Arial"/>
              </a:defRPr>
            </a:pPr>
            <a:r>
              <a:rPr lang="en-US" altLang="zh-CN" sz="2180" b="1" dirty="0" smtClean="0">
                <a:solidFill>
                  <a:srgbClr val="000000"/>
                </a:solidFill>
                <a:latin typeface="Arial"/>
                <a:ea typeface="Arial"/>
                <a:cs typeface="Arial"/>
              </a:rPr>
              <a:t>Skill</a:t>
            </a:r>
            <a:r>
              <a:rPr lang="zh-CN" altLang="en-US" sz="2180" b="1" dirty="0" smtClean="0">
                <a:solidFill>
                  <a:srgbClr val="000000"/>
                </a:solidFill>
                <a:latin typeface="Arial"/>
                <a:ea typeface="Arial"/>
                <a:cs typeface="Arial"/>
              </a:rPr>
              <a:t>结构</a:t>
            </a:r>
            <a:endParaRPr sz="2180" b="1" dirty="0">
              <a:solidFill>
                <a:srgbClr val="000000"/>
              </a:solidFill>
              <a:latin typeface="Arial"/>
              <a:ea typeface="Arial"/>
              <a:cs typeface="Arial"/>
            </a:endParaRPr>
          </a:p>
        </p:txBody>
      </p:sp>
      <p:sp>
        <p:nvSpPr>
          <p:cNvPr id="8" name="connector_3012">
            <a:extLst>
              <a:ext uri="{FF2B5EF4-FFF2-40B4-BE49-F238E27FC236}">
                <a16:creationId xmlns:a16="http://schemas.microsoft.com/office/drawing/2014/main" id="{1484AA8D-62C7-48CE-A060-506885F7DCEF}"/>
              </a:ext>
            </a:extLst>
          </p:cNvPr>
          <p:cNvSpPr>
            <a:spLocks noGrp="1"/>
          </p:cNvSpPr>
          <p:nvPr/>
        </p:nvSpPr>
        <p:spPr>
          <a:xfrm>
            <a:off x="6989967" y="1262544"/>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133" name="text_3165_重复调研和适配，开发成本较高">
            <a:extLst>
              <a:ext uri="{FF2B5EF4-FFF2-40B4-BE49-F238E27FC236}">
                <a16:creationId xmlns:a16="http://schemas.microsoft.com/office/drawing/2014/main" id="{4C176C11-F3E6-4C74-878E-1DE4B4ACB1CF}"/>
              </a:ext>
            </a:extLst>
          </p:cNvPr>
          <p:cNvSpPr>
            <a:spLocks noGrp="1"/>
          </p:cNvSpPr>
          <p:nvPr/>
        </p:nvSpPr>
        <p:spPr>
          <a:xfrm>
            <a:off x="1526640" y="5704097"/>
            <a:ext cx="3267075" cy="276225"/>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lang="zh-CN" altLang="en-US" sz="1500" b="1" dirty="0" smtClean="0">
                <a:solidFill>
                  <a:srgbClr val="D7000F"/>
                </a:solidFill>
                <a:latin typeface="Arial"/>
                <a:ea typeface="Arial"/>
                <a:cs typeface="Arial"/>
              </a:rPr>
              <a:t>跨平台需要多个模块大范围修改，替换成本高</a:t>
            </a:r>
            <a:endParaRPr sz="1500" b="1" dirty="0">
              <a:solidFill>
                <a:srgbClr val="D7000F"/>
              </a:solidFill>
              <a:latin typeface="Arial"/>
              <a:ea typeface="Arial"/>
              <a:cs typeface="Arial"/>
            </a:endParaRPr>
          </a:p>
        </p:txBody>
      </p:sp>
      <p:sp>
        <p:nvSpPr>
          <p:cNvPr id="134" name="object_3166">
            <a:extLst>
              <a:ext uri="{FF2B5EF4-FFF2-40B4-BE49-F238E27FC236}">
                <a16:creationId xmlns:a16="http://schemas.microsoft.com/office/drawing/2014/main" id="{7CD56B57-A605-40A7-BD25-A15405155E1F}"/>
              </a:ext>
            </a:extLst>
          </p:cNvPr>
          <p:cNvSpPr>
            <a:spLocks noGrp="1"/>
          </p:cNvSpPr>
          <p:nvPr/>
        </p:nvSpPr>
        <p:spPr>
          <a:xfrm>
            <a:off x="7009017" y="1472094"/>
            <a:ext cx="3419475" cy="1762125"/>
          </a:xfrm>
          <a:prstGeom prst="rect">
            <a:avLst/>
          </a:prstGeom>
          <a:solidFill>
            <a:srgbClr val="F2F2F2"/>
          </a:solidFill>
          <a:ln w="9525">
            <a:noFill/>
          </a:ln>
        </p:spPr>
      </p:sp>
      <p:sp>
        <p:nvSpPr>
          <p:cNvPr id="135" name="text_3168_通用开发方法">
            <a:extLst>
              <a:ext uri="{FF2B5EF4-FFF2-40B4-BE49-F238E27FC236}">
                <a16:creationId xmlns:a16="http://schemas.microsoft.com/office/drawing/2014/main" id="{2FA14441-8F50-4B4C-A8B3-A0D9F0961921}"/>
              </a:ext>
            </a:extLst>
          </p:cNvPr>
          <p:cNvSpPr>
            <a:spLocks noGrp="1"/>
          </p:cNvSpPr>
          <p:nvPr/>
        </p:nvSpPr>
        <p:spPr>
          <a:xfrm>
            <a:off x="7075692" y="1567344"/>
            <a:ext cx="3286125" cy="295275"/>
          </a:xfrm>
          <a:prstGeom prst="rect">
            <a:avLst/>
          </a:prstGeom>
          <a:noFill/>
          <a:ln w="9525">
            <a:noFill/>
          </a:ln>
        </p:spPr>
        <p:txBody>
          <a:bodyPr wrap="none" lIns="0" tIns="0" rIns="0" bIns="0" anchor="ctr">
            <a:noAutofit/>
          </a:bodyPr>
          <a:lstStyle/>
          <a:p>
            <a:pPr algn="ctr">
              <a:defRPr sz="1875" b="1">
                <a:solidFill>
                  <a:srgbClr val="D7000F"/>
                </a:solidFill>
                <a:latin typeface="Arial"/>
                <a:ea typeface="Arial"/>
                <a:cs typeface="Arial"/>
              </a:defRPr>
            </a:pPr>
            <a:r>
              <a:rPr sz="1875" b="1">
                <a:solidFill>
                  <a:srgbClr val="D7000F"/>
                </a:solidFill>
                <a:latin typeface="Arial"/>
                <a:ea typeface="Arial"/>
                <a:cs typeface="Arial"/>
              </a:rPr>
              <a:t>通用开发方法</a:t>
            </a:r>
          </a:p>
        </p:txBody>
      </p:sp>
      <p:sp>
        <p:nvSpPr>
          <p:cNvPr id="136" name="text_3170_Workflow：需求、生成、验证、优化">
            <a:extLst>
              <a:ext uri="{FF2B5EF4-FFF2-40B4-BE49-F238E27FC236}">
                <a16:creationId xmlns:a16="http://schemas.microsoft.com/office/drawing/2014/main" id="{D195D165-6D48-41E2-BD0F-91F2356CCFA0}"/>
              </a:ext>
            </a:extLst>
          </p:cNvPr>
          <p:cNvSpPr>
            <a:spLocks noGrp="1"/>
          </p:cNvSpPr>
          <p:nvPr/>
        </p:nvSpPr>
        <p:spPr>
          <a:xfrm>
            <a:off x="7161417" y="1995969"/>
            <a:ext cx="3143250" cy="266700"/>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Workflow：需求、生成、验证、优化</a:t>
            </a:r>
          </a:p>
        </p:txBody>
      </p:sp>
      <p:sp>
        <p:nvSpPr>
          <p:cNvPr id="137" name="text_3172_阶段产物与执行契约">
            <a:extLst>
              <a:ext uri="{FF2B5EF4-FFF2-40B4-BE49-F238E27FC236}">
                <a16:creationId xmlns:a16="http://schemas.microsoft.com/office/drawing/2014/main" id="{3D77C95E-A31E-4BF9-B08F-C4E8D18825EE}"/>
              </a:ext>
            </a:extLst>
          </p:cNvPr>
          <p:cNvSpPr>
            <a:spLocks noGrp="1"/>
          </p:cNvSpPr>
          <p:nvPr/>
        </p:nvSpPr>
        <p:spPr>
          <a:xfrm>
            <a:off x="7161417" y="2262669"/>
            <a:ext cx="3143250" cy="266700"/>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阶段产物与执行契约</a:t>
            </a:r>
          </a:p>
        </p:txBody>
      </p:sp>
      <p:sp>
        <p:nvSpPr>
          <p:cNvPr id="138" name="text_3174_验证机制与失败恢复">
            <a:extLst>
              <a:ext uri="{FF2B5EF4-FFF2-40B4-BE49-F238E27FC236}">
                <a16:creationId xmlns:a16="http://schemas.microsoft.com/office/drawing/2014/main" id="{B904FAB1-611A-4A2B-8614-58A3F7E57EA4}"/>
              </a:ext>
            </a:extLst>
          </p:cNvPr>
          <p:cNvSpPr>
            <a:spLocks noGrp="1"/>
          </p:cNvSpPr>
          <p:nvPr/>
        </p:nvSpPr>
        <p:spPr>
          <a:xfrm>
            <a:off x="7161417" y="2529369"/>
            <a:ext cx="3143250" cy="266700"/>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验证机制与失败恢复</a:t>
            </a:r>
          </a:p>
        </p:txBody>
      </p:sp>
      <p:sp>
        <p:nvSpPr>
          <p:cNvPr id="139" name="text_3176_Agent 协作与工程规范">
            <a:extLst>
              <a:ext uri="{FF2B5EF4-FFF2-40B4-BE49-F238E27FC236}">
                <a16:creationId xmlns:a16="http://schemas.microsoft.com/office/drawing/2014/main" id="{477B3743-8636-4860-896E-25D8AD11E8C6}"/>
              </a:ext>
            </a:extLst>
          </p:cNvPr>
          <p:cNvSpPr>
            <a:spLocks noGrp="1"/>
          </p:cNvSpPr>
          <p:nvPr/>
        </p:nvSpPr>
        <p:spPr>
          <a:xfrm>
            <a:off x="7161417" y="2796069"/>
            <a:ext cx="3143250" cy="266700"/>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Agent 协作与工程规范</a:t>
            </a:r>
          </a:p>
        </p:txBody>
      </p:sp>
      <p:sp>
        <p:nvSpPr>
          <p:cNvPr id="140" name="text_3178_+">
            <a:extLst>
              <a:ext uri="{FF2B5EF4-FFF2-40B4-BE49-F238E27FC236}">
                <a16:creationId xmlns:a16="http://schemas.microsoft.com/office/drawing/2014/main" id="{2770E1B8-2389-4EA1-B914-584915800B17}"/>
              </a:ext>
            </a:extLst>
          </p:cNvPr>
          <p:cNvSpPr>
            <a:spLocks noGrp="1"/>
          </p:cNvSpPr>
          <p:nvPr/>
        </p:nvSpPr>
        <p:spPr>
          <a:xfrm>
            <a:off x="8475867" y="3253269"/>
            <a:ext cx="495300" cy="400050"/>
          </a:xfrm>
          <a:prstGeom prst="rect">
            <a:avLst/>
          </a:prstGeom>
          <a:noFill/>
          <a:ln w="9525">
            <a:noFill/>
          </a:ln>
        </p:spPr>
        <p:txBody>
          <a:bodyPr wrap="none" lIns="0" tIns="0" rIns="0" bIns="0" anchor="ctr">
            <a:noAutofit/>
          </a:bodyPr>
          <a:lstStyle/>
          <a:p>
            <a:pPr algn="ctr">
              <a:defRPr sz="2700" b="1">
                <a:solidFill>
                  <a:srgbClr val="D7000F"/>
                </a:solidFill>
                <a:latin typeface="Arial"/>
                <a:ea typeface="Arial"/>
                <a:cs typeface="Arial"/>
              </a:defRPr>
            </a:pPr>
            <a:r>
              <a:rPr sz="2700" b="1">
                <a:solidFill>
                  <a:srgbClr val="D7000F"/>
                </a:solidFill>
                <a:latin typeface="Arial"/>
                <a:ea typeface="Arial"/>
                <a:cs typeface="Arial"/>
              </a:rPr>
              <a:t>+</a:t>
            </a:r>
          </a:p>
        </p:txBody>
      </p:sp>
      <p:sp>
        <p:nvSpPr>
          <p:cNvPr id="141" name="object_3179">
            <a:extLst>
              <a:ext uri="{FF2B5EF4-FFF2-40B4-BE49-F238E27FC236}">
                <a16:creationId xmlns:a16="http://schemas.microsoft.com/office/drawing/2014/main" id="{9120DF7D-D295-48D5-8034-E3C0101F9283}"/>
              </a:ext>
            </a:extLst>
          </p:cNvPr>
          <p:cNvSpPr>
            <a:spLocks noGrp="1"/>
          </p:cNvSpPr>
          <p:nvPr/>
        </p:nvSpPr>
        <p:spPr>
          <a:xfrm>
            <a:off x="7009017" y="3719994"/>
            <a:ext cx="3419475" cy="1790700"/>
          </a:xfrm>
          <a:prstGeom prst="rect">
            <a:avLst/>
          </a:prstGeom>
          <a:solidFill>
            <a:srgbClr val="F2F2F2"/>
          </a:solidFill>
          <a:ln w="9525">
            <a:noFill/>
          </a:ln>
        </p:spPr>
      </p:sp>
      <p:sp>
        <p:nvSpPr>
          <p:cNvPr id="142" name="text_3181_平台专属知识 Platform Profile">
            <a:extLst>
              <a:ext uri="{FF2B5EF4-FFF2-40B4-BE49-F238E27FC236}">
                <a16:creationId xmlns:a16="http://schemas.microsoft.com/office/drawing/2014/main" id="{E71A26F4-6375-4574-B5E9-20FBC7192529}"/>
              </a:ext>
            </a:extLst>
          </p:cNvPr>
          <p:cNvSpPr>
            <a:spLocks noGrp="1"/>
          </p:cNvSpPr>
          <p:nvPr/>
        </p:nvSpPr>
        <p:spPr>
          <a:xfrm>
            <a:off x="7075692" y="3796194"/>
            <a:ext cx="3286125" cy="295275"/>
          </a:xfrm>
          <a:prstGeom prst="rect">
            <a:avLst/>
          </a:prstGeom>
          <a:noFill/>
          <a:ln w="9525">
            <a:noFill/>
          </a:ln>
        </p:spPr>
        <p:txBody>
          <a:bodyPr wrap="none" lIns="0" tIns="0" rIns="0" bIns="0" anchor="ctr">
            <a:noAutofit/>
          </a:bodyPr>
          <a:lstStyle/>
          <a:p>
            <a:pPr algn="ctr">
              <a:defRPr sz="1650" b="1">
                <a:solidFill>
                  <a:srgbClr val="D7000F"/>
                </a:solidFill>
                <a:latin typeface="Arial"/>
                <a:ea typeface="Arial"/>
                <a:cs typeface="Arial"/>
              </a:defRPr>
            </a:pPr>
            <a:r>
              <a:rPr sz="1650" b="1">
                <a:solidFill>
                  <a:srgbClr val="D7000F"/>
                </a:solidFill>
                <a:latin typeface="Arial"/>
                <a:ea typeface="Arial"/>
                <a:cs typeface="Arial"/>
              </a:rPr>
              <a:t>平台专属知识 Platform Profile</a:t>
            </a:r>
          </a:p>
        </p:txBody>
      </p:sp>
      <p:sp>
        <p:nvSpPr>
          <p:cNvPr id="143" name="text_3183_硬件架构与特性">
            <a:extLst>
              <a:ext uri="{FF2B5EF4-FFF2-40B4-BE49-F238E27FC236}">
                <a16:creationId xmlns:a16="http://schemas.microsoft.com/office/drawing/2014/main" id="{B03C6696-9242-48CD-844D-AC9E9765DD99}"/>
              </a:ext>
            </a:extLst>
          </p:cNvPr>
          <p:cNvSpPr>
            <a:spLocks noGrp="1"/>
          </p:cNvSpPr>
          <p:nvPr/>
        </p:nvSpPr>
        <p:spPr>
          <a:xfrm>
            <a:off x="7161417" y="4215294"/>
            <a:ext cx="3133725" cy="276225"/>
          </a:xfrm>
          <a:prstGeom prst="rect">
            <a:avLst/>
          </a:prstGeom>
          <a:noFill/>
          <a:ln w="9525">
            <a:noFill/>
          </a:ln>
        </p:spPr>
        <p:txBody>
          <a:bodyPr wrap="none" lIns="0" tIns="0" rIns="0" bIns="0" anchor="ctr">
            <a:noAutofit/>
          </a:bodyPr>
          <a:lstStyle/>
          <a:p>
            <a:pPr algn="l">
              <a:defRPr sz="1425" b="0">
                <a:solidFill>
                  <a:srgbClr val="242424"/>
                </a:solidFill>
                <a:latin typeface="Arial"/>
                <a:ea typeface="Arial"/>
                <a:cs typeface="Arial"/>
              </a:defRPr>
            </a:pPr>
            <a:r>
              <a:rPr sz="1425" b="0">
                <a:solidFill>
                  <a:srgbClr val="242424"/>
                </a:solidFill>
                <a:latin typeface="Arial"/>
                <a:ea typeface="Arial"/>
                <a:cs typeface="Arial"/>
              </a:rPr>
              <a:t>硬件架构与特性</a:t>
            </a:r>
          </a:p>
        </p:txBody>
      </p:sp>
      <p:sp>
        <p:nvSpPr>
          <p:cNvPr id="144" name="text_3185_编程模型与 API">
            <a:extLst>
              <a:ext uri="{FF2B5EF4-FFF2-40B4-BE49-F238E27FC236}">
                <a16:creationId xmlns:a16="http://schemas.microsoft.com/office/drawing/2014/main" id="{5F8D1034-148F-4C2B-BE10-5738C138EC27}"/>
              </a:ext>
            </a:extLst>
          </p:cNvPr>
          <p:cNvSpPr>
            <a:spLocks noGrp="1"/>
          </p:cNvSpPr>
          <p:nvPr/>
        </p:nvSpPr>
        <p:spPr>
          <a:xfrm>
            <a:off x="7161417" y="4491519"/>
            <a:ext cx="3133725" cy="276225"/>
          </a:xfrm>
          <a:prstGeom prst="rect">
            <a:avLst/>
          </a:prstGeom>
          <a:noFill/>
          <a:ln w="9525">
            <a:noFill/>
          </a:ln>
        </p:spPr>
        <p:txBody>
          <a:bodyPr wrap="none" lIns="0" tIns="0" rIns="0" bIns="0" anchor="ctr">
            <a:noAutofit/>
          </a:bodyPr>
          <a:lstStyle/>
          <a:p>
            <a:pPr algn="l">
              <a:defRPr sz="1425" b="0">
                <a:solidFill>
                  <a:srgbClr val="242424"/>
                </a:solidFill>
                <a:latin typeface="Arial"/>
                <a:ea typeface="Arial"/>
                <a:cs typeface="Arial"/>
              </a:defRPr>
            </a:pPr>
            <a:r>
              <a:rPr sz="1425" b="0">
                <a:solidFill>
                  <a:srgbClr val="242424"/>
                </a:solidFill>
                <a:latin typeface="Arial"/>
                <a:ea typeface="Arial"/>
                <a:cs typeface="Arial"/>
              </a:rPr>
              <a:t>编程模型与 API</a:t>
            </a:r>
          </a:p>
        </p:txBody>
      </p:sp>
      <p:sp>
        <p:nvSpPr>
          <p:cNvPr id="145" name="text_3187_开发环境与工具链">
            <a:extLst>
              <a:ext uri="{FF2B5EF4-FFF2-40B4-BE49-F238E27FC236}">
                <a16:creationId xmlns:a16="http://schemas.microsoft.com/office/drawing/2014/main" id="{C7B23265-56AA-4899-A9CE-EA6ADE91F7B9}"/>
              </a:ext>
            </a:extLst>
          </p:cNvPr>
          <p:cNvSpPr>
            <a:spLocks noGrp="1"/>
          </p:cNvSpPr>
          <p:nvPr/>
        </p:nvSpPr>
        <p:spPr>
          <a:xfrm>
            <a:off x="7161417" y="4767744"/>
            <a:ext cx="3133725" cy="276225"/>
          </a:xfrm>
          <a:prstGeom prst="rect">
            <a:avLst/>
          </a:prstGeom>
          <a:noFill/>
          <a:ln w="9525">
            <a:noFill/>
          </a:ln>
        </p:spPr>
        <p:txBody>
          <a:bodyPr wrap="none" lIns="0" tIns="0" rIns="0" bIns="0" anchor="ctr">
            <a:noAutofit/>
          </a:bodyPr>
          <a:lstStyle/>
          <a:p>
            <a:pPr algn="l">
              <a:defRPr sz="1425" b="0">
                <a:solidFill>
                  <a:srgbClr val="242424"/>
                </a:solidFill>
                <a:latin typeface="Arial"/>
                <a:ea typeface="Arial"/>
                <a:cs typeface="Arial"/>
              </a:defRPr>
            </a:pPr>
            <a:r>
              <a:rPr sz="1425" b="0">
                <a:solidFill>
                  <a:srgbClr val="242424"/>
                </a:solidFill>
                <a:latin typeface="Arial"/>
                <a:ea typeface="Arial"/>
                <a:cs typeface="Arial"/>
              </a:rPr>
              <a:t>开发环境与工具链</a:t>
            </a:r>
          </a:p>
        </p:txBody>
      </p:sp>
      <p:sp>
        <p:nvSpPr>
          <p:cNvPr id="146" name="text_3189_性能分析、优化方法及高性能案例">
            <a:extLst>
              <a:ext uri="{FF2B5EF4-FFF2-40B4-BE49-F238E27FC236}">
                <a16:creationId xmlns:a16="http://schemas.microsoft.com/office/drawing/2014/main" id="{30A462AE-D02C-4F27-B950-C3930F0150FC}"/>
              </a:ext>
            </a:extLst>
          </p:cNvPr>
          <p:cNvSpPr>
            <a:spLocks noGrp="1"/>
          </p:cNvSpPr>
          <p:nvPr/>
        </p:nvSpPr>
        <p:spPr>
          <a:xfrm>
            <a:off x="7161417" y="5043969"/>
            <a:ext cx="3133725" cy="276225"/>
          </a:xfrm>
          <a:prstGeom prst="rect">
            <a:avLst/>
          </a:prstGeom>
          <a:noFill/>
          <a:ln w="9525">
            <a:noFill/>
          </a:ln>
        </p:spPr>
        <p:txBody>
          <a:bodyPr wrap="none" lIns="0" tIns="0" rIns="0" bIns="0" anchor="ctr">
            <a:noAutofit/>
          </a:bodyPr>
          <a:lstStyle/>
          <a:p>
            <a:pPr algn="l">
              <a:defRPr sz="1425" b="0">
                <a:solidFill>
                  <a:srgbClr val="242424"/>
                </a:solidFill>
                <a:latin typeface="Arial"/>
                <a:ea typeface="Arial"/>
                <a:cs typeface="Arial"/>
              </a:defRPr>
            </a:pPr>
            <a:r>
              <a:rPr sz="1425" b="0">
                <a:solidFill>
                  <a:srgbClr val="242424"/>
                </a:solidFill>
                <a:latin typeface="Arial"/>
                <a:ea typeface="Arial"/>
                <a:cs typeface="Arial"/>
              </a:rPr>
              <a:t>性能分析、优化方法及高性能案例</a:t>
            </a:r>
          </a:p>
        </p:txBody>
      </p:sp>
      <p:sp>
        <p:nvSpPr>
          <p:cNvPr id="147" name="connector_3190">
            <a:extLst>
              <a:ext uri="{FF2B5EF4-FFF2-40B4-BE49-F238E27FC236}">
                <a16:creationId xmlns:a16="http://schemas.microsoft.com/office/drawing/2014/main" id="{C1A0E153-E4F2-490A-9A2C-174F996C8A33}"/>
              </a:ext>
            </a:extLst>
          </p:cNvPr>
          <p:cNvSpPr>
            <a:spLocks noGrp="1"/>
          </p:cNvSpPr>
          <p:nvPr/>
        </p:nvSpPr>
        <p:spPr>
          <a:xfrm>
            <a:off x="8713992" y="5548794"/>
            <a:ext cx="19050" cy="200025"/>
          </a:xfrm>
          <a:custGeom>
            <a:avLst/>
            <a:gdLst/>
            <a:ahLst/>
            <a:cxnLst/>
            <a:rect l="0" t="0" r="0" b="0"/>
            <a:pathLst>
              <a:path w="19050" h="200025">
                <a:moveTo>
                  <a:pt x="9525" y="9525"/>
                </a:moveTo>
                <a:lnTo>
                  <a:pt x="9525" y="190500"/>
                </a:lnTo>
              </a:path>
            </a:pathLst>
          </a:custGeom>
          <a:noFill/>
          <a:ln w="19050">
            <a:solidFill>
              <a:srgbClr val="D7000F"/>
            </a:solidFill>
          </a:ln>
        </p:spPr>
      </p:sp>
      <p:sp>
        <p:nvSpPr>
          <p:cNvPr id="148" name="connector_3191">
            <a:extLst>
              <a:ext uri="{FF2B5EF4-FFF2-40B4-BE49-F238E27FC236}">
                <a16:creationId xmlns:a16="http://schemas.microsoft.com/office/drawing/2014/main" id="{AF6EB9AD-15F1-4C8F-BE74-42B2EE9FA87A}"/>
              </a:ext>
            </a:extLst>
          </p:cNvPr>
          <p:cNvSpPr>
            <a:spLocks noGrp="1"/>
          </p:cNvSpPr>
          <p:nvPr/>
        </p:nvSpPr>
        <p:spPr>
          <a:xfrm>
            <a:off x="8682026" y="5671256"/>
            <a:ext cx="82981" cy="77563"/>
          </a:xfrm>
          <a:custGeom>
            <a:avLst/>
            <a:gdLst/>
            <a:ahLst/>
            <a:cxnLst/>
            <a:rect l="0" t="0" r="0" b="0"/>
            <a:pathLst>
              <a:path w="82981" h="77563">
                <a:moveTo>
                  <a:pt x="9525" y="9525"/>
                </a:moveTo>
                <a:lnTo>
                  <a:pt x="41491" y="68038"/>
                </a:lnTo>
                <a:lnTo>
                  <a:pt x="73456" y="9525"/>
                </a:lnTo>
              </a:path>
            </a:pathLst>
          </a:custGeom>
          <a:noFill/>
          <a:ln w="19050">
            <a:solidFill>
              <a:srgbClr val="D7000F"/>
            </a:solidFill>
          </a:ln>
        </p:spPr>
      </p:sp>
      <p:sp>
        <p:nvSpPr>
          <p:cNvPr id="149" name="object_3192">
            <a:extLst>
              <a:ext uri="{FF2B5EF4-FFF2-40B4-BE49-F238E27FC236}">
                <a16:creationId xmlns:a16="http://schemas.microsoft.com/office/drawing/2014/main" id="{E35B37D6-86C8-4767-B87C-300C13F475C5}"/>
              </a:ext>
            </a:extLst>
          </p:cNvPr>
          <p:cNvSpPr>
            <a:spLocks noGrp="1"/>
          </p:cNvSpPr>
          <p:nvPr/>
        </p:nvSpPr>
        <p:spPr>
          <a:xfrm>
            <a:off x="7018542" y="5796444"/>
            <a:ext cx="3400425" cy="409575"/>
          </a:xfrm>
          <a:prstGeom prst="rect">
            <a:avLst/>
          </a:prstGeom>
          <a:solidFill>
            <a:srgbClr val="FFFFFF"/>
          </a:solidFill>
          <a:ln w="17145">
            <a:solidFill>
              <a:srgbClr val="D7000F"/>
            </a:solidFill>
          </a:ln>
        </p:spPr>
      </p:sp>
      <p:sp>
        <p:nvSpPr>
          <p:cNvPr id="150" name="text_3194_新平台 Operator Skill">
            <a:extLst>
              <a:ext uri="{FF2B5EF4-FFF2-40B4-BE49-F238E27FC236}">
                <a16:creationId xmlns:a16="http://schemas.microsoft.com/office/drawing/2014/main" id="{E07D6F8F-5C57-4289-925D-84D9CE52A3B1}"/>
              </a:ext>
            </a:extLst>
          </p:cNvPr>
          <p:cNvSpPr>
            <a:spLocks noGrp="1"/>
          </p:cNvSpPr>
          <p:nvPr/>
        </p:nvSpPr>
        <p:spPr>
          <a:xfrm>
            <a:off x="7085217" y="5844069"/>
            <a:ext cx="3267075" cy="314325"/>
          </a:xfrm>
          <a:prstGeom prst="rect">
            <a:avLst/>
          </a:prstGeom>
          <a:noFill/>
          <a:ln w="9525">
            <a:noFill/>
          </a:ln>
        </p:spPr>
        <p:txBody>
          <a:bodyPr wrap="none" lIns="0" tIns="0" rIns="0" bIns="0" anchor="ctr">
            <a:noAutofit/>
          </a:bodyPr>
          <a:lstStyle/>
          <a:p>
            <a:pPr algn="ctr">
              <a:defRPr sz="1725" b="1">
                <a:solidFill>
                  <a:srgbClr val="000000"/>
                </a:solidFill>
                <a:latin typeface="Arial"/>
                <a:ea typeface="Arial"/>
                <a:cs typeface="Arial"/>
              </a:defRPr>
            </a:pPr>
            <a:r>
              <a:rPr sz="1725" b="1" dirty="0" err="1">
                <a:solidFill>
                  <a:srgbClr val="000000"/>
                </a:solidFill>
                <a:latin typeface="Arial"/>
                <a:ea typeface="Arial"/>
                <a:cs typeface="Arial"/>
              </a:rPr>
              <a:t>新平台</a:t>
            </a:r>
            <a:r>
              <a:rPr sz="1725" b="1" dirty="0">
                <a:solidFill>
                  <a:srgbClr val="000000"/>
                </a:solidFill>
                <a:latin typeface="Arial"/>
                <a:ea typeface="Arial"/>
                <a:cs typeface="Arial"/>
              </a:rPr>
              <a:t> Operator Skill</a:t>
            </a:r>
          </a:p>
        </p:txBody>
      </p:sp>
      <p:sp>
        <p:nvSpPr>
          <p:cNvPr id="151" name="text_3196_固定通用开发方法，替换平台专属知识，支持新平台算">
            <a:extLst>
              <a:ext uri="{FF2B5EF4-FFF2-40B4-BE49-F238E27FC236}">
                <a16:creationId xmlns:a16="http://schemas.microsoft.com/office/drawing/2014/main" id="{5B433B01-620B-4A11-9265-10D7E310A866}"/>
              </a:ext>
            </a:extLst>
          </p:cNvPr>
          <p:cNvSpPr>
            <a:spLocks noGrp="1"/>
          </p:cNvSpPr>
          <p:nvPr/>
        </p:nvSpPr>
        <p:spPr>
          <a:xfrm>
            <a:off x="723900" y="6400800"/>
            <a:ext cx="10829925" cy="333375"/>
          </a:xfrm>
          <a:prstGeom prst="rect">
            <a:avLst/>
          </a:prstGeom>
          <a:noFill/>
          <a:ln w="9525">
            <a:noFill/>
          </a:ln>
        </p:spPr>
        <p:txBody>
          <a:bodyPr wrap="none" lIns="0" tIns="0" rIns="0" bIns="0" anchor="ctr">
            <a:noAutofit/>
          </a:bodyPr>
          <a:lstStyle/>
          <a:p>
            <a:pPr algn="ctr">
              <a:defRPr sz="1725" b="1">
                <a:solidFill>
                  <a:srgbClr val="FF0000"/>
                </a:solidFill>
                <a:latin typeface="Arial"/>
                <a:ea typeface="Arial"/>
                <a:cs typeface="Arial"/>
              </a:defRPr>
            </a:pPr>
            <a:r>
              <a:rPr sz="1725" b="1" dirty="0" err="1" smtClean="0">
                <a:solidFill>
                  <a:srgbClr val="FF0000"/>
                </a:solidFill>
                <a:latin typeface="Arial"/>
                <a:ea typeface="Arial"/>
                <a:cs typeface="Arial"/>
              </a:rPr>
              <a:t>固定</a:t>
            </a:r>
            <a:r>
              <a:rPr lang="en-US" sz="1725" b="1" dirty="0" err="1" smtClean="0">
                <a:solidFill>
                  <a:srgbClr val="FF0000"/>
                </a:solidFill>
                <a:latin typeface="Arial"/>
                <a:ea typeface="Arial"/>
                <a:cs typeface="Arial"/>
              </a:rPr>
              <a:t>S</a:t>
            </a:r>
            <a:r>
              <a:rPr lang="en-US" altLang="zh-CN" sz="1725" b="1" dirty="0" err="1" smtClean="0">
                <a:solidFill>
                  <a:srgbClr val="FF0000"/>
                </a:solidFill>
                <a:latin typeface="Arial"/>
                <a:ea typeface="Arial"/>
                <a:cs typeface="Arial"/>
              </a:rPr>
              <a:t>kill</a:t>
            </a:r>
            <a:r>
              <a:rPr sz="1725" b="1" dirty="0" err="1" smtClean="0">
                <a:solidFill>
                  <a:srgbClr val="FF0000"/>
                </a:solidFill>
                <a:latin typeface="Arial"/>
                <a:ea typeface="Arial"/>
                <a:cs typeface="Arial"/>
              </a:rPr>
              <a:t>通用开发方法</a:t>
            </a:r>
            <a:r>
              <a:rPr sz="1725" b="1" dirty="0" err="1">
                <a:solidFill>
                  <a:srgbClr val="FF0000"/>
                </a:solidFill>
                <a:latin typeface="Arial"/>
                <a:ea typeface="Arial"/>
                <a:cs typeface="Arial"/>
              </a:rPr>
              <a:t>，替换平台专属知识，支持新平台算子的快速适配与复用</a:t>
            </a:r>
            <a:r>
              <a:rPr sz="1725" b="1" dirty="0">
                <a:solidFill>
                  <a:srgbClr val="FF0000"/>
                </a:solidFill>
                <a:latin typeface="Arial"/>
                <a:ea typeface="Arial"/>
                <a:cs typeface="Arial"/>
              </a:rPr>
              <a:t>。</a:t>
            </a:r>
          </a:p>
        </p:txBody>
      </p:sp>
      <p:pic>
        <p:nvPicPr>
          <p:cNvPr id="306" name="图片 29"/>
          <p:cNvPicPr>
            <a:picLocks noChangeAspect="1"/>
          </p:cNvPicPr>
          <p:nvPr/>
        </p:nvPicPr>
        <p:blipFill>
          <a:blip r:embed="rId3"/>
          <a:stretch>
            <a:fillRect/>
          </a:stretch>
        </p:blipFill>
        <p:spPr>
          <a:xfrm>
            <a:off x="1757785" y="814868"/>
            <a:ext cx="405919" cy="405919"/>
          </a:xfrm>
          <a:prstGeom prst="rect">
            <a:avLst/>
          </a:prstGeom>
          <a:effectLst>
            <a:outerShdw blurRad="50800" dist="38100" dir="2700000" algn="tl" rotWithShape="0">
              <a:prstClr val="black">
                <a:alpha val="40000"/>
              </a:prstClr>
            </a:outerShdw>
          </a:effectLst>
        </p:spPr>
      </p:pic>
      <p:pic>
        <p:nvPicPr>
          <p:cNvPr id="307" name="图片 47"/>
          <p:cNvPicPr>
            <a:picLocks noChangeAspect="1"/>
          </p:cNvPicPr>
          <p:nvPr/>
        </p:nvPicPr>
        <p:blipFill>
          <a:blip r:embed="rId4"/>
          <a:stretch>
            <a:fillRect/>
          </a:stretch>
        </p:blipFill>
        <p:spPr>
          <a:xfrm>
            <a:off x="6960375" y="793679"/>
            <a:ext cx="466725" cy="466725"/>
          </a:xfrm>
          <a:prstGeom prst="rect">
            <a:avLst/>
          </a:prstGeom>
        </p:spPr>
      </p:pic>
      <p:sp>
        <p:nvSpPr>
          <p:cNvPr id="156" name="Rectangle 1">
            <a:extLst>
              <a:ext uri="{FF2B5EF4-FFF2-40B4-BE49-F238E27FC236}">
                <a16:creationId xmlns:a16="http://schemas.microsoft.com/office/drawing/2014/main" id="{8960AFFF-E899-C418-B077-71AE72F58830}"/>
              </a:ext>
            </a:extLst>
          </p:cNvPr>
          <p:cNvSpPr>
            <a:spLocks noChangeArrowheads="1"/>
          </p:cNvSpPr>
          <p:nvPr/>
        </p:nvSpPr>
        <p:spPr bwMode="auto">
          <a:xfrm>
            <a:off x="10232373" y="2281332"/>
            <a:ext cx="930186" cy="276999"/>
          </a:xfrm>
          <a:prstGeom prst="rect">
            <a:avLst/>
          </a:prstGeom>
          <a:noFill/>
          <a:ln w="28575">
            <a:solidFill>
              <a:srgbClr val="FF0000"/>
            </a:solidFill>
            <a:prstDash val="sysDash"/>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zh-CN" altLang="en-US" sz="1200" dirty="0" smtClean="0"/>
              <a:t>可复用</a:t>
            </a:r>
            <a:endParaRPr lang="zh-CN" altLang="en-US" sz="1200" dirty="0"/>
          </a:p>
        </p:txBody>
      </p:sp>
      <p:sp>
        <p:nvSpPr>
          <p:cNvPr id="157" name="Rectangle 1">
            <a:extLst>
              <a:ext uri="{FF2B5EF4-FFF2-40B4-BE49-F238E27FC236}">
                <a16:creationId xmlns:a16="http://schemas.microsoft.com/office/drawing/2014/main" id="{8960AFFF-E899-C418-B077-71AE72F58830}"/>
              </a:ext>
            </a:extLst>
          </p:cNvPr>
          <p:cNvSpPr>
            <a:spLocks noChangeArrowheads="1"/>
          </p:cNvSpPr>
          <p:nvPr/>
        </p:nvSpPr>
        <p:spPr bwMode="auto">
          <a:xfrm>
            <a:off x="10286526" y="4476844"/>
            <a:ext cx="876033" cy="276999"/>
          </a:xfrm>
          <a:prstGeom prst="rect">
            <a:avLst/>
          </a:prstGeom>
          <a:noFill/>
          <a:ln w="28575">
            <a:solidFill>
              <a:srgbClr val="FF0000"/>
            </a:solidFill>
            <a:prstDash val="sysDash"/>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zh-CN" altLang="en-US" sz="1200" dirty="0" smtClean="0"/>
              <a:t>进行替换</a:t>
            </a:r>
            <a:endParaRPr lang="zh-CN" altLang="en-US" sz="1200" dirty="0"/>
          </a:p>
        </p:txBody>
      </p:sp>
      <p:cxnSp>
        <p:nvCxnSpPr>
          <p:cNvPr id="158" name="直接连接符 157">
            <a:extLst>
              <a:ext uri="{FF2B5EF4-FFF2-40B4-BE49-F238E27FC236}">
                <a16:creationId xmlns:a16="http://schemas.microsoft.com/office/drawing/2014/main" id="{682EBD28-C1D7-27B3-959E-C2700B14ED8E}"/>
              </a:ext>
            </a:extLst>
          </p:cNvPr>
          <p:cNvCxnSpPr>
            <a:cxnSpLocks/>
          </p:cNvCxnSpPr>
          <p:nvPr/>
        </p:nvCxnSpPr>
        <p:spPr>
          <a:xfrm>
            <a:off x="6346189" y="837023"/>
            <a:ext cx="26524" cy="5534025"/>
          </a:xfrm>
          <a:prstGeom prst="line">
            <a:avLst/>
          </a:prstGeom>
          <a:ln w="28575">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7" name="Rectangle 1">
            <a:extLst>
              <a:ext uri="{FF2B5EF4-FFF2-40B4-BE49-F238E27FC236}">
                <a16:creationId xmlns:a16="http://schemas.microsoft.com/office/drawing/2014/main" id="{8960AFFF-E899-C418-B077-71AE72F58830}"/>
              </a:ext>
            </a:extLst>
          </p:cNvPr>
          <p:cNvSpPr>
            <a:spLocks noChangeArrowheads="1"/>
          </p:cNvSpPr>
          <p:nvPr/>
        </p:nvSpPr>
        <p:spPr bwMode="auto">
          <a:xfrm>
            <a:off x="8942592" y="3325283"/>
            <a:ext cx="930186" cy="276999"/>
          </a:xfrm>
          <a:prstGeom prst="rect">
            <a:avLst/>
          </a:prstGeom>
          <a:noFill/>
          <a:ln w="28575">
            <a:solidFill>
              <a:srgbClr val="FF0000"/>
            </a:solidFill>
            <a:prstDash val="sysDash"/>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zh-CN" altLang="en-US" sz="1200" dirty="0" smtClean="0"/>
              <a:t>进行解耦</a:t>
            </a:r>
            <a:endParaRPr lang="zh-CN" altLang="en-US" sz="1200" dirty="0"/>
          </a:p>
        </p:txBody>
      </p:sp>
      <p:grpSp>
        <p:nvGrpSpPr>
          <p:cNvPr id="168" name="组合 167">
            <a:extLst>
              <a:ext uri="{FF2B5EF4-FFF2-40B4-BE49-F238E27FC236}">
                <a16:creationId xmlns:a16="http://schemas.microsoft.com/office/drawing/2014/main" id="{5E6C22FE-614C-4E96-AF98-8E34607F8476}"/>
              </a:ext>
            </a:extLst>
          </p:cNvPr>
          <p:cNvGrpSpPr/>
          <p:nvPr/>
        </p:nvGrpSpPr>
        <p:grpSpPr>
          <a:xfrm>
            <a:off x="1619111" y="1376427"/>
            <a:ext cx="4537324" cy="338554"/>
            <a:chOff x="522750" y="1923394"/>
            <a:chExt cx="4537324" cy="338554"/>
          </a:xfrm>
        </p:grpSpPr>
        <p:sp>
          <p:nvSpPr>
            <p:cNvPr id="169" name="文本框 168">
              <a:extLst>
                <a:ext uri="{FF2B5EF4-FFF2-40B4-BE49-F238E27FC236}">
                  <a16:creationId xmlns:a16="http://schemas.microsoft.com/office/drawing/2014/main" id="{E84C4176-F8AF-4B7B-9713-0B8534BAD654}"/>
                </a:ext>
              </a:extLst>
            </p:cNvPr>
            <p:cNvSpPr txBox="1"/>
            <p:nvPr/>
          </p:nvSpPr>
          <p:spPr>
            <a:xfrm>
              <a:off x="666750" y="1923394"/>
              <a:ext cx="4393324" cy="338554"/>
            </a:xfrm>
            <a:prstGeom prst="rect">
              <a:avLst/>
            </a:prstGeom>
            <a:noFill/>
          </p:spPr>
          <p:txBody>
            <a:bodyPr wrap="square" rtlCol="0">
              <a:spAutoFit/>
            </a:bodyPr>
            <a:lstStyle/>
            <a:p>
              <a:r>
                <a:rPr lang="zh-CN" altLang="en-US" sz="1600" b="1" dirty="0"/>
                <a:t>算子的开发流程具有通用性</a:t>
              </a:r>
              <a:r>
                <a:rPr lang="zh-CN" altLang="en-US" sz="1600" dirty="0" smtClean="0"/>
                <a:t>：</a:t>
              </a:r>
              <a:endParaRPr lang="zh-CN" altLang="en-US" sz="1600" dirty="0"/>
            </a:p>
          </p:txBody>
        </p:sp>
        <p:sp>
          <p:nvSpPr>
            <p:cNvPr id="170" name="椭圆 169">
              <a:extLst>
                <a:ext uri="{FF2B5EF4-FFF2-40B4-BE49-F238E27FC236}">
                  <a16:creationId xmlns:a16="http://schemas.microsoft.com/office/drawing/2014/main" id="{32DC0FA0-FE04-4DE0-9FE3-82DBC13E332D}"/>
                </a:ext>
              </a:extLst>
            </p:cNvPr>
            <p:cNvSpPr/>
            <p:nvPr/>
          </p:nvSpPr>
          <p:spPr>
            <a:xfrm>
              <a:off x="522750" y="2055208"/>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0" name="object_3500">
            <a:extLst>
              <a:ext uri="{FF2B5EF4-FFF2-40B4-BE49-F238E27FC236}">
                <a16:creationId xmlns:a16="http://schemas.microsoft.com/office/drawing/2014/main" id="{6D89AF74-B4F9-441C-8B2E-D2B20C543ECC}"/>
              </a:ext>
            </a:extLst>
          </p:cNvPr>
          <p:cNvSpPr>
            <a:spLocks noGrp="1"/>
          </p:cNvSpPr>
          <p:nvPr/>
        </p:nvSpPr>
        <p:spPr>
          <a:xfrm>
            <a:off x="826592" y="1885780"/>
            <a:ext cx="962726" cy="285750"/>
          </a:xfrm>
          <a:prstGeom prst="rect">
            <a:avLst/>
          </a:prstGeom>
          <a:solidFill>
            <a:srgbClr val="F2F2F2"/>
          </a:solidFill>
          <a:ln w="17145">
            <a:solidFill>
              <a:srgbClr val="D7000F"/>
            </a:solidFill>
          </a:ln>
        </p:spPr>
      </p:sp>
      <p:sp>
        <p:nvSpPr>
          <p:cNvPr id="191" name="text_3502_官方资料">
            <a:extLst>
              <a:ext uri="{FF2B5EF4-FFF2-40B4-BE49-F238E27FC236}">
                <a16:creationId xmlns:a16="http://schemas.microsoft.com/office/drawing/2014/main" id="{9201832F-251C-4CE8-9703-3B97307756EA}"/>
              </a:ext>
            </a:extLst>
          </p:cNvPr>
          <p:cNvSpPr>
            <a:spLocks noGrp="1"/>
          </p:cNvSpPr>
          <p:nvPr/>
        </p:nvSpPr>
        <p:spPr>
          <a:xfrm>
            <a:off x="902791" y="1905481"/>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a:solidFill>
                  <a:srgbClr val="000000"/>
                </a:solidFill>
                <a:latin typeface="Arial"/>
                <a:ea typeface="Arial"/>
                <a:cs typeface="Arial"/>
              </a:rPr>
              <a:t>需求分析</a:t>
            </a:r>
            <a:endParaRPr sz="1575" b="1" dirty="0">
              <a:solidFill>
                <a:srgbClr val="000000"/>
              </a:solidFill>
              <a:latin typeface="Arial"/>
              <a:ea typeface="Arial"/>
              <a:cs typeface="Arial"/>
            </a:endParaRPr>
          </a:p>
        </p:txBody>
      </p:sp>
      <p:sp>
        <p:nvSpPr>
          <p:cNvPr id="193" name="object_3500">
            <a:extLst>
              <a:ext uri="{FF2B5EF4-FFF2-40B4-BE49-F238E27FC236}">
                <a16:creationId xmlns:a16="http://schemas.microsoft.com/office/drawing/2014/main" id="{6D89AF74-B4F9-441C-8B2E-D2B20C543ECC}"/>
              </a:ext>
            </a:extLst>
          </p:cNvPr>
          <p:cNvSpPr>
            <a:spLocks noGrp="1"/>
          </p:cNvSpPr>
          <p:nvPr/>
        </p:nvSpPr>
        <p:spPr>
          <a:xfrm>
            <a:off x="2007985" y="1885129"/>
            <a:ext cx="962726" cy="285750"/>
          </a:xfrm>
          <a:prstGeom prst="rect">
            <a:avLst/>
          </a:prstGeom>
          <a:solidFill>
            <a:srgbClr val="F2F2F2"/>
          </a:solidFill>
          <a:ln w="17145">
            <a:solidFill>
              <a:srgbClr val="D7000F"/>
            </a:solidFill>
          </a:ln>
        </p:spPr>
      </p:sp>
      <p:sp>
        <p:nvSpPr>
          <p:cNvPr id="194" name="text_3502_官方资料">
            <a:extLst>
              <a:ext uri="{FF2B5EF4-FFF2-40B4-BE49-F238E27FC236}">
                <a16:creationId xmlns:a16="http://schemas.microsoft.com/office/drawing/2014/main" id="{9201832F-251C-4CE8-9703-3B97307756EA}"/>
              </a:ext>
            </a:extLst>
          </p:cNvPr>
          <p:cNvSpPr>
            <a:spLocks noGrp="1"/>
          </p:cNvSpPr>
          <p:nvPr/>
        </p:nvSpPr>
        <p:spPr>
          <a:xfrm>
            <a:off x="2084184" y="1904830"/>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代码生成</a:t>
            </a:r>
            <a:endParaRPr sz="1575" b="1" dirty="0">
              <a:solidFill>
                <a:srgbClr val="000000"/>
              </a:solidFill>
              <a:latin typeface="Arial"/>
              <a:ea typeface="Arial"/>
              <a:cs typeface="Arial"/>
            </a:endParaRPr>
          </a:p>
        </p:txBody>
      </p:sp>
      <p:sp>
        <p:nvSpPr>
          <p:cNvPr id="195" name="object_3500">
            <a:extLst>
              <a:ext uri="{FF2B5EF4-FFF2-40B4-BE49-F238E27FC236}">
                <a16:creationId xmlns:a16="http://schemas.microsoft.com/office/drawing/2014/main" id="{6D89AF74-B4F9-441C-8B2E-D2B20C543ECC}"/>
              </a:ext>
            </a:extLst>
          </p:cNvPr>
          <p:cNvSpPr>
            <a:spLocks noGrp="1"/>
          </p:cNvSpPr>
          <p:nvPr/>
        </p:nvSpPr>
        <p:spPr>
          <a:xfrm>
            <a:off x="3199185" y="1885129"/>
            <a:ext cx="1030641" cy="285750"/>
          </a:xfrm>
          <a:prstGeom prst="rect">
            <a:avLst/>
          </a:prstGeom>
          <a:solidFill>
            <a:srgbClr val="F2F2F2"/>
          </a:solidFill>
          <a:ln w="17145">
            <a:solidFill>
              <a:srgbClr val="D7000F"/>
            </a:solidFill>
          </a:ln>
        </p:spPr>
      </p:sp>
      <p:sp>
        <p:nvSpPr>
          <p:cNvPr id="196" name="text_3502_官方资料">
            <a:extLst>
              <a:ext uri="{FF2B5EF4-FFF2-40B4-BE49-F238E27FC236}">
                <a16:creationId xmlns:a16="http://schemas.microsoft.com/office/drawing/2014/main" id="{9201832F-251C-4CE8-9703-3B97307756EA}"/>
              </a:ext>
            </a:extLst>
          </p:cNvPr>
          <p:cNvSpPr>
            <a:spLocks noGrp="1"/>
          </p:cNvSpPr>
          <p:nvPr/>
        </p:nvSpPr>
        <p:spPr>
          <a:xfrm>
            <a:off x="3300401" y="1904830"/>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正确性验证</a:t>
            </a:r>
            <a:endParaRPr sz="1575" b="1" dirty="0">
              <a:solidFill>
                <a:srgbClr val="000000"/>
              </a:solidFill>
              <a:latin typeface="Arial"/>
              <a:ea typeface="Arial"/>
              <a:cs typeface="Arial"/>
            </a:endParaRPr>
          </a:p>
        </p:txBody>
      </p:sp>
      <p:sp>
        <p:nvSpPr>
          <p:cNvPr id="197" name="object_3500">
            <a:extLst>
              <a:ext uri="{FF2B5EF4-FFF2-40B4-BE49-F238E27FC236}">
                <a16:creationId xmlns:a16="http://schemas.microsoft.com/office/drawing/2014/main" id="{6D89AF74-B4F9-441C-8B2E-D2B20C543ECC}"/>
              </a:ext>
            </a:extLst>
          </p:cNvPr>
          <p:cNvSpPr>
            <a:spLocks noGrp="1"/>
          </p:cNvSpPr>
          <p:nvPr/>
        </p:nvSpPr>
        <p:spPr>
          <a:xfrm>
            <a:off x="4461843" y="1885555"/>
            <a:ext cx="962726" cy="285750"/>
          </a:xfrm>
          <a:prstGeom prst="rect">
            <a:avLst/>
          </a:prstGeom>
          <a:solidFill>
            <a:srgbClr val="F2F2F2"/>
          </a:solidFill>
          <a:ln w="17145">
            <a:solidFill>
              <a:srgbClr val="D7000F"/>
            </a:solidFill>
          </a:ln>
        </p:spPr>
      </p:sp>
      <p:sp>
        <p:nvSpPr>
          <p:cNvPr id="198" name="text_3502_官方资料">
            <a:extLst>
              <a:ext uri="{FF2B5EF4-FFF2-40B4-BE49-F238E27FC236}">
                <a16:creationId xmlns:a16="http://schemas.microsoft.com/office/drawing/2014/main" id="{9201832F-251C-4CE8-9703-3B97307756EA}"/>
              </a:ext>
            </a:extLst>
          </p:cNvPr>
          <p:cNvSpPr>
            <a:spLocks noGrp="1"/>
          </p:cNvSpPr>
          <p:nvPr/>
        </p:nvSpPr>
        <p:spPr>
          <a:xfrm>
            <a:off x="4538042" y="1905256"/>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性能分析</a:t>
            </a:r>
            <a:endParaRPr sz="1575" b="1" dirty="0">
              <a:solidFill>
                <a:srgbClr val="000000"/>
              </a:solidFill>
              <a:latin typeface="Arial"/>
              <a:ea typeface="Arial"/>
              <a:cs typeface="Arial"/>
            </a:endParaRPr>
          </a:p>
        </p:txBody>
      </p:sp>
      <p:sp>
        <p:nvSpPr>
          <p:cNvPr id="199" name="object_3500">
            <a:extLst>
              <a:ext uri="{FF2B5EF4-FFF2-40B4-BE49-F238E27FC236}">
                <a16:creationId xmlns:a16="http://schemas.microsoft.com/office/drawing/2014/main" id="{6D89AF74-B4F9-441C-8B2E-D2B20C543ECC}"/>
              </a:ext>
            </a:extLst>
          </p:cNvPr>
          <p:cNvSpPr>
            <a:spLocks noGrp="1"/>
          </p:cNvSpPr>
          <p:nvPr/>
        </p:nvSpPr>
        <p:spPr>
          <a:xfrm>
            <a:off x="3083979" y="2314992"/>
            <a:ext cx="962726" cy="285750"/>
          </a:xfrm>
          <a:prstGeom prst="rect">
            <a:avLst/>
          </a:prstGeom>
          <a:solidFill>
            <a:srgbClr val="F2F2F2"/>
          </a:solidFill>
          <a:ln w="17145">
            <a:solidFill>
              <a:srgbClr val="D7000F"/>
            </a:solidFill>
          </a:ln>
        </p:spPr>
      </p:sp>
      <p:sp>
        <p:nvSpPr>
          <p:cNvPr id="200" name="text_3502_官方资料">
            <a:extLst>
              <a:ext uri="{FF2B5EF4-FFF2-40B4-BE49-F238E27FC236}">
                <a16:creationId xmlns:a16="http://schemas.microsoft.com/office/drawing/2014/main" id="{9201832F-251C-4CE8-9703-3B97307756EA}"/>
              </a:ext>
            </a:extLst>
          </p:cNvPr>
          <p:cNvSpPr>
            <a:spLocks noGrp="1"/>
          </p:cNvSpPr>
          <p:nvPr/>
        </p:nvSpPr>
        <p:spPr>
          <a:xfrm>
            <a:off x="3160178" y="2334693"/>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迭代优化</a:t>
            </a:r>
            <a:endParaRPr sz="1575" b="1" dirty="0">
              <a:solidFill>
                <a:srgbClr val="000000"/>
              </a:solidFill>
              <a:latin typeface="Arial"/>
              <a:ea typeface="Arial"/>
              <a:cs typeface="Arial"/>
            </a:endParaRPr>
          </a:p>
        </p:txBody>
      </p:sp>
      <p:cxnSp>
        <p:nvCxnSpPr>
          <p:cNvPr id="201" name="直接箭头连接符 200">
            <a:extLst>
              <a:ext uri="{FF2B5EF4-FFF2-40B4-BE49-F238E27FC236}">
                <a16:creationId xmlns:a16="http://schemas.microsoft.com/office/drawing/2014/main" id="{5EEB9355-C600-4170-9F06-964A5F54E16B}"/>
              </a:ext>
            </a:extLst>
          </p:cNvPr>
          <p:cNvCxnSpPr/>
          <p:nvPr/>
        </p:nvCxnSpPr>
        <p:spPr>
          <a:xfrm>
            <a:off x="1796071" y="2043826"/>
            <a:ext cx="216972" cy="109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4" name="直接箭头连接符 203">
            <a:extLst>
              <a:ext uri="{FF2B5EF4-FFF2-40B4-BE49-F238E27FC236}">
                <a16:creationId xmlns:a16="http://schemas.microsoft.com/office/drawing/2014/main" id="{5EEB9355-C600-4170-9F06-964A5F54E16B}"/>
              </a:ext>
            </a:extLst>
          </p:cNvPr>
          <p:cNvCxnSpPr/>
          <p:nvPr/>
        </p:nvCxnSpPr>
        <p:spPr>
          <a:xfrm>
            <a:off x="2966696" y="2032851"/>
            <a:ext cx="237577" cy="44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6" name="直接箭头连接符 205">
            <a:extLst>
              <a:ext uri="{FF2B5EF4-FFF2-40B4-BE49-F238E27FC236}">
                <a16:creationId xmlns:a16="http://schemas.microsoft.com/office/drawing/2014/main" id="{5EEB9355-C600-4170-9F06-964A5F54E16B}"/>
              </a:ext>
            </a:extLst>
          </p:cNvPr>
          <p:cNvCxnSpPr/>
          <p:nvPr/>
        </p:nvCxnSpPr>
        <p:spPr>
          <a:xfrm>
            <a:off x="4237560" y="2023892"/>
            <a:ext cx="216972" cy="109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7" name="直接箭头连接符 206">
            <a:extLst>
              <a:ext uri="{FF2B5EF4-FFF2-40B4-BE49-F238E27FC236}">
                <a16:creationId xmlns:a16="http://schemas.microsoft.com/office/drawing/2014/main" id="{5EEB9355-C600-4170-9F06-964A5F54E16B}"/>
              </a:ext>
            </a:extLst>
          </p:cNvPr>
          <p:cNvCxnSpPr/>
          <p:nvPr/>
        </p:nvCxnSpPr>
        <p:spPr>
          <a:xfrm flipH="1">
            <a:off x="4086748" y="2222732"/>
            <a:ext cx="429935" cy="2460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09" name="组合 208">
            <a:extLst>
              <a:ext uri="{FF2B5EF4-FFF2-40B4-BE49-F238E27FC236}">
                <a16:creationId xmlns:a16="http://schemas.microsoft.com/office/drawing/2014/main" id="{5E6C22FE-614C-4E96-AF98-8E34607F8476}"/>
              </a:ext>
            </a:extLst>
          </p:cNvPr>
          <p:cNvGrpSpPr/>
          <p:nvPr/>
        </p:nvGrpSpPr>
        <p:grpSpPr>
          <a:xfrm>
            <a:off x="1619111" y="3102866"/>
            <a:ext cx="4537324" cy="338554"/>
            <a:chOff x="522750" y="1923394"/>
            <a:chExt cx="4537324" cy="338554"/>
          </a:xfrm>
        </p:grpSpPr>
        <p:sp>
          <p:nvSpPr>
            <p:cNvPr id="210" name="文本框 209">
              <a:extLst>
                <a:ext uri="{FF2B5EF4-FFF2-40B4-BE49-F238E27FC236}">
                  <a16:creationId xmlns:a16="http://schemas.microsoft.com/office/drawing/2014/main" id="{E84C4176-F8AF-4B7B-9713-0B8534BAD654}"/>
                </a:ext>
              </a:extLst>
            </p:cNvPr>
            <p:cNvSpPr txBox="1"/>
            <p:nvPr/>
          </p:nvSpPr>
          <p:spPr>
            <a:xfrm>
              <a:off x="666750" y="1923394"/>
              <a:ext cx="4393324" cy="338554"/>
            </a:xfrm>
            <a:prstGeom prst="rect">
              <a:avLst/>
            </a:prstGeom>
            <a:noFill/>
          </p:spPr>
          <p:txBody>
            <a:bodyPr wrap="square" rtlCol="0">
              <a:spAutoFit/>
            </a:bodyPr>
            <a:lstStyle/>
            <a:p>
              <a:r>
                <a:rPr lang="zh-CN" altLang="en-US" sz="1600" b="1" dirty="0" smtClean="0"/>
                <a:t>平台知识替换分析困难</a:t>
              </a:r>
              <a:r>
                <a:rPr lang="zh-CN" altLang="en-US" sz="1600" dirty="0" smtClean="0"/>
                <a:t>：</a:t>
              </a:r>
              <a:endParaRPr lang="zh-CN" altLang="en-US" sz="1600" dirty="0"/>
            </a:p>
          </p:txBody>
        </p:sp>
        <p:sp>
          <p:nvSpPr>
            <p:cNvPr id="211" name="椭圆 210">
              <a:extLst>
                <a:ext uri="{FF2B5EF4-FFF2-40B4-BE49-F238E27FC236}">
                  <a16:creationId xmlns:a16="http://schemas.microsoft.com/office/drawing/2014/main" id="{32DC0FA0-FE04-4DE0-9FE3-82DBC13E332D}"/>
                </a:ext>
              </a:extLst>
            </p:cNvPr>
            <p:cNvSpPr/>
            <p:nvPr/>
          </p:nvSpPr>
          <p:spPr>
            <a:xfrm>
              <a:off x="522750" y="2055208"/>
              <a:ext cx="144000" cy="1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2" name="text_3145_硬件架构">
            <a:extLst>
              <a:ext uri="{FF2B5EF4-FFF2-40B4-BE49-F238E27FC236}">
                <a16:creationId xmlns:a16="http://schemas.microsoft.com/office/drawing/2014/main" id="{39D336CD-F4B7-481E-9518-62ACE98CB404}"/>
              </a:ext>
            </a:extLst>
          </p:cNvPr>
          <p:cNvSpPr>
            <a:spLocks noGrp="1"/>
          </p:cNvSpPr>
          <p:nvPr/>
        </p:nvSpPr>
        <p:spPr>
          <a:xfrm>
            <a:off x="1594394" y="3690166"/>
            <a:ext cx="3257550" cy="266700"/>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lang="zh-CN" altLang="en-US" sz="1725" b="1" dirty="0" smtClean="0">
                <a:solidFill>
                  <a:srgbClr val="D7000F"/>
                </a:solidFill>
                <a:latin typeface="Arial"/>
                <a:ea typeface="Arial"/>
                <a:cs typeface="Arial"/>
              </a:rPr>
              <a:t>①平台专属知识差异大</a:t>
            </a:r>
            <a:endParaRPr sz="1725" b="1" dirty="0">
              <a:solidFill>
                <a:srgbClr val="D7000F"/>
              </a:solidFill>
              <a:latin typeface="Arial"/>
              <a:ea typeface="Arial"/>
              <a:cs typeface="Arial"/>
            </a:endParaRPr>
          </a:p>
        </p:txBody>
      </p:sp>
      <p:sp>
        <p:nvSpPr>
          <p:cNvPr id="213" name="text_3147_计算单元、存储层次、并行结构">
            <a:extLst>
              <a:ext uri="{FF2B5EF4-FFF2-40B4-BE49-F238E27FC236}">
                <a16:creationId xmlns:a16="http://schemas.microsoft.com/office/drawing/2014/main" id="{74B9F589-F68E-416B-A4B3-A773C17EBD7E}"/>
              </a:ext>
            </a:extLst>
          </p:cNvPr>
          <p:cNvSpPr>
            <a:spLocks noGrp="1"/>
          </p:cNvSpPr>
          <p:nvPr/>
        </p:nvSpPr>
        <p:spPr>
          <a:xfrm>
            <a:off x="1613444" y="3985441"/>
            <a:ext cx="3238500" cy="238125"/>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lang="zh-CN" altLang="en-US" sz="1388" b="0" dirty="0" smtClean="0">
                <a:solidFill>
                  <a:srgbClr val="242424"/>
                </a:solidFill>
                <a:latin typeface="Arial"/>
                <a:ea typeface="Arial"/>
                <a:cs typeface="Arial"/>
              </a:rPr>
              <a:t>硬件架构          编程模型         工具链与环境</a:t>
            </a:r>
            <a:endParaRPr sz="1388" b="0" dirty="0">
              <a:solidFill>
                <a:srgbClr val="242424"/>
              </a:solidFill>
              <a:latin typeface="Arial"/>
              <a:ea typeface="Arial"/>
              <a:cs typeface="Arial"/>
            </a:endParaRPr>
          </a:p>
        </p:txBody>
      </p:sp>
      <p:sp>
        <p:nvSpPr>
          <p:cNvPr id="215" name="text_3145_硬件架构">
            <a:extLst>
              <a:ext uri="{FF2B5EF4-FFF2-40B4-BE49-F238E27FC236}">
                <a16:creationId xmlns:a16="http://schemas.microsoft.com/office/drawing/2014/main" id="{39D336CD-F4B7-481E-9518-62ACE98CB404}"/>
              </a:ext>
            </a:extLst>
          </p:cNvPr>
          <p:cNvSpPr>
            <a:spLocks noGrp="1"/>
          </p:cNvSpPr>
          <p:nvPr/>
        </p:nvSpPr>
        <p:spPr>
          <a:xfrm>
            <a:off x="1586579" y="4318999"/>
            <a:ext cx="3257550" cy="266700"/>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lang="zh-CN" altLang="en-US" sz="1725" b="1" dirty="0" smtClean="0">
                <a:solidFill>
                  <a:srgbClr val="D7000F"/>
                </a:solidFill>
                <a:latin typeface="Arial"/>
                <a:ea typeface="Arial"/>
                <a:cs typeface="Arial"/>
              </a:rPr>
              <a:t>②平台知识分散在整个开发流程中</a:t>
            </a:r>
            <a:endParaRPr sz="1725" b="1" dirty="0">
              <a:solidFill>
                <a:srgbClr val="D7000F"/>
              </a:solidFill>
              <a:latin typeface="Arial"/>
              <a:ea typeface="Arial"/>
              <a:cs typeface="Arial"/>
            </a:endParaRPr>
          </a:p>
        </p:txBody>
      </p:sp>
      <p:sp>
        <p:nvSpPr>
          <p:cNvPr id="216" name="text_3147_计算单元、存储层次、并行结构">
            <a:extLst>
              <a:ext uri="{FF2B5EF4-FFF2-40B4-BE49-F238E27FC236}">
                <a16:creationId xmlns:a16="http://schemas.microsoft.com/office/drawing/2014/main" id="{74B9F589-F68E-416B-A4B3-A773C17EBD7E}"/>
              </a:ext>
            </a:extLst>
          </p:cNvPr>
          <p:cNvSpPr>
            <a:spLocks noGrp="1"/>
          </p:cNvSpPr>
          <p:nvPr/>
        </p:nvSpPr>
        <p:spPr>
          <a:xfrm>
            <a:off x="1586579" y="4736543"/>
            <a:ext cx="3238500" cy="238125"/>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lang="zh-CN" altLang="en-US" sz="1388" b="0" dirty="0" smtClean="0">
                <a:solidFill>
                  <a:srgbClr val="242424"/>
                </a:solidFill>
                <a:latin typeface="Arial"/>
                <a:ea typeface="Arial"/>
                <a:cs typeface="Arial"/>
              </a:rPr>
              <a:t>硬件信息嵌入到开发的各个阶段，</a:t>
            </a:r>
            <a:endParaRPr lang="en-US" altLang="zh-CN" sz="1388" b="0" dirty="0" smtClean="0">
              <a:solidFill>
                <a:srgbClr val="242424"/>
              </a:solidFill>
              <a:latin typeface="Arial"/>
              <a:ea typeface="Arial"/>
              <a:cs typeface="Arial"/>
            </a:endParaRPr>
          </a:p>
          <a:p>
            <a:pPr algn="l">
              <a:defRPr sz="1388" b="0">
                <a:solidFill>
                  <a:srgbClr val="242424"/>
                </a:solidFill>
                <a:latin typeface="Arial"/>
                <a:ea typeface="Arial"/>
                <a:cs typeface="Arial"/>
              </a:defRPr>
            </a:pPr>
            <a:r>
              <a:rPr lang="zh-CN" altLang="en-US" sz="1388" b="0" dirty="0" smtClean="0">
                <a:solidFill>
                  <a:srgbClr val="242424"/>
                </a:solidFill>
                <a:latin typeface="Arial"/>
                <a:ea typeface="Arial"/>
                <a:cs typeface="Arial"/>
              </a:rPr>
              <a:t>而且不同阶段信息有重复现象</a:t>
            </a:r>
            <a:endParaRPr sz="1388" b="0" dirty="0">
              <a:solidFill>
                <a:srgbClr val="242424"/>
              </a:solidFill>
              <a:latin typeface="Arial"/>
              <a:ea typeface="Arial"/>
              <a:cs typeface="Arial"/>
            </a:endParaRPr>
          </a:p>
        </p:txBody>
      </p:sp>
      <p:sp>
        <p:nvSpPr>
          <p:cNvPr id="217" name="箭头: 下 38">
            <a:extLst>
              <a:ext uri="{FF2B5EF4-FFF2-40B4-BE49-F238E27FC236}">
                <a16:creationId xmlns:a16="http://schemas.microsoft.com/office/drawing/2014/main" id="{EAB7CA23-300E-472A-92F7-F2EA8CBA1F02}"/>
              </a:ext>
            </a:extLst>
          </p:cNvPr>
          <p:cNvSpPr/>
          <p:nvPr/>
        </p:nvSpPr>
        <p:spPr>
          <a:xfrm>
            <a:off x="2910068" y="5193911"/>
            <a:ext cx="432000" cy="4889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Rectangle 1">
            <a:extLst>
              <a:ext uri="{FF2B5EF4-FFF2-40B4-BE49-F238E27FC236}">
                <a16:creationId xmlns:a16="http://schemas.microsoft.com/office/drawing/2014/main" id="{8960AFFF-E899-C418-B077-71AE72F58830}"/>
              </a:ext>
            </a:extLst>
          </p:cNvPr>
          <p:cNvSpPr>
            <a:spLocks noChangeArrowheads="1"/>
          </p:cNvSpPr>
          <p:nvPr/>
        </p:nvSpPr>
        <p:spPr bwMode="auto">
          <a:xfrm>
            <a:off x="3480871" y="5291963"/>
            <a:ext cx="930186" cy="276999"/>
          </a:xfrm>
          <a:prstGeom prst="rect">
            <a:avLst/>
          </a:prstGeom>
          <a:noFill/>
          <a:ln w="28575">
            <a:solidFill>
              <a:srgbClr val="FF0000"/>
            </a:solidFill>
            <a:prstDash val="sysDash"/>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zh-CN" altLang="en-US" sz="1200" dirty="0" smtClean="0"/>
              <a:t>导致</a:t>
            </a:r>
            <a:endParaRPr lang="zh-CN" altLang="en-US" sz="1200" dirty="0"/>
          </a:p>
        </p:txBody>
      </p:sp>
    </p:spTree>
    <p:extLst>
      <p:ext uri="{BB962C8B-B14F-4D97-AF65-F5344CB8AC3E}">
        <p14:creationId xmlns:p14="http://schemas.microsoft.com/office/powerpoint/2010/main" val="4157222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矩形: 圆角 46">
            <a:extLst>
              <a:ext uri="{FF2B5EF4-FFF2-40B4-BE49-F238E27FC236}">
                <a16:creationId xmlns:a16="http://schemas.microsoft.com/office/drawing/2014/main" id="{5190E84F-3680-43C0-AE87-E3EB77ADFDCE}"/>
              </a:ext>
            </a:extLst>
          </p:cNvPr>
          <p:cNvSpPr/>
          <p:nvPr/>
        </p:nvSpPr>
        <p:spPr>
          <a:xfrm>
            <a:off x="742950" y="2390020"/>
            <a:ext cx="9810750" cy="735201"/>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198A75A8-4083-4400-AE7D-7830A8C6012B}"/>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111315"/>
                </a:solidFill>
              </a:rPr>
              <a:t>实习任务</a:t>
            </a:r>
            <a:r>
              <a:rPr lang="en-US" altLang="zh-CN" dirty="0">
                <a:solidFill>
                  <a:srgbClr val="111315"/>
                </a:solidFill>
              </a:rPr>
              <a:t>3</a:t>
            </a:r>
            <a:r>
              <a:rPr lang="zh-CN" altLang="en-US" dirty="0">
                <a:solidFill>
                  <a:srgbClr val="111315"/>
                </a:solidFill>
              </a:rPr>
              <a:t>：</a:t>
            </a:r>
            <a:r>
              <a:rPr sz="2600" b="1" dirty="0" err="1" smtClean="0">
                <a:solidFill>
                  <a:srgbClr val="000000"/>
                </a:solidFill>
                <a:latin typeface="Arial"/>
                <a:ea typeface="Arial"/>
                <a:cs typeface="Arial"/>
              </a:rPr>
              <a:t>新平台算子</a:t>
            </a:r>
            <a:r>
              <a:rPr sz="2600" b="1" dirty="0" smtClean="0">
                <a:solidFill>
                  <a:srgbClr val="000000"/>
                </a:solidFill>
                <a:latin typeface="Arial"/>
                <a:ea typeface="Arial"/>
                <a:cs typeface="Arial"/>
              </a:rPr>
              <a:t> </a:t>
            </a:r>
            <a:r>
              <a:rPr sz="2600" b="1" dirty="0">
                <a:solidFill>
                  <a:srgbClr val="000000"/>
                </a:solidFill>
                <a:latin typeface="Arial"/>
                <a:ea typeface="Arial"/>
                <a:cs typeface="Arial"/>
              </a:rPr>
              <a:t>Skill </a:t>
            </a:r>
            <a:r>
              <a:rPr sz="2600" b="1" dirty="0" err="1">
                <a:solidFill>
                  <a:srgbClr val="000000"/>
                </a:solidFill>
                <a:latin typeface="Arial"/>
                <a:ea typeface="Arial"/>
                <a:cs typeface="Arial"/>
              </a:rPr>
              <a:t>开发流程</a:t>
            </a:r>
            <a:endParaRPr sz="2600" b="1" dirty="0">
              <a:solidFill>
                <a:srgbClr val="000000"/>
              </a:solidFill>
              <a:latin typeface="Arial"/>
              <a:ea typeface="Arial"/>
              <a:cs typeface="Arial"/>
            </a:endParaRPr>
          </a:p>
        </p:txBody>
      </p:sp>
      <p:sp>
        <p:nvSpPr>
          <p:cNvPr id="3" name="text_3198_基于通用开发方法，结合平台专属知识，构建并验证新">
            <a:extLst>
              <a:ext uri="{FF2B5EF4-FFF2-40B4-BE49-F238E27FC236}">
                <a16:creationId xmlns:a16="http://schemas.microsoft.com/office/drawing/2014/main" id="{C282FB46-B6C6-4CD9-91E9-62EF9C011DA2}"/>
              </a:ext>
            </a:extLst>
          </p:cNvPr>
          <p:cNvSpPr>
            <a:spLocks noGrp="1"/>
          </p:cNvSpPr>
          <p:nvPr/>
        </p:nvSpPr>
        <p:spPr>
          <a:xfrm>
            <a:off x="742950" y="866775"/>
            <a:ext cx="10820400" cy="314325"/>
          </a:xfrm>
          <a:prstGeom prst="rect">
            <a:avLst/>
          </a:prstGeom>
          <a:noFill/>
          <a:ln w="9525">
            <a:noFill/>
          </a:ln>
        </p:spPr>
        <p:txBody>
          <a:bodyPr wrap="none" lIns="0" tIns="0" rIns="0" bIns="0" anchor="ctr">
            <a:noAutofit/>
          </a:bodyPr>
          <a:lstStyle/>
          <a:p>
            <a:pPr algn="l">
              <a:defRPr sz="1725" b="0">
                <a:solidFill>
                  <a:srgbClr val="242424"/>
                </a:solidFill>
                <a:latin typeface="Arial"/>
                <a:ea typeface="Arial"/>
                <a:cs typeface="Arial"/>
              </a:defRPr>
            </a:pPr>
            <a:r>
              <a:rPr sz="1725" b="0">
                <a:solidFill>
                  <a:srgbClr val="242424"/>
                </a:solidFill>
                <a:latin typeface="Arial"/>
                <a:ea typeface="Arial"/>
                <a:cs typeface="Arial"/>
              </a:rPr>
              <a:t>基于通用开发方法，结合平台专属知识，构建并验证新平台的算子开发 Skill。</a:t>
            </a:r>
          </a:p>
        </p:txBody>
      </p:sp>
      <p:sp>
        <p:nvSpPr>
          <p:cNvPr id="4" name="text_3200_01">
            <a:extLst>
              <a:ext uri="{FF2B5EF4-FFF2-40B4-BE49-F238E27FC236}">
                <a16:creationId xmlns:a16="http://schemas.microsoft.com/office/drawing/2014/main" id="{DCD53DF0-42BE-405B-9D7C-AF719DE1E431}"/>
              </a:ext>
            </a:extLst>
          </p:cNvPr>
          <p:cNvSpPr>
            <a:spLocks noGrp="1"/>
          </p:cNvSpPr>
          <p:nvPr/>
        </p:nvSpPr>
        <p:spPr>
          <a:xfrm>
            <a:off x="733425" y="1381125"/>
            <a:ext cx="523875" cy="342900"/>
          </a:xfrm>
          <a:prstGeom prst="rect">
            <a:avLst/>
          </a:prstGeom>
          <a:noFill/>
          <a:ln w="9525">
            <a:noFill/>
          </a:ln>
        </p:spPr>
        <p:txBody>
          <a:bodyPr wrap="none" lIns="0" tIns="0" rIns="0" bIns="0" anchor="ctr">
            <a:noAutofit/>
          </a:bodyPr>
          <a:lstStyle/>
          <a:p>
            <a:pPr algn="l">
              <a:defRPr sz="2100" b="1">
                <a:solidFill>
                  <a:srgbClr val="D7000F"/>
                </a:solidFill>
                <a:latin typeface="Arial"/>
                <a:ea typeface="Arial"/>
                <a:cs typeface="Arial"/>
              </a:defRPr>
            </a:pPr>
            <a:r>
              <a:rPr sz="2100" b="1">
                <a:solidFill>
                  <a:srgbClr val="D7000F"/>
                </a:solidFill>
                <a:latin typeface="Arial"/>
                <a:ea typeface="Arial"/>
                <a:cs typeface="Arial"/>
              </a:rPr>
              <a:t>01</a:t>
            </a:r>
          </a:p>
        </p:txBody>
      </p:sp>
      <p:sp>
        <p:nvSpPr>
          <p:cNvPr id="5" name="text_3202_任务与边界定义">
            <a:extLst>
              <a:ext uri="{FF2B5EF4-FFF2-40B4-BE49-F238E27FC236}">
                <a16:creationId xmlns:a16="http://schemas.microsoft.com/office/drawing/2014/main" id="{C014E2EF-2092-43FF-BC8B-65BDFD006B04}"/>
              </a:ext>
            </a:extLst>
          </p:cNvPr>
          <p:cNvSpPr>
            <a:spLocks noGrp="1"/>
          </p:cNvSpPr>
          <p:nvPr/>
        </p:nvSpPr>
        <p:spPr>
          <a:xfrm>
            <a:off x="1228725" y="1381125"/>
            <a:ext cx="3028950" cy="342900"/>
          </a:xfrm>
          <a:prstGeom prst="rect">
            <a:avLst/>
          </a:prstGeom>
          <a:noFill/>
          <a:ln w="9525">
            <a:noFill/>
          </a:ln>
        </p:spPr>
        <p:txBody>
          <a:bodyPr wrap="none" lIns="0" tIns="0" rIns="0" bIns="0" anchor="ctr">
            <a:noAutofit/>
          </a:bodyPr>
          <a:lstStyle/>
          <a:p>
            <a:pPr algn="l">
              <a:defRPr sz="1875" b="1">
                <a:solidFill>
                  <a:srgbClr val="000000"/>
                </a:solidFill>
                <a:latin typeface="Arial"/>
                <a:ea typeface="Arial"/>
                <a:cs typeface="Arial"/>
              </a:defRPr>
            </a:pPr>
            <a:r>
              <a:rPr lang="en-US" sz="1875" b="1" dirty="0" smtClean="0">
                <a:solidFill>
                  <a:srgbClr val="000000"/>
                </a:solidFill>
                <a:latin typeface="Arial"/>
                <a:ea typeface="Arial"/>
                <a:cs typeface="Arial"/>
              </a:rPr>
              <a:t>Workflow</a:t>
            </a:r>
            <a:endParaRPr sz="1875" b="1" dirty="0">
              <a:solidFill>
                <a:srgbClr val="000000"/>
              </a:solidFill>
              <a:latin typeface="Arial"/>
              <a:ea typeface="Arial"/>
              <a:cs typeface="Arial"/>
            </a:endParaRPr>
          </a:p>
        </p:txBody>
      </p:sp>
      <p:sp>
        <p:nvSpPr>
          <p:cNvPr id="6" name="connector_3203">
            <a:extLst>
              <a:ext uri="{FF2B5EF4-FFF2-40B4-BE49-F238E27FC236}">
                <a16:creationId xmlns:a16="http://schemas.microsoft.com/office/drawing/2014/main" id="{EBDD30F3-E939-4C57-83AE-8E6EEC373FA8}"/>
              </a:ext>
            </a:extLst>
          </p:cNvPr>
          <p:cNvSpPr>
            <a:spLocks noGrp="1"/>
          </p:cNvSpPr>
          <p:nvPr/>
        </p:nvSpPr>
        <p:spPr>
          <a:xfrm>
            <a:off x="723900" y="1781175"/>
            <a:ext cx="2114550" cy="19050"/>
          </a:xfrm>
          <a:custGeom>
            <a:avLst/>
            <a:gdLst/>
            <a:ahLst/>
            <a:cxnLst/>
            <a:rect l="0" t="0" r="0" b="0"/>
            <a:pathLst>
              <a:path w="2114550" h="19050">
                <a:moveTo>
                  <a:pt x="9525" y="9525"/>
                </a:moveTo>
                <a:lnTo>
                  <a:pt x="2105025" y="9525"/>
                </a:lnTo>
              </a:path>
            </a:pathLst>
          </a:custGeom>
          <a:noFill/>
          <a:ln w="16193">
            <a:solidFill>
              <a:srgbClr val="D7000F"/>
            </a:solidFill>
          </a:ln>
        </p:spPr>
      </p:sp>
      <p:sp>
        <p:nvSpPr>
          <p:cNvPr id="28" name="text_3242_04">
            <a:extLst>
              <a:ext uri="{FF2B5EF4-FFF2-40B4-BE49-F238E27FC236}">
                <a16:creationId xmlns:a16="http://schemas.microsoft.com/office/drawing/2014/main" id="{7C6F4B14-A145-4657-B20D-3DE37E47739F}"/>
              </a:ext>
            </a:extLst>
          </p:cNvPr>
          <p:cNvSpPr>
            <a:spLocks noGrp="1"/>
          </p:cNvSpPr>
          <p:nvPr/>
        </p:nvSpPr>
        <p:spPr>
          <a:xfrm>
            <a:off x="762000" y="3239910"/>
            <a:ext cx="523875" cy="342900"/>
          </a:xfrm>
          <a:prstGeom prst="rect">
            <a:avLst/>
          </a:prstGeom>
          <a:noFill/>
          <a:ln w="9525">
            <a:noFill/>
          </a:ln>
        </p:spPr>
        <p:txBody>
          <a:bodyPr wrap="none" lIns="0" tIns="0" rIns="0" bIns="0" anchor="ctr">
            <a:noAutofit/>
          </a:bodyPr>
          <a:lstStyle/>
          <a:p>
            <a:pPr algn="l">
              <a:defRPr sz="2100" b="1">
                <a:solidFill>
                  <a:srgbClr val="D7000F"/>
                </a:solidFill>
                <a:latin typeface="Arial"/>
                <a:ea typeface="Arial"/>
                <a:cs typeface="Arial"/>
              </a:defRPr>
            </a:pPr>
            <a:r>
              <a:rPr sz="2100" b="1" dirty="0" smtClean="0">
                <a:solidFill>
                  <a:srgbClr val="D7000F"/>
                </a:solidFill>
                <a:latin typeface="Arial"/>
                <a:ea typeface="Arial"/>
                <a:cs typeface="Arial"/>
              </a:rPr>
              <a:t>0</a:t>
            </a:r>
            <a:r>
              <a:rPr lang="en-US" sz="2100" b="1" dirty="0" smtClean="0">
                <a:solidFill>
                  <a:srgbClr val="D7000F"/>
                </a:solidFill>
                <a:latin typeface="Arial"/>
                <a:ea typeface="Arial"/>
                <a:cs typeface="Arial"/>
              </a:rPr>
              <a:t>2</a:t>
            </a:r>
            <a:endParaRPr sz="2100" b="1" dirty="0">
              <a:solidFill>
                <a:srgbClr val="D7000F"/>
              </a:solidFill>
              <a:latin typeface="Arial"/>
              <a:ea typeface="Arial"/>
              <a:cs typeface="Arial"/>
            </a:endParaRPr>
          </a:p>
        </p:txBody>
      </p:sp>
      <p:sp>
        <p:nvSpPr>
          <p:cNvPr id="29" name="text_3244_封装新平台 Skill">
            <a:extLst>
              <a:ext uri="{FF2B5EF4-FFF2-40B4-BE49-F238E27FC236}">
                <a16:creationId xmlns:a16="http://schemas.microsoft.com/office/drawing/2014/main" id="{51D64DED-0F9F-48F3-B968-BD36EB3AC932}"/>
              </a:ext>
            </a:extLst>
          </p:cNvPr>
          <p:cNvSpPr>
            <a:spLocks noGrp="1"/>
          </p:cNvSpPr>
          <p:nvPr/>
        </p:nvSpPr>
        <p:spPr>
          <a:xfrm>
            <a:off x="1257300" y="3239910"/>
            <a:ext cx="3028950" cy="342900"/>
          </a:xfrm>
          <a:prstGeom prst="rect">
            <a:avLst/>
          </a:prstGeom>
          <a:noFill/>
          <a:ln w="9525">
            <a:noFill/>
          </a:ln>
        </p:spPr>
        <p:txBody>
          <a:bodyPr wrap="none" lIns="0" tIns="0" rIns="0" bIns="0" anchor="ctr">
            <a:noAutofit/>
          </a:bodyPr>
          <a:lstStyle/>
          <a:p>
            <a:pPr algn="l">
              <a:defRPr sz="1875" b="1">
                <a:solidFill>
                  <a:srgbClr val="000000"/>
                </a:solidFill>
                <a:latin typeface="Arial"/>
                <a:ea typeface="Arial"/>
                <a:cs typeface="Arial"/>
              </a:defRPr>
            </a:pPr>
            <a:r>
              <a:rPr sz="1875" b="1" dirty="0" err="1" smtClean="0">
                <a:solidFill>
                  <a:srgbClr val="000000"/>
                </a:solidFill>
                <a:latin typeface="Arial"/>
                <a:ea typeface="Arial"/>
                <a:cs typeface="Arial"/>
              </a:rPr>
              <a:t>平台</a:t>
            </a:r>
            <a:r>
              <a:rPr lang="zh-CN" altLang="en-US" sz="1875" b="1" dirty="0">
                <a:solidFill>
                  <a:srgbClr val="000000"/>
                </a:solidFill>
                <a:latin typeface="Arial"/>
                <a:ea typeface="Arial"/>
                <a:cs typeface="Arial"/>
              </a:rPr>
              <a:t>知识库</a:t>
            </a:r>
            <a:endParaRPr sz="1875" b="1" dirty="0">
              <a:solidFill>
                <a:srgbClr val="000000"/>
              </a:solidFill>
              <a:latin typeface="Arial"/>
              <a:ea typeface="Arial"/>
              <a:cs typeface="Arial"/>
            </a:endParaRPr>
          </a:p>
        </p:txBody>
      </p:sp>
      <p:sp>
        <p:nvSpPr>
          <p:cNvPr id="30" name="connector_3245">
            <a:extLst>
              <a:ext uri="{FF2B5EF4-FFF2-40B4-BE49-F238E27FC236}">
                <a16:creationId xmlns:a16="http://schemas.microsoft.com/office/drawing/2014/main" id="{CC8350A8-9979-46FB-A1F1-B7205E7B131C}"/>
              </a:ext>
            </a:extLst>
          </p:cNvPr>
          <p:cNvSpPr>
            <a:spLocks noGrp="1"/>
          </p:cNvSpPr>
          <p:nvPr/>
        </p:nvSpPr>
        <p:spPr>
          <a:xfrm>
            <a:off x="752475" y="3639960"/>
            <a:ext cx="2114550" cy="19050"/>
          </a:xfrm>
          <a:custGeom>
            <a:avLst/>
            <a:gdLst/>
            <a:ahLst/>
            <a:cxnLst/>
            <a:rect l="0" t="0" r="0" b="0"/>
            <a:pathLst>
              <a:path w="2114550" h="19050">
                <a:moveTo>
                  <a:pt x="9525" y="9525"/>
                </a:moveTo>
                <a:lnTo>
                  <a:pt x="2105025" y="9525"/>
                </a:lnTo>
              </a:path>
            </a:pathLst>
          </a:custGeom>
          <a:noFill/>
          <a:ln w="16193">
            <a:solidFill>
              <a:srgbClr val="D7000F"/>
            </a:solidFill>
          </a:ln>
        </p:spPr>
      </p:sp>
      <p:sp>
        <p:nvSpPr>
          <p:cNvPr id="141" name="object_3354">
            <a:extLst>
              <a:ext uri="{FF2B5EF4-FFF2-40B4-BE49-F238E27FC236}">
                <a16:creationId xmlns:a16="http://schemas.microsoft.com/office/drawing/2014/main" id="{4647118A-502F-4188-884B-D1A9FC1F67D4}"/>
              </a:ext>
            </a:extLst>
          </p:cNvPr>
          <p:cNvSpPr>
            <a:spLocks noGrp="1"/>
          </p:cNvSpPr>
          <p:nvPr/>
        </p:nvSpPr>
        <p:spPr>
          <a:xfrm>
            <a:off x="3265204" y="2582685"/>
            <a:ext cx="1557846" cy="329507"/>
          </a:xfrm>
          <a:prstGeom prst="rect">
            <a:avLst/>
          </a:prstGeom>
          <a:solidFill>
            <a:srgbClr val="FFFFFF"/>
          </a:solidFill>
          <a:ln w="17145">
            <a:solidFill>
              <a:srgbClr val="D7000F"/>
            </a:solidFill>
          </a:ln>
        </p:spPr>
      </p:sp>
      <p:sp>
        <p:nvSpPr>
          <p:cNvPr id="142" name="text_3356_Workflow">
            <a:extLst>
              <a:ext uri="{FF2B5EF4-FFF2-40B4-BE49-F238E27FC236}">
                <a16:creationId xmlns:a16="http://schemas.microsoft.com/office/drawing/2014/main" id="{A05331F0-44F0-4199-8AE4-5A2903909C9E}"/>
              </a:ext>
            </a:extLst>
          </p:cNvPr>
          <p:cNvSpPr>
            <a:spLocks noGrp="1"/>
          </p:cNvSpPr>
          <p:nvPr/>
        </p:nvSpPr>
        <p:spPr>
          <a:xfrm>
            <a:off x="752475" y="1943099"/>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通用方法保持不变</a:t>
            </a:r>
            <a:endParaRPr sz="1350" b="1" dirty="0">
              <a:solidFill>
                <a:srgbClr val="000000"/>
              </a:solidFill>
              <a:latin typeface="Arial"/>
              <a:ea typeface="Arial"/>
              <a:cs typeface="Arial"/>
            </a:endParaRPr>
          </a:p>
        </p:txBody>
      </p:sp>
      <p:sp>
        <p:nvSpPr>
          <p:cNvPr id="143" name="object_3500">
            <a:extLst>
              <a:ext uri="{FF2B5EF4-FFF2-40B4-BE49-F238E27FC236}">
                <a16:creationId xmlns:a16="http://schemas.microsoft.com/office/drawing/2014/main" id="{6D89AF74-B4F9-441C-8B2E-D2B20C543ECC}"/>
              </a:ext>
            </a:extLst>
          </p:cNvPr>
          <p:cNvSpPr>
            <a:spLocks noGrp="1"/>
          </p:cNvSpPr>
          <p:nvPr/>
        </p:nvSpPr>
        <p:spPr>
          <a:xfrm>
            <a:off x="3212523" y="1933575"/>
            <a:ext cx="962726" cy="285750"/>
          </a:xfrm>
          <a:prstGeom prst="rect">
            <a:avLst/>
          </a:prstGeom>
          <a:solidFill>
            <a:srgbClr val="F2F2F2"/>
          </a:solidFill>
          <a:ln w="17145">
            <a:solidFill>
              <a:srgbClr val="D7000F"/>
            </a:solidFill>
          </a:ln>
        </p:spPr>
      </p:sp>
      <p:sp>
        <p:nvSpPr>
          <p:cNvPr id="144" name="text_3502_官方资料">
            <a:extLst>
              <a:ext uri="{FF2B5EF4-FFF2-40B4-BE49-F238E27FC236}">
                <a16:creationId xmlns:a16="http://schemas.microsoft.com/office/drawing/2014/main" id="{9201832F-251C-4CE8-9703-3B97307756EA}"/>
              </a:ext>
            </a:extLst>
          </p:cNvPr>
          <p:cNvSpPr>
            <a:spLocks noGrp="1"/>
          </p:cNvSpPr>
          <p:nvPr/>
        </p:nvSpPr>
        <p:spPr>
          <a:xfrm>
            <a:off x="3288722" y="1953276"/>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a:solidFill>
                  <a:srgbClr val="000000"/>
                </a:solidFill>
                <a:latin typeface="Arial"/>
                <a:ea typeface="Arial"/>
                <a:cs typeface="Arial"/>
              </a:rPr>
              <a:t>需求分析</a:t>
            </a:r>
            <a:endParaRPr sz="1575" b="1" dirty="0">
              <a:solidFill>
                <a:srgbClr val="000000"/>
              </a:solidFill>
              <a:latin typeface="Arial"/>
              <a:ea typeface="Arial"/>
              <a:cs typeface="Arial"/>
            </a:endParaRPr>
          </a:p>
        </p:txBody>
      </p:sp>
      <p:sp>
        <p:nvSpPr>
          <p:cNvPr id="145" name="object_3500">
            <a:extLst>
              <a:ext uri="{FF2B5EF4-FFF2-40B4-BE49-F238E27FC236}">
                <a16:creationId xmlns:a16="http://schemas.microsoft.com/office/drawing/2014/main" id="{6D89AF74-B4F9-441C-8B2E-D2B20C543ECC}"/>
              </a:ext>
            </a:extLst>
          </p:cNvPr>
          <p:cNvSpPr>
            <a:spLocks noGrp="1"/>
          </p:cNvSpPr>
          <p:nvPr/>
        </p:nvSpPr>
        <p:spPr>
          <a:xfrm>
            <a:off x="4393916" y="1932924"/>
            <a:ext cx="962726" cy="285750"/>
          </a:xfrm>
          <a:prstGeom prst="rect">
            <a:avLst/>
          </a:prstGeom>
          <a:solidFill>
            <a:srgbClr val="F2F2F2"/>
          </a:solidFill>
          <a:ln w="17145">
            <a:solidFill>
              <a:srgbClr val="D7000F"/>
            </a:solidFill>
          </a:ln>
        </p:spPr>
      </p:sp>
      <p:sp>
        <p:nvSpPr>
          <p:cNvPr id="146" name="text_3502_官方资料">
            <a:extLst>
              <a:ext uri="{FF2B5EF4-FFF2-40B4-BE49-F238E27FC236}">
                <a16:creationId xmlns:a16="http://schemas.microsoft.com/office/drawing/2014/main" id="{9201832F-251C-4CE8-9703-3B97307756EA}"/>
              </a:ext>
            </a:extLst>
          </p:cNvPr>
          <p:cNvSpPr>
            <a:spLocks noGrp="1"/>
          </p:cNvSpPr>
          <p:nvPr/>
        </p:nvSpPr>
        <p:spPr>
          <a:xfrm>
            <a:off x="4470115" y="1952625"/>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代码生成</a:t>
            </a:r>
            <a:endParaRPr sz="1575" b="1" dirty="0">
              <a:solidFill>
                <a:srgbClr val="000000"/>
              </a:solidFill>
              <a:latin typeface="Arial"/>
              <a:ea typeface="Arial"/>
              <a:cs typeface="Arial"/>
            </a:endParaRPr>
          </a:p>
        </p:txBody>
      </p:sp>
      <p:sp>
        <p:nvSpPr>
          <p:cNvPr id="147" name="object_3500">
            <a:extLst>
              <a:ext uri="{FF2B5EF4-FFF2-40B4-BE49-F238E27FC236}">
                <a16:creationId xmlns:a16="http://schemas.microsoft.com/office/drawing/2014/main" id="{6D89AF74-B4F9-441C-8B2E-D2B20C543ECC}"/>
              </a:ext>
            </a:extLst>
          </p:cNvPr>
          <p:cNvSpPr>
            <a:spLocks noGrp="1"/>
          </p:cNvSpPr>
          <p:nvPr/>
        </p:nvSpPr>
        <p:spPr>
          <a:xfrm>
            <a:off x="5585116" y="1932924"/>
            <a:ext cx="1030641" cy="285750"/>
          </a:xfrm>
          <a:prstGeom prst="rect">
            <a:avLst/>
          </a:prstGeom>
          <a:solidFill>
            <a:srgbClr val="F2F2F2"/>
          </a:solidFill>
          <a:ln w="17145">
            <a:solidFill>
              <a:srgbClr val="D7000F"/>
            </a:solidFill>
          </a:ln>
        </p:spPr>
      </p:sp>
      <p:sp>
        <p:nvSpPr>
          <p:cNvPr id="148" name="text_3502_官方资料">
            <a:extLst>
              <a:ext uri="{FF2B5EF4-FFF2-40B4-BE49-F238E27FC236}">
                <a16:creationId xmlns:a16="http://schemas.microsoft.com/office/drawing/2014/main" id="{9201832F-251C-4CE8-9703-3B97307756EA}"/>
              </a:ext>
            </a:extLst>
          </p:cNvPr>
          <p:cNvSpPr>
            <a:spLocks noGrp="1"/>
          </p:cNvSpPr>
          <p:nvPr/>
        </p:nvSpPr>
        <p:spPr>
          <a:xfrm>
            <a:off x="5686332" y="1952625"/>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正确性验证</a:t>
            </a:r>
            <a:endParaRPr sz="1575" b="1" dirty="0">
              <a:solidFill>
                <a:srgbClr val="000000"/>
              </a:solidFill>
              <a:latin typeface="Arial"/>
              <a:ea typeface="Arial"/>
              <a:cs typeface="Arial"/>
            </a:endParaRPr>
          </a:p>
        </p:txBody>
      </p:sp>
      <p:sp>
        <p:nvSpPr>
          <p:cNvPr id="149" name="object_3500">
            <a:extLst>
              <a:ext uri="{FF2B5EF4-FFF2-40B4-BE49-F238E27FC236}">
                <a16:creationId xmlns:a16="http://schemas.microsoft.com/office/drawing/2014/main" id="{6D89AF74-B4F9-441C-8B2E-D2B20C543ECC}"/>
              </a:ext>
            </a:extLst>
          </p:cNvPr>
          <p:cNvSpPr>
            <a:spLocks noGrp="1"/>
          </p:cNvSpPr>
          <p:nvPr/>
        </p:nvSpPr>
        <p:spPr>
          <a:xfrm>
            <a:off x="6847774" y="1933350"/>
            <a:ext cx="962726" cy="285750"/>
          </a:xfrm>
          <a:prstGeom prst="rect">
            <a:avLst/>
          </a:prstGeom>
          <a:solidFill>
            <a:srgbClr val="F2F2F2"/>
          </a:solidFill>
          <a:ln w="17145">
            <a:solidFill>
              <a:srgbClr val="D7000F"/>
            </a:solidFill>
          </a:ln>
        </p:spPr>
      </p:sp>
      <p:sp>
        <p:nvSpPr>
          <p:cNvPr id="150" name="text_3502_官方资料">
            <a:extLst>
              <a:ext uri="{FF2B5EF4-FFF2-40B4-BE49-F238E27FC236}">
                <a16:creationId xmlns:a16="http://schemas.microsoft.com/office/drawing/2014/main" id="{9201832F-251C-4CE8-9703-3B97307756EA}"/>
              </a:ext>
            </a:extLst>
          </p:cNvPr>
          <p:cNvSpPr>
            <a:spLocks noGrp="1"/>
          </p:cNvSpPr>
          <p:nvPr/>
        </p:nvSpPr>
        <p:spPr>
          <a:xfrm>
            <a:off x="6923973" y="1953051"/>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性能分析</a:t>
            </a:r>
            <a:endParaRPr sz="1575" b="1" dirty="0">
              <a:solidFill>
                <a:srgbClr val="000000"/>
              </a:solidFill>
              <a:latin typeface="Arial"/>
              <a:ea typeface="Arial"/>
              <a:cs typeface="Arial"/>
            </a:endParaRPr>
          </a:p>
        </p:txBody>
      </p:sp>
      <p:sp>
        <p:nvSpPr>
          <p:cNvPr id="151" name="object_3500">
            <a:extLst>
              <a:ext uri="{FF2B5EF4-FFF2-40B4-BE49-F238E27FC236}">
                <a16:creationId xmlns:a16="http://schemas.microsoft.com/office/drawing/2014/main" id="{6D89AF74-B4F9-441C-8B2E-D2B20C543ECC}"/>
              </a:ext>
            </a:extLst>
          </p:cNvPr>
          <p:cNvSpPr>
            <a:spLocks noGrp="1"/>
          </p:cNvSpPr>
          <p:nvPr/>
        </p:nvSpPr>
        <p:spPr>
          <a:xfrm>
            <a:off x="8058057" y="1932924"/>
            <a:ext cx="962726" cy="285750"/>
          </a:xfrm>
          <a:prstGeom prst="rect">
            <a:avLst/>
          </a:prstGeom>
          <a:solidFill>
            <a:srgbClr val="F2F2F2"/>
          </a:solidFill>
          <a:ln w="17145">
            <a:solidFill>
              <a:srgbClr val="D7000F"/>
            </a:solidFill>
          </a:ln>
        </p:spPr>
      </p:sp>
      <p:sp>
        <p:nvSpPr>
          <p:cNvPr id="152" name="text_3502_官方资料">
            <a:extLst>
              <a:ext uri="{FF2B5EF4-FFF2-40B4-BE49-F238E27FC236}">
                <a16:creationId xmlns:a16="http://schemas.microsoft.com/office/drawing/2014/main" id="{9201832F-251C-4CE8-9703-3B97307756EA}"/>
              </a:ext>
            </a:extLst>
          </p:cNvPr>
          <p:cNvSpPr>
            <a:spLocks noGrp="1"/>
          </p:cNvSpPr>
          <p:nvPr/>
        </p:nvSpPr>
        <p:spPr>
          <a:xfrm>
            <a:off x="8134256" y="1952625"/>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迭代优化</a:t>
            </a:r>
            <a:endParaRPr sz="1575" b="1" dirty="0">
              <a:solidFill>
                <a:srgbClr val="000000"/>
              </a:solidFill>
              <a:latin typeface="Arial"/>
              <a:ea typeface="Arial"/>
              <a:cs typeface="Arial"/>
            </a:endParaRPr>
          </a:p>
        </p:txBody>
      </p:sp>
      <p:cxnSp>
        <p:nvCxnSpPr>
          <p:cNvPr id="153" name="直接箭头连接符 152">
            <a:extLst>
              <a:ext uri="{FF2B5EF4-FFF2-40B4-BE49-F238E27FC236}">
                <a16:creationId xmlns:a16="http://schemas.microsoft.com/office/drawing/2014/main" id="{5EEB9355-C600-4170-9F06-964A5F54E16B}"/>
              </a:ext>
            </a:extLst>
          </p:cNvPr>
          <p:cNvCxnSpPr/>
          <p:nvPr/>
        </p:nvCxnSpPr>
        <p:spPr>
          <a:xfrm>
            <a:off x="4182002" y="2091621"/>
            <a:ext cx="216972" cy="109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5EEB9355-C600-4170-9F06-964A5F54E16B}"/>
              </a:ext>
            </a:extLst>
          </p:cNvPr>
          <p:cNvCxnSpPr/>
          <p:nvPr/>
        </p:nvCxnSpPr>
        <p:spPr>
          <a:xfrm>
            <a:off x="5352627" y="2080646"/>
            <a:ext cx="237577" cy="44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5" name="直接箭头连接符 154">
            <a:extLst>
              <a:ext uri="{FF2B5EF4-FFF2-40B4-BE49-F238E27FC236}">
                <a16:creationId xmlns:a16="http://schemas.microsoft.com/office/drawing/2014/main" id="{5EEB9355-C600-4170-9F06-964A5F54E16B}"/>
              </a:ext>
            </a:extLst>
          </p:cNvPr>
          <p:cNvCxnSpPr/>
          <p:nvPr/>
        </p:nvCxnSpPr>
        <p:spPr>
          <a:xfrm>
            <a:off x="6623491" y="2071687"/>
            <a:ext cx="216972" cy="109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a:extLst>
              <a:ext uri="{FF2B5EF4-FFF2-40B4-BE49-F238E27FC236}">
                <a16:creationId xmlns:a16="http://schemas.microsoft.com/office/drawing/2014/main" id="{5EEB9355-C600-4170-9F06-964A5F54E16B}"/>
              </a:ext>
            </a:extLst>
          </p:cNvPr>
          <p:cNvCxnSpPr/>
          <p:nvPr/>
        </p:nvCxnSpPr>
        <p:spPr>
          <a:xfrm>
            <a:off x="7841084" y="2091621"/>
            <a:ext cx="216972" cy="109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8" name="text_3356_Workflow">
            <a:extLst>
              <a:ext uri="{FF2B5EF4-FFF2-40B4-BE49-F238E27FC236}">
                <a16:creationId xmlns:a16="http://schemas.microsoft.com/office/drawing/2014/main" id="{A05331F0-44F0-4199-8AE4-5A2903909C9E}"/>
              </a:ext>
            </a:extLst>
          </p:cNvPr>
          <p:cNvSpPr>
            <a:spLocks noGrp="1"/>
          </p:cNvSpPr>
          <p:nvPr/>
        </p:nvSpPr>
        <p:spPr>
          <a:xfrm>
            <a:off x="3095625" y="2627818"/>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补充平台信息限制</a:t>
            </a:r>
            <a:endParaRPr sz="1350" b="1" dirty="0">
              <a:solidFill>
                <a:srgbClr val="000000"/>
              </a:solidFill>
              <a:latin typeface="Arial"/>
              <a:ea typeface="Arial"/>
              <a:cs typeface="Arial"/>
            </a:endParaRPr>
          </a:p>
        </p:txBody>
      </p:sp>
      <p:sp>
        <p:nvSpPr>
          <p:cNvPr id="159" name="object_3354">
            <a:extLst>
              <a:ext uri="{FF2B5EF4-FFF2-40B4-BE49-F238E27FC236}">
                <a16:creationId xmlns:a16="http://schemas.microsoft.com/office/drawing/2014/main" id="{4647118A-502F-4188-884B-D1A9FC1F67D4}"/>
              </a:ext>
            </a:extLst>
          </p:cNvPr>
          <p:cNvSpPr>
            <a:spLocks noGrp="1"/>
          </p:cNvSpPr>
          <p:nvPr/>
        </p:nvSpPr>
        <p:spPr>
          <a:xfrm>
            <a:off x="5009840" y="2582685"/>
            <a:ext cx="1557846" cy="329507"/>
          </a:xfrm>
          <a:prstGeom prst="rect">
            <a:avLst/>
          </a:prstGeom>
          <a:solidFill>
            <a:srgbClr val="FFFFFF"/>
          </a:solidFill>
          <a:ln w="17145">
            <a:solidFill>
              <a:srgbClr val="D7000F"/>
            </a:solidFill>
          </a:ln>
        </p:spPr>
      </p:sp>
      <p:sp>
        <p:nvSpPr>
          <p:cNvPr id="160" name="text_3356_Workflow">
            <a:extLst>
              <a:ext uri="{FF2B5EF4-FFF2-40B4-BE49-F238E27FC236}">
                <a16:creationId xmlns:a16="http://schemas.microsoft.com/office/drawing/2014/main" id="{A05331F0-44F0-4199-8AE4-5A2903909C9E}"/>
              </a:ext>
            </a:extLst>
          </p:cNvPr>
          <p:cNvSpPr>
            <a:spLocks noGrp="1"/>
          </p:cNvSpPr>
          <p:nvPr/>
        </p:nvSpPr>
        <p:spPr>
          <a:xfrm>
            <a:off x="4840261" y="2627818"/>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修改阶段契约</a:t>
            </a:r>
            <a:endParaRPr sz="1350" b="1" dirty="0">
              <a:solidFill>
                <a:srgbClr val="000000"/>
              </a:solidFill>
              <a:latin typeface="Arial"/>
              <a:ea typeface="Arial"/>
              <a:cs typeface="Arial"/>
            </a:endParaRPr>
          </a:p>
        </p:txBody>
      </p:sp>
      <p:sp>
        <p:nvSpPr>
          <p:cNvPr id="161" name="object_3354">
            <a:extLst>
              <a:ext uri="{FF2B5EF4-FFF2-40B4-BE49-F238E27FC236}">
                <a16:creationId xmlns:a16="http://schemas.microsoft.com/office/drawing/2014/main" id="{4647118A-502F-4188-884B-D1A9FC1F67D4}"/>
              </a:ext>
            </a:extLst>
          </p:cNvPr>
          <p:cNvSpPr>
            <a:spLocks noGrp="1"/>
          </p:cNvSpPr>
          <p:nvPr/>
        </p:nvSpPr>
        <p:spPr>
          <a:xfrm>
            <a:off x="6793070" y="2581762"/>
            <a:ext cx="1557846" cy="329507"/>
          </a:xfrm>
          <a:prstGeom prst="rect">
            <a:avLst/>
          </a:prstGeom>
          <a:solidFill>
            <a:srgbClr val="FFFFFF"/>
          </a:solidFill>
          <a:ln w="17145">
            <a:solidFill>
              <a:srgbClr val="D7000F"/>
            </a:solidFill>
          </a:ln>
        </p:spPr>
      </p:sp>
      <p:sp>
        <p:nvSpPr>
          <p:cNvPr id="162" name="text_3356_Workflow">
            <a:extLst>
              <a:ext uri="{FF2B5EF4-FFF2-40B4-BE49-F238E27FC236}">
                <a16:creationId xmlns:a16="http://schemas.microsoft.com/office/drawing/2014/main" id="{A05331F0-44F0-4199-8AE4-5A2903909C9E}"/>
              </a:ext>
            </a:extLst>
          </p:cNvPr>
          <p:cNvSpPr>
            <a:spLocks noGrp="1"/>
          </p:cNvSpPr>
          <p:nvPr/>
        </p:nvSpPr>
        <p:spPr>
          <a:xfrm>
            <a:off x="6623491" y="2626895"/>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真实硬件验证</a:t>
            </a:r>
            <a:endParaRPr sz="1350" b="1" dirty="0">
              <a:solidFill>
                <a:srgbClr val="000000"/>
              </a:solidFill>
              <a:latin typeface="Arial"/>
              <a:ea typeface="Arial"/>
              <a:cs typeface="Arial"/>
            </a:endParaRPr>
          </a:p>
        </p:txBody>
      </p:sp>
      <p:sp>
        <p:nvSpPr>
          <p:cNvPr id="163" name="object_3354">
            <a:extLst>
              <a:ext uri="{FF2B5EF4-FFF2-40B4-BE49-F238E27FC236}">
                <a16:creationId xmlns:a16="http://schemas.microsoft.com/office/drawing/2014/main" id="{4647118A-502F-4188-884B-D1A9FC1F67D4}"/>
              </a:ext>
            </a:extLst>
          </p:cNvPr>
          <p:cNvSpPr>
            <a:spLocks noGrp="1"/>
          </p:cNvSpPr>
          <p:nvPr/>
        </p:nvSpPr>
        <p:spPr>
          <a:xfrm>
            <a:off x="8644730" y="2581762"/>
            <a:ext cx="1557846" cy="329507"/>
          </a:xfrm>
          <a:prstGeom prst="rect">
            <a:avLst/>
          </a:prstGeom>
          <a:solidFill>
            <a:srgbClr val="FFFFFF"/>
          </a:solidFill>
          <a:ln w="17145">
            <a:solidFill>
              <a:srgbClr val="D7000F"/>
            </a:solidFill>
          </a:ln>
        </p:spPr>
      </p:sp>
      <p:sp>
        <p:nvSpPr>
          <p:cNvPr id="164" name="text_3356_Workflow">
            <a:extLst>
              <a:ext uri="{FF2B5EF4-FFF2-40B4-BE49-F238E27FC236}">
                <a16:creationId xmlns:a16="http://schemas.microsoft.com/office/drawing/2014/main" id="{A05331F0-44F0-4199-8AE4-5A2903909C9E}"/>
              </a:ext>
            </a:extLst>
          </p:cNvPr>
          <p:cNvSpPr>
            <a:spLocks noGrp="1"/>
          </p:cNvSpPr>
          <p:nvPr/>
        </p:nvSpPr>
        <p:spPr>
          <a:xfrm>
            <a:off x="8475151" y="2626895"/>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复测流程稳定</a:t>
            </a:r>
            <a:endParaRPr sz="1350" b="1" dirty="0">
              <a:solidFill>
                <a:srgbClr val="000000"/>
              </a:solidFill>
              <a:latin typeface="Arial"/>
              <a:ea typeface="Arial"/>
              <a:cs typeface="Arial"/>
            </a:endParaRPr>
          </a:p>
        </p:txBody>
      </p:sp>
      <p:cxnSp>
        <p:nvCxnSpPr>
          <p:cNvPr id="165" name="直接箭头连接符 164">
            <a:extLst>
              <a:ext uri="{FF2B5EF4-FFF2-40B4-BE49-F238E27FC236}">
                <a16:creationId xmlns:a16="http://schemas.microsoft.com/office/drawing/2014/main" id="{5EEB9355-C600-4170-9F06-964A5F54E16B}"/>
              </a:ext>
            </a:extLst>
          </p:cNvPr>
          <p:cNvCxnSpPr>
            <a:stCxn id="141" idx="0"/>
          </p:cNvCxnSpPr>
          <p:nvPr/>
        </p:nvCxnSpPr>
        <p:spPr>
          <a:xfrm flipH="1" flipV="1">
            <a:off x="4007790" y="2187070"/>
            <a:ext cx="36337" cy="3956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9" name="直接箭头连接符 168">
            <a:extLst>
              <a:ext uri="{FF2B5EF4-FFF2-40B4-BE49-F238E27FC236}">
                <a16:creationId xmlns:a16="http://schemas.microsoft.com/office/drawing/2014/main" id="{5EEB9355-C600-4170-9F06-964A5F54E16B}"/>
              </a:ext>
            </a:extLst>
          </p:cNvPr>
          <p:cNvCxnSpPr/>
          <p:nvPr/>
        </p:nvCxnSpPr>
        <p:spPr>
          <a:xfrm flipH="1" flipV="1">
            <a:off x="4948554" y="2166800"/>
            <a:ext cx="223837" cy="4574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3" name="直接箭头连接符 172">
            <a:extLst>
              <a:ext uri="{FF2B5EF4-FFF2-40B4-BE49-F238E27FC236}">
                <a16:creationId xmlns:a16="http://schemas.microsoft.com/office/drawing/2014/main" id="{5EEB9355-C600-4170-9F06-964A5F54E16B}"/>
              </a:ext>
            </a:extLst>
          </p:cNvPr>
          <p:cNvCxnSpPr/>
          <p:nvPr/>
        </p:nvCxnSpPr>
        <p:spPr>
          <a:xfrm flipH="1" flipV="1">
            <a:off x="7032026" y="2176813"/>
            <a:ext cx="179972" cy="41811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5" name="直接箭头连接符 174">
            <a:extLst>
              <a:ext uri="{FF2B5EF4-FFF2-40B4-BE49-F238E27FC236}">
                <a16:creationId xmlns:a16="http://schemas.microsoft.com/office/drawing/2014/main" id="{5EEB9355-C600-4170-9F06-964A5F54E16B}"/>
              </a:ext>
            </a:extLst>
          </p:cNvPr>
          <p:cNvCxnSpPr/>
          <p:nvPr/>
        </p:nvCxnSpPr>
        <p:spPr>
          <a:xfrm flipH="1" flipV="1">
            <a:off x="8739373" y="2185200"/>
            <a:ext cx="224883" cy="4056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7" name="object_3500">
            <a:extLst>
              <a:ext uri="{FF2B5EF4-FFF2-40B4-BE49-F238E27FC236}">
                <a16:creationId xmlns:a16="http://schemas.microsoft.com/office/drawing/2014/main" id="{6D89AF74-B4F9-441C-8B2E-D2B20C543ECC}"/>
              </a:ext>
            </a:extLst>
          </p:cNvPr>
          <p:cNvSpPr>
            <a:spLocks noGrp="1"/>
          </p:cNvSpPr>
          <p:nvPr/>
        </p:nvSpPr>
        <p:spPr>
          <a:xfrm>
            <a:off x="9244028" y="1942449"/>
            <a:ext cx="962726" cy="285750"/>
          </a:xfrm>
          <a:prstGeom prst="rect">
            <a:avLst/>
          </a:prstGeom>
          <a:solidFill>
            <a:srgbClr val="F2F2F2"/>
          </a:solidFill>
          <a:ln w="17145">
            <a:solidFill>
              <a:srgbClr val="D7000F"/>
            </a:solidFill>
          </a:ln>
        </p:spPr>
      </p:sp>
      <p:sp>
        <p:nvSpPr>
          <p:cNvPr id="178" name="text_3502_官方资料">
            <a:extLst>
              <a:ext uri="{FF2B5EF4-FFF2-40B4-BE49-F238E27FC236}">
                <a16:creationId xmlns:a16="http://schemas.microsoft.com/office/drawing/2014/main" id="{9201832F-251C-4CE8-9703-3B97307756EA}"/>
              </a:ext>
            </a:extLst>
          </p:cNvPr>
          <p:cNvSpPr>
            <a:spLocks noGrp="1"/>
          </p:cNvSpPr>
          <p:nvPr/>
        </p:nvSpPr>
        <p:spPr>
          <a:xfrm>
            <a:off x="9320227" y="1962150"/>
            <a:ext cx="810327"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lang="zh-CN" altLang="en-US" sz="1575" b="1" dirty="0" smtClean="0">
                <a:solidFill>
                  <a:srgbClr val="000000"/>
                </a:solidFill>
                <a:latin typeface="Arial"/>
                <a:ea typeface="Arial"/>
                <a:cs typeface="Arial"/>
              </a:rPr>
              <a:t>交付输出</a:t>
            </a:r>
            <a:endParaRPr sz="1575" b="1" dirty="0">
              <a:solidFill>
                <a:srgbClr val="000000"/>
              </a:solidFill>
              <a:latin typeface="Arial"/>
              <a:ea typeface="Arial"/>
              <a:cs typeface="Arial"/>
            </a:endParaRPr>
          </a:p>
        </p:txBody>
      </p:sp>
      <p:cxnSp>
        <p:nvCxnSpPr>
          <p:cNvPr id="179" name="直接箭头连接符 178">
            <a:extLst>
              <a:ext uri="{FF2B5EF4-FFF2-40B4-BE49-F238E27FC236}">
                <a16:creationId xmlns:a16="http://schemas.microsoft.com/office/drawing/2014/main" id="{5EEB9355-C600-4170-9F06-964A5F54E16B}"/>
              </a:ext>
            </a:extLst>
          </p:cNvPr>
          <p:cNvCxnSpPr/>
          <p:nvPr/>
        </p:nvCxnSpPr>
        <p:spPr>
          <a:xfrm>
            <a:off x="9027055" y="2101146"/>
            <a:ext cx="216972" cy="109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0" name="text_3356_Workflow">
            <a:extLst>
              <a:ext uri="{FF2B5EF4-FFF2-40B4-BE49-F238E27FC236}">
                <a16:creationId xmlns:a16="http://schemas.microsoft.com/office/drawing/2014/main" id="{A05331F0-44F0-4199-8AE4-5A2903909C9E}"/>
              </a:ext>
            </a:extLst>
          </p:cNvPr>
          <p:cNvSpPr>
            <a:spLocks noGrp="1"/>
          </p:cNvSpPr>
          <p:nvPr/>
        </p:nvSpPr>
        <p:spPr>
          <a:xfrm>
            <a:off x="733425" y="2626895"/>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新平台按需补充修改</a:t>
            </a:r>
            <a:endParaRPr lang="en-US" altLang="zh-CN" sz="1350" b="1" dirty="0" smtClean="0">
              <a:solidFill>
                <a:srgbClr val="000000"/>
              </a:solidFill>
              <a:latin typeface="Arial"/>
              <a:ea typeface="Arial"/>
              <a:cs typeface="Arial"/>
            </a:endParaRPr>
          </a:p>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（修改程度低）</a:t>
            </a:r>
            <a:endParaRPr sz="1350" b="1" dirty="0">
              <a:solidFill>
                <a:srgbClr val="000000"/>
              </a:solidFill>
              <a:latin typeface="Arial"/>
              <a:ea typeface="Arial"/>
              <a:cs typeface="Arial"/>
            </a:endParaRPr>
          </a:p>
        </p:txBody>
      </p:sp>
      <p:sp>
        <p:nvSpPr>
          <p:cNvPr id="182" name="connector_3499">
            <a:extLst>
              <a:ext uri="{FF2B5EF4-FFF2-40B4-BE49-F238E27FC236}">
                <a16:creationId xmlns:a16="http://schemas.microsoft.com/office/drawing/2014/main" id="{8C406022-D031-48D5-9739-1265C14FE1E9}"/>
              </a:ext>
            </a:extLst>
          </p:cNvPr>
          <p:cNvSpPr>
            <a:spLocks noGrp="1"/>
          </p:cNvSpPr>
          <p:nvPr/>
        </p:nvSpPr>
        <p:spPr>
          <a:xfrm>
            <a:off x="727366" y="5595260"/>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183" name="object_3500">
            <a:extLst>
              <a:ext uri="{FF2B5EF4-FFF2-40B4-BE49-F238E27FC236}">
                <a16:creationId xmlns:a16="http://schemas.microsoft.com/office/drawing/2014/main" id="{6D89AF74-B4F9-441C-8B2E-D2B20C543ECC}"/>
              </a:ext>
            </a:extLst>
          </p:cNvPr>
          <p:cNvSpPr>
            <a:spLocks noGrp="1"/>
          </p:cNvSpPr>
          <p:nvPr/>
        </p:nvSpPr>
        <p:spPr>
          <a:xfrm>
            <a:off x="755941" y="5728610"/>
            <a:ext cx="2466975" cy="552450"/>
          </a:xfrm>
          <a:prstGeom prst="rect">
            <a:avLst/>
          </a:prstGeom>
          <a:solidFill>
            <a:srgbClr val="F2F2F2"/>
          </a:solidFill>
          <a:ln w="17145">
            <a:solidFill>
              <a:srgbClr val="D7000F"/>
            </a:solidFill>
          </a:ln>
        </p:spPr>
      </p:sp>
      <p:sp>
        <p:nvSpPr>
          <p:cNvPr id="184" name="text_3502_官方资料">
            <a:extLst>
              <a:ext uri="{FF2B5EF4-FFF2-40B4-BE49-F238E27FC236}">
                <a16:creationId xmlns:a16="http://schemas.microsoft.com/office/drawing/2014/main" id="{9201832F-251C-4CE8-9703-3B97307756EA}"/>
              </a:ext>
            </a:extLst>
          </p:cNvPr>
          <p:cNvSpPr>
            <a:spLocks noGrp="1"/>
          </p:cNvSpPr>
          <p:nvPr/>
        </p:nvSpPr>
        <p:spPr>
          <a:xfrm>
            <a:off x="822616" y="5757185"/>
            <a:ext cx="2333625"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官方资料</a:t>
            </a:r>
          </a:p>
        </p:txBody>
      </p:sp>
      <p:sp>
        <p:nvSpPr>
          <p:cNvPr id="185" name="text_3504_文档 / 白皮书 / API">
            <a:extLst>
              <a:ext uri="{FF2B5EF4-FFF2-40B4-BE49-F238E27FC236}">
                <a16:creationId xmlns:a16="http://schemas.microsoft.com/office/drawing/2014/main" id="{9630914D-66C7-4276-A8A2-44073F95A7C0}"/>
              </a:ext>
            </a:extLst>
          </p:cNvPr>
          <p:cNvSpPr>
            <a:spLocks noGrp="1"/>
          </p:cNvSpPr>
          <p:nvPr/>
        </p:nvSpPr>
        <p:spPr>
          <a:xfrm>
            <a:off x="832141" y="6042935"/>
            <a:ext cx="2314575" cy="209550"/>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文档 / 白皮书 / API</a:t>
            </a:r>
          </a:p>
        </p:txBody>
      </p:sp>
      <p:sp>
        <p:nvSpPr>
          <p:cNvPr id="186" name="connector_3505">
            <a:extLst>
              <a:ext uri="{FF2B5EF4-FFF2-40B4-BE49-F238E27FC236}">
                <a16:creationId xmlns:a16="http://schemas.microsoft.com/office/drawing/2014/main" id="{BC400654-A816-4C3C-B9ED-6BCD74115811}"/>
              </a:ext>
            </a:extLst>
          </p:cNvPr>
          <p:cNvSpPr>
            <a:spLocks noGrp="1"/>
          </p:cNvSpPr>
          <p:nvPr/>
        </p:nvSpPr>
        <p:spPr>
          <a:xfrm>
            <a:off x="3241966" y="5995310"/>
            <a:ext cx="200025" cy="19050"/>
          </a:xfrm>
          <a:custGeom>
            <a:avLst/>
            <a:gdLst/>
            <a:ahLst/>
            <a:cxnLst/>
            <a:rect l="0" t="0" r="0" b="0"/>
            <a:pathLst>
              <a:path w="200025" h="19050">
                <a:moveTo>
                  <a:pt x="9525" y="9525"/>
                </a:moveTo>
                <a:lnTo>
                  <a:pt x="190500" y="9525"/>
                </a:lnTo>
              </a:path>
            </a:pathLst>
          </a:custGeom>
          <a:noFill/>
          <a:ln w="19050">
            <a:solidFill>
              <a:srgbClr val="D7000F"/>
            </a:solidFill>
          </a:ln>
        </p:spPr>
      </p:sp>
      <p:sp>
        <p:nvSpPr>
          <p:cNvPr id="187" name="connector_3506">
            <a:extLst>
              <a:ext uri="{FF2B5EF4-FFF2-40B4-BE49-F238E27FC236}">
                <a16:creationId xmlns:a16="http://schemas.microsoft.com/office/drawing/2014/main" id="{93549F69-0610-4614-9275-20174FEA38F7}"/>
              </a:ext>
            </a:extLst>
          </p:cNvPr>
          <p:cNvSpPr>
            <a:spLocks noGrp="1"/>
          </p:cNvSpPr>
          <p:nvPr/>
        </p:nvSpPr>
        <p:spPr>
          <a:xfrm>
            <a:off x="3364428" y="596334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88" name="object_3507">
            <a:extLst>
              <a:ext uri="{FF2B5EF4-FFF2-40B4-BE49-F238E27FC236}">
                <a16:creationId xmlns:a16="http://schemas.microsoft.com/office/drawing/2014/main" id="{BD516D98-3864-4EC7-ABC3-38B838FAB2FD}"/>
              </a:ext>
            </a:extLst>
          </p:cNvPr>
          <p:cNvSpPr>
            <a:spLocks noGrp="1"/>
          </p:cNvSpPr>
          <p:nvPr/>
        </p:nvSpPr>
        <p:spPr>
          <a:xfrm>
            <a:off x="3470566" y="5728610"/>
            <a:ext cx="2466975" cy="552450"/>
          </a:xfrm>
          <a:prstGeom prst="rect">
            <a:avLst/>
          </a:prstGeom>
          <a:solidFill>
            <a:srgbClr val="F2F2F2"/>
          </a:solidFill>
          <a:ln w="17145">
            <a:solidFill>
              <a:srgbClr val="D7000F"/>
            </a:solidFill>
          </a:ln>
        </p:spPr>
      </p:sp>
      <p:sp>
        <p:nvSpPr>
          <p:cNvPr id="189" name="text_3509_环境检测">
            <a:extLst>
              <a:ext uri="{FF2B5EF4-FFF2-40B4-BE49-F238E27FC236}">
                <a16:creationId xmlns:a16="http://schemas.microsoft.com/office/drawing/2014/main" id="{9575021B-49ED-41B4-83D9-2564F67B68C6}"/>
              </a:ext>
            </a:extLst>
          </p:cNvPr>
          <p:cNvSpPr>
            <a:spLocks noGrp="1"/>
          </p:cNvSpPr>
          <p:nvPr/>
        </p:nvSpPr>
        <p:spPr>
          <a:xfrm>
            <a:off x="3537241" y="5757185"/>
            <a:ext cx="2333625"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环境检测</a:t>
            </a:r>
          </a:p>
        </p:txBody>
      </p:sp>
      <p:sp>
        <p:nvSpPr>
          <p:cNvPr id="190" name="text_3511_硬件 / 编译器 / 基础 API">
            <a:extLst>
              <a:ext uri="{FF2B5EF4-FFF2-40B4-BE49-F238E27FC236}">
                <a16:creationId xmlns:a16="http://schemas.microsoft.com/office/drawing/2014/main" id="{69CBF4BC-7F12-4839-933D-4C54A06AFF8F}"/>
              </a:ext>
            </a:extLst>
          </p:cNvPr>
          <p:cNvSpPr>
            <a:spLocks noGrp="1"/>
          </p:cNvSpPr>
          <p:nvPr/>
        </p:nvSpPr>
        <p:spPr>
          <a:xfrm>
            <a:off x="3546766" y="6042935"/>
            <a:ext cx="2314575" cy="209550"/>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硬件 / 编译器 / 基础 API</a:t>
            </a:r>
          </a:p>
        </p:txBody>
      </p:sp>
      <p:sp>
        <p:nvSpPr>
          <p:cNvPr id="191" name="connector_3512">
            <a:extLst>
              <a:ext uri="{FF2B5EF4-FFF2-40B4-BE49-F238E27FC236}">
                <a16:creationId xmlns:a16="http://schemas.microsoft.com/office/drawing/2014/main" id="{4C11D78A-7179-4B70-BBBB-7B5DE6A6744F}"/>
              </a:ext>
            </a:extLst>
          </p:cNvPr>
          <p:cNvSpPr>
            <a:spLocks noGrp="1"/>
          </p:cNvSpPr>
          <p:nvPr/>
        </p:nvSpPr>
        <p:spPr>
          <a:xfrm>
            <a:off x="5956591" y="5995310"/>
            <a:ext cx="200025" cy="19050"/>
          </a:xfrm>
          <a:custGeom>
            <a:avLst/>
            <a:gdLst/>
            <a:ahLst/>
            <a:cxnLst/>
            <a:rect l="0" t="0" r="0" b="0"/>
            <a:pathLst>
              <a:path w="200025" h="19050">
                <a:moveTo>
                  <a:pt x="9525" y="9525"/>
                </a:moveTo>
                <a:lnTo>
                  <a:pt x="190500" y="9525"/>
                </a:lnTo>
              </a:path>
            </a:pathLst>
          </a:custGeom>
          <a:noFill/>
          <a:ln w="19050">
            <a:solidFill>
              <a:srgbClr val="D7000F"/>
            </a:solidFill>
          </a:ln>
        </p:spPr>
      </p:sp>
      <p:sp>
        <p:nvSpPr>
          <p:cNvPr id="192" name="connector_3513">
            <a:extLst>
              <a:ext uri="{FF2B5EF4-FFF2-40B4-BE49-F238E27FC236}">
                <a16:creationId xmlns:a16="http://schemas.microsoft.com/office/drawing/2014/main" id="{366E0B97-0F28-4444-ACCC-18846969A814}"/>
              </a:ext>
            </a:extLst>
          </p:cNvPr>
          <p:cNvSpPr>
            <a:spLocks noGrp="1"/>
          </p:cNvSpPr>
          <p:nvPr/>
        </p:nvSpPr>
        <p:spPr>
          <a:xfrm>
            <a:off x="6079053" y="596334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93" name="object_3514">
            <a:extLst>
              <a:ext uri="{FF2B5EF4-FFF2-40B4-BE49-F238E27FC236}">
                <a16:creationId xmlns:a16="http://schemas.microsoft.com/office/drawing/2014/main" id="{A3721140-1C5D-4D18-9B29-9BB4FAE03E67}"/>
              </a:ext>
            </a:extLst>
          </p:cNvPr>
          <p:cNvSpPr>
            <a:spLocks noGrp="1"/>
          </p:cNvSpPr>
          <p:nvPr/>
        </p:nvSpPr>
        <p:spPr>
          <a:xfrm>
            <a:off x="6185191" y="5728610"/>
            <a:ext cx="2466975" cy="552450"/>
          </a:xfrm>
          <a:prstGeom prst="rect">
            <a:avLst/>
          </a:prstGeom>
          <a:solidFill>
            <a:srgbClr val="F2F2F2"/>
          </a:solidFill>
          <a:ln w="17145">
            <a:solidFill>
              <a:srgbClr val="D7000F"/>
            </a:solidFill>
          </a:ln>
        </p:spPr>
      </p:sp>
      <p:sp>
        <p:nvSpPr>
          <p:cNvPr id="194" name="text_3516_Microbenchmark">
            <a:extLst>
              <a:ext uri="{FF2B5EF4-FFF2-40B4-BE49-F238E27FC236}">
                <a16:creationId xmlns:a16="http://schemas.microsoft.com/office/drawing/2014/main" id="{9477D07E-9812-4755-9498-A412279DD421}"/>
              </a:ext>
            </a:extLst>
          </p:cNvPr>
          <p:cNvSpPr>
            <a:spLocks noGrp="1"/>
          </p:cNvSpPr>
          <p:nvPr/>
        </p:nvSpPr>
        <p:spPr>
          <a:xfrm>
            <a:off x="6251866" y="5757185"/>
            <a:ext cx="2333625"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Microbenchmark</a:t>
            </a:r>
          </a:p>
        </p:txBody>
      </p:sp>
      <p:sp>
        <p:nvSpPr>
          <p:cNvPr id="195" name="text_3518_计算 / 内存 / 参数对比">
            <a:extLst>
              <a:ext uri="{FF2B5EF4-FFF2-40B4-BE49-F238E27FC236}">
                <a16:creationId xmlns:a16="http://schemas.microsoft.com/office/drawing/2014/main" id="{FADDF18F-793B-45DF-A311-3A4AC1C88D96}"/>
              </a:ext>
            </a:extLst>
          </p:cNvPr>
          <p:cNvSpPr>
            <a:spLocks noGrp="1"/>
          </p:cNvSpPr>
          <p:nvPr/>
        </p:nvSpPr>
        <p:spPr>
          <a:xfrm>
            <a:off x="6261391" y="6042935"/>
            <a:ext cx="2314575" cy="209550"/>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计算 / 内存 / 参数对比</a:t>
            </a:r>
          </a:p>
        </p:txBody>
      </p:sp>
      <p:sp>
        <p:nvSpPr>
          <p:cNvPr id="196" name="connector_3519">
            <a:extLst>
              <a:ext uri="{FF2B5EF4-FFF2-40B4-BE49-F238E27FC236}">
                <a16:creationId xmlns:a16="http://schemas.microsoft.com/office/drawing/2014/main" id="{F65BA303-A9F8-4E6E-8A1A-C228AD168028}"/>
              </a:ext>
            </a:extLst>
          </p:cNvPr>
          <p:cNvSpPr>
            <a:spLocks noGrp="1"/>
          </p:cNvSpPr>
          <p:nvPr/>
        </p:nvSpPr>
        <p:spPr>
          <a:xfrm>
            <a:off x="8671216" y="5995310"/>
            <a:ext cx="200025" cy="19050"/>
          </a:xfrm>
          <a:custGeom>
            <a:avLst/>
            <a:gdLst/>
            <a:ahLst/>
            <a:cxnLst/>
            <a:rect l="0" t="0" r="0" b="0"/>
            <a:pathLst>
              <a:path w="200025" h="19050">
                <a:moveTo>
                  <a:pt x="9525" y="9525"/>
                </a:moveTo>
                <a:lnTo>
                  <a:pt x="190500" y="9525"/>
                </a:lnTo>
              </a:path>
            </a:pathLst>
          </a:custGeom>
          <a:noFill/>
          <a:ln w="19050">
            <a:solidFill>
              <a:srgbClr val="D7000F"/>
            </a:solidFill>
          </a:ln>
        </p:spPr>
      </p:sp>
      <p:sp>
        <p:nvSpPr>
          <p:cNvPr id="197" name="connector_3520">
            <a:extLst>
              <a:ext uri="{FF2B5EF4-FFF2-40B4-BE49-F238E27FC236}">
                <a16:creationId xmlns:a16="http://schemas.microsoft.com/office/drawing/2014/main" id="{8FF3BF51-51B5-4BE5-8897-86AD504B03BE}"/>
              </a:ext>
            </a:extLst>
          </p:cNvPr>
          <p:cNvSpPr>
            <a:spLocks noGrp="1"/>
          </p:cNvSpPr>
          <p:nvPr/>
        </p:nvSpPr>
        <p:spPr>
          <a:xfrm>
            <a:off x="8793678" y="596334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98" name="object_3521">
            <a:extLst>
              <a:ext uri="{FF2B5EF4-FFF2-40B4-BE49-F238E27FC236}">
                <a16:creationId xmlns:a16="http://schemas.microsoft.com/office/drawing/2014/main" id="{CEF1CC45-8D77-41AF-A98F-7CA1DBC28DEE}"/>
              </a:ext>
            </a:extLst>
          </p:cNvPr>
          <p:cNvSpPr>
            <a:spLocks noGrp="1"/>
          </p:cNvSpPr>
          <p:nvPr/>
        </p:nvSpPr>
        <p:spPr>
          <a:xfrm>
            <a:off x="8899816" y="5728610"/>
            <a:ext cx="2466975" cy="552450"/>
          </a:xfrm>
          <a:prstGeom prst="rect">
            <a:avLst/>
          </a:prstGeom>
          <a:solidFill>
            <a:srgbClr val="F2F2F2"/>
          </a:solidFill>
          <a:ln w="17145">
            <a:solidFill>
              <a:srgbClr val="D7000F"/>
            </a:solidFill>
          </a:ln>
        </p:spPr>
      </p:sp>
      <p:sp>
        <p:nvSpPr>
          <p:cNvPr id="199" name="text_3523_实际开发经验">
            <a:extLst>
              <a:ext uri="{FF2B5EF4-FFF2-40B4-BE49-F238E27FC236}">
                <a16:creationId xmlns:a16="http://schemas.microsoft.com/office/drawing/2014/main" id="{587E5221-3F01-493D-9635-CA2E1CED8157}"/>
              </a:ext>
            </a:extLst>
          </p:cNvPr>
          <p:cNvSpPr>
            <a:spLocks noGrp="1"/>
          </p:cNvSpPr>
          <p:nvPr/>
        </p:nvSpPr>
        <p:spPr>
          <a:xfrm>
            <a:off x="8966491" y="5757185"/>
            <a:ext cx="2333625" cy="238125"/>
          </a:xfrm>
          <a:prstGeom prst="rect">
            <a:avLst/>
          </a:prstGeom>
          <a:noFill/>
          <a:ln w="9525">
            <a:noFill/>
          </a:ln>
        </p:spPr>
        <p:txBody>
          <a:bodyPr wrap="none" lIns="0" tIns="0" rIns="0" bIns="0" anchor="ctr">
            <a:noAutofit/>
          </a:bodyPr>
          <a:lstStyle/>
          <a:p>
            <a:pPr algn="ctr">
              <a:defRPr sz="1575" b="1">
                <a:solidFill>
                  <a:srgbClr val="000000"/>
                </a:solidFill>
                <a:latin typeface="Arial"/>
                <a:ea typeface="Arial"/>
                <a:cs typeface="Arial"/>
              </a:defRPr>
            </a:pPr>
            <a:r>
              <a:rPr sz="1575" b="1">
                <a:solidFill>
                  <a:srgbClr val="000000"/>
                </a:solidFill>
                <a:latin typeface="Arial"/>
                <a:ea typeface="Arial"/>
                <a:cs typeface="Arial"/>
              </a:rPr>
              <a:t>实际开发经验</a:t>
            </a:r>
          </a:p>
        </p:txBody>
      </p:sp>
      <p:sp>
        <p:nvSpPr>
          <p:cNvPr id="200" name="text_3525_典型算子 / 问题与方案">
            <a:extLst>
              <a:ext uri="{FF2B5EF4-FFF2-40B4-BE49-F238E27FC236}">
                <a16:creationId xmlns:a16="http://schemas.microsoft.com/office/drawing/2014/main" id="{8C6B7A9D-60B4-4FB5-936A-4E11A6755B14}"/>
              </a:ext>
            </a:extLst>
          </p:cNvPr>
          <p:cNvSpPr>
            <a:spLocks noGrp="1"/>
          </p:cNvSpPr>
          <p:nvPr/>
        </p:nvSpPr>
        <p:spPr>
          <a:xfrm>
            <a:off x="8976016" y="6042935"/>
            <a:ext cx="2314575" cy="209550"/>
          </a:xfrm>
          <a:prstGeom prst="rect">
            <a:avLst/>
          </a:prstGeom>
          <a:noFill/>
          <a:ln w="9525">
            <a:noFill/>
          </a:ln>
        </p:spPr>
        <p:txBody>
          <a:bodyPr wrap="none" lIns="0" tIns="0" rIns="0" bIns="0" anchor="ctr">
            <a:noAutofit/>
          </a:bodyPr>
          <a:lstStyle/>
          <a:p>
            <a:pPr algn="ctr">
              <a:defRPr sz="1350" b="0">
                <a:solidFill>
                  <a:srgbClr val="242424"/>
                </a:solidFill>
                <a:latin typeface="Arial"/>
                <a:ea typeface="Arial"/>
                <a:cs typeface="Arial"/>
              </a:defRPr>
            </a:pPr>
            <a:r>
              <a:rPr sz="1350" b="0">
                <a:solidFill>
                  <a:srgbClr val="242424"/>
                </a:solidFill>
                <a:latin typeface="Arial"/>
                <a:ea typeface="Arial"/>
                <a:cs typeface="Arial"/>
              </a:rPr>
              <a:t>典型算子 / 问题与方案</a:t>
            </a:r>
          </a:p>
        </p:txBody>
      </p:sp>
      <p:sp>
        <p:nvSpPr>
          <p:cNvPr id="201" name="text_3527_沉淀为知识文档、参考案例、测试脚本、配置模板、优">
            <a:extLst>
              <a:ext uri="{FF2B5EF4-FFF2-40B4-BE49-F238E27FC236}">
                <a16:creationId xmlns:a16="http://schemas.microsoft.com/office/drawing/2014/main" id="{78D51291-3973-4AB8-825B-2C5721384F4E}"/>
              </a:ext>
            </a:extLst>
          </p:cNvPr>
          <p:cNvSpPr>
            <a:spLocks noGrp="1"/>
          </p:cNvSpPr>
          <p:nvPr/>
        </p:nvSpPr>
        <p:spPr>
          <a:xfrm>
            <a:off x="765466" y="6357260"/>
            <a:ext cx="10763250" cy="276225"/>
          </a:xfrm>
          <a:prstGeom prst="rect">
            <a:avLst/>
          </a:prstGeom>
          <a:noFill/>
          <a:ln w="9525">
            <a:noFill/>
          </a:ln>
        </p:spPr>
        <p:txBody>
          <a:bodyPr wrap="none" lIns="0" tIns="0" rIns="0" bIns="0" anchor="ctr">
            <a:noAutofit/>
          </a:bodyPr>
          <a:lstStyle/>
          <a:p>
            <a:pPr algn="l">
              <a:defRPr sz="1575" b="0">
                <a:solidFill>
                  <a:srgbClr val="242424"/>
                </a:solidFill>
                <a:latin typeface="Arial"/>
                <a:ea typeface="Arial"/>
                <a:cs typeface="Arial"/>
              </a:defRPr>
            </a:pPr>
            <a:r>
              <a:rPr sz="1575" b="0">
                <a:solidFill>
                  <a:srgbClr val="242424"/>
                </a:solidFill>
                <a:latin typeface="Arial"/>
                <a:ea typeface="Arial"/>
                <a:cs typeface="Arial"/>
              </a:rPr>
              <a:t>沉淀为知识文档、参考案例、测试脚本、配置模板、优化经验与使用规范。</a:t>
            </a:r>
          </a:p>
        </p:txBody>
      </p:sp>
      <p:pic>
        <p:nvPicPr>
          <p:cNvPr id="202" name="图片 5"/>
          <p:cNvPicPr>
            <a:picLocks noChangeAspect="1"/>
          </p:cNvPicPr>
          <p:nvPr/>
        </p:nvPicPr>
        <p:blipFill>
          <a:blip r:embed="rId3"/>
          <a:stretch>
            <a:fillRect/>
          </a:stretch>
        </p:blipFill>
        <p:spPr>
          <a:xfrm>
            <a:off x="736891" y="5166635"/>
            <a:ext cx="361950" cy="361950"/>
          </a:xfrm>
          <a:prstGeom prst="rect">
            <a:avLst/>
          </a:prstGeom>
          <a:effectLst>
            <a:outerShdw blurRad="50800" dist="38100" dir="2700000" algn="tl" rotWithShape="0">
              <a:prstClr val="black">
                <a:alpha val="40000"/>
              </a:prstClr>
            </a:outerShdw>
          </a:effectLst>
        </p:spPr>
      </p:pic>
      <p:sp>
        <p:nvSpPr>
          <p:cNvPr id="203" name="text_3244_封装新平台 Skill">
            <a:extLst>
              <a:ext uri="{FF2B5EF4-FFF2-40B4-BE49-F238E27FC236}">
                <a16:creationId xmlns:a16="http://schemas.microsoft.com/office/drawing/2014/main" id="{51D64DED-0F9F-48F3-B968-BD36EB3AC932}"/>
              </a:ext>
            </a:extLst>
          </p:cNvPr>
          <p:cNvSpPr>
            <a:spLocks noGrp="1"/>
          </p:cNvSpPr>
          <p:nvPr/>
        </p:nvSpPr>
        <p:spPr>
          <a:xfrm>
            <a:off x="1228725" y="5136055"/>
            <a:ext cx="3028950" cy="342900"/>
          </a:xfrm>
          <a:prstGeom prst="rect">
            <a:avLst/>
          </a:prstGeom>
          <a:noFill/>
          <a:ln w="9525">
            <a:noFill/>
          </a:ln>
        </p:spPr>
        <p:txBody>
          <a:bodyPr wrap="none" lIns="0" tIns="0" rIns="0" bIns="0" anchor="ctr">
            <a:noAutofit/>
          </a:bodyPr>
          <a:lstStyle/>
          <a:p>
            <a:pPr algn="l">
              <a:defRPr sz="1875" b="1">
                <a:solidFill>
                  <a:srgbClr val="000000"/>
                </a:solidFill>
                <a:latin typeface="Arial"/>
                <a:ea typeface="Arial"/>
                <a:cs typeface="Arial"/>
              </a:defRPr>
            </a:pPr>
            <a:r>
              <a:rPr lang="zh-CN" altLang="en-US" sz="1875" b="1" dirty="0" smtClean="0">
                <a:solidFill>
                  <a:srgbClr val="000000"/>
                </a:solidFill>
                <a:latin typeface="Arial"/>
                <a:ea typeface="Arial"/>
                <a:cs typeface="Arial"/>
              </a:rPr>
              <a:t>知识信息来源</a:t>
            </a:r>
            <a:endParaRPr sz="1875" b="1" dirty="0">
              <a:solidFill>
                <a:srgbClr val="000000"/>
              </a:solidFill>
              <a:latin typeface="Arial"/>
              <a:ea typeface="Arial"/>
              <a:cs typeface="Arial"/>
            </a:endParaRPr>
          </a:p>
        </p:txBody>
      </p:sp>
      <p:sp>
        <p:nvSpPr>
          <p:cNvPr id="205" name="矩形: 圆角 46">
            <a:extLst>
              <a:ext uri="{FF2B5EF4-FFF2-40B4-BE49-F238E27FC236}">
                <a16:creationId xmlns:a16="http://schemas.microsoft.com/office/drawing/2014/main" id="{5190E84F-3680-43C0-AE87-E3EB77ADFDCE}"/>
              </a:ext>
            </a:extLst>
          </p:cNvPr>
          <p:cNvSpPr/>
          <p:nvPr/>
        </p:nvSpPr>
        <p:spPr>
          <a:xfrm>
            <a:off x="800744" y="3732378"/>
            <a:ext cx="9810750" cy="1233266"/>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object_3354">
            <a:extLst>
              <a:ext uri="{FF2B5EF4-FFF2-40B4-BE49-F238E27FC236}">
                <a16:creationId xmlns:a16="http://schemas.microsoft.com/office/drawing/2014/main" id="{4647118A-502F-4188-884B-D1A9FC1F67D4}"/>
              </a:ext>
            </a:extLst>
          </p:cNvPr>
          <p:cNvSpPr>
            <a:spLocks noGrp="1"/>
          </p:cNvSpPr>
          <p:nvPr/>
        </p:nvSpPr>
        <p:spPr>
          <a:xfrm>
            <a:off x="4114090" y="3897866"/>
            <a:ext cx="1557846" cy="329507"/>
          </a:xfrm>
          <a:prstGeom prst="rect">
            <a:avLst/>
          </a:prstGeom>
          <a:solidFill>
            <a:srgbClr val="FFFFFF"/>
          </a:solidFill>
          <a:ln w="17145">
            <a:solidFill>
              <a:srgbClr val="D7000F"/>
            </a:solidFill>
          </a:ln>
        </p:spPr>
      </p:sp>
      <p:sp>
        <p:nvSpPr>
          <p:cNvPr id="207" name="text_3356_Workflow">
            <a:extLst>
              <a:ext uri="{FF2B5EF4-FFF2-40B4-BE49-F238E27FC236}">
                <a16:creationId xmlns:a16="http://schemas.microsoft.com/office/drawing/2014/main" id="{A05331F0-44F0-4199-8AE4-5A2903909C9E}"/>
              </a:ext>
            </a:extLst>
          </p:cNvPr>
          <p:cNvSpPr>
            <a:spLocks noGrp="1"/>
          </p:cNvSpPr>
          <p:nvPr/>
        </p:nvSpPr>
        <p:spPr>
          <a:xfrm>
            <a:off x="3944511" y="3942999"/>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硬件架构</a:t>
            </a:r>
            <a:endParaRPr sz="1350" b="1" dirty="0">
              <a:solidFill>
                <a:srgbClr val="000000"/>
              </a:solidFill>
              <a:latin typeface="Arial"/>
              <a:ea typeface="Arial"/>
              <a:cs typeface="Arial"/>
            </a:endParaRPr>
          </a:p>
        </p:txBody>
      </p:sp>
      <p:sp>
        <p:nvSpPr>
          <p:cNvPr id="208" name="object_3354">
            <a:extLst>
              <a:ext uri="{FF2B5EF4-FFF2-40B4-BE49-F238E27FC236}">
                <a16:creationId xmlns:a16="http://schemas.microsoft.com/office/drawing/2014/main" id="{4647118A-502F-4188-884B-D1A9FC1F67D4}"/>
              </a:ext>
            </a:extLst>
          </p:cNvPr>
          <p:cNvSpPr>
            <a:spLocks noGrp="1"/>
          </p:cNvSpPr>
          <p:nvPr/>
        </p:nvSpPr>
        <p:spPr>
          <a:xfrm>
            <a:off x="5858726" y="3897866"/>
            <a:ext cx="1557846" cy="329507"/>
          </a:xfrm>
          <a:prstGeom prst="rect">
            <a:avLst/>
          </a:prstGeom>
          <a:solidFill>
            <a:srgbClr val="FFFFFF"/>
          </a:solidFill>
          <a:ln w="17145">
            <a:solidFill>
              <a:srgbClr val="D7000F"/>
            </a:solidFill>
          </a:ln>
        </p:spPr>
      </p:sp>
      <p:sp>
        <p:nvSpPr>
          <p:cNvPr id="209" name="text_3356_Workflow">
            <a:extLst>
              <a:ext uri="{FF2B5EF4-FFF2-40B4-BE49-F238E27FC236}">
                <a16:creationId xmlns:a16="http://schemas.microsoft.com/office/drawing/2014/main" id="{A05331F0-44F0-4199-8AE4-5A2903909C9E}"/>
              </a:ext>
            </a:extLst>
          </p:cNvPr>
          <p:cNvSpPr>
            <a:spLocks noGrp="1"/>
          </p:cNvSpPr>
          <p:nvPr/>
        </p:nvSpPr>
        <p:spPr>
          <a:xfrm>
            <a:off x="5689147" y="3942999"/>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编程环境</a:t>
            </a:r>
            <a:endParaRPr sz="1350" b="1" dirty="0">
              <a:solidFill>
                <a:srgbClr val="000000"/>
              </a:solidFill>
              <a:latin typeface="Arial"/>
              <a:ea typeface="Arial"/>
              <a:cs typeface="Arial"/>
            </a:endParaRPr>
          </a:p>
        </p:txBody>
      </p:sp>
      <p:sp>
        <p:nvSpPr>
          <p:cNvPr id="210" name="object_3354">
            <a:extLst>
              <a:ext uri="{FF2B5EF4-FFF2-40B4-BE49-F238E27FC236}">
                <a16:creationId xmlns:a16="http://schemas.microsoft.com/office/drawing/2014/main" id="{4647118A-502F-4188-884B-D1A9FC1F67D4}"/>
              </a:ext>
            </a:extLst>
          </p:cNvPr>
          <p:cNvSpPr>
            <a:spLocks noGrp="1"/>
          </p:cNvSpPr>
          <p:nvPr/>
        </p:nvSpPr>
        <p:spPr>
          <a:xfrm>
            <a:off x="7641956" y="3896943"/>
            <a:ext cx="1557846" cy="329507"/>
          </a:xfrm>
          <a:prstGeom prst="rect">
            <a:avLst/>
          </a:prstGeom>
          <a:solidFill>
            <a:srgbClr val="FFFFFF"/>
          </a:solidFill>
          <a:ln w="17145">
            <a:solidFill>
              <a:srgbClr val="D7000F"/>
            </a:solidFill>
          </a:ln>
        </p:spPr>
      </p:sp>
      <p:sp>
        <p:nvSpPr>
          <p:cNvPr id="211" name="text_3356_Workflow">
            <a:extLst>
              <a:ext uri="{FF2B5EF4-FFF2-40B4-BE49-F238E27FC236}">
                <a16:creationId xmlns:a16="http://schemas.microsoft.com/office/drawing/2014/main" id="{A05331F0-44F0-4199-8AE4-5A2903909C9E}"/>
              </a:ext>
            </a:extLst>
          </p:cNvPr>
          <p:cNvSpPr>
            <a:spLocks noGrp="1"/>
          </p:cNvSpPr>
          <p:nvPr/>
        </p:nvSpPr>
        <p:spPr>
          <a:xfrm>
            <a:off x="7472377" y="3942076"/>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算子画像</a:t>
            </a:r>
            <a:endParaRPr sz="1350" b="1" dirty="0">
              <a:solidFill>
                <a:srgbClr val="000000"/>
              </a:solidFill>
              <a:latin typeface="Arial"/>
              <a:ea typeface="Arial"/>
              <a:cs typeface="Arial"/>
            </a:endParaRPr>
          </a:p>
        </p:txBody>
      </p:sp>
      <p:sp>
        <p:nvSpPr>
          <p:cNvPr id="212" name="object_3354">
            <a:extLst>
              <a:ext uri="{FF2B5EF4-FFF2-40B4-BE49-F238E27FC236}">
                <a16:creationId xmlns:a16="http://schemas.microsoft.com/office/drawing/2014/main" id="{4647118A-502F-4188-884B-D1A9FC1F67D4}"/>
              </a:ext>
            </a:extLst>
          </p:cNvPr>
          <p:cNvSpPr>
            <a:spLocks noGrp="1"/>
          </p:cNvSpPr>
          <p:nvPr/>
        </p:nvSpPr>
        <p:spPr>
          <a:xfrm>
            <a:off x="4114090" y="4435192"/>
            <a:ext cx="1557846" cy="329507"/>
          </a:xfrm>
          <a:prstGeom prst="rect">
            <a:avLst/>
          </a:prstGeom>
          <a:solidFill>
            <a:srgbClr val="FFFFFF"/>
          </a:solidFill>
          <a:ln w="17145">
            <a:solidFill>
              <a:srgbClr val="D7000F"/>
            </a:solidFill>
          </a:ln>
        </p:spPr>
      </p:sp>
      <p:sp>
        <p:nvSpPr>
          <p:cNvPr id="213" name="text_3356_Workflow">
            <a:extLst>
              <a:ext uri="{FF2B5EF4-FFF2-40B4-BE49-F238E27FC236}">
                <a16:creationId xmlns:a16="http://schemas.microsoft.com/office/drawing/2014/main" id="{A05331F0-44F0-4199-8AE4-5A2903909C9E}"/>
              </a:ext>
            </a:extLst>
          </p:cNvPr>
          <p:cNvSpPr>
            <a:spLocks noGrp="1"/>
          </p:cNvSpPr>
          <p:nvPr/>
        </p:nvSpPr>
        <p:spPr>
          <a:xfrm>
            <a:off x="3944511" y="4480325"/>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性能分析</a:t>
            </a:r>
            <a:endParaRPr sz="1350" b="1" dirty="0">
              <a:solidFill>
                <a:srgbClr val="000000"/>
              </a:solidFill>
              <a:latin typeface="Arial"/>
              <a:ea typeface="Arial"/>
              <a:cs typeface="Arial"/>
            </a:endParaRPr>
          </a:p>
        </p:txBody>
      </p:sp>
      <p:sp>
        <p:nvSpPr>
          <p:cNvPr id="214" name="text_3356_Workflow">
            <a:extLst>
              <a:ext uri="{FF2B5EF4-FFF2-40B4-BE49-F238E27FC236}">
                <a16:creationId xmlns:a16="http://schemas.microsoft.com/office/drawing/2014/main" id="{A05331F0-44F0-4199-8AE4-5A2903909C9E}"/>
              </a:ext>
            </a:extLst>
          </p:cNvPr>
          <p:cNvSpPr>
            <a:spLocks noGrp="1"/>
          </p:cNvSpPr>
          <p:nvPr/>
        </p:nvSpPr>
        <p:spPr>
          <a:xfrm>
            <a:off x="800007" y="4190143"/>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文件架构不变</a:t>
            </a:r>
            <a:endParaRPr lang="en-US" altLang="zh-CN" sz="1350" b="1" dirty="0" smtClean="0">
              <a:solidFill>
                <a:srgbClr val="000000"/>
              </a:solidFill>
              <a:latin typeface="Arial"/>
              <a:ea typeface="Arial"/>
              <a:cs typeface="Arial"/>
            </a:endParaRPr>
          </a:p>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内容几乎全部修改</a:t>
            </a:r>
            <a:endParaRPr lang="en-US" altLang="zh-CN" sz="1350" b="1" dirty="0" smtClean="0">
              <a:solidFill>
                <a:srgbClr val="000000"/>
              </a:solidFill>
              <a:latin typeface="Arial"/>
              <a:ea typeface="Arial"/>
              <a:cs typeface="Arial"/>
            </a:endParaRPr>
          </a:p>
        </p:txBody>
      </p:sp>
      <p:sp>
        <p:nvSpPr>
          <p:cNvPr id="215" name="object_3354">
            <a:extLst>
              <a:ext uri="{FF2B5EF4-FFF2-40B4-BE49-F238E27FC236}">
                <a16:creationId xmlns:a16="http://schemas.microsoft.com/office/drawing/2014/main" id="{4647118A-502F-4188-884B-D1A9FC1F67D4}"/>
              </a:ext>
            </a:extLst>
          </p:cNvPr>
          <p:cNvSpPr>
            <a:spLocks noGrp="1"/>
          </p:cNvSpPr>
          <p:nvPr/>
        </p:nvSpPr>
        <p:spPr>
          <a:xfrm>
            <a:off x="5875698" y="4437429"/>
            <a:ext cx="1557846" cy="329507"/>
          </a:xfrm>
          <a:prstGeom prst="rect">
            <a:avLst/>
          </a:prstGeom>
          <a:solidFill>
            <a:srgbClr val="FFFFFF"/>
          </a:solidFill>
          <a:ln w="17145">
            <a:solidFill>
              <a:srgbClr val="D7000F"/>
            </a:solidFill>
          </a:ln>
        </p:spPr>
      </p:sp>
      <p:sp>
        <p:nvSpPr>
          <p:cNvPr id="216" name="text_3356_Workflow">
            <a:extLst>
              <a:ext uri="{FF2B5EF4-FFF2-40B4-BE49-F238E27FC236}">
                <a16:creationId xmlns:a16="http://schemas.microsoft.com/office/drawing/2014/main" id="{A05331F0-44F0-4199-8AE4-5A2903909C9E}"/>
              </a:ext>
            </a:extLst>
          </p:cNvPr>
          <p:cNvSpPr>
            <a:spLocks noGrp="1"/>
          </p:cNvSpPr>
          <p:nvPr/>
        </p:nvSpPr>
        <p:spPr>
          <a:xfrm>
            <a:off x="5706119" y="4482562"/>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优化方法</a:t>
            </a:r>
            <a:endParaRPr sz="1350" b="1" dirty="0">
              <a:solidFill>
                <a:srgbClr val="000000"/>
              </a:solidFill>
              <a:latin typeface="Arial"/>
              <a:ea typeface="Arial"/>
              <a:cs typeface="Arial"/>
            </a:endParaRPr>
          </a:p>
        </p:txBody>
      </p:sp>
      <p:sp>
        <p:nvSpPr>
          <p:cNvPr id="217" name="object_3354">
            <a:extLst>
              <a:ext uri="{FF2B5EF4-FFF2-40B4-BE49-F238E27FC236}">
                <a16:creationId xmlns:a16="http://schemas.microsoft.com/office/drawing/2014/main" id="{4647118A-502F-4188-884B-D1A9FC1F67D4}"/>
              </a:ext>
            </a:extLst>
          </p:cNvPr>
          <p:cNvSpPr>
            <a:spLocks noGrp="1"/>
          </p:cNvSpPr>
          <p:nvPr/>
        </p:nvSpPr>
        <p:spPr>
          <a:xfrm>
            <a:off x="7658928" y="4436506"/>
            <a:ext cx="1557846" cy="329507"/>
          </a:xfrm>
          <a:prstGeom prst="rect">
            <a:avLst/>
          </a:prstGeom>
          <a:solidFill>
            <a:srgbClr val="FFFFFF"/>
          </a:solidFill>
          <a:ln w="17145">
            <a:solidFill>
              <a:srgbClr val="D7000F"/>
            </a:solidFill>
          </a:ln>
        </p:spPr>
      </p:sp>
      <p:sp>
        <p:nvSpPr>
          <p:cNvPr id="218" name="text_3356_Workflow">
            <a:extLst>
              <a:ext uri="{FF2B5EF4-FFF2-40B4-BE49-F238E27FC236}">
                <a16:creationId xmlns:a16="http://schemas.microsoft.com/office/drawing/2014/main" id="{A05331F0-44F0-4199-8AE4-5A2903909C9E}"/>
              </a:ext>
            </a:extLst>
          </p:cNvPr>
          <p:cNvSpPr>
            <a:spLocks noGrp="1"/>
          </p:cNvSpPr>
          <p:nvPr/>
        </p:nvSpPr>
        <p:spPr>
          <a:xfrm>
            <a:off x="7489349" y="4481639"/>
            <a:ext cx="1876425" cy="238125"/>
          </a:xfrm>
          <a:prstGeom prst="rect">
            <a:avLst/>
          </a:prstGeom>
          <a:noFill/>
          <a:ln w="9525">
            <a:noFill/>
          </a:ln>
        </p:spPr>
        <p:txBody>
          <a:bodyPr wrap="none" lIns="0" tIns="0" rIns="0" bIns="0" anchor="ctr">
            <a:noAutofit/>
          </a:bodyPr>
          <a:lstStyle/>
          <a:p>
            <a:pPr algn="ctr">
              <a:defRPr sz="1350" b="1">
                <a:solidFill>
                  <a:srgbClr val="000000"/>
                </a:solidFill>
                <a:latin typeface="Arial"/>
                <a:ea typeface="Arial"/>
                <a:cs typeface="Arial"/>
              </a:defRPr>
            </a:pPr>
            <a:r>
              <a:rPr lang="zh-CN" altLang="en-US" sz="1350" b="1" dirty="0" smtClean="0">
                <a:solidFill>
                  <a:srgbClr val="000000"/>
                </a:solidFill>
                <a:latin typeface="Arial"/>
                <a:ea typeface="Arial"/>
                <a:cs typeface="Arial"/>
              </a:rPr>
              <a:t>支持原语</a:t>
            </a:r>
            <a:endParaRPr sz="1350" b="1" dirty="0">
              <a:solidFill>
                <a:srgbClr val="000000"/>
              </a:solidFill>
              <a:latin typeface="Arial"/>
              <a:ea typeface="Arial"/>
              <a:cs typeface="Arial"/>
            </a:endParaRPr>
          </a:p>
        </p:txBody>
      </p:sp>
    </p:spTree>
    <p:extLst>
      <p:ext uri="{BB962C8B-B14F-4D97-AF65-F5344CB8AC3E}">
        <p14:creationId xmlns:p14="http://schemas.microsoft.com/office/powerpoint/2010/main" val="2057858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280546-63AC-4BA7-B298-560477CFE72A}"/>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111315"/>
                </a:solidFill>
              </a:rPr>
              <a:t>实习任务</a:t>
            </a:r>
            <a:r>
              <a:rPr lang="en-US" altLang="zh-CN" dirty="0">
                <a:solidFill>
                  <a:srgbClr val="111315"/>
                </a:solidFill>
              </a:rPr>
              <a:t>3</a:t>
            </a:r>
            <a:r>
              <a:rPr lang="zh-CN" altLang="en-US" dirty="0">
                <a:solidFill>
                  <a:srgbClr val="111315"/>
                </a:solidFill>
              </a:rPr>
              <a:t>：</a:t>
            </a:r>
            <a:r>
              <a:rPr sz="2600" b="1" dirty="0" err="1" smtClean="0">
                <a:solidFill>
                  <a:srgbClr val="000000"/>
                </a:solidFill>
                <a:latin typeface="Arial"/>
                <a:ea typeface="Arial"/>
                <a:cs typeface="Arial"/>
              </a:rPr>
              <a:t>分层验证与问题定位</a:t>
            </a:r>
            <a:endParaRPr sz="2600" b="1" dirty="0">
              <a:solidFill>
                <a:srgbClr val="000000"/>
              </a:solidFill>
              <a:latin typeface="Arial"/>
              <a:ea typeface="Arial"/>
              <a:cs typeface="Arial"/>
            </a:endParaRPr>
          </a:p>
        </p:txBody>
      </p:sp>
      <p:sp>
        <p:nvSpPr>
          <p:cNvPr id="3" name="text_3534_L1 基础能力验证">
            <a:extLst>
              <a:ext uri="{FF2B5EF4-FFF2-40B4-BE49-F238E27FC236}">
                <a16:creationId xmlns:a16="http://schemas.microsoft.com/office/drawing/2014/main" id="{85B3BD52-7EDF-4DF9-9D63-DB35425A2B45}"/>
              </a:ext>
            </a:extLst>
          </p:cNvPr>
          <p:cNvSpPr>
            <a:spLocks noGrp="1"/>
          </p:cNvSpPr>
          <p:nvPr/>
        </p:nvSpPr>
        <p:spPr>
          <a:xfrm>
            <a:off x="1200150" y="876300"/>
            <a:ext cx="2047875" cy="400050"/>
          </a:xfrm>
          <a:prstGeom prst="rect">
            <a:avLst/>
          </a:prstGeom>
          <a:noFill/>
          <a:ln w="9525">
            <a:noFill/>
          </a:ln>
        </p:spPr>
        <p:txBody>
          <a:bodyPr wrap="none" lIns="0" tIns="0" rIns="0" bIns="0" anchor="ctr">
            <a:noAutofit/>
          </a:bodyPr>
          <a:lstStyle/>
          <a:p>
            <a:pPr algn="l">
              <a:defRPr sz="1575" b="1">
                <a:solidFill>
                  <a:srgbClr val="000000"/>
                </a:solidFill>
                <a:latin typeface="Arial"/>
                <a:ea typeface="Arial"/>
                <a:cs typeface="Arial"/>
              </a:defRPr>
            </a:pPr>
            <a:r>
              <a:rPr sz="1575" b="1">
                <a:solidFill>
                  <a:srgbClr val="000000"/>
                </a:solidFill>
                <a:latin typeface="Arial"/>
                <a:ea typeface="Arial"/>
                <a:cs typeface="Arial"/>
              </a:rPr>
              <a:t>L1 基础能力验证</a:t>
            </a:r>
          </a:p>
        </p:txBody>
      </p:sp>
      <p:sp>
        <p:nvSpPr>
          <p:cNvPr id="4" name="connector_3535">
            <a:extLst>
              <a:ext uri="{FF2B5EF4-FFF2-40B4-BE49-F238E27FC236}">
                <a16:creationId xmlns:a16="http://schemas.microsoft.com/office/drawing/2014/main" id="{77E9DF48-D7BF-49EC-93F3-DF47FFC1DDE4}"/>
              </a:ext>
            </a:extLst>
          </p:cNvPr>
          <p:cNvSpPr>
            <a:spLocks noGrp="1"/>
          </p:cNvSpPr>
          <p:nvPr/>
        </p:nvSpPr>
        <p:spPr>
          <a:xfrm>
            <a:off x="73342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5" name="text_3538_L2 平台行为验证">
            <a:extLst>
              <a:ext uri="{FF2B5EF4-FFF2-40B4-BE49-F238E27FC236}">
                <a16:creationId xmlns:a16="http://schemas.microsoft.com/office/drawing/2014/main" id="{F242F6B9-AF54-40FA-B8B0-DBB0F07715BC}"/>
              </a:ext>
            </a:extLst>
          </p:cNvPr>
          <p:cNvSpPr>
            <a:spLocks noGrp="1"/>
          </p:cNvSpPr>
          <p:nvPr/>
        </p:nvSpPr>
        <p:spPr>
          <a:xfrm>
            <a:off x="3971925" y="876300"/>
            <a:ext cx="2047875" cy="400050"/>
          </a:xfrm>
          <a:prstGeom prst="rect">
            <a:avLst/>
          </a:prstGeom>
          <a:noFill/>
          <a:ln w="9525">
            <a:noFill/>
          </a:ln>
        </p:spPr>
        <p:txBody>
          <a:bodyPr wrap="none" lIns="0" tIns="0" rIns="0" bIns="0" anchor="ctr">
            <a:noAutofit/>
          </a:bodyPr>
          <a:lstStyle/>
          <a:p>
            <a:pPr algn="l">
              <a:defRPr sz="1575" b="1">
                <a:solidFill>
                  <a:srgbClr val="000000"/>
                </a:solidFill>
                <a:latin typeface="Arial"/>
                <a:ea typeface="Arial"/>
                <a:cs typeface="Arial"/>
              </a:defRPr>
            </a:pPr>
            <a:r>
              <a:rPr sz="1575" b="1">
                <a:solidFill>
                  <a:srgbClr val="000000"/>
                </a:solidFill>
                <a:latin typeface="Arial"/>
                <a:ea typeface="Arial"/>
                <a:cs typeface="Arial"/>
              </a:rPr>
              <a:t>L2 平台行为验证</a:t>
            </a:r>
          </a:p>
        </p:txBody>
      </p:sp>
      <p:sp>
        <p:nvSpPr>
          <p:cNvPr id="6" name="connector_3539">
            <a:extLst>
              <a:ext uri="{FF2B5EF4-FFF2-40B4-BE49-F238E27FC236}">
                <a16:creationId xmlns:a16="http://schemas.microsoft.com/office/drawing/2014/main" id="{53290571-433D-40B9-9783-DDE7112B6C0A}"/>
              </a:ext>
            </a:extLst>
          </p:cNvPr>
          <p:cNvSpPr>
            <a:spLocks noGrp="1"/>
          </p:cNvSpPr>
          <p:nvPr/>
        </p:nvSpPr>
        <p:spPr>
          <a:xfrm>
            <a:off x="3505200"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text_3542_L3 典型算子验证">
            <a:extLst>
              <a:ext uri="{FF2B5EF4-FFF2-40B4-BE49-F238E27FC236}">
                <a16:creationId xmlns:a16="http://schemas.microsoft.com/office/drawing/2014/main" id="{B53D7932-F0A5-4D79-AD99-9B6D5235A46C}"/>
              </a:ext>
            </a:extLst>
          </p:cNvPr>
          <p:cNvSpPr>
            <a:spLocks noGrp="1"/>
          </p:cNvSpPr>
          <p:nvPr/>
        </p:nvSpPr>
        <p:spPr>
          <a:xfrm>
            <a:off x="6743700" y="876300"/>
            <a:ext cx="2047875" cy="400050"/>
          </a:xfrm>
          <a:prstGeom prst="rect">
            <a:avLst/>
          </a:prstGeom>
          <a:noFill/>
          <a:ln w="9525">
            <a:noFill/>
          </a:ln>
        </p:spPr>
        <p:txBody>
          <a:bodyPr wrap="none" lIns="0" tIns="0" rIns="0" bIns="0" anchor="ctr">
            <a:noAutofit/>
          </a:bodyPr>
          <a:lstStyle/>
          <a:p>
            <a:pPr algn="l">
              <a:defRPr sz="1575" b="1">
                <a:solidFill>
                  <a:srgbClr val="000000"/>
                </a:solidFill>
                <a:latin typeface="Arial"/>
                <a:ea typeface="Arial"/>
                <a:cs typeface="Arial"/>
              </a:defRPr>
            </a:pPr>
            <a:r>
              <a:rPr sz="1575" b="1">
                <a:solidFill>
                  <a:srgbClr val="000000"/>
                </a:solidFill>
                <a:latin typeface="Arial"/>
                <a:ea typeface="Arial"/>
                <a:cs typeface="Arial"/>
              </a:rPr>
              <a:t>L3 典型算子验证</a:t>
            </a:r>
          </a:p>
        </p:txBody>
      </p:sp>
      <p:sp>
        <p:nvSpPr>
          <p:cNvPr id="8" name="connector_3543">
            <a:extLst>
              <a:ext uri="{FF2B5EF4-FFF2-40B4-BE49-F238E27FC236}">
                <a16:creationId xmlns:a16="http://schemas.microsoft.com/office/drawing/2014/main" id="{08483073-90CE-4690-BFEC-EE4C146485D0}"/>
              </a:ext>
            </a:extLst>
          </p:cNvPr>
          <p:cNvSpPr>
            <a:spLocks noGrp="1"/>
          </p:cNvSpPr>
          <p:nvPr/>
        </p:nvSpPr>
        <p:spPr>
          <a:xfrm>
            <a:off x="62769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9" name="text_3546_失败定位与修正">
            <a:extLst>
              <a:ext uri="{FF2B5EF4-FFF2-40B4-BE49-F238E27FC236}">
                <a16:creationId xmlns:a16="http://schemas.microsoft.com/office/drawing/2014/main" id="{73CED73F-96E7-4AC0-8600-97BA12C753C2}"/>
              </a:ext>
            </a:extLst>
          </p:cNvPr>
          <p:cNvSpPr>
            <a:spLocks noGrp="1"/>
          </p:cNvSpPr>
          <p:nvPr/>
        </p:nvSpPr>
        <p:spPr>
          <a:xfrm>
            <a:off x="9515475" y="876300"/>
            <a:ext cx="2047875" cy="400050"/>
          </a:xfrm>
          <a:prstGeom prst="rect">
            <a:avLst/>
          </a:prstGeom>
          <a:noFill/>
          <a:ln w="9525">
            <a:noFill/>
          </a:ln>
        </p:spPr>
        <p:txBody>
          <a:bodyPr wrap="none" lIns="0" tIns="0" rIns="0" bIns="0" anchor="ctr">
            <a:noAutofit/>
          </a:bodyPr>
          <a:lstStyle/>
          <a:p>
            <a:pPr algn="l">
              <a:defRPr sz="1575" b="1">
                <a:solidFill>
                  <a:srgbClr val="000000"/>
                </a:solidFill>
                <a:latin typeface="Arial"/>
                <a:ea typeface="Arial"/>
                <a:cs typeface="Arial"/>
              </a:defRPr>
            </a:pPr>
            <a:r>
              <a:rPr sz="1575" b="1">
                <a:solidFill>
                  <a:srgbClr val="000000"/>
                </a:solidFill>
                <a:latin typeface="Arial"/>
                <a:ea typeface="Arial"/>
                <a:cs typeface="Arial"/>
              </a:rPr>
              <a:t>失败定位与修正</a:t>
            </a:r>
          </a:p>
        </p:txBody>
      </p:sp>
      <p:sp>
        <p:nvSpPr>
          <p:cNvPr id="10" name="connector_3547">
            <a:extLst>
              <a:ext uri="{FF2B5EF4-FFF2-40B4-BE49-F238E27FC236}">
                <a16:creationId xmlns:a16="http://schemas.microsoft.com/office/drawing/2014/main" id="{45E4B294-603B-43F1-8B73-5FCC4F34FBF5}"/>
              </a:ext>
            </a:extLst>
          </p:cNvPr>
          <p:cNvSpPr>
            <a:spLocks noGrp="1"/>
          </p:cNvSpPr>
          <p:nvPr/>
        </p:nvSpPr>
        <p:spPr>
          <a:xfrm>
            <a:off x="9048750"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11" name="connector_3548">
            <a:extLst>
              <a:ext uri="{FF2B5EF4-FFF2-40B4-BE49-F238E27FC236}">
                <a16:creationId xmlns:a16="http://schemas.microsoft.com/office/drawing/2014/main" id="{CA42298A-0C38-4275-BE4B-BD781F6BBA21}"/>
              </a:ext>
            </a:extLst>
          </p:cNvPr>
          <p:cNvSpPr>
            <a:spLocks noGrp="1"/>
          </p:cNvSpPr>
          <p:nvPr/>
        </p:nvSpPr>
        <p:spPr>
          <a:xfrm>
            <a:off x="3267075" y="1019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3549">
            <a:extLst>
              <a:ext uri="{FF2B5EF4-FFF2-40B4-BE49-F238E27FC236}">
                <a16:creationId xmlns:a16="http://schemas.microsoft.com/office/drawing/2014/main" id="{D8667E8E-14A7-4B86-BCFB-3302FB32AB20}"/>
              </a:ext>
            </a:extLst>
          </p:cNvPr>
          <p:cNvSpPr>
            <a:spLocks noGrp="1"/>
          </p:cNvSpPr>
          <p:nvPr/>
        </p:nvSpPr>
        <p:spPr>
          <a:xfrm>
            <a:off x="3267075" y="1143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3550">
            <a:extLst>
              <a:ext uri="{FF2B5EF4-FFF2-40B4-BE49-F238E27FC236}">
                <a16:creationId xmlns:a16="http://schemas.microsoft.com/office/drawing/2014/main" id="{946C66A3-6BCB-4F0D-99D2-65550D00CE31}"/>
              </a:ext>
            </a:extLst>
          </p:cNvPr>
          <p:cNvSpPr>
            <a:spLocks noGrp="1"/>
          </p:cNvSpPr>
          <p:nvPr/>
        </p:nvSpPr>
        <p:spPr>
          <a:xfrm>
            <a:off x="3267075" y="1266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3551">
            <a:extLst>
              <a:ext uri="{FF2B5EF4-FFF2-40B4-BE49-F238E27FC236}">
                <a16:creationId xmlns:a16="http://schemas.microsoft.com/office/drawing/2014/main" id="{A4172D14-C577-460B-82F8-F017FDD2C46F}"/>
              </a:ext>
            </a:extLst>
          </p:cNvPr>
          <p:cNvSpPr>
            <a:spLocks noGrp="1"/>
          </p:cNvSpPr>
          <p:nvPr/>
        </p:nvSpPr>
        <p:spPr>
          <a:xfrm>
            <a:off x="3267075" y="1390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3552">
            <a:extLst>
              <a:ext uri="{FF2B5EF4-FFF2-40B4-BE49-F238E27FC236}">
                <a16:creationId xmlns:a16="http://schemas.microsoft.com/office/drawing/2014/main" id="{A025EAC2-C357-4DB8-BC0A-D81B792ADD79}"/>
              </a:ext>
            </a:extLst>
          </p:cNvPr>
          <p:cNvSpPr>
            <a:spLocks noGrp="1"/>
          </p:cNvSpPr>
          <p:nvPr/>
        </p:nvSpPr>
        <p:spPr>
          <a:xfrm>
            <a:off x="3267075" y="1514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3553">
            <a:extLst>
              <a:ext uri="{FF2B5EF4-FFF2-40B4-BE49-F238E27FC236}">
                <a16:creationId xmlns:a16="http://schemas.microsoft.com/office/drawing/2014/main" id="{B7A7ADDD-4F50-445E-AFE3-5C20C2EBB9C5}"/>
              </a:ext>
            </a:extLst>
          </p:cNvPr>
          <p:cNvSpPr>
            <a:spLocks noGrp="1"/>
          </p:cNvSpPr>
          <p:nvPr/>
        </p:nvSpPr>
        <p:spPr>
          <a:xfrm>
            <a:off x="3267075" y="1638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3554">
            <a:extLst>
              <a:ext uri="{FF2B5EF4-FFF2-40B4-BE49-F238E27FC236}">
                <a16:creationId xmlns:a16="http://schemas.microsoft.com/office/drawing/2014/main" id="{085DAA36-353A-453F-8B98-E92E4B759808}"/>
              </a:ext>
            </a:extLst>
          </p:cNvPr>
          <p:cNvSpPr>
            <a:spLocks noGrp="1"/>
          </p:cNvSpPr>
          <p:nvPr/>
        </p:nvSpPr>
        <p:spPr>
          <a:xfrm>
            <a:off x="3267075" y="1762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3555">
            <a:extLst>
              <a:ext uri="{FF2B5EF4-FFF2-40B4-BE49-F238E27FC236}">
                <a16:creationId xmlns:a16="http://schemas.microsoft.com/office/drawing/2014/main" id="{4848AC7D-406B-42D0-90D8-038BE02C25C3}"/>
              </a:ext>
            </a:extLst>
          </p:cNvPr>
          <p:cNvSpPr>
            <a:spLocks noGrp="1"/>
          </p:cNvSpPr>
          <p:nvPr/>
        </p:nvSpPr>
        <p:spPr>
          <a:xfrm>
            <a:off x="3267075" y="1885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3556">
            <a:extLst>
              <a:ext uri="{FF2B5EF4-FFF2-40B4-BE49-F238E27FC236}">
                <a16:creationId xmlns:a16="http://schemas.microsoft.com/office/drawing/2014/main" id="{8DE6B208-8398-4C98-ACD2-440A78E0FBAB}"/>
              </a:ext>
            </a:extLst>
          </p:cNvPr>
          <p:cNvSpPr>
            <a:spLocks noGrp="1"/>
          </p:cNvSpPr>
          <p:nvPr/>
        </p:nvSpPr>
        <p:spPr>
          <a:xfrm>
            <a:off x="3267075" y="2009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3557">
            <a:extLst>
              <a:ext uri="{FF2B5EF4-FFF2-40B4-BE49-F238E27FC236}">
                <a16:creationId xmlns:a16="http://schemas.microsoft.com/office/drawing/2014/main" id="{E5C94693-21E6-497D-8CAF-8F376833BBD9}"/>
              </a:ext>
            </a:extLst>
          </p:cNvPr>
          <p:cNvSpPr>
            <a:spLocks noGrp="1"/>
          </p:cNvSpPr>
          <p:nvPr/>
        </p:nvSpPr>
        <p:spPr>
          <a:xfrm>
            <a:off x="3267075" y="2133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3558">
            <a:extLst>
              <a:ext uri="{FF2B5EF4-FFF2-40B4-BE49-F238E27FC236}">
                <a16:creationId xmlns:a16="http://schemas.microsoft.com/office/drawing/2014/main" id="{DA3BDE79-3445-4F57-BB64-90FD57CC0242}"/>
              </a:ext>
            </a:extLst>
          </p:cNvPr>
          <p:cNvSpPr>
            <a:spLocks noGrp="1"/>
          </p:cNvSpPr>
          <p:nvPr/>
        </p:nvSpPr>
        <p:spPr>
          <a:xfrm>
            <a:off x="3267075" y="2257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3559">
            <a:extLst>
              <a:ext uri="{FF2B5EF4-FFF2-40B4-BE49-F238E27FC236}">
                <a16:creationId xmlns:a16="http://schemas.microsoft.com/office/drawing/2014/main" id="{896D7F36-8194-4D30-AA39-BB51C796B1BB}"/>
              </a:ext>
            </a:extLst>
          </p:cNvPr>
          <p:cNvSpPr>
            <a:spLocks noGrp="1"/>
          </p:cNvSpPr>
          <p:nvPr/>
        </p:nvSpPr>
        <p:spPr>
          <a:xfrm>
            <a:off x="3267075" y="2381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3560">
            <a:extLst>
              <a:ext uri="{FF2B5EF4-FFF2-40B4-BE49-F238E27FC236}">
                <a16:creationId xmlns:a16="http://schemas.microsoft.com/office/drawing/2014/main" id="{615241A8-EEBD-4200-9549-C4BE76B00638}"/>
              </a:ext>
            </a:extLst>
          </p:cNvPr>
          <p:cNvSpPr>
            <a:spLocks noGrp="1"/>
          </p:cNvSpPr>
          <p:nvPr/>
        </p:nvSpPr>
        <p:spPr>
          <a:xfrm>
            <a:off x="3267075" y="2505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3561">
            <a:extLst>
              <a:ext uri="{FF2B5EF4-FFF2-40B4-BE49-F238E27FC236}">
                <a16:creationId xmlns:a16="http://schemas.microsoft.com/office/drawing/2014/main" id="{8A1826E9-CC8E-4EFF-85EB-F80861395353}"/>
              </a:ext>
            </a:extLst>
          </p:cNvPr>
          <p:cNvSpPr>
            <a:spLocks noGrp="1"/>
          </p:cNvSpPr>
          <p:nvPr/>
        </p:nvSpPr>
        <p:spPr>
          <a:xfrm>
            <a:off x="3267075" y="2628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3562">
            <a:extLst>
              <a:ext uri="{FF2B5EF4-FFF2-40B4-BE49-F238E27FC236}">
                <a16:creationId xmlns:a16="http://schemas.microsoft.com/office/drawing/2014/main" id="{3564F2F6-C422-46FA-87BF-034EC9726B6E}"/>
              </a:ext>
            </a:extLst>
          </p:cNvPr>
          <p:cNvSpPr>
            <a:spLocks noGrp="1"/>
          </p:cNvSpPr>
          <p:nvPr/>
        </p:nvSpPr>
        <p:spPr>
          <a:xfrm>
            <a:off x="3267075" y="2752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3563">
            <a:extLst>
              <a:ext uri="{FF2B5EF4-FFF2-40B4-BE49-F238E27FC236}">
                <a16:creationId xmlns:a16="http://schemas.microsoft.com/office/drawing/2014/main" id="{5A75CC05-FFD0-4B6E-86D4-A7884F21CFC8}"/>
              </a:ext>
            </a:extLst>
          </p:cNvPr>
          <p:cNvSpPr>
            <a:spLocks noGrp="1"/>
          </p:cNvSpPr>
          <p:nvPr/>
        </p:nvSpPr>
        <p:spPr>
          <a:xfrm>
            <a:off x="3267075" y="2876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3564">
            <a:extLst>
              <a:ext uri="{FF2B5EF4-FFF2-40B4-BE49-F238E27FC236}">
                <a16:creationId xmlns:a16="http://schemas.microsoft.com/office/drawing/2014/main" id="{1E63970F-D1DA-48C6-B6B0-3BD8380957E6}"/>
              </a:ext>
            </a:extLst>
          </p:cNvPr>
          <p:cNvSpPr>
            <a:spLocks noGrp="1"/>
          </p:cNvSpPr>
          <p:nvPr/>
        </p:nvSpPr>
        <p:spPr>
          <a:xfrm>
            <a:off x="3267075" y="3000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3565">
            <a:extLst>
              <a:ext uri="{FF2B5EF4-FFF2-40B4-BE49-F238E27FC236}">
                <a16:creationId xmlns:a16="http://schemas.microsoft.com/office/drawing/2014/main" id="{25DFB184-0A16-445D-BC08-CED31948EE6A}"/>
              </a:ext>
            </a:extLst>
          </p:cNvPr>
          <p:cNvSpPr>
            <a:spLocks noGrp="1"/>
          </p:cNvSpPr>
          <p:nvPr/>
        </p:nvSpPr>
        <p:spPr>
          <a:xfrm>
            <a:off x="3267075" y="3124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3566">
            <a:extLst>
              <a:ext uri="{FF2B5EF4-FFF2-40B4-BE49-F238E27FC236}">
                <a16:creationId xmlns:a16="http://schemas.microsoft.com/office/drawing/2014/main" id="{C619F088-870E-4429-931D-97C605DA952A}"/>
              </a:ext>
            </a:extLst>
          </p:cNvPr>
          <p:cNvSpPr>
            <a:spLocks noGrp="1"/>
          </p:cNvSpPr>
          <p:nvPr/>
        </p:nvSpPr>
        <p:spPr>
          <a:xfrm>
            <a:off x="3267075" y="3248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3567">
            <a:extLst>
              <a:ext uri="{FF2B5EF4-FFF2-40B4-BE49-F238E27FC236}">
                <a16:creationId xmlns:a16="http://schemas.microsoft.com/office/drawing/2014/main" id="{E8EFA0DC-5957-40FE-86AA-3323AA88590E}"/>
              </a:ext>
            </a:extLst>
          </p:cNvPr>
          <p:cNvSpPr>
            <a:spLocks noGrp="1"/>
          </p:cNvSpPr>
          <p:nvPr/>
        </p:nvSpPr>
        <p:spPr>
          <a:xfrm>
            <a:off x="3267075" y="3371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3568">
            <a:extLst>
              <a:ext uri="{FF2B5EF4-FFF2-40B4-BE49-F238E27FC236}">
                <a16:creationId xmlns:a16="http://schemas.microsoft.com/office/drawing/2014/main" id="{D7583405-72C7-4A14-AE87-17CBCB661638}"/>
              </a:ext>
            </a:extLst>
          </p:cNvPr>
          <p:cNvSpPr>
            <a:spLocks noGrp="1"/>
          </p:cNvSpPr>
          <p:nvPr/>
        </p:nvSpPr>
        <p:spPr>
          <a:xfrm>
            <a:off x="3267075" y="3495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3569">
            <a:extLst>
              <a:ext uri="{FF2B5EF4-FFF2-40B4-BE49-F238E27FC236}">
                <a16:creationId xmlns:a16="http://schemas.microsoft.com/office/drawing/2014/main" id="{6EE51A37-F284-4C0B-8B99-5177886734A3}"/>
              </a:ext>
            </a:extLst>
          </p:cNvPr>
          <p:cNvSpPr>
            <a:spLocks noGrp="1"/>
          </p:cNvSpPr>
          <p:nvPr/>
        </p:nvSpPr>
        <p:spPr>
          <a:xfrm>
            <a:off x="3267075" y="3619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3570">
            <a:extLst>
              <a:ext uri="{FF2B5EF4-FFF2-40B4-BE49-F238E27FC236}">
                <a16:creationId xmlns:a16="http://schemas.microsoft.com/office/drawing/2014/main" id="{29DC0E57-83AE-4148-A3FB-85742D7A0BB2}"/>
              </a:ext>
            </a:extLst>
          </p:cNvPr>
          <p:cNvSpPr>
            <a:spLocks noGrp="1"/>
          </p:cNvSpPr>
          <p:nvPr/>
        </p:nvSpPr>
        <p:spPr>
          <a:xfrm>
            <a:off x="3267075" y="3743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3571">
            <a:extLst>
              <a:ext uri="{FF2B5EF4-FFF2-40B4-BE49-F238E27FC236}">
                <a16:creationId xmlns:a16="http://schemas.microsoft.com/office/drawing/2014/main" id="{5F9D25DC-46FB-43D0-AB6A-104EECB24FC5}"/>
              </a:ext>
            </a:extLst>
          </p:cNvPr>
          <p:cNvSpPr>
            <a:spLocks noGrp="1"/>
          </p:cNvSpPr>
          <p:nvPr/>
        </p:nvSpPr>
        <p:spPr>
          <a:xfrm>
            <a:off x="3267075" y="3867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3572">
            <a:extLst>
              <a:ext uri="{FF2B5EF4-FFF2-40B4-BE49-F238E27FC236}">
                <a16:creationId xmlns:a16="http://schemas.microsoft.com/office/drawing/2014/main" id="{B7937BD5-6D91-400F-92E4-BD71AE0B3DA1}"/>
              </a:ext>
            </a:extLst>
          </p:cNvPr>
          <p:cNvSpPr>
            <a:spLocks noGrp="1"/>
          </p:cNvSpPr>
          <p:nvPr/>
        </p:nvSpPr>
        <p:spPr>
          <a:xfrm>
            <a:off x="3267075" y="3990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3573">
            <a:extLst>
              <a:ext uri="{FF2B5EF4-FFF2-40B4-BE49-F238E27FC236}">
                <a16:creationId xmlns:a16="http://schemas.microsoft.com/office/drawing/2014/main" id="{32BE0CF9-AAA1-4C1E-A4AD-7999C275745C}"/>
              </a:ext>
            </a:extLst>
          </p:cNvPr>
          <p:cNvSpPr>
            <a:spLocks noGrp="1"/>
          </p:cNvSpPr>
          <p:nvPr/>
        </p:nvSpPr>
        <p:spPr>
          <a:xfrm>
            <a:off x="3267075" y="4114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3574">
            <a:extLst>
              <a:ext uri="{FF2B5EF4-FFF2-40B4-BE49-F238E27FC236}">
                <a16:creationId xmlns:a16="http://schemas.microsoft.com/office/drawing/2014/main" id="{754072D7-B0D9-44CA-A0DA-539105772B6E}"/>
              </a:ext>
            </a:extLst>
          </p:cNvPr>
          <p:cNvSpPr>
            <a:spLocks noGrp="1"/>
          </p:cNvSpPr>
          <p:nvPr/>
        </p:nvSpPr>
        <p:spPr>
          <a:xfrm>
            <a:off x="3267075" y="4238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3575">
            <a:extLst>
              <a:ext uri="{FF2B5EF4-FFF2-40B4-BE49-F238E27FC236}">
                <a16:creationId xmlns:a16="http://schemas.microsoft.com/office/drawing/2014/main" id="{7699C4B1-5EAA-40F9-BAC8-03599FA46063}"/>
              </a:ext>
            </a:extLst>
          </p:cNvPr>
          <p:cNvSpPr>
            <a:spLocks noGrp="1"/>
          </p:cNvSpPr>
          <p:nvPr/>
        </p:nvSpPr>
        <p:spPr>
          <a:xfrm>
            <a:off x="3267075" y="4362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3576">
            <a:extLst>
              <a:ext uri="{FF2B5EF4-FFF2-40B4-BE49-F238E27FC236}">
                <a16:creationId xmlns:a16="http://schemas.microsoft.com/office/drawing/2014/main" id="{89DE4110-B272-415D-A5F9-7BC82D2A141B}"/>
              </a:ext>
            </a:extLst>
          </p:cNvPr>
          <p:cNvSpPr>
            <a:spLocks noGrp="1"/>
          </p:cNvSpPr>
          <p:nvPr/>
        </p:nvSpPr>
        <p:spPr>
          <a:xfrm>
            <a:off x="3267075" y="4486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3577">
            <a:extLst>
              <a:ext uri="{FF2B5EF4-FFF2-40B4-BE49-F238E27FC236}">
                <a16:creationId xmlns:a16="http://schemas.microsoft.com/office/drawing/2014/main" id="{6FBC16E2-9B49-4C56-8665-A7F43FF908BB}"/>
              </a:ext>
            </a:extLst>
          </p:cNvPr>
          <p:cNvSpPr>
            <a:spLocks noGrp="1"/>
          </p:cNvSpPr>
          <p:nvPr/>
        </p:nvSpPr>
        <p:spPr>
          <a:xfrm>
            <a:off x="3267075" y="4610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3578">
            <a:extLst>
              <a:ext uri="{FF2B5EF4-FFF2-40B4-BE49-F238E27FC236}">
                <a16:creationId xmlns:a16="http://schemas.microsoft.com/office/drawing/2014/main" id="{A0E0154D-A196-4ADA-B015-5CA43F896F53}"/>
              </a:ext>
            </a:extLst>
          </p:cNvPr>
          <p:cNvSpPr>
            <a:spLocks noGrp="1"/>
          </p:cNvSpPr>
          <p:nvPr/>
        </p:nvSpPr>
        <p:spPr>
          <a:xfrm>
            <a:off x="3267075" y="4733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3579">
            <a:extLst>
              <a:ext uri="{FF2B5EF4-FFF2-40B4-BE49-F238E27FC236}">
                <a16:creationId xmlns:a16="http://schemas.microsoft.com/office/drawing/2014/main" id="{B64F504B-9F19-4BB6-95D8-07F6E3C8F8BF}"/>
              </a:ext>
            </a:extLst>
          </p:cNvPr>
          <p:cNvSpPr>
            <a:spLocks noGrp="1"/>
          </p:cNvSpPr>
          <p:nvPr/>
        </p:nvSpPr>
        <p:spPr>
          <a:xfrm>
            <a:off x="3267075" y="4857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3583">
            <a:extLst>
              <a:ext uri="{FF2B5EF4-FFF2-40B4-BE49-F238E27FC236}">
                <a16:creationId xmlns:a16="http://schemas.microsoft.com/office/drawing/2014/main" id="{B0519C04-5F41-45B1-892D-2AAEC2451B29}"/>
              </a:ext>
            </a:extLst>
          </p:cNvPr>
          <p:cNvSpPr>
            <a:spLocks noGrp="1"/>
          </p:cNvSpPr>
          <p:nvPr/>
        </p:nvSpPr>
        <p:spPr>
          <a:xfrm>
            <a:off x="6029325" y="1019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3584">
            <a:extLst>
              <a:ext uri="{FF2B5EF4-FFF2-40B4-BE49-F238E27FC236}">
                <a16:creationId xmlns:a16="http://schemas.microsoft.com/office/drawing/2014/main" id="{AB5F6DDF-F880-44C9-A39C-6EE8B20A2A1A}"/>
              </a:ext>
            </a:extLst>
          </p:cNvPr>
          <p:cNvSpPr>
            <a:spLocks noGrp="1"/>
          </p:cNvSpPr>
          <p:nvPr/>
        </p:nvSpPr>
        <p:spPr>
          <a:xfrm>
            <a:off x="6029325" y="1143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3585">
            <a:extLst>
              <a:ext uri="{FF2B5EF4-FFF2-40B4-BE49-F238E27FC236}">
                <a16:creationId xmlns:a16="http://schemas.microsoft.com/office/drawing/2014/main" id="{E2B344C7-3F7D-4FC9-AEE9-D3D905328B5D}"/>
              </a:ext>
            </a:extLst>
          </p:cNvPr>
          <p:cNvSpPr>
            <a:spLocks noGrp="1"/>
          </p:cNvSpPr>
          <p:nvPr/>
        </p:nvSpPr>
        <p:spPr>
          <a:xfrm>
            <a:off x="6029325" y="1266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9" name="connector_3586">
            <a:extLst>
              <a:ext uri="{FF2B5EF4-FFF2-40B4-BE49-F238E27FC236}">
                <a16:creationId xmlns:a16="http://schemas.microsoft.com/office/drawing/2014/main" id="{6C1D71C2-1BCE-40D1-976D-88E20238FC32}"/>
              </a:ext>
            </a:extLst>
          </p:cNvPr>
          <p:cNvSpPr>
            <a:spLocks noGrp="1"/>
          </p:cNvSpPr>
          <p:nvPr/>
        </p:nvSpPr>
        <p:spPr>
          <a:xfrm>
            <a:off x="6029325" y="1390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0" name="connector_3587">
            <a:extLst>
              <a:ext uri="{FF2B5EF4-FFF2-40B4-BE49-F238E27FC236}">
                <a16:creationId xmlns:a16="http://schemas.microsoft.com/office/drawing/2014/main" id="{8E6054BE-8AE3-443D-8615-B9FFA1CF27CE}"/>
              </a:ext>
            </a:extLst>
          </p:cNvPr>
          <p:cNvSpPr>
            <a:spLocks noGrp="1"/>
          </p:cNvSpPr>
          <p:nvPr/>
        </p:nvSpPr>
        <p:spPr>
          <a:xfrm>
            <a:off x="6029325" y="1514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1" name="connector_3588">
            <a:extLst>
              <a:ext uri="{FF2B5EF4-FFF2-40B4-BE49-F238E27FC236}">
                <a16:creationId xmlns:a16="http://schemas.microsoft.com/office/drawing/2014/main" id="{9A4440B9-3E79-421A-B33A-E035C011457B}"/>
              </a:ext>
            </a:extLst>
          </p:cNvPr>
          <p:cNvSpPr>
            <a:spLocks noGrp="1"/>
          </p:cNvSpPr>
          <p:nvPr/>
        </p:nvSpPr>
        <p:spPr>
          <a:xfrm>
            <a:off x="6029325" y="1638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2" name="connector_3589">
            <a:extLst>
              <a:ext uri="{FF2B5EF4-FFF2-40B4-BE49-F238E27FC236}">
                <a16:creationId xmlns:a16="http://schemas.microsoft.com/office/drawing/2014/main" id="{5FE4DF04-6A8D-4BC6-90C2-DCBFFF33BD85}"/>
              </a:ext>
            </a:extLst>
          </p:cNvPr>
          <p:cNvSpPr>
            <a:spLocks noGrp="1"/>
          </p:cNvSpPr>
          <p:nvPr/>
        </p:nvSpPr>
        <p:spPr>
          <a:xfrm>
            <a:off x="6029325" y="1762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3" name="connector_3590">
            <a:extLst>
              <a:ext uri="{FF2B5EF4-FFF2-40B4-BE49-F238E27FC236}">
                <a16:creationId xmlns:a16="http://schemas.microsoft.com/office/drawing/2014/main" id="{8B0860EF-04D9-4008-9C9A-2D81C67F03CE}"/>
              </a:ext>
            </a:extLst>
          </p:cNvPr>
          <p:cNvSpPr>
            <a:spLocks noGrp="1"/>
          </p:cNvSpPr>
          <p:nvPr/>
        </p:nvSpPr>
        <p:spPr>
          <a:xfrm>
            <a:off x="6029325" y="1885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4" name="connector_3591">
            <a:extLst>
              <a:ext uri="{FF2B5EF4-FFF2-40B4-BE49-F238E27FC236}">
                <a16:creationId xmlns:a16="http://schemas.microsoft.com/office/drawing/2014/main" id="{AC049235-F313-41BE-A170-575FF9AD1AC5}"/>
              </a:ext>
            </a:extLst>
          </p:cNvPr>
          <p:cNvSpPr>
            <a:spLocks noGrp="1"/>
          </p:cNvSpPr>
          <p:nvPr/>
        </p:nvSpPr>
        <p:spPr>
          <a:xfrm>
            <a:off x="6029325" y="2009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5" name="connector_3592">
            <a:extLst>
              <a:ext uri="{FF2B5EF4-FFF2-40B4-BE49-F238E27FC236}">
                <a16:creationId xmlns:a16="http://schemas.microsoft.com/office/drawing/2014/main" id="{378F3DBF-295E-413B-B9DD-E8B3371420FA}"/>
              </a:ext>
            </a:extLst>
          </p:cNvPr>
          <p:cNvSpPr>
            <a:spLocks noGrp="1"/>
          </p:cNvSpPr>
          <p:nvPr/>
        </p:nvSpPr>
        <p:spPr>
          <a:xfrm>
            <a:off x="6029325" y="2133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6" name="connector_3593">
            <a:extLst>
              <a:ext uri="{FF2B5EF4-FFF2-40B4-BE49-F238E27FC236}">
                <a16:creationId xmlns:a16="http://schemas.microsoft.com/office/drawing/2014/main" id="{F4E8CF6A-F056-44AB-9117-F6DAA0F4A96B}"/>
              </a:ext>
            </a:extLst>
          </p:cNvPr>
          <p:cNvSpPr>
            <a:spLocks noGrp="1"/>
          </p:cNvSpPr>
          <p:nvPr/>
        </p:nvSpPr>
        <p:spPr>
          <a:xfrm>
            <a:off x="6029325" y="2257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7" name="connector_3594">
            <a:extLst>
              <a:ext uri="{FF2B5EF4-FFF2-40B4-BE49-F238E27FC236}">
                <a16:creationId xmlns:a16="http://schemas.microsoft.com/office/drawing/2014/main" id="{0A1847FA-CD42-4AF5-96BE-A90AAA50DEE0}"/>
              </a:ext>
            </a:extLst>
          </p:cNvPr>
          <p:cNvSpPr>
            <a:spLocks noGrp="1"/>
          </p:cNvSpPr>
          <p:nvPr/>
        </p:nvSpPr>
        <p:spPr>
          <a:xfrm>
            <a:off x="6029325" y="2381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8" name="connector_3595">
            <a:extLst>
              <a:ext uri="{FF2B5EF4-FFF2-40B4-BE49-F238E27FC236}">
                <a16:creationId xmlns:a16="http://schemas.microsoft.com/office/drawing/2014/main" id="{F86160BF-F4FE-4135-B5B9-6D607731C272}"/>
              </a:ext>
            </a:extLst>
          </p:cNvPr>
          <p:cNvSpPr>
            <a:spLocks noGrp="1"/>
          </p:cNvSpPr>
          <p:nvPr/>
        </p:nvSpPr>
        <p:spPr>
          <a:xfrm>
            <a:off x="6029325" y="2505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59" name="connector_3596">
            <a:extLst>
              <a:ext uri="{FF2B5EF4-FFF2-40B4-BE49-F238E27FC236}">
                <a16:creationId xmlns:a16="http://schemas.microsoft.com/office/drawing/2014/main" id="{61D667A1-9224-4772-B764-153241685E65}"/>
              </a:ext>
            </a:extLst>
          </p:cNvPr>
          <p:cNvSpPr>
            <a:spLocks noGrp="1"/>
          </p:cNvSpPr>
          <p:nvPr/>
        </p:nvSpPr>
        <p:spPr>
          <a:xfrm>
            <a:off x="6029325" y="2628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0" name="connector_3597">
            <a:extLst>
              <a:ext uri="{FF2B5EF4-FFF2-40B4-BE49-F238E27FC236}">
                <a16:creationId xmlns:a16="http://schemas.microsoft.com/office/drawing/2014/main" id="{1A3D07B2-4219-4CC6-BAD3-05F08E917C5A}"/>
              </a:ext>
            </a:extLst>
          </p:cNvPr>
          <p:cNvSpPr>
            <a:spLocks noGrp="1"/>
          </p:cNvSpPr>
          <p:nvPr/>
        </p:nvSpPr>
        <p:spPr>
          <a:xfrm>
            <a:off x="6029325" y="2752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1" name="connector_3598">
            <a:extLst>
              <a:ext uri="{FF2B5EF4-FFF2-40B4-BE49-F238E27FC236}">
                <a16:creationId xmlns:a16="http://schemas.microsoft.com/office/drawing/2014/main" id="{24C47222-7783-4E7A-92C6-EE0F8ABE9443}"/>
              </a:ext>
            </a:extLst>
          </p:cNvPr>
          <p:cNvSpPr>
            <a:spLocks noGrp="1"/>
          </p:cNvSpPr>
          <p:nvPr/>
        </p:nvSpPr>
        <p:spPr>
          <a:xfrm>
            <a:off x="6029325" y="2876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2" name="connector_3599">
            <a:extLst>
              <a:ext uri="{FF2B5EF4-FFF2-40B4-BE49-F238E27FC236}">
                <a16:creationId xmlns:a16="http://schemas.microsoft.com/office/drawing/2014/main" id="{B0F6EEB0-1989-4332-B5E0-6892FF96601A}"/>
              </a:ext>
            </a:extLst>
          </p:cNvPr>
          <p:cNvSpPr>
            <a:spLocks noGrp="1"/>
          </p:cNvSpPr>
          <p:nvPr/>
        </p:nvSpPr>
        <p:spPr>
          <a:xfrm>
            <a:off x="6029325" y="3000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3" name="connector_3600">
            <a:extLst>
              <a:ext uri="{FF2B5EF4-FFF2-40B4-BE49-F238E27FC236}">
                <a16:creationId xmlns:a16="http://schemas.microsoft.com/office/drawing/2014/main" id="{B92E6EF7-9F2A-483C-9CC9-C36738F444B1}"/>
              </a:ext>
            </a:extLst>
          </p:cNvPr>
          <p:cNvSpPr>
            <a:spLocks noGrp="1"/>
          </p:cNvSpPr>
          <p:nvPr/>
        </p:nvSpPr>
        <p:spPr>
          <a:xfrm>
            <a:off x="6029325" y="3124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4" name="connector_3601">
            <a:extLst>
              <a:ext uri="{FF2B5EF4-FFF2-40B4-BE49-F238E27FC236}">
                <a16:creationId xmlns:a16="http://schemas.microsoft.com/office/drawing/2014/main" id="{05973E3C-9BA5-41EB-81EF-B7E588EBD4DA}"/>
              </a:ext>
            </a:extLst>
          </p:cNvPr>
          <p:cNvSpPr>
            <a:spLocks noGrp="1"/>
          </p:cNvSpPr>
          <p:nvPr/>
        </p:nvSpPr>
        <p:spPr>
          <a:xfrm>
            <a:off x="6029325" y="3248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5" name="connector_3602">
            <a:extLst>
              <a:ext uri="{FF2B5EF4-FFF2-40B4-BE49-F238E27FC236}">
                <a16:creationId xmlns:a16="http://schemas.microsoft.com/office/drawing/2014/main" id="{FBBF29B8-8537-4D34-8D4D-A8241B4B56F6}"/>
              </a:ext>
            </a:extLst>
          </p:cNvPr>
          <p:cNvSpPr>
            <a:spLocks noGrp="1"/>
          </p:cNvSpPr>
          <p:nvPr/>
        </p:nvSpPr>
        <p:spPr>
          <a:xfrm>
            <a:off x="6029325" y="3371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6" name="connector_3603">
            <a:extLst>
              <a:ext uri="{FF2B5EF4-FFF2-40B4-BE49-F238E27FC236}">
                <a16:creationId xmlns:a16="http://schemas.microsoft.com/office/drawing/2014/main" id="{657CAC0D-B4EB-443D-A0AE-84BBC0386B8F}"/>
              </a:ext>
            </a:extLst>
          </p:cNvPr>
          <p:cNvSpPr>
            <a:spLocks noGrp="1"/>
          </p:cNvSpPr>
          <p:nvPr/>
        </p:nvSpPr>
        <p:spPr>
          <a:xfrm>
            <a:off x="6029325" y="3495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7" name="connector_3604">
            <a:extLst>
              <a:ext uri="{FF2B5EF4-FFF2-40B4-BE49-F238E27FC236}">
                <a16:creationId xmlns:a16="http://schemas.microsoft.com/office/drawing/2014/main" id="{BBB6AEBB-68A7-4947-A323-47F5E80DBBF4}"/>
              </a:ext>
            </a:extLst>
          </p:cNvPr>
          <p:cNvSpPr>
            <a:spLocks noGrp="1"/>
          </p:cNvSpPr>
          <p:nvPr/>
        </p:nvSpPr>
        <p:spPr>
          <a:xfrm>
            <a:off x="6029325" y="3619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8" name="connector_3605">
            <a:extLst>
              <a:ext uri="{FF2B5EF4-FFF2-40B4-BE49-F238E27FC236}">
                <a16:creationId xmlns:a16="http://schemas.microsoft.com/office/drawing/2014/main" id="{0D07CE28-6D0B-4664-AA17-99D6B1F056E7}"/>
              </a:ext>
            </a:extLst>
          </p:cNvPr>
          <p:cNvSpPr>
            <a:spLocks noGrp="1"/>
          </p:cNvSpPr>
          <p:nvPr/>
        </p:nvSpPr>
        <p:spPr>
          <a:xfrm>
            <a:off x="6029325" y="3743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69" name="connector_3606">
            <a:extLst>
              <a:ext uri="{FF2B5EF4-FFF2-40B4-BE49-F238E27FC236}">
                <a16:creationId xmlns:a16="http://schemas.microsoft.com/office/drawing/2014/main" id="{0E2C4991-E3C3-4C94-A88F-49ACF9CE3039}"/>
              </a:ext>
            </a:extLst>
          </p:cNvPr>
          <p:cNvSpPr>
            <a:spLocks noGrp="1"/>
          </p:cNvSpPr>
          <p:nvPr/>
        </p:nvSpPr>
        <p:spPr>
          <a:xfrm>
            <a:off x="6029325" y="3867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0" name="connector_3607">
            <a:extLst>
              <a:ext uri="{FF2B5EF4-FFF2-40B4-BE49-F238E27FC236}">
                <a16:creationId xmlns:a16="http://schemas.microsoft.com/office/drawing/2014/main" id="{9D22EC6D-9D69-44C6-8767-D0F6F5C7ACA9}"/>
              </a:ext>
            </a:extLst>
          </p:cNvPr>
          <p:cNvSpPr>
            <a:spLocks noGrp="1"/>
          </p:cNvSpPr>
          <p:nvPr/>
        </p:nvSpPr>
        <p:spPr>
          <a:xfrm>
            <a:off x="6029325" y="3990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1" name="connector_3608">
            <a:extLst>
              <a:ext uri="{FF2B5EF4-FFF2-40B4-BE49-F238E27FC236}">
                <a16:creationId xmlns:a16="http://schemas.microsoft.com/office/drawing/2014/main" id="{19CF8949-F5D5-4FFF-B3F4-EC845F61C30E}"/>
              </a:ext>
            </a:extLst>
          </p:cNvPr>
          <p:cNvSpPr>
            <a:spLocks noGrp="1"/>
          </p:cNvSpPr>
          <p:nvPr/>
        </p:nvSpPr>
        <p:spPr>
          <a:xfrm>
            <a:off x="6029325" y="4114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2" name="connector_3609">
            <a:extLst>
              <a:ext uri="{FF2B5EF4-FFF2-40B4-BE49-F238E27FC236}">
                <a16:creationId xmlns:a16="http://schemas.microsoft.com/office/drawing/2014/main" id="{905457D8-40BA-4C79-89ED-4585D1F4FD9A}"/>
              </a:ext>
            </a:extLst>
          </p:cNvPr>
          <p:cNvSpPr>
            <a:spLocks noGrp="1"/>
          </p:cNvSpPr>
          <p:nvPr/>
        </p:nvSpPr>
        <p:spPr>
          <a:xfrm>
            <a:off x="6029325" y="4238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3" name="connector_3610">
            <a:extLst>
              <a:ext uri="{FF2B5EF4-FFF2-40B4-BE49-F238E27FC236}">
                <a16:creationId xmlns:a16="http://schemas.microsoft.com/office/drawing/2014/main" id="{885C9F84-452E-471D-A8DC-62FB6B77EC11}"/>
              </a:ext>
            </a:extLst>
          </p:cNvPr>
          <p:cNvSpPr>
            <a:spLocks noGrp="1"/>
          </p:cNvSpPr>
          <p:nvPr/>
        </p:nvSpPr>
        <p:spPr>
          <a:xfrm>
            <a:off x="6029325" y="4362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4" name="connector_3611">
            <a:extLst>
              <a:ext uri="{FF2B5EF4-FFF2-40B4-BE49-F238E27FC236}">
                <a16:creationId xmlns:a16="http://schemas.microsoft.com/office/drawing/2014/main" id="{425530AE-A370-40E7-B386-FFCD45C17AEA}"/>
              </a:ext>
            </a:extLst>
          </p:cNvPr>
          <p:cNvSpPr>
            <a:spLocks noGrp="1"/>
          </p:cNvSpPr>
          <p:nvPr/>
        </p:nvSpPr>
        <p:spPr>
          <a:xfrm>
            <a:off x="6029325" y="4486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5" name="connector_3612">
            <a:extLst>
              <a:ext uri="{FF2B5EF4-FFF2-40B4-BE49-F238E27FC236}">
                <a16:creationId xmlns:a16="http://schemas.microsoft.com/office/drawing/2014/main" id="{3A7962FC-6A91-43DC-927C-72B018FDC0D1}"/>
              </a:ext>
            </a:extLst>
          </p:cNvPr>
          <p:cNvSpPr>
            <a:spLocks noGrp="1"/>
          </p:cNvSpPr>
          <p:nvPr/>
        </p:nvSpPr>
        <p:spPr>
          <a:xfrm>
            <a:off x="6029325" y="4610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6" name="connector_3613">
            <a:extLst>
              <a:ext uri="{FF2B5EF4-FFF2-40B4-BE49-F238E27FC236}">
                <a16:creationId xmlns:a16="http://schemas.microsoft.com/office/drawing/2014/main" id="{BC159142-06C3-4694-9358-623A62297401}"/>
              </a:ext>
            </a:extLst>
          </p:cNvPr>
          <p:cNvSpPr>
            <a:spLocks noGrp="1"/>
          </p:cNvSpPr>
          <p:nvPr/>
        </p:nvSpPr>
        <p:spPr>
          <a:xfrm>
            <a:off x="6029325" y="4733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77" name="connector_3614">
            <a:extLst>
              <a:ext uri="{FF2B5EF4-FFF2-40B4-BE49-F238E27FC236}">
                <a16:creationId xmlns:a16="http://schemas.microsoft.com/office/drawing/2014/main" id="{B5FB69CA-BEDA-42EB-884F-EE8AFAE61319}"/>
              </a:ext>
            </a:extLst>
          </p:cNvPr>
          <p:cNvSpPr>
            <a:spLocks noGrp="1"/>
          </p:cNvSpPr>
          <p:nvPr/>
        </p:nvSpPr>
        <p:spPr>
          <a:xfrm>
            <a:off x="6029325" y="4857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1" name="connector_3618">
            <a:extLst>
              <a:ext uri="{FF2B5EF4-FFF2-40B4-BE49-F238E27FC236}">
                <a16:creationId xmlns:a16="http://schemas.microsoft.com/office/drawing/2014/main" id="{B76E980B-F96A-46B8-94A9-B934460C22CF}"/>
              </a:ext>
            </a:extLst>
          </p:cNvPr>
          <p:cNvSpPr>
            <a:spLocks noGrp="1"/>
          </p:cNvSpPr>
          <p:nvPr/>
        </p:nvSpPr>
        <p:spPr>
          <a:xfrm>
            <a:off x="8801100" y="1019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2" name="connector_3619">
            <a:extLst>
              <a:ext uri="{FF2B5EF4-FFF2-40B4-BE49-F238E27FC236}">
                <a16:creationId xmlns:a16="http://schemas.microsoft.com/office/drawing/2014/main" id="{AE6F3662-0D98-4756-AFBE-211D0621A49A}"/>
              </a:ext>
            </a:extLst>
          </p:cNvPr>
          <p:cNvSpPr>
            <a:spLocks noGrp="1"/>
          </p:cNvSpPr>
          <p:nvPr/>
        </p:nvSpPr>
        <p:spPr>
          <a:xfrm>
            <a:off x="8801100" y="1143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3" name="connector_3620">
            <a:extLst>
              <a:ext uri="{FF2B5EF4-FFF2-40B4-BE49-F238E27FC236}">
                <a16:creationId xmlns:a16="http://schemas.microsoft.com/office/drawing/2014/main" id="{4D985F50-482C-4775-957C-BC8FFFB9F27A}"/>
              </a:ext>
            </a:extLst>
          </p:cNvPr>
          <p:cNvSpPr>
            <a:spLocks noGrp="1"/>
          </p:cNvSpPr>
          <p:nvPr/>
        </p:nvSpPr>
        <p:spPr>
          <a:xfrm>
            <a:off x="8801100" y="1266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4" name="connector_3621">
            <a:extLst>
              <a:ext uri="{FF2B5EF4-FFF2-40B4-BE49-F238E27FC236}">
                <a16:creationId xmlns:a16="http://schemas.microsoft.com/office/drawing/2014/main" id="{91D4C1DE-1688-4653-883B-F1B50A4A41E1}"/>
              </a:ext>
            </a:extLst>
          </p:cNvPr>
          <p:cNvSpPr>
            <a:spLocks noGrp="1"/>
          </p:cNvSpPr>
          <p:nvPr/>
        </p:nvSpPr>
        <p:spPr>
          <a:xfrm>
            <a:off x="8801100" y="1390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5" name="connector_3622">
            <a:extLst>
              <a:ext uri="{FF2B5EF4-FFF2-40B4-BE49-F238E27FC236}">
                <a16:creationId xmlns:a16="http://schemas.microsoft.com/office/drawing/2014/main" id="{D6F5665C-B23E-4B0F-B80F-071BD6C6BBBC}"/>
              </a:ext>
            </a:extLst>
          </p:cNvPr>
          <p:cNvSpPr>
            <a:spLocks noGrp="1"/>
          </p:cNvSpPr>
          <p:nvPr/>
        </p:nvSpPr>
        <p:spPr>
          <a:xfrm>
            <a:off x="8801100" y="1514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6" name="connector_3623">
            <a:extLst>
              <a:ext uri="{FF2B5EF4-FFF2-40B4-BE49-F238E27FC236}">
                <a16:creationId xmlns:a16="http://schemas.microsoft.com/office/drawing/2014/main" id="{2B09DD06-F38E-4481-BAAF-D9F6D5852FEA}"/>
              </a:ext>
            </a:extLst>
          </p:cNvPr>
          <p:cNvSpPr>
            <a:spLocks noGrp="1"/>
          </p:cNvSpPr>
          <p:nvPr/>
        </p:nvSpPr>
        <p:spPr>
          <a:xfrm>
            <a:off x="8801100" y="1638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7" name="connector_3624">
            <a:extLst>
              <a:ext uri="{FF2B5EF4-FFF2-40B4-BE49-F238E27FC236}">
                <a16:creationId xmlns:a16="http://schemas.microsoft.com/office/drawing/2014/main" id="{471BA2DB-E726-40B3-BACA-5DBF75FC0111}"/>
              </a:ext>
            </a:extLst>
          </p:cNvPr>
          <p:cNvSpPr>
            <a:spLocks noGrp="1"/>
          </p:cNvSpPr>
          <p:nvPr/>
        </p:nvSpPr>
        <p:spPr>
          <a:xfrm>
            <a:off x="8801100" y="1762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8" name="connector_3625">
            <a:extLst>
              <a:ext uri="{FF2B5EF4-FFF2-40B4-BE49-F238E27FC236}">
                <a16:creationId xmlns:a16="http://schemas.microsoft.com/office/drawing/2014/main" id="{E66BE4F1-24F5-400B-B190-4DA8ED7EFAE3}"/>
              </a:ext>
            </a:extLst>
          </p:cNvPr>
          <p:cNvSpPr>
            <a:spLocks noGrp="1"/>
          </p:cNvSpPr>
          <p:nvPr/>
        </p:nvSpPr>
        <p:spPr>
          <a:xfrm>
            <a:off x="8801100" y="1885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9" name="connector_3626">
            <a:extLst>
              <a:ext uri="{FF2B5EF4-FFF2-40B4-BE49-F238E27FC236}">
                <a16:creationId xmlns:a16="http://schemas.microsoft.com/office/drawing/2014/main" id="{9B12766C-8082-4263-9604-0AC80BC87D81}"/>
              </a:ext>
            </a:extLst>
          </p:cNvPr>
          <p:cNvSpPr>
            <a:spLocks noGrp="1"/>
          </p:cNvSpPr>
          <p:nvPr/>
        </p:nvSpPr>
        <p:spPr>
          <a:xfrm>
            <a:off x="8801100" y="2009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0" name="connector_3627">
            <a:extLst>
              <a:ext uri="{FF2B5EF4-FFF2-40B4-BE49-F238E27FC236}">
                <a16:creationId xmlns:a16="http://schemas.microsoft.com/office/drawing/2014/main" id="{362EC061-1333-4240-B3A8-953351545658}"/>
              </a:ext>
            </a:extLst>
          </p:cNvPr>
          <p:cNvSpPr>
            <a:spLocks noGrp="1"/>
          </p:cNvSpPr>
          <p:nvPr/>
        </p:nvSpPr>
        <p:spPr>
          <a:xfrm>
            <a:off x="8801100" y="2133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1" name="connector_3628">
            <a:extLst>
              <a:ext uri="{FF2B5EF4-FFF2-40B4-BE49-F238E27FC236}">
                <a16:creationId xmlns:a16="http://schemas.microsoft.com/office/drawing/2014/main" id="{7276506B-2301-43E7-9CF8-9B3005F35919}"/>
              </a:ext>
            </a:extLst>
          </p:cNvPr>
          <p:cNvSpPr>
            <a:spLocks noGrp="1"/>
          </p:cNvSpPr>
          <p:nvPr/>
        </p:nvSpPr>
        <p:spPr>
          <a:xfrm>
            <a:off x="8801100" y="2257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2" name="connector_3629">
            <a:extLst>
              <a:ext uri="{FF2B5EF4-FFF2-40B4-BE49-F238E27FC236}">
                <a16:creationId xmlns:a16="http://schemas.microsoft.com/office/drawing/2014/main" id="{8E47B632-BFDB-4E77-A1DC-4F4178472A80}"/>
              </a:ext>
            </a:extLst>
          </p:cNvPr>
          <p:cNvSpPr>
            <a:spLocks noGrp="1"/>
          </p:cNvSpPr>
          <p:nvPr/>
        </p:nvSpPr>
        <p:spPr>
          <a:xfrm>
            <a:off x="8801100" y="2381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3" name="connector_3630">
            <a:extLst>
              <a:ext uri="{FF2B5EF4-FFF2-40B4-BE49-F238E27FC236}">
                <a16:creationId xmlns:a16="http://schemas.microsoft.com/office/drawing/2014/main" id="{C856098B-8E09-4ED4-BEB8-FB82EAB56294}"/>
              </a:ext>
            </a:extLst>
          </p:cNvPr>
          <p:cNvSpPr>
            <a:spLocks noGrp="1"/>
          </p:cNvSpPr>
          <p:nvPr/>
        </p:nvSpPr>
        <p:spPr>
          <a:xfrm>
            <a:off x="8801100" y="2505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4" name="connector_3631">
            <a:extLst>
              <a:ext uri="{FF2B5EF4-FFF2-40B4-BE49-F238E27FC236}">
                <a16:creationId xmlns:a16="http://schemas.microsoft.com/office/drawing/2014/main" id="{77E0EBF1-4F29-43CB-8450-798A48F8BB5B}"/>
              </a:ext>
            </a:extLst>
          </p:cNvPr>
          <p:cNvSpPr>
            <a:spLocks noGrp="1"/>
          </p:cNvSpPr>
          <p:nvPr/>
        </p:nvSpPr>
        <p:spPr>
          <a:xfrm>
            <a:off x="8801100" y="2628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5" name="connector_3632">
            <a:extLst>
              <a:ext uri="{FF2B5EF4-FFF2-40B4-BE49-F238E27FC236}">
                <a16:creationId xmlns:a16="http://schemas.microsoft.com/office/drawing/2014/main" id="{720838C6-9596-4499-ADF0-551F2778C9CC}"/>
              </a:ext>
            </a:extLst>
          </p:cNvPr>
          <p:cNvSpPr>
            <a:spLocks noGrp="1"/>
          </p:cNvSpPr>
          <p:nvPr/>
        </p:nvSpPr>
        <p:spPr>
          <a:xfrm>
            <a:off x="8801100" y="2752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6" name="connector_3633">
            <a:extLst>
              <a:ext uri="{FF2B5EF4-FFF2-40B4-BE49-F238E27FC236}">
                <a16:creationId xmlns:a16="http://schemas.microsoft.com/office/drawing/2014/main" id="{1BE3692A-D81B-4CC4-A15F-34F691E66233}"/>
              </a:ext>
            </a:extLst>
          </p:cNvPr>
          <p:cNvSpPr>
            <a:spLocks noGrp="1"/>
          </p:cNvSpPr>
          <p:nvPr/>
        </p:nvSpPr>
        <p:spPr>
          <a:xfrm>
            <a:off x="8801100" y="2876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7" name="connector_3634">
            <a:extLst>
              <a:ext uri="{FF2B5EF4-FFF2-40B4-BE49-F238E27FC236}">
                <a16:creationId xmlns:a16="http://schemas.microsoft.com/office/drawing/2014/main" id="{5E98885A-410F-44F0-BBD1-FDC68DDDAC9D}"/>
              </a:ext>
            </a:extLst>
          </p:cNvPr>
          <p:cNvSpPr>
            <a:spLocks noGrp="1"/>
          </p:cNvSpPr>
          <p:nvPr/>
        </p:nvSpPr>
        <p:spPr>
          <a:xfrm>
            <a:off x="8801100" y="3000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8" name="connector_3635">
            <a:extLst>
              <a:ext uri="{FF2B5EF4-FFF2-40B4-BE49-F238E27FC236}">
                <a16:creationId xmlns:a16="http://schemas.microsoft.com/office/drawing/2014/main" id="{829F8F57-CAB4-4AB3-82EE-D1BD765BF0C4}"/>
              </a:ext>
            </a:extLst>
          </p:cNvPr>
          <p:cNvSpPr>
            <a:spLocks noGrp="1"/>
          </p:cNvSpPr>
          <p:nvPr/>
        </p:nvSpPr>
        <p:spPr>
          <a:xfrm>
            <a:off x="8801100" y="3124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9" name="connector_3636">
            <a:extLst>
              <a:ext uri="{FF2B5EF4-FFF2-40B4-BE49-F238E27FC236}">
                <a16:creationId xmlns:a16="http://schemas.microsoft.com/office/drawing/2014/main" id="{40A522FD-C0A6-4160-B63A-7F1DA2071C24}"/>
              </a:ext>
            </a:extLst>
          </p:cNvPr>
          <p:cNvSpPr>
            <a:spLocks noGrp="1"/>
          </p:cNvSpPr>
          <p:nvPr/>
        </p:nvSpPr>
        <p:spPr>
          <a:xfrm>
            <a:off x="8801100" y="3248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0" name="connector_3637">
            <a:extLst>
              <a:ext uri="{FF2B5EF4-FFF2-40B4-BE49-F238E27FC236}">
                <a16:creationId xmlns:a16="http://schemas.microsoft.com/office/drawing/2014/main" id="{B1CD6620-ECC2-4A9A-AF3A-60D6E77ACBB3}"/>
              </a:ext>
            </a:extLst>
          </p:cNvPr>
          <p:cNvSpPr>
            <a:spLocks noGrp="1"/>
          </p:cNvSpPr>
          <p:nvPr/>
        </p:nvSpPr>
        <p:spPr>
          <a:xfrm>
            <a:off x="8801100" y="3371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1" name="connector_3638">
            <a:extLst>
              <a:ext uri="{FF2B5EF4-FFF2-40B4-BE49-F238E27FC236}">
                <a16:creationId xmlns:a16="http://schemas.microsoft.com/office/drawing/2014/main" id="{04152183-83F4-47DD-9B34-9A901EB5E735}"/>
              </a:ext>
            </a:extLst>
          </p:cNvPr>
          <p:cNvSpPr>
            <a:spLocks noGrp="1"/>
          </p:cNvSpPr>
          <p:nvPr/>
        </p:nvSpPr>
        <p:spPr>
          <a:xfrm>
            <a:off x="8801100" y="3495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2" name="connector_3639">
            <a:extLst>
              <a:ext uri="{FF2B5EF4-FFF2-40B4-BE49-F238E27FC236}">
                <a16:creationId xmlns:a16="http://schemas.microsoft.com/office/drawing/2014/main" id="{93E01B6D-3BF0-4DD5-95A6-A6096BD50671}"/>
              </a:ext>
            </a:extLst>
          </p:cNvPr>
          <p:cNvSpPr>
            <a:spLocks noGrp="1"/>
          </p:cNvSpPr>
          <p:nvPr/>
        </p:nvSpPr>
        <p:spPr>
          <a:xfrm>
            <a:off x="8801100" y="3619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3" name="connector_3640">
            <a:extLst>
              <a:ext uri="{FF2B5EF4-FFF2-40B4-BE49-F238E27FC236}">
                <a16:creationId xmlns:a16="http://schemas.microsoft.com/office/drawing/2014/main" id="{5EB9148A-7981-4E4D-871C-8B29B9933DA2}"/>
              </a:ext>
            </a:extLst>
          </p:cNvPr>
          <p:cNvSpPr>
            <a:spLocks noGrp="1"/>
          </p:cNvSpPr>
          <p:nvPr/>
        </p:nvSpPr>
        <p:spPr>
          <a:xfrm>
            <a:off x="8801100" y="3743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4" name="connector_3641">
            <a:extLst>
              <a:ext uri="{FF2B5EF4-FFF2-40B4-BE49-F238E27FC236}">
                <a16:creationId xmlns:a16="http://schemas.microsoft.com/office/drawing/2014/main" id="{EDD0FAE6-A489-4B42-9B1F-10443D928EEB}"/>
              </a:ext>
            </a:extLst>
          </p:cNvPr>
          <p:cNvSpPr>
            <a:spLocks noGrp="1"/>
          </p:cNvSpPr>
          <p:nvPr/>
        </p:nvSpPr>
        <p:spPr>
          <a:xfrm>
            <a:off x="8801100" y="3867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5" name="connector_3642">
            <a:extLst>
              <a:ext uri="{FF2B5EF4-FFF2-40B4-BE49-F238E27FC236}">
                <a16:creationId xmlns:a16="http://schemas.microsoft.com/office/drawing/2014/main" id="{7E174B7C-B6BA-4AB3-A01A-B8D5C4E43359}"/>
              </a:ext>
            </a:extLst>
          </p:cNvPr>
          <p:cNvSpPr>
            <a:spLocks noGrp="1"/>
          </p:cNvSpPr>
          <p:nvPr/>
        </p:nvSpPr>
        <p:spPr>
          <a:xfrm>
            <a:off x="8801100" y="3990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6" name="connector_3643">
            <a:extLst>
              <a:ext uri="{FF2B5EF4-FFF2-40B4-BE49-F238E27FC236}">
                <a16:creationId xmlns:a16="http://schemas.microsoft.com/office/drawing/2014/main" id="{4CD8BF1E-8386-4997-8323-013F4E855B82}"/>
              </a:ext>
            </a:extLst>
          </p:cNvPr>
          <p:cNvSpPr>
            <a:spLocks noGrp="1"/>
          </p:cNvSpPr>
          <p:nvPr/>
        </p:nvSpPr>
        <p:spPr>
          <a:xfrm>
            <a:off x="8801100" y="4114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7" name="connector_3644">
            <a:extLst>
              <a:ext uri="{FF2B5EF4-FFF2-40B4-BE49-F238E27FC236}">
                <a16:creationId xmlns:a16="http://schemas.microsoft.com/office/drawing/2014/main" id="{0ACBEDB3-D083-4540-986F-654361EF1680}"/>
              </a:ext>
            </a:extLst>
          </p:cNvPr>
          <p:cNvSpPr>
            <a:spLocks noGrp="1"/>
          </p:cNvSpPr>
          <p:nvPr/>
        </p:nvSpPr>
        <p:spPr>
          <a:xfrm>
            <a:off x="8801100" y="4238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8" name="connector_3645">
            <a:extLst>
              <a:ext uri="{FF2B5EF4-FFF2-40B4-BE49-F238E27FC236}">
                <a16:creationId xmlns:a16="http://schemas.microsoft.com/office/drawing/2014/main" id="{F605AB47-831D-4386-928D-499E0138D8F1}"/>
              </a:ext>
            </a:extLst>
          </p:cNvPr>
          <p:cNvSpPr>
            <a:spLocks noGrp="1"/>
          </p:cNvSpPr>
          <p:nvPr/>
        </p:nvSpPr>
        <p:spPr>
          <a:xfrm>
            <a:off x="8801100" y="4362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9" name="connector_3646">
            <a:extLst>
              <a:ext uri="{FF2B5EF4-FFF2-40B4-BE49-F238E27FC236}">
                <a16:creationId xmlns:a16="http://schemas.microsoft.com/office/drawing/2014/main" id="{956CB394-ED6A-49D0-857B-677BD6046FCA}"/>
              </a:ext>
            </a:extLst>
          </p:cNvPr>
          <p:cNvSpPr>
            <a:spLocks noGrp="1"/>
          </p:cNvSpPr>
          <p:nvPr/>
        </p:nvSpPr>
        <p:spPr>
          <a:xfrm>
            <a:off x="8801100" y="4486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0" name="connector_3647">
            <a:extLst>
              <a:ext uri="{FF2B5EF4-FFF2-40B4-BE49-F238E27FC236}">
                <a16:creationId xmlns:a16="http://schemas.microsoft.com/office/drawing/2014/main" id="{5C57F419-3F5B-46D3-A0BD-40FD926DECB2}"/>
              </a:ext>
            </a:extLst>
          </p:cNvPr>
          <p:cNvSpPr>
            <a:spLocks noGrp="1"/>
          </p:cNvSpPr>
          <p:nvPr/>
        </p:nvSpPr>
        <p:spPr>
          <a:xfrm>
            <a:off x="8801100" y="4610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1" name="connector_3648">
            <a:extLst>
              <a:ext uri="{FF2B5EF4-FFF2-40B4-BE49-F238E27FC236}">
                <a16:creationId xmlns:a16="http://schemas.microsoft.com/office/drawing/2014/main" id="{52FDFFD1-1FCE-4D61-A774-FEF0538F3282}"/>
              </a:ext>
            </a:extLst>
          </p:cNvPr>
          <p:cNvSpPr>
            <a:spLocks noGrp="1"/>
          </p:cNvSpPr>
          <p:nvPr/>
        </p:nvSpPr>
        <p:spPr>
          <a:xfrm>
            <a:off x="8801100" y="4733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2" name="connector_3649">
            <a:extLst>
              <a:ext uri="{FF2B5EF4-FFF2-40B4-BE49-F238E27FC236}">
                <a16:creationId xmlns:a16="http://schemas.microsoft.com/office/drawing/2014/main" id="{37211C45-4EEB-4EA9-8085-7B89603AED34}"/>
              </a:ext>
            </a:extLst>
          </p:cNvPr>
          <p:cNvSpPr>
            <a:spLocks noGrp="1"/>
          </p:cNvSpPr>
          <p:nvPr/>
        </p:nvSpPr>
        <p:spPr>
          <a:xfrm>
            <a:off x="8801100" y="4857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6" name="text_3654_环境能否运行？">
            <a:extLst>
              <a:ext uri="{FF2B5EF4-FFF2-40B4-BE49-F238E27FC236}">
                <a16:creationId xmlns:a16="http://schemas.microsoft.com/office/drawing/2014/main" id="{874C99F7-E755-4225-A16F-448E2172C004}"/>
              </a:ext>
            </a:extLst>
          </p:cNvPr>
          <p:cNvSpPr>
            <a:spLocks noGrp="1"/>
          </p:cNvSpPr>
          <p:nvPr/>
        </p:nvSpPr>
        <p:spPr>
          <a:xfrm>
            <a:off x="762000" y="1476375"/>
            <a:ext cx="2457450" cy="276225"/>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环境能否运行？</a:t>
            </a:r>
          </a:p>
        </p:txBody>
      </p:sp>
      <p:sp>
        <p:nvSpPr>
          <p:cNvPr id="117" name="text_3656_平台理解是否正确？">
            <a:extLst>
              <a:ext uri="{FF2B5EF4-FFF2-40B4-BE49-F238E27FC236}">
                <a16:creationId xmlns:a16="http://schemas.microsoft.com/office/drawing/2014/main" id="{8A0AC28A-F0BA-4901-9B72-CC3284836AAA}"/>
              </a:ext>
            </a:extLst>
          </p:cNvPr>
          <p:cNvSpPr>
            <a:spLocks noGrp="1"/>
          </p:cNvSpPr>
          <p:nvPr/>
        </p:nvSpPr>
        <p:spPr>
          <a:xfrm>
            <a:off x="3533775" y="1476375"/>
            <a:ext cx="2457450" cy="276225"/>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平台理解是否正确？</a:t>
            </a:r>
          </a:p>
        </p:txBody>
      </p:sp>
      <p:sp>
        <p:nvSpPr>
          <p:cNvPr id="118" name="text_3658_能否完成真实开发？">
            <a:extLst>
              <a:ext uri="{FF2B5EF4-FFF2-40B4-BE49-F238E27FC236}">
                <a16:creationId xmlns:a16="http://schemas.microsoft.com/office/drawing/2014/main" id="{950CD426-F39D-4B34-9DB2-B24EB2521085}"/>
              </a:ext>
            </a:extLst>
          </p:cNvPr>
          <p:cNvSpPr>
            <a:spLocks noGrp="1"/>
          </p:cNvSpPr>
          <p:nvPr/>
        </p:nvSpPr>
        <p:spPr>
          <a:xfrm>
            <a:off x="6305550" y="1476375"/>
            <a:ext cx="2457450" cy="276225"/>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能否完成真实开发？</a:t>
            </a:r>
          </a:p>
        </p:txBody>
      </p:sp>
      <p:sp>
        <p:nvSpPr>
          <p:cNvPr id="119" name="text_3660_验证为何未通过？">
            <a:extLst>
              <a:ext uri="{FF2B5EF4-FFF2-40B4-BE49-F238E27FC236}">
                <a16:creationId xmlns:a16="http://schemas.microsoft.com/office/drawing/2014/main" id="{78D16644-EFC4-4F1E-A248-D20442BC9F40}"/>
              </a:ext>
            </a:extLst>
          </p:cNvPr>
          <p:cNvSpPr>
            <a:spLocks noGrp="1"/>
          </p:cNvSpPr>
          <p:nvPr/>
        </p:nvSpPr>
        <p:spPr>
          <a:xfrm>
            <a:off x="9077325" y="1476375"/>
            <a:ext cx="2457450" cy="276225"/>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验证为何未通过？</a:t>
            </a:r>
          </a:p>
        </p:txBody>
      </p:sp>
      <p:sp>
        <p:nvSpPr>
          <p:cNvPr id="120" name="text_3662_环境检查">
            <a:extLst>
              <a:ext uri="{FF2B5EF4-FFF2-40B4-BE49-F238E27FC236}">
                <a16:creationId xmlns:a16="http://schemas.microsoft.com/office/drawing/2014/main" id="{D0C178B6-9C35-4CD1-A48D-A5EE74564FD4}"/>
              </a:ext>
            </a:extLst>
          </p:cNvPr>
          <p:cNvSpPr>
            <a:spLocks noGrp="1"/>
          </p:cNvSpPr>
          <p:nvPr/>
        </p:nvSpPr>
        <p:spPr>
          <a:xfrm>
            <a:off x="752475" y="19716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环境检查</a:t>
            </a:r>
          </a:p>
        </p:txBody>
      </p:sp>
      <p:sp>
        <p:nvSpPr>
          <p:cNvPr id="121" name="text_3664_设备识别、驱动 / Runtime">
            <a:extLst>
              <a:ext uri="{FF2B5EF4-FFF2-40B4-BE49-F238E27FC236}">
                <a16:creationId xmlns:a16="http://schemas.microsoft.com/office/drawing/2014/main" id="{6AAC2A21-DC9D-4AFF-AAF0-2C73F752E75C}"/>
              </a:ext>
            </a:extLst>
          </p:cNvPr>
          <p:cNvSpPr>
            <a:spLocks noGrp="1"/>
          </p:cNvSpPr>
          <p:nvPr/>
        </p:nvSpPr>
        <p:spPr>
          <a:xfrm>
            <a:off x="762000" y="23241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设备识别、驱动 / Runtime</a:t>
            </a:r>
          </a:p>
        </p:txBody>
      </p:sp>
      <p:sp>
        <p:nvSpPr>
          <p:cNvPr id="122" name="text_3666_编译器与版本">
            <a:extLst>
              <a:ext uri="{FF2B5EF4-FFF2-40B4-BE49-F238E27FC236}">
                <a16:creationId xmlns:a16="http://schemas.microsoft.com/office/drawing/2014/main" id="{57F80881-9CFD-420B-BE34-64D1E79788A0}"/>
              </a:ext>
            </a:extLst>
          </p:cNvPr>
          <p:cNvSpPr>
            <a:spLocks noGrp="1"/>
          </p:cNvSpPr>
          <p:nvPr/>
        </p:nvSpPr>
        <p:spPr>
          <a:xfrm>
            <a:off x="762000" y="25812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编译器与版本</a:t>
            </a:r>
          </a:p>
        </p:txBody>
      </p:sp>
      <p:sp>
        <p:nvSpPr>
          <p:cNvPr id="123" name="text_3668_基础 API">
            <a:extLst>
              <a:ext uri="{FF2B5EF4-FFF2-40B4-BE49-F238E27FC236}">
                <a16:creationId xmlns:a16="http://schemas.microsoft.com/office/drawing/2014/main" id="{A1018775-9547-43A9-B252-E6FBCF17EE53}"/>
              </a:ext>
            </a:extLst>
          </p:cNvPr>
          <p:cNvSpPr>
            <a:spLocks noGrp="1"/>
          </p:cNvSpPr>
          <p:nvPr/>
        </p:nvSpPr>
        <p:spPr>
          <a:xfrm>
            <a:off x="752475" y="29622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基础 API</a:t>
            </a:r>
          </a:p>
        </p:txBody>
      </p:sp>
      <p:sp>
        <p:nvSpPr>
          <p:cNvPr id="124" name="text_3670_基础算子、内存分配与拷贝">
            <a:extLst>
              <a:ext uri="{FF2B5EF4-FFF2-40B4-BE49-F238E27FC236}">
                <a16:creationId xmlns:a16="http://schemas.microsoft.com/office/drawing/2014/main" id="{8E37A4FA-7265-4FE2-8E02-7787B9F71994}"/>
              </a:ext>
            </a:extLst>
          </p:cNvPr>
          <p:cNvSpPr>
            <a:spLocks noGrp="1"/>
          </p:cNvSpPr>
          <p:nvPr/>
        </p:nvSpPr>
        <p:spPr>
          <a:xfrm>
            <a:off x="762000" y="33147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基础算子、内存分配与拷贝</a:t>
            </a:r>
          </a:p>
        </p:txBody>
      </p:sp>
      <p:sp>
        <p:nvSpPr>
          <p:cNvPr id="125" name="text_3672_简单 Kernel 编译和运行">
            <a:extLst>
              <a:ext uri="{FF2B5EF4-FFF2-40B4-BE49-F238E27FC236}">
                <a16:creationId xmlns:a16="http://schemas.microsoft.com/office/drawing/2014/main" id="{0203228B-A3E7-40BB-8C28-72AC5FAA8E2D}"/>
              </a:ext>
            </a:extLst>
          </p:cNvPr>
          <p:cNvSpPr>
            <a:spLocks noGrp="1"/>
          </p:cNvSpPr>
          <p:nvPr/>
        </p:nvSpPr>
        <p:spPr>
          <a:xfrm>
            <a:off x="762000" y="35718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简单 Kernel 编译和运行</a:t>
            </a:r>
          </a:p>
        </p:txBody>
      </p:sp>
      <p:sp>
        <p:nvSpPr>
          <p:cNvPr id="126" name="text_3674_示例测试">
            <a:extLst>
              <a:ext uri="{FF2B5EF4-FFF2-40B4-BE49-F238E27FC236}">
                <a16:creationId xmlns:a16="http://schemas.microsoft.com/office/drawing/2014/main" id="{5260D1EE-465F-41F8-B692-F2385371B13E}"/>
              </a:ext>
            </a:extLst>
          </p:cNvPr>
          <p:cNvSpPr>
            <a:spLocks noGrp="1"/>
          </p:cNvSpPr>
          <p:nvPr/>
        </p:nvSpPr>
        <p:spPr>
          <a:xfrm>
            <a:off x="752475" y="39528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示例测试</a:t>
            </a:r>
          </a:p>
        </p:txBody>
      </p:sp>
      <p:sp>
        <p:nvSpPr>
          <p:cNvPr id="127" name="text_3676_向量加法、简单矩阵运算">
            <a:extLst>
              <a:ext uri="{FF2B5EF4-FFF2-40B4-BE49-F238E27FC236}">
                <a16:creationId xmlns:a16="http://schemas.microsoft.com/office/drawing/2014/main" id="{ACD6093C-0AE1-42C0-9B1C-53DD7EA32C00}"/>
              </a:ext>
            </a:extLst>
          </p:cNvPr>
          <p:cNvSpPr>
            <a:spLocks noGrp="1"/>
          </p:cNvSpPr>
          <p:nvPr/>
        </p:nvSpPr>
        <p:spPr>
          <a:xfrm>
            <a:off x="762000" y="43053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向量加法、简单矩阵运算</a:t>
            </a:r>
          </a:p>
        </p:txBody>
      </p:sp>
      <p:sp>
        <p:nvSpPr>
          <p:cNvPr id="128" name="text_3678_检查结果正确性">
            <a:extLst>
              <a:ext uri="{FF2B5EF4-FFF2-40B4-BE49-F238E27FC236}">
                <a16:creationId xmlns:a16="http://schemas.microsoft.com/office/drawing/2014/main" id="{B65FB771-A598-4399-B276-BA16CD46020C}"/>
              </a:ext>
            </a:extLst>
          </p:cNvPr>
          <p:cNvSpPr>
            <a:spLocks noGrp="1"/>
          </p:cNvSpPr>
          <p:nvPr/>
        </p:nvSpPr>
        <p:spPr>
          <a:xfrm>
            <a:off x="762000" y="45624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检查结果正确性</a:t>
            </a:r>
          </a:p>
        </p:txBody>
      </p:sp>
      <p:sp>
        <p:nvSpPr>
          <p:cNvPr id="129" name="text_3680_内存与计算行为">
            <a:extLst>
              <a:ext uri="{FF2B5EF4-FFF2-40B4-BE49-F238E27FC236}">
                <a16:creationId xmlns:a16="http://schemas.microsoft.com/office/drawing/2014/main" id="{422CAAA9-27A7-4985-8A28-93716EFEBEEA}"/>
              </a:ext>
            </a:extLst>
          </p:cNvPr>
          <p:cNvSpPr>
            <a:spLocks noGrp="1"/>
          </p:cNvSpPr>
          <p:nvPr/>
        </p:nvSpPr>
        <p:spPr>
          <a:xfrm>
            <a:off x="3524250" y="19716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内存与计算行为</a:t>
            </a:r>
          </a:p>
        </p:txBody>
      </p:sp>
      <p:sp>
        <p:nvSpPr>
          <p:cNvPr id="130" name="text_3682_片上 / 片外带宽、访存延迟">
            <a:extLst>
              <a:ext uri="{FF2B5EF4-FFF2-40B4-BE49-F238E27FC236}">
                <a16:creationId xmlns:a16="http://schemas.microsoft.com/office/drawing/2014/main" id="{5E1EE621-9E00-4B15-A894-0D343764E8BB}"/>
              </a:ext>
            </a:extLst>
          </p:cNvPr>
          <p:cNvSpPr>
            <a:spLocks noGrp="1"/>
          </p:cNvSpPr>
          <p:nvPr/>
        </p:nvSpPr>
        <p:spPr>
          <a:xfrm>
            <a:off x="3533775" y="23241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片上 / 片外带宽、访存延迟</a:t>
            </a:r>
          </a:p>
        </p:txBody>
      </p:sp>
      <p:sp>
        <p:nvSpPr>
          <p:cNvPr id="131" name="text_3684_峰值算力、数据类型与瓶颈">
            <a:extLst>
              <a:ext uri="{FF2B5EF4-FFF2-40B4-BE49-F238E27FC236}">
                <a16:creationId xmlns:a16="http://schemas.microsoft.com/office/drawing/2014/main" id="{E08681ED-FB50-46B4-87D9-52BE3AD2E9D6}"/>
              </a:ext>
            </a:extLst>
          </p:cNvPr>
          <p:cNvSpPr>
            <a:spLocks noGrp="1"/>
          </p:cNvSpPr>
          <p:nvPr/>
        </p:nvSpPr>
        <p:spPr>
          <a:xfrm>
            <a:off x="3533775" y="25812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峰值算力、数据类型与瓶颈</a:t>
            </a:r>
          </a:p>
        </p:txBody>
      </p:sp>
      <p:sp>
        <p:nvSpPr>
          <p:cNvPr id="132" name="text_3686_Tile 与并行策略">
            <a:extLst>
              <a:ext uri="{FF2B5EF4-FFF2-40B4-BE49-F238E27FC236}">
                <a16:creationId xmlns:a16="http://schemas.microsoft.com/office/drawing/2014/main" id="{696D83B3-F450-4FEF-9D5E-EC24FF185744}"/>
              </a:ext>
            </a:extLst>
          </p:cNvPr>
          <p:cNvSpPr>
            <a:spLocks noGrp="1"/>
          </p:cNvSpPr>
          <p:nvPr/>
        </p:nvSpPr>
        <p:spPr>
          <a:xfrm>
            <a:off x="3524250" y="29622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Tile 与并行策略</a:t>
            </a:r>
          </a:p>
        </p:txBody>
      </p:sp>
      <p:sp>
        <p:nvSpPr>
          <p:cNvPr id="133" name="text_3688_Block / Tile 配置对比">
            <a:extLst>
              <a:ext uri="{FF2B5EF4-FFF2-40B4-BE49-F238E27FC236}">
                <a16:creationId xmlns:a16="http://schemas.microsoft.com/office/drawing/2014/main" id="{7B993CE2-0979-43CF-A1AE-97C637E6550D}"/>
              </a:ext>
            </a:extLst>
          </p:cNvPr>
          <p:cNvSpPr>
            <a:spLocks noGrp="1"/>
          </p:cNvSpPr>
          <p:nvPr/>
        </p:nvSpPr>
        <p:spPr>
          <a:xfrm>
            <a:off x="3533775" y="33147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Block / Tile 配置对比</a:t>
            </a:r>
          </a:p>
        </p:txBody>
      </p:sp>
      <p:sp>
        <p:nvSpPr>
          <p:cNvPr id="134" name="text_3690_占用率、资源与规模变化">
            <a:extLst>
              <a:ext uri="{FF2B5EF4-FFF2-40B4-BE49-F238E27FC236}">
                <a16:creationId xmlns:a16="http://schemas.microsoft.com/office/drawing/2014/main" id="{2552645C-8C66-4921-9AFB-3C9EE8617ED5}"/>
              </a:ext>
            </a:extLst>
          </p:cNvPr>
          <p:cNvSpPr>
            <a:spLocks noGrp="1"/>
          </p:cNvSpPr>
          <p:nvPr/>
        </p:nvSpPr>
        <p:spPr>
          <a:xfrm>
            <a:off x="3533775" y="35718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占用率、资源与规模变化</a:t>
            </a:r>
          </a:p>
        </p:txBody>
      </p:sp>
      <p:sp>
        <p:nvSpPr>
          <p:cNvPr id="135" name="text_3692_Profiler 分析">
            <a:extLst>
              <a:ext uri="{FF2B5EF4-FFF2-40B4-BE49-F238E27FC236}">
                <a16:creationId xmlns:a16="http://schemas.microsoft.com/office/drawing/2014/main" id="{20274C23-C711-4DC7-BE21-B55FF8BEAB87}"/>
              </a:ext>
            </a:extLst>
          </p:cNvPr>
          <p:cNvSpPr>
            <a:spLocks noGrp="1"/>
          </p:cNvSpPr>
          <p:nvPr/>
        </p:nvSpPr>
        <p:spPr>
          <a:xfrm>
            <a:off x="3524250" y="39528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Profiler 分析</a:t>
            </a:r>
          </a:p>
        </p:txBody>
      </p:sp>
      <p:sp>
        <p:nvSpPr>
          <p:cNvPr id="136" name="text_3694_关键计数器、时间分布">
            <a:extLst>
              <a:ext uri="{FF2B5EF4-FFF2-40B4-BE49-F238E27FC236}">
                <a16:creationId xmlns:a16="http://schemas.microsoft.com/office/drawing/2014/main" id="{892FB017-0B5C-405B-9172-2A1498A09A80}"/>
              </a:ext>
            </a:extLst>
          </p:cNvPr>
          <p:cNvSpPr>
            <a:spLocks noGrp="1"/>
          </p:cNvSpPr>
          <p:nvPr/>
        </p:nvSpPr>
        <p:spPr>
          <a:xfrm>
            <a:off x="3533775" y="43053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关键计数器、时间分布</a:t>
            </a:r>
          </a:p>
        </p:txBody>
      </p:sp>
      <p:sp>
        <p:nvSpPr>
          <p:cNvPr id="137" name="text_3696_定位计算 / 访存瓶颈">
            <a:extLst>
              <a:ext uri="{FF2B5EF4-FFF2-40B4-BE49-F238E27FC236}">
                <a16:creationId xmlns:a16="http://schemas.microsoft.com/office/drawing/2014/main" id="{FC3A53A8-7F64-4B2C-81CE-29DD450AAB47}"/>
              </a:ext>
            </a:extLst>
          </p:cNvPr>
          <p:cNvSpPr>
            <a:spLocks noGrp="1"/>
          </p:cNvSpPr>
          <p:nvPr/>
        </p:nvSpPr>
        <p:spPr>
          <a:xfrm>
            <a:off x="3533775" y="45624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定位计算 / 访存瓶颈</a:t>
            </a:r>
          </a:p>
        </p:txBody>
      </p:sp>
      <p:sp>
        <p:nvSpPr>
          <p:cNvPr id="138" name="text_3698_LayerNorm">
            <a:extLst>
              <a:ext uri="{FF2B5EF4-FFF2-40B4-BE49-F238E27FC236}">
                <a16:creationId xmlns:a16="http://schemas.microsoft.com/office/drawing/2014/main" id="{1DF32517-6CDD-4AE6-9727-5A985B68DD86}"/>
              </a:ext>
            </a:extLst>
          </p:cNvPr>
          <p:cNvSpPr>
            <a:spLocks noGrp="1"/>
          </p:cNvSpPr>
          <p:nvPr/>
        </p:nvSpPr>
        <p:spPr>
          <a:xfrm>
            <a:off x="6296025" y="19716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LayerNorm</a:t>
            </a:r>
          </a:p>
        </p:txBody>
      </p:sp>
      <p:sp>
        <p:nvSpPr>
          <p:cNvPr id="139" name="text_3700_静态 / 动态 Shape">
            <a:extLst>
              <a:ext uri="{FF2B5EF4-FFF2-40B4-BE49-F238E27FC236}">
                <a16:creationId xmlns:a16="http://schemas.microsoft.com/office/drawing/2014/main" id="{29EC010E-C55D-4DE6-87FC-FBD7588261C7}"/>
              </a:ext>
            </a:extLst>
          </p:cNvPr>
          <p:cNvSpPr>
            <a:spLocks noGrp="1"/>
          </p:cNvSpPr>
          <p:nvPr/>
        </p:nvSpPr>
        <p:spPr>
          <a:xfrm>
            <a:off x="6305550" y="23241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静态 / 动态 Shape</a:t>
            </a:r>
          </a:p>
        </p:txBody>
      </p:sp>
      <p:sp>
        <p:nvSpPr>
          <p:cNvPr id="140" name="text_3702_与 PyTorch 对比、性能分析">
            <a:extLst>
              <a:ext uri="{FF2B5EF4-FFF2-40B4-BE49-F238E27FC236}">
                <a16:creationId xmlns:a16="http://schemas.microsoft.com/office/drawing/2014/main" id="{EA04630D-F5EA-49F6-9197-16ED1071AF67}"/>
              </a:ext>
            </a:extLst>
          </p:cNvPr>
          <p:cNvSpPr>
            <a:spLocks noGrp="1"/>
          </p:cNvSpPr>
          <p:nvPr/>
        </p:nvSpPr>
        <p:spPr>
          <a:xfrm>
            <a:off x="6305550" y="25812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与 PyTorch 对比、性能分析</a:t>
            </a:r>
          </a:p>
        </p:txBody>
      </p:sp>
      <p:sp>
        <p:nvSpPr>
          <p:cNvPr id="141" name="text_3704_Softmax">
            <a:extLst>
              <a:ext uri="{FF2B5EF4-FFF2-40B4-BE49-F238E27FC236}">
                <a16:creationId xmlns:a16="http://schemas.microsoft.com/office/drawing/2014/main" id="{D84928A7-D3AC-4DBF-8B70-ED083BE81818}"/>
              </a:ext>
            </a:extLst>
          </p:cNvPr>
          <p:cNvSpPr>
            <a:spLocks noGrp="1"/>
          </p:cNvSpPr>
          <p:nvPr/>
        </p:nvSpPr>
        <p:spPr>
          <a:xfrm>
            <a:off x="6296025" y="29622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Softmax</a:t>
            </a:r>
          </a:p>
        </p:txBody>
      </p:sp>
      <p:sp>
        <p:nvSpPr>
          <p:cNvPr id="142" name="text_3706_因果 / Mask、大规模 Shape">
            <a:extLst>
              <a:ext uri="{FF2B5EF4-FFF2-40B4-BE49-F238E27FC236}">
                <a16:creationId xmlns:a16="http://schemas.microsoft.com/office/drawing/2014/main" id="{CFD93105-E0A8-44CB-AE61-214A092AA057}"/>
              </a:ext>
            </a:extLst>
          </p:cNvPr>
          <p:cNvSpPr>
            <a:spLocks noGrp="1"/>
          </p:cNvSpPr>
          <p:nvPr/>
        </p:nvSpPr>
        <p:spPr>
          <a:xfrm>
            <a:off x="6305550" y="33147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因果 / Mask、大规模 Shape</a:t>
            </a:r>
          </a:p>
        </p:txBody>
      </p:sp>
      <p:sp>
        <p:nvSpPr>
          <p:cNvPr id="143" name="text_3708_性能与显存占用对比">
            <a:extLst>
              <a:ext uri="{FF2B5EF4-FFF2-40B4-BE49-F238E27FC236}">
                <a16:creationId xmlns:a16="http://schemas.microsoft.com/office/drawing/2014/main" id="{3DE059FD-5809-4524-BAED-F3800248BB57}"/>
              </a:ext>
            </a:extLst>
          </p:cNvPr>
          <p:cNvSpPr>
            <a:spLocks noGrp="1"/>
          </p:cNvSpPr>
          <p:nvPr/>
        </p:nvSpPr>
        <p:spPr>
          <a:xfrm>
            <a:off x="6305550" y="35718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性能与显存占用对比</a:t>
            </a:r>
          </a:p>
        </p:txBody>
      </p:sp>
      <p:sp>
        <p:nvSpPr>
          <p:cNvPr id="144" name="text_3710_MatMul">
            <a:extLst>
              <a:ext uri="{FF2B5EF4-FFF2-40B4-BE49-F238E27FC236}">
                <a16:creationId xmlns:a16="http://schemas.microsoft.com/office/drawing/2014/main" id="{F4887802-F933-41EB-8875-DB8A9FA55A99}"/>
              </a:ext>
            </a:extLst>
          </p:cNvPr>
          <p:cNvSpPr>
            <a:spLocks noGrp="1"/>
          </p:cNvSpPr>
          <p:nvPr/>
        </p:nvSpPr>
        <p:spPr>
          <a:xfrm>
            <a:off x="6296025" y="39528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MatMul</a:t>
            </a:r>
          </a:p>
        </p:txBody>
      </p:sp>
      <p:sp>
        <p:nvSpPr>
          <p:cNvPr id="145" name="text_3712_不同矩阵规模与数值精度">
            <a:extLst>
              <a:ext uri="{FF2B5EF4-FFF2-40B4-BE49-F238E27FC236}">
                <a16:creationId xmlns:a16="http://schemas.microsoft.com/office/drawing/2014/main" id="{39A0BCA3-3942-4F83-B3A8-B82FF0D0005D}"/>
              </a:ext>
            </a:extLst>
          </p:cNvPr>
          <p:cNvSpPr>
            <a:spLocks noGrp="1"/>
          </p:cNvSpPr>
          <p:nvPr/>
        </p:nvSpPr>
        <p:spPr>
          <a:xfrm>
            <a:off x="6305550" y="43053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不同矩阵规模与数值精度</a:t>
            </a:r>
          </a:p>
        </p:txBody>
      </p:sp>
      <p:sp>
        <p:nvSpPr>
          <p:cNvPr id="146" name="text_3714_性能及并行策略对比">
            <a:extLst>
              <a:ext uri="{FF2B5EF4-FFF2-40B4-BE49-F238E27FC236}">
                <a16:creationId xmlns:a16="http://schemas.microsoft.com/office/drawing/2014/main" id="{BF39D5E8-05B4-45F0-B95C-EC419CFD76D3}"/>
              </a:ext>
            </a:extLst>
          </p:cNvPr>
          <p:cNvSpPr>
            <a:spLocks noGrp="1"/>
          </p:cNvSpPr>
          <p:nvPr/>
        </p:nvSpPr>
        <p:spPr>
          <a:xfrm>
            <a:off x="6305550" y="45624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性能及并行策略对比</a:t>
            </a:r>
          </a:p>
        </p:txBody>
      </p:sp>
      <p:sp>
        <p:nvSpPr>
          <p:cNvPr id="147" name="text_3716_环境 / 工具问题">
            <a:extLst>
              <a:ext uri="{FF2B5EF4-FFF2-40B4-BE49-F238E27FC236}">
                <a16:creationId xmlns:a16="http://schemas.microsoft.com/office/drawing/2014/main" id="{A8A72FA5-5684-4528-AAC4-ACFB58E1A282}"/>
              </a:ext>
            </a:extLst>
          </p:cNvPr>
          <p:cNvSpPr>
            <a:spLocks noGrp="1"/>
          </p:cNvSpPr>
          <p:nvPr/>
        </p:nvSpPr>
        <p:spPr>
          <a:xfrm>
            <a:off x="9067800" y="19716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环境 / 工具问题</a:t>
            </a:r>
          </a:p>
        </p:txBody>
      </p:sp>
      <p:sp>
        <p:nvSpPr>
          <p:cNvPr id="148" name="text_3718_驱动版本、依赖与硬件可用性">
            <a:extLst>
              <a:ext uri="{FF2B5EF4-FFF2-40B4-BE49-F238E27FC236}">
                <a16:creationId xmlns:a16="http://schemas.microsoft.com/office/drawing/2014/main" id="{2E600E36-6217-4394-B6ED-A0BFAECFA4BC}"/>
              </a:ext>
            </a:extLst>
          </p:cNvPr>
          <p:cNvSpPr>
            <a:spLocks noGrp="1"/>
          </p:cNvSpPr>
          <p:nvPr/>
        </p:nvSpPr>
        <p:spPr>
          <a:xfrm>
            <a:off x="9077325" y="23241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驱动版本、依赖与硬件可用性</a:t>
            </a:r>
          </a:p>
        </p:txBody>
      </p:sp>
      <p:sp>
        <p:nvSpPr>
          <p:cNvPr id="149" name="text_3720_编译 / 运行错误 → 修复环境">
            <a:extLst>
              <a:ext uri="{FF2B5EF4-FFF2-40B4-BE49-F238E27FC236}">
                <a16:creationId xmlns:a16="http://schemas.microsoft.com/office/drawing/2014/main" id="{27CCA632-75E7-4CD8-A57E-6F3A172E003E}"/>
              </a:ext>
            </a:extLst>
          </p:cNvPr>
          <p:cNvSpPr>
            <a:spLocks noGrp="1"/>
          </p:cNvSpPr>
          <p:nvPr/>
        </p:nvSpPr>
        <p:spPr>
          <a:xfrm>
            <a:off x="9077325" y="25812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编译 / 运行错误 → 修复环境</a:t>
            </a:r>
          </a:p>
        </p:txBody>
      </p:sp>
      <p:sp>
        <p:nvSpPr>
          <p:cNvPr id="150" name="text_3722_平台知识问题">
            <a:extLst>
              <a:ext uri="{FF2B5EF4-FFF2-40B4-BE49-F238E27FC236}">
                <a16:creationId xmlns:a16="http://schemas.microsoft.com/office/drawing/2014/main" id="{A8F4BF02-35E0-4B39-96C3-D17DFD20F19C}"/>
              </a:ext>
            </a:extLst>
          </p:cNvPr>
          <p:cNvSpPr>
            <a:spLocks noGrp="1"/>
          </p:cNvSpPr>
          <p:nvPr/>
        </p:nvSpPr>
        <p:spPr>
          <a:xfrm>
            <a:off x="9067800" y="29622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平台知识问题</a:t>
            </a:r>
          </a:p>
        </p:txBody>
      </p:sp>
      <p:sp>
        <p:nvSpPr>
          <p:cNvPr id="151" name="text_3724_API、访存 / 计算理解偏差">
            <a:extLst>
              <a:ext uri="{FF2B5EF4-FFF2-40B4-BE49-F238E27FC236}">
                <a16:creationId xmlns:a16="http://schemas.microsoft.com/office/drawing/2014/main" id="{F99F32DA-B8A4-46EC-85B8-83DF8B984434}"/>
              </a:ext>
            </a:extLst>
          </p:cNvPr>
          <p:cNvSpPr>
            <a:spLocks noGrp="1"/>
          </p:cNvSpPr>
          <p:nvPr/>
        </p:nvSpPr>
        <p:spPr>
          <a:xfrm>
            <a:off x="9077325" y="33147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API、访存 / 计算理解偏差</a:t>
            </a:r>
          </a:p>
        </p:txBody>
      </p:sp>
      <p:sp>
        <p:nvSpPr>
          <p:cNvPr id="152" name="text_3726_硬件与 Profiler → 补充知识">
            <a:extLst>
              <a:ext uri="{FF2B5EF4-FFF2-40B4-BE49-F238E27FC236}">
                <a16:creationId xmlns:a16="http://schemas.microsoft.com/office/drawing/2014/main" id="{2F0B7710-5C69-427B-96D7-8DCD9221A405}"/>
              </a:ext>
            </a:extLst>
          </p:cNvPr>
          <p:cNvSpPr>
            <a:spLocks noGrp="1"/>
          </p:cNvSpPr>
          <p:nvPr/>
        </p:nvSpPr>
        <p:spPr>
          <a:xfrm>
            <a:off x="9077325" y="35718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硬件与 Profiler → 补充知识</a:t>
            </a:r>
          </a:p>
        </p:txBody>
      </p:sp>
      <p:sp>
        <p:nvSpPr>
          <p:cNvPr id="153" name="text_3728_其他问题">
            <a:extLst>
              <a:ext uri="{FF2B5EF4-FFF2-40B4-BE49-F238E27FC236}">
                <a16:creationId xmlns:a16="http://schemas.microsoft.com/office/drawing/2014/main" id="{47F41597-274F-48AA-AA27-4E85DFEFEA6F}"/>
              </a:ext>
            </a:extLst>
          </p:cNvPr>
          <p:cNvSpPr>
            <a:spLocks noGrp="1"/>
          </p:cNvSpPr>
          <p:nvPr/>
        </p:nvSpPr>
        <p:spPr>
          <a:xfrm>
            <a:off x="9067800" y="3952875"/>
            <a:ext cx="2486025" cy="266700"/>
          </a:xfrm>
          <a:prstGeom prst="rect">
            <a:avLst/>
          </a:prstGeom>
          <a:noFill/>
          <a:ln w="9525">
            <a:noFill/>
          </a:ln>
        </p:spPr>
        <p:txBody>
          <a:bodyPr wrap="none" lIns="0" tIns="0" rIns="0" bIns="0" anchor="ctr">
            <a:noAutofit/>
          </a:bodyPr>
          <a:lstStyle/>
          <a:p>
            <a:pPr algn="l">
              <a:defRPr sz="1575" b="1">
                <a:solidFill>
                  <a:srgbClr val="D7000F"/>
                </a:solidFill>
                <a:latin typeface="Arial"/>
                <a:ea typeface="Arial"/>
                <a:cs typeface="Arial"/>
              </a:defRPr>
            </a:pPr>
            <a:r>
              <a:rPr sz="1575" b="1">
                <a:solidFill>
                  <a:srgbClr val="D7000F"/>
                </a:solidFill>
                <a:latin typeface="Arial"/>
                <a:ea typeface="Arial"/>
                <a:cs typeface="Arial"/>
              </a:rPr>
              <a:t>其他问题</a:t>
            </a:r>
          </a:p>
        </p:txBody>
      </p:sp>
      <p:sp>
        <p:nvSpPr>
          <p:cNvPr id="154" name="text_3730_用例不充分、性能评估不准">
            <a:extLst>
              <a:ext uri="{FF2B5EF4-FFF2-40B4-BE49-F238E27FC236}">
                <a16:creationId xmlns:a16="http://schemas.microsoft.com/office/drawing/2014/main" id="{3A038E2F-5E71-4545-A7C2-C44A55B3B9A8}"/>
              </a:ext>
            </a:extLst>
          </p:cNvPr>
          <p:cNvSpPr>
            <a:spLocks noGrp="1"/>
          </p:cNvSpPr>
          <p:nvPr/>
        </p:nvSpPr>
        <p:spPr>
          <a:xfrm>
            <a:off x="9077325" y="4305300"/>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用例不充分、性能评估不准</a:t>
            </a:r>
          </a:p>
        </p:txBody>
      </p:sp>
      <p:sp>
        <p:nvSpPr>
          <p:cNvPr id="155" name="text_3732_完善测试用例与评估规则">
            <a:extLst>
              <a:ext uri="{FF2B5EF4-FFF2-40B4-BE49-F238E27FC236}">
                <a16:creationId xmlns:a16="http://schemas.microsoft.com/office/drawing/2014/main" id="{85152BB6-B72F-4CC6-AC38-6F04EA703F36}"/>
              </a:ext>
            </a:extLst>
          </p:cNvPr>
          <p:cNvSpPr>
            <a:spLocks noGrp="1"/>
          </p:cNvSpPr>
          <p:nvPr/>
        </p:nvSpPr>
        <p:spPr>
          <a:xfrm>
            <a:off x="9077325" y="4562475"/>
            <a:ext cx="2466975" cy="257175"/>
          </a:xfrm>
          <a:prstGeom prst="rect">
            <a:avLst/>
          </a:prstGeom>
          <a:noFill/>
          <a:ln w="9525">
            <a:noFill/>
          </a:ln>
        </p:spPr>
        <p:txBody>
          <a:bodyPr wrap="none" lIns="0" tIns="0" rIns="0" bIns="0" anchor="ctr">
            <a:noAutofit/>
          </a:bodyPr>
          <a:lstStyle/>
          <a:p>
            <a:pPr algn="l">
              <a:defRPr sz="1350" b="0">
                <a:solidFill>
                  <a:srgbClr val="242424"/>
                </a:solidFill>
                <a:latin typeface="Arial"/>
                <a:ea typeface="Arial"/>
                <a:cs typeface="Arial"/>
              </a:defRPr>
            </a:pPr>
            <a:r>
              <a:rPr sz="1350" b="0">
                <a:solidFill>
                  <a:srgbClr val="242424"/>
                </a:solidFill>
                <a:latin typeface="Arial"/>
                <a:ea typeface="Arial"/>
                <a:cs typeface="Arial"/>
              </a:rPr>
              <a:t>完善测试用例与评估规则</a:t>
            </a:r>
          </a:p>
        </p:txBody>
      </p:sp>
      <p:sp>
        <p:nvSpPr>
          <p:cNvPr id="168" name="object_3753">
            <a:extLst>
              <a:ext uri="{FF2B5EF4-FFF2-40B4-BE49-F238E27FC236}">
                <a16:creationId xmlns:a16="http://schemas.microsoft.com/office/drawing/2014/main" id="{D185D4A6-0393-4172-A6E9-36F6E52CD3D1}"/>
              </a:ext>
            </a:extLst>
          </p:cNvPr>
          <p:cNvSpPr>
            <a:spLocks noGrp="1"/>
          </p:cNvSpPr>
          <p:nvPr/>
        </p:nvSpPr>
        <p:spPr>
          <a:xfrm>
            <a:off x="809625" y="5467350"/>
            <a:ext cx="1971675" cy="438150"/>
          </a:xfrm>
          <a:prstGeom prst="rect">
            <a:avLst/>
          </a:prstGeom>
          <a:solidFill>
            <a:srgbClr val="FFFFFF"/>
          </a:solidFill>
          <a:ln w="17145">
            <a:solidFill>
              <a:srgbClr val="D7000F"/>
            </a:solidFill>
          </a:ln>
        </p:spPr>
      </p:sp>
      <p:sp>
        <p:nvSpPr>
          <p:cNvPr id="169" name="text_3755_问题修正">
            <a:extLst>
              <a:ext uri="{FF2B5EF4-FFF2-40B4-BE49-F238E27FC236}">
                <a16:creationId xmlns:a16="http://schemas.microsoft.com/office/drawing/2014/main" id="{3429EF91-42BE-4A6A-A450-987939884AE6}"/>
              </a:ext>
            </a:extLst>
          </p:cNvPr>
          <p:cNvSpPr>
            <a:spLocks noGrp="1"/>
          </p:cNvSpPr>
          <p:nvPr/>
        </p:nvSpPr>
        <p:spPr>
          <a:xfrm>
            <a:off x="876300" y="5495925"/>
            <a:ext cx="1838325" cy="2381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问题修正</a:t>
            </a:r>
          </a:p>
        </p:txBody>
      </p:sp>
      <p:sp>
        <p:nvSpPr>
          <p:cNvPr id="170" name="text_3757_根据定位结果修改">
            <a:extLst>
              <a:ext uri="{FF2B5EF4-FFF2-40B4-BE49-F238E27FC236}">
                <a16:creationId xmlns:a16="http://schemas.microsoft.com/office/drawing/2014/main" id="{811BD107-D39C-45D2-96DC-D5CF0D7FC196}"/>
              </a:ext>
            </a:extLst>
          </p:cNvPr>
          <p:cNvSpPr>
            <a:spLocks noGrp="1"/>
          </p:cNvSpPr>
          <p:nvPr/>
        </p:nvSpPr>
        <p:spPr>
          <a:xfrm>
            <a:off x="885825" y="5667375"/>
            <a:ext cx="1819275" cy="209550"/>
          </a:xfrm>
          <a:prstGeom prst="rect">
            <a:avLst/>
          </a:prstGeom>
          <a:noFill/>
          <a:ln w="9525">
            <a:noFill/>
          </a:ln>
        </p:spPr>
        <p:txBody>
          <a:bodyPr wrap="none" lIns="0" tIns="0" rIns="0" bIns="0" anchor="ctr">
            <a:noAutofit/>
          </a:bodyPr>
          <a:lstStyle/>
          <a:p>
            <a:pPr algn="ctr">
              <a:defRPr sz="1088" b="0">
                <a:solidFill>
                  <a:srgbClr val="242424"/>
                </a:solidFill>
                <a:latin typeface="Arial"/>
                <a:ea typeface="Arial"/>
                <a:cs typeface="Arial"/>
              </a:defRPr>
            </a:pPr>
            <a:r>
              <a:rPr sz="1088" b="0">
                <a:solidFill>
                  <a:srgbClr val="242424"/>
                </a:solidFill>
                <a:latin typeface="Arial"/>
                <a:ea typeface="Arial"/>
                <a:cs typeface="Arial"/>
              </a:rPr>
              <a:t>根据定位结果修改</a:t>
            </a:r>
          </a:p>
        </p:txBody>
      </p:sp>
      <p:sp>
        <p:nvSpPr>
          <p:cNvPr id="171" name="connector_3758">
            <a:extLst>
              <a:ext uri="{FF2B5EF4-FFF2-40B4-BE49-F238E27FC236}">
                <a16:creationId xmlns:a16="http://schemas.microsoft.com/office/drawing/2014/main" id="{114BE0A2-5C8C-4E86-88E1-B4AED314B7EF}"/>
              </a:ext>
            </a:extLst>
          </p:cNvPr>
          <p:cNvSpPr>
            <a:spLocks noGrp="1"/>
          </p:cNvSpPr>
          <p:nvPr/>
        </p:nvSpPr>
        <p:spPr>
          <a:xfrm>
            <a:off x="2800350" y="5676900"/>
            <a:ext cx="171450" cy="19050"/>
          </a:xfrm>
          <a:custGeom>
            <a:avLst/>
            <a:gdLst/>
            <a:ahLst/>
            <a:cxnLst/>
            <a:rect l="0" t="0" r="0" b="0"/>
            <a:pathLst>
              <a:path w="171450" h="19050">
                <a:moveTo>
                  <a:pt x="9525" y="9525"/>
                </a:moveTo>
                <a:lnTo>
                  <a:pt x="161925" y="9525"/>
                </a:lnTo>
              </a:path>
            </a:pathLst>
          </a:custGeom>
          <a:noFill/>
          <a:ln w="19050">
            <a:solidFill>
              <a:srgbClr val="D7000F"/>
            </a:solidFill>
          </a:ln>
        </p:spPr>
      </p:sp>
      <p:sp>
        <p:nvSpPr>
          <p:cNvPr id="172" name="connector_3759">
            <a:extLst>
              <a:ext uri="{FF2B5EF4-FFF2-40B4-BE49-F238E27FC236}">
                <a16:creationId xmlns:a16="http://schemas.microsoft.com/office/drawing/2014/main" id="{1130BC92-D98A-49D6-8C72-AB5CD5AB3AEC}"/>
              </a:ext>
            </a:extLst>
          </p:cNvPr>
          <p:cNvSpPr>
            <a:spLocks noGrp="1"/>
          </p:cNvSpPr>
          <p:nvPr/>
        </p:nvSpPr>
        <p:spPr>
          <a:xfrm>
            <a:off x="2894237" y="564493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73" name="object_3760">
            <a:extLst>
              <a:ext uri="{FF2B5EF4-FFF2-40B4-BE49-F238E27FC236}">
                <a16:creationId xmlns:a16="http://schemas.microsoft.com/office/drawing/2014/main" id="{186EA47B-EE69-4FAF-A584-2D4446BA45DA}"/>
              </a:ext>
            </a:extLst>
          </p:cNvPr>
          <p:cNvSpPr>
            <a:spLocks noGrp="1"/>
          </p:cNvSpPr>
          <p:nvPr/>
        </p:nvSpPr>
        <p:spPr>
          <a:xfrm>
            <a:off x="3000375" y="5467350"/>
            <a:ext cx="1971675" cy="438150"/>
          </a:xfrm>
          <a:prstGeom prst="rect">
            <a:avLst/>
          </a:prstGeom>
          <a:solidFill>
            <a:srgbClr val="FFFFFF"/>
          </a:solidFill>
          <a:ln w="17145">
            <a:solidFill>
              <a:srgbClr val="D7000F"/>
            </a:solidFill>
          </a:ln>
        </p:spPr>
      </p:sp>
      <p:sp>
        <p:nvSpPr>
          <p:cNvPr id="174" name="text_3762_更新代码与资源">
            <a:extLst>
              <a:ext uri="{FF2B5EF4-FFF2-40B4-BE49-F238E27FC236}">
                <a16:creationId xmlns:a16="http://schemas.microsoft.com/office/drawing/2014/main" id="{ACCA6EFA-D907-4B48-8E91-83A321BD63C0}"/>
              </a:ext>
            </a:extLst>
          </p:cNvPr>
          <p:cNvSpPr>
            <a:spLocks noGrp="1"/>
          </p:cNvSpPr>
          <p:nvPr/>
        </p:nvSpPr>
        <p:spPr>
          <a:xfrm>
            <a:off x="3067050" y="5495925"/>
            <a:ext cx="1838325" cy="2381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更新代码与资源</a:t>
            </a:r>
          </a:p>
        </p:txBody>
      </p:sp>
      <p:sp>
        <p:nvSpPr>
          <p:cNvPr id="175" name="text_3764_补充知识 / 调整实现">
            <a:extLst>
              <a:ext uri="{FF2B5EF4-FFF2-40B4-BE49-F238E27FC236}">
                <a16:creationId xmlns:a16="http://schemas.microsoft.com/office/drawing/2014/main" id="{6308A8B9-5915-45AA-B148-BF925DE82B93}"/>
              </a:ext>
            </a:extLst>
          </p:cNvPr>
          <p:cNvSpPr>
            <a:spLocks noGrp="1"/>
          </p:cNvSpPr>
          <p:nvPr/>
        </p:nvSpPr>
        <p:spPr>
          <a:xfrm>
            <a:off x="3076575" y="5667375"/>
            <a:ext cx="1819275" cy="209550"/>
          </a:xfrm>
          <a:prstGeom prst="rect">
            <a:avLst/>
          </a:prstGeom>
          <a:noFill/>
          <a:ln w="9525">
            <a:noFill/>
          </a:ln>
        </p:spPr>
        <p:txBody>
          <a:bodyPr wrap="none" lIns="0" tIns="0" rIns="0" bIns="0" anchor="ctr">
            <a:noAutofit/>
          </a:bodyPr>
          <a:lstStyle/>
          <a:p>
            <a:pPr algn="ctr">
              <a:defRPr sz="1088" b="0">
                <a:solidFill>
                  <a:srgbClr val="242424"/>
                </a:solidFill>
                <a:latin typeface="Arial"/>
                <a:ea typeface="Arial"/>
                <a:cs typeface="Arial"/>
              </a:defRPr>
            </a:pPr>
            <a:r>
              <a:rPr sz="1088" b="0">
                <a:solidFill>
                  <a:srgbClr val="242424"/>
                </a:solidFill>
                <a:latin typeface="Arial"/>
                <a:ea typeface="Arial"/>
                <a:cs typeface="Arial"/>
              </a:rPr>
              <a:t>补充知识 / 调整实现</a:t>
            </a:r>
          </a:p>
        </p:txBody>
      </p:sp>
      <p:sp>
        <p:nvSpPr>
          <p:cNvPr id="176" name="connector_3765">
            <a:extLst>
              <a:ext uri="{FF2B5EF4-FFF2-40B4-BE49-F238E27FC236}">
                <a16:creationId xmlns:a16="http://schemas.microsoft.com/office/drawing/2014/main" id="{BE261CEB-E638-4C08-B8A3-A6DD9A5C6390}"/>
              </a:ext>
            </a:extLst>
          </p:cNvPr>
          <p:cNvSpPr>
            <a:spLocks noGrp="1"/>
          </p:cNvSpPr>
          <p:nvPr/>
        </p:nvSpPr>
        <p:spPr>
          <a:xfrm>
            <a:off x="4991100" y="5676900"/>
            <a:ext cx="171450" cy="19050"/>
          </a:xfrm>
          <a:custGeom>
            <a:avLst/>
            <a:gdLst/>
            <a:ahLst/>
            <a:cxnLst/>
            <a:rect l="0" t="0" r="0" b="0"/>
            <a:pathLst>
              <a:path w="171450" h="19050">
                <a:moveTo>
                  <a:pt x="9525" y="9525"/>
                </a:moveTo>
                <a:lnTo>
                  <a:pt x="161925" y="9525"/>
                </a:lnTo>
              </a:path>
            </a:pathLst>
          </a:custGeom>
          <a:noFill/>
          <a:ln w="19050">
            <a:solidFill>
              <a:srgbClr val="D7000F"/>
            </a:solidFill>
          </a:ln>
        </p:spPr>
      </p:sp>
      <p:sp>
        <p:nvSpPr>
          <p:cNvPr id="177" name="connector_3766">
            <a:extLst>
              <a:ext uri="{FF2B5EF4-FFF2-40B4-BE49-F238E27FC236}">
                <a16:creationId xmlns:a16="http://schemas.microsoft.com/office/drawing/2014/main" id="{08EFCAC1-2146-40C1-8B7F-B1AAE4EC66ED}"/>
              </a:ext>
            </a:extLst>
          </p:cNvPr>
          <p:cNvSpPr>
            <a:spLocks noGrp="1"/>
          </p:cNvSpPr>
          <p:nvPr/>
        </p:nvSpPr>
        <p:spPr>
          <a:xfrm>
            <a:off x="5084987" y="564493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78" name="object_3767">
            <a:extLst>
              <a:ext uri="{FF2B5EF4-FFF2-40B4-BE49-F238E27FC236}">
                <a16:creationId xmlns:a16="http://schemas.microsoft.com/office/drawing/2014/main" id="{37E6D591-E706-4AF5-87B8-8B5FA6EF6F7A}"/>
              </a:ext>
            </a:extLst>
          </p:cNvPr>
          <p:cNvSpPr>
            <a:spLocks noGrp="1"/>
          </p:cNvSpPr>
          <p:nvPr/>
        </p:nvSpPr>
        <p:spPr>
          <a:xfrm>
            <a:off x="5191125" y="5467350"/>
            <a:ext cx="1971675" cy="438150"/>
          </a:xfrm>
          <a:prstGeom prst="rect">
            <a:avLst/>
          </a:prstGeom>
          <a:solidFill>
            <a:srgbClr val="FFFFFF"/>
          </a:solidFill>
          <a:ln w="17145">
            <a:solidFill>
              <a:srgbClr val="D7000F"/>
            </a:solidFill>
          </a:ln>
        </p:spPr>
      </p:sp>
      <p:sp>
        <p:nvSpPr>
          <p:cNvPr id="179" name="text_3769_Re-test">
            <a:extLst>
              <a:ext uri="{FF2B5EF4-FFF2-40B4-BE49-F238E27FC236}">
                <a16:creationId xmlns:a16="http://schemas.microsoft.com/office/drawing/2014/main" id="{112E136F-B869-4326-8671-3696234E33AA}"/>
              </a:ext>
            </a:extLst>
          </p:cNvPr>
          <p:cNvSpPr>
            <a:spLocks noGrp="1"/>
          </p:cNvSpPr>
          <p:nvPr/>
        </p:nvSpPr>
        <p:spPr>
          <a:xfrm>
            <a:off x="5257800" y="5495925"/>
            <a:ext cx="1838325" cy="2381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Re-test</a:t>
            </a:r>
          </a:p>
        </p:txBody>
      </p:sp>
      <p:sp>
        <p:nvSpPr>
          <p:cNvPr id="180" name="text_3771_重新验证 L1 / L2 / L3">
            <a:extLst>
              <a:ext uri="{FF2B5EF4-FFF2-40B4-BE49-F238E27FC236}">
                <a16:creationId xmlns:a16="http://schemas.microsoft.com/office/drawing/2014/main" id="{07AC74F0-2796-41BB-87B6-0E20CDCFCF5D}"/>
              </a:ext>
            </a:extLst>
          </p:cNvPr>
          <p:cNvSpPr>
            <a:spLocks noGrp="1"/>
          </p:cNvSpPr>
          <p:nvPr/>
        </p:nvSpPr>
        <p:spPr>
          <a:xfrm>
            <a:off x="5267325" y="5667375"/>
            <a:ext cx="1819275" cy="209550"/>
          </a:xfrm>
          <a:prstGeom prst="rect">
            <a:avLst/>
          </a:prstGeom>
          <a:noFill/>
          <a:ln w="9525">
            <a:noFill/>
          </a:ln>
        </p:spPr>
        <p:txBody>
          <a:bodyPr wrap="none" lIns="0" tIns="0" rIns="0" bIns="0" anchor="ctr">
            <a:noAutofit/>
          </a:bodyPr>
          <a:lstStyle/>
          <a:p>
            <a:pPr algn="ctr">
              <a:defRPr sz="1088" b="0">
                <a:solidFill>
                  <a:srgbClr val="242424"/>
                </a:solidFill>
                <a:latin typeface="Arial"/>
                <a:ea typeface="Arial"/>
                <a:cs typeface="Arial"/>
              </a:defRPr>
            </a:pPr>
            <a:r>
              <a:rPr sz="1088" b="0">
                <a:solidFill>
                  <a:srgbClr val="242424"/>
                </a:solidFill>
                <a:latin typeface="Arial"/>
                <a:ea typeface="Arial"/>
                <a:cs typeface="Arial"/>
              </a:rPr>
              <a:t>重新验证 L1 / L2 / L3</a:t>
            </a:r>
          </a:p>
        </p:txBody>
      </p:sp>
      <p:sp>
        <p:nvSpPr>
          <p:cNvPr id="181" name="connector_3772">
            <a:extLst>
              <a:ext uri="{FF2B5EF4-FFF2-40B4-BE49-F238E27FC236}">
                <a16:creationId xmlns:a16="http://schemas.microsoft.com/office/drawing/2014/main" id="{3FBAB297-3A11-4D68-A2A4-254543A56AC3}"/>
              </a:ext>
            </a:extLst>
          </p:cNvPr>
          <p:cNvSpPr>
            <a:spLocks noGrp="1"/>
          </p:cNvSpPr>
          <p:nvPr/>
        </p:nvSpPr>
        <p:spPr>
          <a:xfrm>
            <a:off x="7181850" y="5676900"/>
            <a:ext cx="171450" cy="19050"/>
          </a:xfrm>
          <a:custGeom>
            <a:avLst/>
            <a:gdLst/>
            <a:ahLst/>
            <a:cxnLst/>
            <a:rect l="0" t="0" r="0" b="0"/>
            <a:pathLst>
              <a:path w="171450" h="19050">
                <a:moveTo>
                  <a:pt x="9525" y="9525"/>
                </a:moveTo>
                <a:lnTo>
                  <a:pt x="161925" y="9525"/>
                </a:lnTo>
              </a:path>
            </a:pathLst>
          </a:custGeom>
          <a:noFill/>
          <a:ln w="19050">
            <a:solidFill>
              <a:srgbClr val="D7000F"/>
            </a:solidFill>
          </a:ln>
        </p:spPr>
      </p:sp>
      <p:sp>
        <p:nvSpPr>
          <p:cNvPr id="182" name="connector_3773">
            <a:extLst>
              <a:ext uri="{FF2B5EF4-FFF2-40B4-BE49-F238E27FC236}">
                <a16:creationId xmlns:a16="http://schemas.microsoft.com/office/drawing/2014/main" id="{E6A36DA5-7ABC-408B-ADB9-EEE214246006}"/>
              </a:ext>
            </a:extLst>
          </p:cNvPr>
          <p:cNvSpPr>
            <a:spLocks noGrp="1"/>
          </p:cNvSpPr>
          <p:nvPr/>
        </p:nvSpPr>
        <p:spPr>
          <a:xfrm>
            <a:off x="7275737" y="564493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83" name="object_3774">
            <a:extLst>
              <a:ext uri="{FF2B5EF4-FFF2-40B4-BE49-F238E27FC236}">
                <a16:creationId xmlns:a16="http://schemas.microsoft.com/office/drawing/2014/main" id="{816E5A5F-3603-4DAC-85B5-B5CD146C4221}"/>
              </a:ext>
            </a:extLst>
          </p:cNvPr>
          <p:cNvSpPr>
            <a:spLocks noGrp="1"/>
          </p:cNvSpPr>
          <p:nvPr/>
        </p:nvSpPr>
        <p:spPr>
          <a:xfrm>
            <a:off x="7381875" y="5467350"/>
            <a:ext cx="1971675" cy="438150"/>
          </a:xfrm>
          <a:prstGeom prst="rect">
            <a:avLst/>
          </a:prstGeom>
          <a:solidFill>
            <a:srgbClr val="FFFFFF"/>
          </a:solidFill>
          <a:ln w="17145">
            <a:solidFill>
              <a:srgbClr val="D7000F"/>
            </a:solidFill>
          </a:ln>
        </p:spPr>
      </p:sp>
      <p:sp>
        <p:nvSpPr>
          <p:cNvPr id="184" name="text_3776_检查结果">
            <a:extLst>
              <a:ext uri="{FF2B5EF4-FFF2-40B4-BE49-F238E27FC236}">
                <a16:creationId xmlns:a16="http://schemas.microsoft.com/office/drawing/2014/main" id="{DF5AEAFE-5DE4-4430-8AB6-D36DC09E02A8}"/>
              </a:ext>
            </a:extLst>
          </p:cNvPr>
          <p:cNvSpPr>
            <a:spLocks noGrp="1"/>
          </p:cNvSpPr>
          <p:nvPr/>
        </p:nvSpPr>
        <p:spPr>
          <a:xfrm>
            <a:off x="7448550" y="5495925"/>
            <a:ext cx="1838325" cy="2381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检查结果</a:t>
            </a:r>
          </a:p>
        </p:txBody>
      </p:sp>
      <p:sp>
        <p:nvSpPr>
          <p:cNvPr id="185" name="text_3778_FAIL 继续修正">
            <a:extLst>
              <a:ext uri="{FF2B5EF4-FFF2-40B4-BE49-F238E27FC236}">
                <a16:creationId xmlns:a16="http://schemas.microsoft.com/office/drawing/2014/main" id="{BCBAC129-FB1F-4086-85A4-1E53086B2211}"/>
              </a:ext>
            </a:extLst>
          </p:cNvPr>
          <p:cNvSpPr>
            <a:spLocks noGrp="1"/>
          </p:cNvSpPr>
          <p:nvPr/>
        </p:nvSpPr>
        <p:spPr>
          <a:xfrm>
            <a:off x="7458075" y="5667375"/>
            <a:ext cx="1819275" cy="209550"/>
          </a:xfrm>
          <a:prstGeom prst="rect">
            <a:avLst/>
          </a:prstGeom>
          <a:noFill/>
          <a:ln w="9525">
            <a:noFill/>
          </a:ln>
        </p:spPr>
        <p:txBody>
          <a:bodyPr wrap="none" lIns="0" tIns="0" rIns="0" bIns="0" anchor="ctr">
            <a:noAutofit/>
          </a:bodyPr>
          <a:lstStyle/>
          <a:p>
            <a:pPr algn="ctr">
              <a:defRPr sz="1088" b="0">
                <a:solidFill>
                  <a:srgbClr val="242424"/>
                </a:solidFill>
                <a:latin typeface="Arial"/>
                <a:ea typeface="Arial"/>
                <a:cs typeface="Arial"/>
              </a:defRPr>
            </a:pPr>
            <a:r>
              <a:rPr sz="1088" b="0">
                <a:solidFill>
                  <a:srgbClr val="242424"/>
                </a:solidFill>
                <a:latin typeface="Arial"/>
                <a:ea typeface="Arial"/>
                <a:cs typeface="Arial"/>
              </a:rPr>
              <a:t>FAIL 继续修正</a:t>
            </a:r>
          </a:p>
        </p:txBody>
      </p:sp>
      <p:sp>
        <p:nvSpPr>
          <p:cNvPr id="186" name="connector_3779">
            <a:extLst>
              <a:ext uri="{FF2B5EF4-FFF2-40B4-BE49-F238E27FC236}">
                <a16:creationId xmlns:a16="http://schemas.microsoft.com/office/drawing/2014/main" id="{FC7B43E3-49E5-4EA7-8C8A-02BFEFD29C97}"/>
              </a:ext>
            </a:extLst>
          </p:cNvPr>
          <p:cNvSpPr>
            <a:spLocks noGrp="1"/>
          </p:cNvSpPr>
          <p:nvPr/>
        </p:nvSpPr>
        <p:spPr>
          <a:xfrm>
            <a:off x="9372600" y="5676900"/>
            <a:ext cx="171450" cy="19050"/>
          </a:xfrm>
          <a:custGeom>
            <a:avLst/>
            <a:gdLst/>
            <a:ahLst/>
            <a:cxnLst/>
            <a:rect l="0" t="0" r="0" b="0"/>
            <a:pathLst>
              <a:path w="171450" h="19050">
                <a:moveTo>
                  <a:pt x="9525" y="9525"/>
                </a:moveTo>
                <a:lnTo>
                  <a:pt x="161925" y="9525"/>
                </a:lnTo>
              </a:path>
            </a:pathLst>
          </a:custGeom>
          <a:noFill/>
          <a:ln w="19050">
            <a:solidFill>
              <a:srgbClr val="D7000F"/>
            </a:solidFill>
          </a:ln>
        </p:spPr>
      </p:sp>
      <p:sp>
        <p:nvSpPr>
          <p:cNvPr id="187" name="connector_3780">
            <a:extLst>
              <a:ext uri="{FF2B5EF4-FFF2-40B4-BE49-F238E27FC236}">
                <a16:creationId xmlns:a16="http://schemas.microsoft.com/office/drawing/2014/main" id="{17829A96-2F40-4CDC-8915-EF4D72D8BDF3}"/>
              </a:ext>
            </a:extLst>
          </p:cNvPr>
          <p:cNvSpPr>
            <a:spLocks noGrp="1"/>
          </p:cNvSpPr>
          <p:nvPr/>
        </p:nvSpPr>
        <p:spPr>
          <a:xfrm>
            <a:off x="9466487" y="5644934"/>
            <a:ext cx="77563" cy="82981"/>
          </a:xfrm>
          <a:custGeom>
            <a:avLst/>
            <a:gdLst/>
            <a:ahLst/>
            <a:cxnLst/>
            <a:rect l="0" t="0" r="0" b="0"/>
            <a:pathLst>
              <a:path w="77563" h="82981">
                <a:moveTo>
                  <a:pt x="9525" y="73456"/>
                </a:moveTo>
                <a:lnTo>
                  <a:pt x="68038" y="41491"/>
                </a:lnTo>
                <a:lnTo>
                  <a:pt x="9525" y="9525"/>
                </a:lnTo>
              </a:path>
            </a:pathLst>
          </a:custGeom>
          <a:noFill/>
          <a:ln w="19050">
            <a:solidFill>
              <a:srgbClr val="D7000F"/>
            </a:solidFill>
          </a:ln>
        </p:spPr>
      </p:sp>
      <p:sp>
        <p:nvSpPr>
          <p:cNvPr id="188" name="object_3781">
            <a:extLst>
              <a:ext uri="{FF2B5EF4-FFF2-40B4-BE49-F238E27FC236}">
                <a16:creationId xmlns:a16="http://schemas.microsoft.com/office/drawing/2014/main" id="{72154ABB-21D5-4412-8F20-B1FF5B627828}"/>
              </a:ext>
            </a:extLst>
          </p:cNvPr>
          <p:cNvSpPr>
            <a:spLocks noGrp="1"/>
          </p:cNvSpPr>
          <p:nvPr/>
        </p:nvSpPr>
        <p:spPr>
          <a:xfrm>
            <a:off x="9572625" y="5467350"/>
            <a:ext cx="1971675" cy="438150"/>
          </a:xfrm>
          <a:prstGeom prst="rect">
            <a:avLst/>
          </a:prstGeom>
          <a:solidFill>
            <a:srgbClr val="FFFFFF"/>
          </a:solidFill>
          <a:ln w="17145">
            <a:solidFill>
              <a:srgbClr val="D7000F"/>
            </a:solidFill>
          </a:ln>
        </p:spPr>
      </p:sp>
      <p:sp>
        <p:nvSpPr>
          <p:cNvPr id="189" name="text_3783_稳定可用的 Skill">
            <a:extLst>
              <a:ext uri="{FF2B5EF4-FFF2-40B4-BE49-F238E27FC236}">
                <a16:creationId xmlns:a16="http://schemas.microsoft.com/office/drawing/2014/main" id="{9228AFBE-FA40-4BFD-A8F1-D2DCA3378833}"/>
              </a:ext>
            </a:extLst>
          </p:cNvPr>
          <p:cNvSpPr>
            <a:spLocks noGrp="1"/>
          </p:cNvSpPr>
          <p:nvPr/>
        </p:nvSpPr>
        <p:spPr>
          <a:xfrm>
            <a:off x="9639300" y="5495925"/>
            <a:ext cx="1838325" cy="238125"/>
          </a:xfrm>
          <a:prstGeom prst="rect">
            <a:avLst/>
          </a:prstGeom>
          <a:noFill/>
          <a:ln w="9525">
            <a:noFill/>
          </a:ln>
        </p:spPr>
        <p:txBody>
          <a:bodyPr wrap="none" lIns="0" tIns="0" rIns="0" bIns="0" anchor="ctr">
            <a:noAutofit/>
          </a:bodyPr>
          <a:lstStyle/>
          <a:p>
            <a:pPr algn="ctr">
              <a:defRPr sz="1313" b="1">
                <a:solidFill>
                  <a:srgbClr val="000000"/>
                </a:solidFill>
                <a:latin typeface="Arial"/>
                <a:ea typeface="Arial"/>
                <a:cs typeface="Arial"/>
              </a:defRPr>
            </a:pPr>
            <a:r>
              <a:rPr sz="1313" b="1">
                <a:solidFill>
                  <a:srgbClr val="000000"/>
                </a:solidFill>
                <a:latin typeface="Arial"/>
                <a:ea typeface="Arial"/>
                <a:cs typeface="Arial"/>
              </a:rPr>
              <a:t>稳定可用的 Skill</a:t>
            </a:r>
          </a:p>
        </p:txBody>
      </p:sp>
      <p:sp>
        <p:nvSpPr>
          <p:cNvPr id="190" name="text_3785_PASS 后复用与扩展">
            <a:extLst>
              <a:ext uri="{FF2B5EF4-FFF2-40B4-BE49-F238E27FC236}">
                <a16:creationId xmlns:a16="http://schemas.microsoft.com/office/drawing/2014/main" id="{1B88B5C0-4338-4CEA-BA0B-B9F21AD0AF58}"/>
              </a:ext>
            </a:extLst>
          </p:cNvPr>
          <p:cNvSpPr>
            <a:spLocks noGrp="1"/>
          </p:cNvSpPr>
          <p:nvPr/>
        </p:nvSpPr>
        <p:spPr>
          <a:xfrm>
            <a:off x="9648825" y="5667375"/>
            <a:ext cx="1819275" cy="209550"/>
          </a:xfrm>
          <a:prstGeom prst="rect">
            <a:avLst/>
          </a:prstGeom>
          <a:noFill/>
          <a:ln w="9525">
            <a:noFill/>
          </a:ln>
        </p:spPr>
        <p:txBody>
          <a:bodyPr wrap="none" lIns="0" tIns="0" rIns="0" bIns="0" anchor="ctr">
            <a:noAutofit/>
          </a:bodyPr>
          <a:lstStyle/>
          <a:p>
            <a:pPr algn="ctr">
              <a:defRPr sz="1088" b="0">
                <a:solidFill>
                  <a:srgbClr val="242424"/>
                </a:solidFill>
                <a:latin typeface="Arial"/>
                <a:ea typeface="Arial"/>
                <a:cs typeface="Arial"/>
              </a:defRPr>
            </a:pPr>
            <a:r>
              <a:rPr sz="1088" b="0">
                <a:solidFill>
                  <a:srgbClr val="242424"/>
                </a:solidFill>
                <a:latin typeface="Arial"/>
                <a:ea typeface="Arial"/>
                <a:cs typeface="Arial"/>
              </a:rPr>
              <a:t>PASS 后复用与扩展</a:t>
            </a:r>
          </a:p>
        </p:txBody>
      </p:sp>
      <p:sp>
        <p:nvSpPr>
          <p:cNvPr id="191" name="text_3787_逐层验证环境、平台行为和算子开发能力，定位问题后">
            <a:extLst>
              <a:ext uri="{FF2B5EF4-FFF2-40B4-BE49-F238E27FC236}">
                <a16:creationId xmlns:a16="http://schemas.microsoft.com/office/drawing/2014/main" id="{BF9F8DD8-9BAF-4C46-8515-573EEF04AD59}"/>
              </a:ext>
            </a:extLst>
          </p:cNvPr>
          <p:cNvSpPr>
            <a:spLocks noGrp="1"/>
          </p:cNvSpPr>
          <p:nvPr/>
        </p:nvSpPr>
        <p:spPr>
          <a:xfrm>
            <a:off x="723900" y="6400800"/>
            <a:ext cx="10829925" cy="333375"/>
          </a:xfrm>
          <a:prstGeom prst="rect">
            <a:avLst/>
          </a:prstGeom>
          <a:noFill/>
          <a:ln w="9525">
            <a:noFill/>
          </a:ln>
        </p:spPr>
        <p:txBody>
          <a:bodyPr wrap="none" lIns="0" tIns="0" rIns="0" bIns="0" anchor="ctr">
            <a:noAutofit/>
          </a:bodyPr>
          <a:lstStyle/>
          <a:p>
            <a:pPr algn="ctr">
              <a:defRPr sz="1725" b="1">
                <a:solidFill>
                  <a:srgbClr val="FF0000"/>
                </a:solidFill>
                <a:latin typeface="Arial"/>
                <a:ea typeface="Arial"/>
                <a:cs typeface="Arial"/>
              </a:defRPr>
            </a:pPr>
            <a:r>
              <a:rPr sz="1725" b="1">
                <a:solidFill>
                  <a:srgbClr val="FF0000"/>
                </a:solidFill>
                <a:latin typeface="Arial"/>
                <a:ea typeface="Arial"/>
                <a:cs typeface="Arial"/>
              </a:rPr>
              <a:t>逐层验证环境、平台行为和算子开发能力，定位问题后更新并重新测试。</a:t>
            </a:r>
          </a:p>
        </p:txBody>
      </p:sp>
      <p:pic>
        <p:nvPicPr>
          <p:cNvPr id="386" name="图片 5"/>
          <p:cNvPicPr>
            <a:picLocks noChangeAspect="1"/>
          </p:cNvPicPr>
          <p:nvPr/>
        </p:nvPicPr>
        <p:blipFill>
          <a:blip r:embed="rId3"/>
          <a:stretch>
            <a:fillRect/>
          </a:stretch>
        </p:blipFill>
        <p:spPr>
          <a:xfrm>
            <a:off x="742950" y="895350"/>
            <a:ext cx="361950" cy="361950"/>
          </a:xfrm>
          <a:prstGeom prst="rect">
            <a:avLst/>
          </a:prstGeom>
          <a:effectLst>
            <a:outerShdw blurRad="50800" dist="38100" dir="2700000" algn="tl" rotWithShape="0">
              <a:prstClr val="black">
                <a:alpha val="40000"/>
              </a:prstClr>
            </a:outerShdw>
          </a:effectLst>
        </p:spPr>
      </p:pic>
      <p:pic>
        <p:nvPicPr>
          <p:cNvPr id="387" name="图片 29"/>
          <p:cNvPicPr>
            <a:picLocks noChangeAspect="1"/>
          </p:cNvPicPr>
          <p:nvPr/>
        </p:nvPicPr>
        <p:blipFill>
          <a:blip r:embed="rId4"/>
          <a:stretch>
            <a:fillRect/>
          </a:stretch>
        </p:blipFill>
        <p:spPr>
          <a:xfrm>
            <a:off x="3514725" y="895350"/>
            <a:ext cx="361950" cy="361950"/>
          </a:xfrm>
          <a:prstGeom prst="rect">
            <a:avLst/>
          </a:prstGeom>
          <a:effectLst>
            <a:outerShdw blurRad="50800" dist="38100" dir="2700000" algn="tl" rotWithShape="0">
              <a:prstClr val="black">
                <a:alpha val="40000"/>
              </a:prstClr>
            </a:outerShdw>
          </a:effectLst>
        </p:spPr>
      </p:pic>
      <p:pic>
        <p:nvPicPr>
          <p:cNvPr id="388" name="图片 47"/>
          <p:cNvPicPr>
            <a:picLocks noChangeAspect="1"/>
          </p:cNvPicPr>
          <p:nvPr/>
        </p:nvPicPr>
        <p:blipFill>
          <a:blip r:embed="rId5"/>
          <a:stretch>
            <a:fillRect/>
          </a:stretch>
        </p:blipFill>
        <p:spPr>
          <a:xfrm>
            <a:off x="6286500" y="895350"/>
            <a:ext cx="361950" cy="361950"/>
          </a:xfrm>
          <a:prstGeom prst="rect">
            <a:avLst/>
          </a:prstGeom>
        </p:spPr>
      </p:pic>
      <p:pic>
        <p:nvPicPr>
          <p:cNvPr id="389" name="图片 29"/>
          <p:cNvPicPr>
            <a:picLocks noChangeAspect="1"/>
          </p:cNvPicPr>
          <p:nvPr/>
        </p:nvPicPr>
        <p:blipFill>
          <a:blip r:embed="rId4"/>
          <a:stretch>
            <a:fillRect/>
          </a:stretch>
        </p:blipFill>
        <p:spPr>
          <a:xfrm>
            <a:off x="9058275" y="895350"/>
            <a:ext cx="361950" cy="3619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318682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EDB7BD-AF18-4E0A-868D-7D796A763DC6}"/>
              </a:ext>
            </a:extLst>
          </p:cNvPr>
          <p:cNvSpPr>
            <a:spLocks noGrp="1"/>
          </p:cNvSpPr>
          <p:nvPr>
            <p:ph type="title"/>
          </p:nvPr>
        </p:nvSpPr>
        <p:spPr/>
        <p:txBody>
          <a:bodyPr wrap="none" lIns="0" tIns="0" rIns="0" bIns="0">
            <a:noAutofit/>
          </a:bodyPr>
          <a:lstStyle/>
          <a:p>
            <a:pPr>
              <a:defRPr sz="2600" b="1">
                <a:solidFill>
                  <a:srgbClr val="000000"/>
                </a:solidFill>
                <a:latin typeface="Arial"/>
                <a:ea typeface="Arial"/>
                <a:cs typeface="Arial"/>
              </a:defRPr>
            </a:pPr>
            <a:r>
              <a:rPr lang="zh-CN" altLang="en-US" dirty="0">
                <a:solidFill>
                  <a:srgbClr val="111315"/>
                </a:solidFill>
              </a:rPr>
              <a:t>实习任务</a:t>
            </a:r>
            <a:r>
              <a:rPr lang="en-US" altLang="zh-CN" dirty="0">
                <a:solidFill>
                  <a:srgbClr val="111315"/>
                </a:solidFill>
              </a:rPr>
              <a:t>3</a:t>
            </a:r>
            <a:r>
              <a:rPr lang="zh-CN" altLang="en-US" dirty="0">
                <a:solidFill>
                  <a:srgbClr val="111315"/>
                </a:solidFill>
              </a:rPr>
              <a:t>：</a:t>
            </a:r>
            <a:r>
              <a:rPr sz="2600" b="1" dirty="0" smtClean="0">
                <a:solidFill>
                  <a:srgbClr val="000000"/>
                </a:solidFill>
                <a:latin typeface="Arial"/>
                <a:ea typeface="Arial"/>
                <a:cs typeface="Arial"/>
              </a:rPr>
              <a:t> </a:t>
            </a:r>
            <a:r>
              <a:rPr sz="2600" b="1" dirty="0" err="1">
                <a:solidFill>
                  <a:srgbClr val="000000"/>
                </a:solidFill>
                <a:latin typeface="Arial"/>
                <a:ea typeface="Arial"/>
                <a:cs typeface="Arial"/>
              </a:rPr>
              <a:t>四类算子</a:t>
            </a:r>
            <a:r>
              <a:rPr sz="2600" b="1" dirty="0">
                <a:solidFill>
                  <a:srgbClr val="000000"/>
                </a:solidFill>
                <a:latin typeface="Arial"/>
                <a:ea typeface="Arial"/>
                <a:cs typeface="Arial"/>
              </a:rPr>
              <a:t> Skill </a:t>
            </a:r>
            <a:r>
              <a:rPr sz="2600" b="1" dirty="0" err="1">
                <a:solidFill>
                  <a:srgbClr val="000000"/>
                </a:solidFill>
                <a:latin typeface="Arial"/>
                <a:ea typeface="Arial"/>
                <a:cs typeface="Arial"/>
              </a:rPr>
              <a:t>的实践验证结果</a:t>
            </a:r>
            <a:endParaRPr sz="2600" b="1" dirty="0">
              <a:solidFill>
                <a:srgbClr val="000000"/>
              </a:solidFill>
              <a:latin typeface="Arial"/>
              <a:ea typeface="Arial"/>
              <a:cs typeface="Arial"/>
            </a:endParaRPr>
          </a:p>
        </p:txBody>
      </p:sp>
      <p:sp>
        <p:nvSpPr>
          <p:cNvPr id="3" name="text_3790_相对 PyTorch 加速比">
            <a:extLst>
              <a:ext uri="{FF2B5EF4-FFF2-40B4-BE49-F238E27FC236}">
                <a16:creationId xmlns:a16="http://schemas.microsoft.com/office/drawing/2014/main" id="{3D0503E4-4F1E-48F3-A232-4930459B91D7}"/>
              </a:ext>
            </a:extLst>
          </p:cNvPr>
          <p:cNvSpPr>
            <a:spLocks noGrp="1"/>
          </p:cNvSpPr>
          <p:nvPr/>
        </p:nvSpPr>
        <p:spPr>
          <a:xfrm>
            <a:off x="1181100" y="876300"/>
            <a:ext cx="6562725" cy="400050"/>
          </a:xfrm>
          <a:prstGeom prst="rect">
            <a:avLst/>
          </a:prstGeom>
          <a:noFill/>
          <a:ln w="9525">
            <a:noFill/>
          </a:ln>
        </p:spPr>
        <p:txBody>
          <a:bodyPr wrap="none" lIns="0" tIns="0" rIns="0" bIns="0" anchor="ctr">
            <a:noAutofit/>
          </a:bodyPr>
          <a:lstStyle/>
          <a:p>
            <a:pPr algn="l">
              <a:defRPr sz="2025" b="1">
                <a:solidFill>
                  <a:srgbClr val="000000"/>
                </a:solidFill>
                <a:latin typeface="Arial"/>
                <a:ea typeface="Arial"/>
                <a:cs typeface="Arial"/>
              </a:defRPr>
            </a:pPr>
            <a:r>
              <a:rPr sz="2025" b="1">
                <a:solidFill>
                  <a:srgbClr val="000000"/>
                </a:solidFill>
                <a:latin typeface="Arial"/>
                <a:ea typeface="Arial"/>
                <a:cs typeface="Arial"/>
              </a:rPr>
              <a:t>相对 PyTorch 加速比</a:t>
            </a:r>
          </a:p>
        </p:txBody>
      </p:sp>
      <p:sp>
        <p:nvSpPr>
          <p:cNvPr id="4" name="connector_3791">
            <a:extLst>
              <a:ext uri="{FF2B5EF4-FFF2-40B4-BE49-F238E27FC236}">
                <a16:creationId xmlns:a16="http://schemas.microsoft.com/office/drawing/2014/main" id="{FB478AE8-3107-4D0F-B9D2-05AFEA5AB677}"/>
              </a:ext>
            </a:extLst>
          </p:cNvPr>
          <p:cNvSpPr>
            <a:spLocks noGrp="1"/>
          </p:cNvSpPr>
          <p:nvPr/>
        </p:nvSpPr>
        <p:spPr>
          <a:xfrm>
            <a:off x="7143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5" name="text_3794_实验设置与结果分析">
            <a:extLst>
              <a:ext uri="{FF2B5EF4-FFF2-40B4-BE49-F238E27FC236}">
                <a16:creationId xmlns:a16="http://schemas.microsoft.com/office/drawing/2014/main" id="{F0A626C2-B49A-4B4A-858E-D972705AA006}"/>
              </a:ext>
            </a:extLst>
          </p:cNvPr>
          <p:cNvSpPr>
            <a:spLocks noGrp="1"/>
          </p:cNvSpPr>
          <p:nvPr/>
        </p:nvSpPr>
        <p:spPr>
          <a:xfrm>
            <a:off x="8610600" y="876300"/>
            <a:ext cx="2952750" cy="400050"/>
          </a:xfrm>
          <a:prstGeom prst="rect">
            <a:avLst/>
          </a:prstGeom>
          <a:noFill/>
          <a:ln w="9525">
            <a:noFill/>
          </a:ln>
        </p:spPr>
        <p:txBody>
          <a:bodyPr wrap="none" lIns="0" tIns="0" rIns="0" bIns="0" anchor="ctr">
            <a:noAutofit/>
          </a:bodyPr>
          <a:lstStyle/>
          <a:p>
            <a:pPr algn="l">
              <a:defRPr sz="1875" b="1">
                <a:solidFill>
                  <a:srgbClr val="000000"/>
                </a:solidFill>
                <a:latin typeface="Arial"/>
                <a:ea typeface="Arial"/>
                <a:cs typeface="Arial"/>
              </a:defRPr>
            </a:pPr>
            <a:r>
              <a:rPr sz="1875" b="1">
                <a:solidFill>
                  <a:srgbClr val="000000"/>
                </a:solidFill>
                <a:latin typeface="Arial"/>
                <a:ea typeface="Arial"/>
                <a:cs typeface="Arial"/>
              </a:rPr>
              <a:t>实验设置与结果分析</a:t>
            </a:r>
          </a:p>
        </p:txBody>
      </p:sp>
      <p:sp>
        <p:nvSpPr>
          <p:cNvPr id="6" name="connector_3795">
            <a:extLst>
              <a:ext uri="{FF2B5EF4-FFF2-40B4-BE49-F238E27FC236}">
                <a16:creationId xmlns:a16="http://schemas.microsoft.com/office/drawing/2014/main" id="{DF94E079-CFE8-4F12-B7E7-E2129E467E31}"/>
              </a:ext>
            </a:extLst>
          </p:cNvPr>
          <p:cNvSpPr>
            <a:spLocks noGrp="1"/>
          </p:cNvSpPr>
          <p:nvPr/>
        </p:nvSpPr>
        <p:spPr>
          <a:xfrm>
            <a:off x="8143875" y="1323975"/>
            <a:ext cx="2076450" cy="19050"/>
          </a:xfrm>
          <a:custGeom>
            <a:avLst/>
            <a:gdLst/>
            <a:ahLst/>
            <a:cxnLst/>
            <a:rect l="0" t="0" r="0" b="0"/>
            <a:pathLst>
              <a:path w="2076450" h="19050">
                <a:moveTo>
                  <a:pt x="9525" y="9525"/>
                </a:moveTo>
                <a:lnTo>
                  <a:pt x="2066925" y="9525"/>
                </a:lnTo>
              </a:path>
            </a:pathLst>
          </a:custGeom>
          <a:noFill/>
          <a:ln w="16193">
            <a:solidFill>
              <a:srgbClr val="D7000F"/>
            </a:solidFill>
          </a:ln>
        </p:spPr>
      </p:sp>
      <p:sp>
        <p:nvSpPr>
          <p:cNvPr id="7" name="connector_3796">
            <a:extLst>
              <a:ext uri="{FF2B5EF4-FFF2-40B4-BE49-F238E27FC236}">
                <a16:creationId xmlns:a16="http://schemas.microsoft.com/office/drawing/2014/main" id="{3C80B647-6E97-43D1-ACBB-F991390ACF64}"/>
              </a:ext>
            </a:extLst>
          </p:cNvPr>
          <p:cNvSpPr>
            <a:spLocks noGrp="1"/>
          </p:cNvSpPr>
          <p:nvPr/>
        </p:nvSpPr>
        <p:spPr>
          <a:xfrm>
            <a:off x="7915275" y="1009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8" name="connector_3797">
            <a:extLst>
              <a:ext uri="{FF2B5EF4-FFF2-40B4-BE49-F238E27FC236}">
                <a16:creationId xmlns:a16="http://schemas.microsoft.com/office/drawing/2014/main" id="{940992B7-2124-4CFC-8078-5E485D03B86F}"/>
              </a:ext>
            </a:extLst>
          </p:cNvPr>
          <p:cNvSpPr>
            <a:spLocks noGrp="1"/>
          </p:cNvSpPr>
          <p:nvPr/>
        </p:nvSpPr>
        <p:spPr>
          <a:xfrm>
            <a:off x="7915275" y="11334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9" name="connector_3798">
            <a:extLst>
              <a:ext uri="{FF2B5EF4-FFF2-40B4-BE49-F238E27FC236}">
                <a16:creationId xmlns:a16="http://schemas.microsoft.com/office/drawing/2014/main" id="{8208C304-6CF5-477F-BF4F-2EA5B2F96A32}"/>
              </a:ext>
            </a:extLst>
          </p:cNvPr>
          <p:cNvSpPr>
            <a:spLocks noGrp="1"/>
          </p:cNvSpPr>
          <p:nvPr/>
        </p:nvSpPr>
        <p:spPr>
          <a:xfrm>
            <a:off x="7915275" y="12573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0" name="connector_3799">
            <a:extLst>
              <a:ext uri="{FF2B5EF4-FFF2-40B4-BE49-F238E27FC236}">
                <a16:creationId xmlns:a16="http://schemas.microsoft.com/office/drawing/2014/main" id="{400AA290-D706-423F-8F01-34613C91E2E0}"/>
              </a:ext>
            </a:extLst>
          </p:cNvPr>
          <p:cNvSpPr>
            <a:spLocks noGrp="1"/>
          </p:cNvSpPr>
          <p:nvPr/>
        </p:nvSpPr>
        <p:spPr>
          <a:xfrm>
            <a:off x="7915275" y="13811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1" name="connector_3800">
            <a:extLst>
              <a:ext uri="{FF2B5EF4-FFF2-40B4-BE49-F238E27FC236}">
                <a16:creationId xmlns:a16="http://schemas.microsoft.com/office/drawing/2014/main" id="{99DAD57B-142F-40F4-B809-F247EC5F8CA4}"/>
              </a:ext>
            </a:extLst>
          </p:cNvPr>
          <p:cNvSpPr>
            <a:spLocks noGrp="1"/>
          </p:cNvSpPr>
          <p:nvPr/>
        </p:nvSpPr>
        <p:spPr>
          <a:xfrm>
            <a:off x="7915275" y="15049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2" name="connector_3801">
            <a:extLst>
              <a:ext uri="{FF2B5EF4-FFF2-40B4-BE49-F238E27FC236}">
                <a16:creationId xmlns:a16="http://schemas.microsoft.com/office/drawing/2014/main" id="{6BB6DE7F-D6D7-4F06-8FC8-B31A8D74B875}"/>
              </a:ext>
            </a:extLst>
          </p:cNvPr>
          <p:cNvSpPr>
            <a:spLocks noGrp="1"/>
          </p:cNvSpPr>
          <p:nvPr/>
        </p:nvSpPr>
        <p:spPr>
          <a:xfrm>
            <a:off x="7915275" y="16287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3" name="connector_3802">
            <a:extLst>
              <a:ext uri="{FF2B5EF4-FFF2-40B4-BE49-F238E27FC236}">
                <a16:creationId xmlns:a16="http://schemas.microsoft.com/office/drawing/2014/main" id="{181FB81E-C43A-437B-AC50-43BED1941831}"/>
              </a:ext>
            </a:extLst>
          </p:cNvPr>
          <p:cNvSpPr>
            <a:spLocks noGrp="1"/>
          </p:cNvSpPr>
          <p:nvPr/>
        </p:nvSpPr>
        <p:spPr>
          <a:xfrm>
            <a:off x="7915275" y="17526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4" name="connector_3803">
            <a:extLst>
              <a:ext uri="{FF2B5EF4-FFF2-40B4-BE49-F238E27FC236}">
                <a16:creationId xmlns:a16="http://schemas.microsoft.com/office/drawing/2014/main" id="{EF321EE8-567E-488A-833A-C4BB693ED3B4}"/>
              </a:ext>
            </a:extLst>
          </p:cNvPr>
          <p:cNvSpPr>
            <a:spLocks noGrp="1"/>
          </p:cNvSpPr>
          <p:nvPr/>
        </p:nvSpPr>
        <p:spPr>
          <a:xfrm>
            <a:off x="7915275" y="18764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5" name="connector_3804">
            <a:extLst>
              <a:ext uri="{FF2B5EF4-FFF2-40B4-BE49-F238E27FC236}">
                <a16:creationId xmlns:a16="http://schemas.microsoft.com/office/drawing/2014/main" id="{F9A3C6F6-EB41-4ADE-9BA2-455A8A931898}"/>
              </a:ext>
            </a:extLst>
          </p:cNvPr>
          <p:cNvSpPr>
            <a:spLocks noGrp="1"/>
          </p:cNvSpPr>
          <p:nvPr/>
        </p:nvSpPr>
        <p:spPr>
          <a:xfrm>
            <a:off x="7915275" y="20002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6" name="connector_3805">
            <a:extLst>
              <a:ext uri="{FF2B5EF4-FFF2-40B4-BE49-F238E27FC236}">
                <a16:creationId xmlns:a16="http://schemas.microsoft.com/office/drawing/2014/main" id="{BC08678F-5ADF-4BAC-A6E7-9A4F91F07811}"/>
              </a:ext>
            </a:extLst>
          </p:cNvPr>
          <p:cNvSpPr>
            <a:spLocks noGrp="1"/>
          </p:cNvSpPr>
          <p:nvPr/>
        </p:nvSpPr>
        <p:spPr>
          <a:xfrm>
            <a:off x="7915275" y="21240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7" name="connector_3806">
            <a:extLst>
              <a:ext uri="{FF2B5EF4-FFF2-40B4-BE49-F238E27FC236}">
                <a16:creationId xmlns:a16="http://schemas.microsoft.com/office/drawing/2014/main" id="{29EE29CE-CDC2-4084-9DAA-18A5C5994279}"/>
              </a:ext>
            </a:extLst>
          </p:cNvPr>
          <p:cNvSpPr>
            <a:spLocks noGrp="1"/>
          </p:cNvSpPr>
          <p:nvPr/>
        </p:nvSpPr>
        <p:spPr>
          <a:xfrm>
            <a:off x="7915275" y="22479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8" name="connector_3807">
            <a:extLst>
              <a:ext uri="{FF2B5EF4-FFF2-40B4-BE49-F238E27FC236}">
                <a16:creationId xmlns:a16="http://schemas.microsoft.com/office/drawing/2014/main" id="{3F5CB2F9-0A94-4280-BB03-C2C1070014A1}"/>
              </a:ext>
            </a:extLst>
          </p:cNvPr>
          <p:cNvSpPr>
            <a:spLocks noGrp="1"/>
          </p:cNvSpPr>
          <p:nvPr/>
        </p:nvSpPr>
        <p:spPr>
          <a:xfrm>
            <a:off x="7915275" y="23717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19" name="connector_3808">
            <a:extLst>
              <a:ext uri="{FF2B5EF4-FFF2-40B4-BE49-F238E27FC236}">
                <a16:creationId xmlns:a16="http://schemas.microsoft.com/office/drawing/2014/main" id="{55A46FF2-71E2-4E19-99EA-C21BE2891137}"/>
              </a:ext>
            </a:extLst>
          </p:cNvPr>
          <p:cNvSpPr>
            <a:spLocks noGrp="1"/>
          </p:cNvSpPr>
          <p:nvPr/>
        </p:nvSpPr>
        <p:spPr>
          <a:xfrm>
            <a:off x="7915275" y="24955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0" name="connector_3809">
            <a:extLst>
              <a:ext uri="{FF2B5EF4-FFF2-40B4-BE49-F238E27FC236}">
                <a16:creationId xmlns:a16="http://schemas.microsoft.com/office/drawing/2014/main" id="{9FB736A5-E352-44E2-B5F4-0F12D5DA1FC3}"/>
              </a:ext>
            </a:extLst>
          </p:cNvPr>
          <p:cNvSpPr>
            <a:spLocks noGrp="1"/>
          </p:cNvSpPr>
          <p:nvPr/>
        </p:nvSpPr>
        <p:spPr>
          <a:xfrm>
            <a:off x="7915275" y="26193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1" name="connector_3810">
            <a:extLst>
              <a:ext uri="{FF2B5EF4-FFF2-40B4-BE49-F238E27FC236}">
                <a16:creationId xmlns:a16="http://schemas.microsoft.com/office/drawing/2014/main" id="{0B7108D5-7EEA-4C5D-BB99-C6DE2279A091}"/>
              </a:ext>
            </a:extLst>
          </p:cNvPr>
          <p:cNvSpPr>
            <a:spLocks noGrp="1"/>
          </p:cNvSpPr>
          <p:nvPr/>
        </p:nvSpPr>
        <p:spPr>
          <a:xfrm>
            <a:off x="7915275" y="27432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2" name="connector_3811">
            <a:extLst>
              <a:ext uri="{FF2B5EF4-FFF2-40B4-BE49-F238E27FC236}">
                <a16:creationId xmlns:a16="http://schemas.microsoft.com/office/drawing/2014/main" id="{A905316D-7651-405F-8D1E-0F6C9DB12BF0}"/>
              </a:ext>
            </a:extLst>
          </p:cNvPr>
          <p:cNvSpPr>
            <a:spLocks noGrp="1"/>
          </p:cNvSpPr>
          <p:nvPr/>
        </p:nvSpPr>
        <p:spPr>
          <a:xfrm>
            <a:off x="7915275" y="28670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3" name="connector_3812">
            <a:extLst>
              <a:ext uri="{FF2B5EF4-FFF2-40B4-BE49-F238E27FC236}">
                <a16:creationId xmlns:a16="http://schemas.microsoft.com/office/drawing/2014/main" id="{2FF2EA83-068E-498A-B241-E667A08EBDBE}"/>
              </a:ext>
            </a:extLst>
          </p:cNvPr>
          <p:cNvSpPr>
            <a:spLocks noGrp="1"/>
          </p:cNvSpPr>
          <p:nvPr/>
        </p:nvSpPr>
        <p:spPr>
          <a:xfrm>
            <a:off x="7915275" y="29908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4" name="connector_3813">
            <a:extLst>
              <a:ext uri="{FF2B5EF4-FFF2-40B4-BE49-F238E27FC236}">
                <a16:creationId xmlns:a16="http://schemas.microsoft.com/office/drawing/2014/main" id="{9C2A9C14-5C23-4CC1-866F-124EC24B7222}"/>
              </a:ext>
            </a:extLst>
          </p:cNvPr>
          <p:cNvSpPr>
            <a:spLocks noGrp="1"/>
          </p:cNvSpPr>
          <p:nvPr/>
        </p:nvSpPr>
        <p:spPr>
          <a:xfrm>
            <a:off x="7915275" y="31146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5" name="connector_3814">
            <a:extLst>
              <a:ext uri="{FF2B5EF4-FFF2-40B4-BE49-F238E27FC236}">
                <a16:creationId xmlns:a16="http://schemas.microsoft.com/office/drawing/2014/main" id="{BCEA88D4-DC83-4538-8C95-7972241CE68A}"/>
              </a:ext>
            </a:extLst>
          </p:cNvPr>
          <p:cNvSpPr>
            <a:spLocks noGrp="1"/>
          </p:cNvSpPr>
          <p:nvPr/>
        </p:nvSpPr>
        <p:spPr>
          <a:xfrm>
            <a:off x="7915275" y="32385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6" name="connector_3815">
            <a:extLst>
              <a:ext uri="{FF2B5EF4-FFF2-40B4-BE49-F238E27FC236}">
                <a16:creationId xmlns:a16="http://schemas.microsoft.com/office/drawing/2014/main" id="{825DFDA5-78DE-449E-BE75-628226159CC0}"/>
              </a:ext>
            </a:extLst>
          </p:cNvPr>
          <p:cNvSpPr>
            <a:spLocks noGrp="1"/>
          </p:cNvSpPr>
          <p:nvPr/>
        </p:nvSpPr>
        <p:spPr>
          <a:xfrm>
            <a:off x="7915275" y="33623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7" name="connector_3816">
            <a:extLst>
              <a:ext uri="{FF2B5EF4-FFF2-40B4-BE49-F238E27FC236}">
                <a16:creationId xmlns:a16="http://schemas.microsoft.com/office/drawing/2014/main" id="{6020AA79-2DC1-4E16-A5D4-BD0857E89EB6}"/>
              </a:ext>
            </a:extLst>
          </p:cNvPr>
          <p:cNvSpPr>
            <a:spLocks noGrp="1"/>
          </p:cNvSpPr>
          <p:nvPr/>
        </p:nvSpPr>
        <p:spPr>
          <a:xfrm>
            <a:off x="7915275" y="34861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8" name="connector_3817">
            <a:extLst>
              <a:ext uri="{FF2B5EF4-FFF2-40B4-BE49-F238E27FC236}">
                <a16:creationId xmlns:a16="http://schemas.microsoft.com/office/drawing/2014/main" id="{715883B3-B1C6-413E-B8F9-9C067AAB4F05}"/>
              </a:ext>
            </a:extLst>
          </p:cNvPr>
          <p:cNvSpPr>
            <a:spLocks noGrp="1"/>
          </p:cNvSpPr>
          <p:nvPr/>
        </p:nvSpPr>
        <p:spPr>
          <a:xfrm>
            <a:off x="7915275" y="36099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29" name="connector_3818">
            <a:extLst>
              <a:ext uri="{FF2B5EF4-FFF2-40B4-BE49-F238E27FC236}">
                <a16:creationId xmlns:a16="http://schemas.microsoft.com/office/drawing/2014/main" id="{95753E88-62B1-4075-B0F3-11392C904997}"/>
              </a:ext>
            </a:extLst>
          </p:cNvPr>
          <p:cNvSpPr>
            <a:spLocks noGrp="1"/>
          </p:cNvSpPr>
          <p:nvPr/>
        </p:nvSpPr>
        <p:spPr>
          <a:xfrm>
            <a:off x="7915275" y="37338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0" name="connector_3819">
            <a:extLst>
              <a:ext uri="{FF2B5EF4-FFF2-40B4-BE49-F238E27FC236}">
                <a16:creationId xmlns:a16="http://schemas.microsoft.com/office/drawing/2014/main" id="{6FCC6299-5096-4DED-8A81-755789435FF2}"/>
              </a:ext>
            </a:extLst>
          </p:cNvPr>
          <p:cNvSpPr>
            <a:spLocks noGrp="1"/>
          </p:cNvSpPr>
          <p:nvPr/>
        </p:nvSpPr>
        <p:spPr>
          <a:xfrm>
            <a:off x="7915275" y="38576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1" name="connector_3820">
            <a:extLst>
              <a:ext uri="{FF2B5EF4-FFF2-40B4-BE49-F238E27FC236}">
                <a16:creationId xmlns:a16="http://schemas.microsoft.com/office/drawing/2014/main" id="{DD1178DF-9747-4B7B-90ED-CB9120B0920E}"/>
              </a:ext>
            </a:extLst>
          </p:cNvPr>
          <p:cNvSpPr>
            <a:spLocks noGrp="1"/>
          </p:cNvSpPr>
          <p:nvPr/>
        </p:nvSpPr>
        <p:spPr>
          <a:xfrm>
            <a:off x="7915275" y="39814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2" name="connector_3821">
            <a:extLst>
              <a:ext uri="{FF2B5EF4-FFF2-40B4-BE49-F238E27FC236}">
                <a16:creationId xmlns:a16="http://schemas.microsoft.com/office/drawing/2014/main" id="{91959CF5-3509-4C95-86B0-BE598DF6EC65}"/>
              </a:ext>
            </a:extLst>
          </p:cNvPr>
          <p:cNvSpPr>
            <a:spLocks noGrp="1"/>
          </p:cNvSpPr>
          <p:nvPr/>
        </p:nvSpPr>
        <p:spPr>
          <a:xfrm>
            <a:off x="7915275" y="41052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3" name="connector_3822">
            <a:extLst>
              <a:ext uri="{FF2B5EF4-FFF2-40B4-BE49-F238E27FC236}">
                <a16:creationId xmlns:a16="http://schemas.microsoft.com/office/drawing/2014/main" id="{35523191-33F3-423C-9AA7-EF8E225ACC71}"/>
              </a:ext>
            </a:extLst>
          </p:cNvPr>
          <p:cNvSpPr>
            <a:spLocks noGrp="1"/>
          </p:cNvSpPr>
          <p:nvPr/>
        </p:nvSpPr>
        <p:spPr>
          <a:xfrm>
            <a:off x="7915275" y="42291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4" name="connector_3823">
            <a:extLst>
              <a:ext uri="{FF2B5EF4-FFF2-40B4-BE49-F238E27FC236}">
                <a16:creationId xmlns:a16="http://schemas.microsoft.com/office/drawing/2014/main" id="{2C49ADC6-527A-4AF6-8E12-CA57D8B0D96A}"/>
              </a:ext>
            </a:extLst>
          </p:cNvPr>
          <p:cNvSpPr>
            <a:spLocks noGrp="1"/>
          </p:cNvSpPr>
          <p:nvPr/>
        </p:nvSpPr>
        <p:spPr>
          <a:xfrm>
            <a:off x="7915275" y="43529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5" name="connector_3824">
            <a:extLst>
              <a:ext uri="{FF2B5EF4-FFF2-40B4-BE49-F238E27FC236}">
                <a16:creationId xmlns:a16="http://schemas.microsoft.com/office/drawing/2014/main" id="{A42B2D71-BF99-4CD4-900B-82A28F7B29FF}"/>
              </a:ext>
            </a:extLst>
          </p:cNvPr>
          <p:cNvSpPr>
            <a:spLocks noGrp="1"/>
          </p:cNvSpPr>
          <p:nvPr/>
        </p:nvSpPr>
        <p:spPr>
          <a:xfrm>
            <a:off x="7915275" y="44767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6" name="connector_3825">
            <a:extLst>
              <a:ext uri="{FF2B5EF4-FFF2-40B4-BE49-F238E27FC236}">
                <a16:creationId xmlns:a16="http://schemas.microsoft.com/office/drawing/2014/main" id="{55712117-1ADA-4460-9B3C-27D9C0AEC906}"/>
              </a:ext>
            </a:extLst>
          </p:cNvPr>
          <p:cNvSpPr>
            <a:spLocks noGrp="1"/>
          </p:cNvSpPr>
          <p:nvPr/>
        </p:nvSpPr>
        <p:spPr>
          <a:xfrm>
            <a:off x="7915275" y="46005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7" name="connector_3826">
            <a:extLst>
              <a:ext uri="{FF2B5EF4-FFF2-40B4-BE49-F238E27FC236}">
                <a16:creationId xmlns:a16="http://schemas.microsoft.com/office/drawing/2014/main" id="{B7792CB2-6CCB-43D1-ABF2-493A5C4A0945}"/>
              </a:ext>
            </a:extLst>
          </p:cNvPr>
          <p:cNvSpPr>
            <a:spLocks noGrp="1"/>
          </p:cNvSpPr>
          <p:nvPr/>
        </p:nvSpPr>
        <p:spPr>
          <a:xfrm>
            <a:off x="7915275" y="47244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8" name="connector_3827">
            <a:extLst>
              <a:ext uri="{FF2B5EF4-FFF2-40B4-BE49-F238E27FC236}">
                <a16:creationId xmlns:a16="http://schemas.microsoft.com/office/drawing/2014/main" id="{057997DB-DD39-4184-9337-30D5142E62C9}"/>
              </a:ext>
            </a:extLst>
          </p:cNvPr>
          <p:cNvSpPr>
            <a:spLocks noGrp="1"/>
          </p:cNvSpPr>
          <p:nvPr/>
        </p:nvSpPr>
        <p:spPr>
          <a:xfrm>
            <a:off x="7915275" y="48482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39" name="connector_3828">
            <a:extLst>
              <a:ext uri="{FF2B5EF4-FFF2-40B4-BE49-F238E27FC236}">
                <a16:creationId xmlns:a16="http://schemas.microsoft.com/office/drawing/2014/main" id="{530FF3DF-15AA-4B5F-90FC-CD1E3C08BD0D}"/>
              </a:ext>
            </a:extLst>
          </p:cNvPr>
          <p:cNvSpPr>
            <a:spLocks noGrp="1"/>
          </p:cNvSpPr>
          <p:nvPr/>
        </p:nvSpPr>
        <p:spPr>
          <a:xfrm>
            <a:off x="7915275" y="49720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0" name="connector_3829">
            <a:extLst>
              <a:ext uri="{FF2B5EF4-FFF2-40B4-BE49-F238E27FC236}">
                <a16:creationId xmlns:a16="http://schemas.microsoft.com/office/drawing/2014/main" id="{16349E89-AAC0-417A-BA1A-0ED8B56AF565}"/>
              </a:ext>
            </a:extLst>
          </p:cNvPr>
          <p:cNvSpPr>
            <a:spLocks noGrp="1"/>
          </p:cNvSpPr>
          <p:nvPr/>
        </p:nvSpPr>
        <p:spPr>
          <a:xfrm>
            <a:off x="7915275" y="50958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1" name="connector_3830">
            <a:extLst>
              <a:ext uri="{FF2B5EF4-FFF2-40B4-BE49-F238E27FC236}">
                <a16:creationId xmlns:a16="http://schemas.microsoft.com/office/drawing/2014/main" id="{1E5670AC-F9E7-41DC-8A46-B6150D0E994C}"/>
              </a:ext>
            </a:extLst>
          </p:cNvPr>
          <p:cNvSpPr>
            <a:spLocks noGrp="1"/>
          </p:cNvSpPr>
          <p:nvPr/>
        </p:nvSpPr>
        <p:spPr>
          <a:xfrm>
            <a:off x="7915275" y="52197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2" name="connector_3831">
            <a:extLst>
              <a:ext uri="{FF2B5EF4-FFF2-40B4-BE49-F238E27FC236}">
                <a16:creationId xmlns:a16="http://schemas.microsoft.com/office/drawing/2014/main" id="{6E4B9FFD-61F6-4953-B978-06528AA4B869}"/>
              </a:ext>
            </a:extLst>
          </p:cNvPr>
          <p:cNvSpPr>
            <a:spLocks noGrp="1"/>
          </p:cNvSpPr>
          <p:nvPr/>
        </p:nvSpPr>
        <p:spPr>
          <a:xfrm>
            <a:off x="7915275" y="53435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3" name="connector_3832">
            <a:extLst>
              <a:ext uri="{FF2B5EF4-FFF2-40B4-BE49-F238E27FC236}">
                <a16:creationId xmlns:a16="http://schemas.microsoft.com/office/drawing/2014/main" id="{2B117B75-8FE5-481E-9749-72B1A6C849B3}"/>
              </a:ext>
            </a:extLst>
          </p:cNvPr>
          <p:cNvSpPr>
            <a:spLocks noGrp="1"/>
          </p:cNvSpPr>
          <p:nvPr/>
        </p:nvSpPr>
        <p:spPr>
          <a:xfrm>
            <a:off x="7915275" y="54673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4" name="connector_3833">
            <a:extLst>
              <a:ext uri="{FF2B5EF4-FFF2-40B4-BE49-F238E27FC236}">
                <a16:creationId xmlns:a16="http://schemas.microsoft.com/office/drawing/2014/main" id="{C4DA1EAB-FFFC-431A-8E67-90C226A49413}"/>
              </a:ext>
            </a:extLst>
          </p:cNvPr>
          <p:cNvSpPr>
            <a:spLocks noGrp="1"/>
          </p:cNvSpPr>
          <p:nvPr/>
        </p:nvSpPr>
        <p:spPr>
          <a:xfrm>
            <a:off x="7915275" y="559117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5" name="connector_3834">
            <a:extLst>
              <a:ext uri="{FF2B5EF4-FFF2-40B4-BE49-F238E27FC236}">
                <a16:creationId xmlns:a16="http://schemas.microsoft.com/office/drawing/2014/main" id="{B26A920E-2B23-4DD1-B39A-85B64FD37031}"/>
              </a:ext>
            </a:extLst>
          </p:cNvPr>
          <p:cNvSpPr>
            <a:spLocks noGrp="1"/>
          </p:cNvSpPr>
          <p:nvPr/>
        </p:nvSpPr>
        <p:spPr>
          <a:xfrm>
            <a:off x="7915275" y="571500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6" name="connector_3835">
            <a:extLst>
              <a:ext uri="{FF2B5EF4-FFF2-40B4-BE49-F238E27FC236}">
                <a16:creationId xmlns:a16="http://schemas.microsoft.com/office/drawing/2014/main" id="{1C148A15-3B36-49DD-9550-CF441C20BD7C}"/>
              </a:ext>
            </a:extLst>
          </p:cNvPr>
          <p:cNvSpPr>
            <a:spLocks noGrp="1"/>
          </p:cNvSpPr>
          <p:nvPr/>
        </p:nvSpPr>
        <p:spPr>
          <a:xfrm>
            <a:off x="7915275" y="5838825"/>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7" name="connector_3836">
            <a:extLst>
              <a:ext uri="{FF2B5EF4-FFF2-40B4-BE49-F238E27FC236}">
                <a16:creationId xmlns:a16="http://schemas.microsoft.com/office/drawing/2014/main" id="{808DC46E-FF9E-4CCF-93B5-4ACB7270F451}"/>
              </a:ext>
            </a:extLst>
          </p:cNvPr>
          <p:cNvSpPr>
            <a:spLocks noGrp="1"/>
          </p:cNvSpPr>
          <p:nvPr/>
        </p:nvSpPr>
        <p:spPr>
          <a:xfrm>
            <a:off x="7915275" y="5962650"/>
            <a:ext cx="19050" cy="95250"/>
          </a:xfrm>
          <a:custGeom>
            <a:avLst/>
            <a:gdLst/>
            <a:ahLst/>
            <a:cxnLst/>
            <a:rect l="0" t="0" r="0" b="0"/>
            <a:pathLst>
              <a:path w="19050" h="95250">
                <a:moveTo>
                  <a:pt x="9525" y="9525"/>
                </a:moveTo>
                <a:lnTo>
                  <a:pt x="9525" y="85725"/>
                </a:lnTo>
              </a:path>
            </a:pathLst>
          </a:custGeom>
          <a:noFill/>
          <a:ln w="19050">
            <a:solidFill>
              <a:srgbClr val="D9D9D9"/>
            </a:solidFill>
          </a:ln>
        </p:spPr>
      </p:sp>
      <p:sp>
        <p:nvSpPr>
          <p:cNvPr id="48" name="connector_3837">
            <a:extLst>
              <a:ext uri="{FF2B5EF4-FFF2-40B4-BE49-F238E27FC236}">
                <a16:creationId xmlns:a16="http://schemas.microsoft.com/office/drawing/2014/main" id="{CEF7A3B2-0449-4685-BDBB-61A1AF89199C}"/>
              </a:ext>
            </a:extLst>
          </p:cNvPr>
          <p:cNvSpPr>
            <a:spLocks noGrp="1"/>
          </p:cNvSpPr>
          <p:nvPr/>
        </p:nvSpPr>
        <p:spPr>
          <a:xfrm>
            <a:off x="7915275" y="6086475"/>
            <a:ext cx="19050" cy="95250"/>
          </a:xfrm>
          <a:custGeom>
            <a:avLst/>
            <a:gdLst/>
            <a:ahLst/>
            <a:cxnLst/>
            <a:rect l="0" t="0" r="0" b="0"/>
            <a:pathLst>
              <a:path w="19050" h="95250">
                <a:moveTo>
                  <a:pt x="9525" y="9525"/>
                </a:moveTo>
                <a:lnTo>
                  <a:pt x="9525" y="85725"/>
                </a:lnTo>
              </a:path>
            </a:pathLst>
          </a:custGeom>
          <a:noFill/>
          <a:ln w="19050">
            <a:solidFill>
              <a:srgbClr val="D9D9D9"/>
            </a:solidFill>
          </a:ln>
        </p:spPr>
      </p:sp>
      <p:graphicFrame>
        <p:nvGraphicFramePr>
          <p:cNvPr id="122" name="表格 121"/>
          <p:cNvGraphicFramePr/>
          <p:nvPr>
            <p:extLst>
              <p:ext uri="{D42A27DB-BD31-4B8C-83A1-F6EECF244321}">
                <p14:modId xmlns:p14="http://schemas.microsoft.com/office/powerpoint/2010/main" val="1299466479"/>
              </p:ext>
            </p:extLst>
          </p:nvPr>
        </p:nvGraphicFramePr>
        <p:xfrm>
          <a:off x="742950" y="1457325"/>
          <a:ext cx="6981825" cy="1552575"/>
        </p:xfrm>
        <a:graphic>
          <a:graphicData uri="http://schemas.openxmlformats.org/drawingml/2006/table">
            <a:tbl>
              <a:tblPr/>
              <a:tblGrid>
                <a:gridCol w="1954911">
                  <a:extLst>
                    <a:ext uri="{9D8B030D-6E8A-4147-A177-3AD203B41FA5}">
                      <a16:colId xmlns:a16="http://schemas.microsoft.com/office/drawing/2014/main" val="20000"/>
                    </a:ext>
                  </a:extLst>
                </a:gridCol>
                <a:gridCol w="1675638">
                  <a:extLst>
                    <a:ext uri="{9D8B030D-6E8A-4147-A177-3AD203B41FA5}">
                      <a16:colId xmlns:a16="http://schemas.microsoft.com/office/drawing/2014/main" val="20001"/>
                    </a:ext>
                  </a:extLst>
                </a:gridCol>
                <a:gridCol w="1675638">
                  <a:extLst>
                    <a:ext uri="{9D8B030D-6E8A-4147-A177-3AD203B41FA5}">
                      <a16:colId xmlns:a16="http://schemas.microsoft.com/office/drawing/2014/main" val="20002"/>
                    </a:ext>
                  </a:extLst>
                </a:gridCol>
                <a:gridCol w="1675638">
                  <a:extLst>
                    <a:ext uri="{9D8B030D-6E8A-4147-A177-3AD203B41FA5}">
                      <a16:colId xmlns:a16="http://schemas.microsoft.com/office/drawing/2014/main" val="20003"/>
                    </a:ext>
                  </a:extLst>
                </a:gridCol>
              </a:tblGrid>
              <a:tr h="310515">
                <a:tc>
                  <a:txBody>
                    <a:bodyPr/>
                    <a:lstStyle/>
                    <a:p>
                      <a:pPr algn="ctr"/>
                      <a:r>
                        <a:rPr sz="1500" b="1">
                          <a:solidFill>
                            <a:srgbClr val="000000"/>
                          </a:solidFill>
                          <a:latin typeface="Arial"/>
                          <a:ea typeface="Arial"/>
                          <a:cs typeface="Arial"/>
                        </a:rPr>
                        <a:t>Skill / 算子</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500" b="1">
                          <a:solidFill>
                            <a:srgbClr val="000000"/>
                          </a:solidFill>
                          <a:latin typeface="Arial"/>
                          <a:ea typeface="Arial"/>
                          <a:cs typeface="Arial"/>
                        </a:rPr>
                        <a:t>LayerNorm</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500" b="1">
                          <a:solidFill>
                            <a:srgbClr val="000000"/>
                          </a:solidFill>
                          <a:latin typeface="Arial"/>
                          <a:ea typeface="Arial"/>
                          <a:cs typeface="Arial"/>
                        </a:rPr>
                        <a:t>Softmax</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tc>
                  <a:txBody>
                    <a:bodyPr/>
                    <a:lstStyle/>
                    <a:p>
                      <a:pPr algn="ctr"/>
                      <a:r>
                        <a:rPr sz="1500" b="1">
                          <a:solidFill>
                            <a:srgbClr val="000000"/>
                          </a:solidFill>
                          <a:latin typeface="Arial"/>
                          <a:ea typeface="Arial"/>
                          <a:cs typeface="Arial"/>
                        </a:rPr>
                        <a:t>MatMul</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2F2F2"/>
                    </a:solidFill>
                  </a:tcPr>
                </a:tc>
                <a:extLst>
                  <a:ext uri="{0D108BD9-81ED-4DB2-BD59-A6C34878D82A}">
                    <a16:rowId xmlns:a16="http://schemas.microsoft.com/office/drawing/2014/main" val="10000"/>
                  </a:ext>
                </a:extLst>
              </a:tr>
              <a:tr h="310515">
                <a:tc>
                  <a:txBody>
                    <a:bodyPr/>
                    <a:lstStyle/>
                    <a:p>
                      <a:pPr algn="ctr"/>
                      <a:r>
                        <a:rPr sz="1500" b="0" dirty="0">
                          <a:solidFill>
                            <a:srgbClr val="000000"/>
                          </a:solidFill>
                          <a:latin typeface="Arial"/>
                          <a:ea typeface="Arial"/>
                          <a:cs typeface="Arial"/>
                        </a:rPr>
                        <a:t>MLU </a:t>
                      </a:r>
                      <a:r>
                        <a:rPr sz="1500" b="0" dirty="0" smtClean="0">
                          <a:solidFill>
                            <a:srgbClr val="000000"/>
                          </a:solidFill>
                          <a:latin typeface="Arial"/>
                          <a:ea typeface="Arial"/>
                          <a:cs typeface="Arial"/>
                        </a:rPr>
                        <a:t>Triton</a:t>
                      </a:r>
                      <a:r>
                        <a:rPr lang="zh-CN" altLang="en-US" sz="1500" b="0" dirty="0" smtClean="0">
                          <a:solidFill>
                            <a:srgbClr val="000000"/>
                          </a:solidFill>
                          <a:latin typeface="Arial"/>
                          <a:ea typeface="Arial"/>
                          <a:cs typeface="Arial"/>
                        </a:rPr>
                        <a:t>（新版）</a:t>
                      </a:r>
                      <a:endParaRPr sz="1500" b="0" dirty="0">
                        <a:solidFill>
                          <a:srgbClr val="000000"/>
                        </a:solidFill>
                        <a:latin typeface="Arial"/>
                        <a:ea typeface="Arial"/>
                        <a:cs typeface="Arial"/>
                      </a:endParaRP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500" b="1">
                          <a:solidFill>
                            <a:srgbClr val="D7000F"/>
                          </a:solidFill>
                          <a:latin typeface="Arial"/>
                          <a:ea typeface="Arial"/>
                          <a:cs typeface="Arial"/>
                        </a:rPr>
                        <a:t>1.00×</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CF0F1"/>
                    </a:solidFill>
                  </a:tcPr>
                </a:tc>
                <a:tc>
                  <a:txBody>
                    <a:bodyPr/>
                    <a:lstStyle/>
                    <a:p>
                      <a:pPr algn="ctr"/>
                      <a:r>
                        <a:rPr sz="1500" b="1">
                          <a:solidFill>
                            <a:srgbClr val="D7000F"/>
                          </a:solidFill>
                          <a:latin typeface="Arial"/>
                          <a:ea typeface="Arial"/>
                          <a:cs typeface="Arial"/>
                        </a:rPr>
                        <a:t>1.23×</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CF0F1"/>
                    </a:solidFill>
                  </a:tcPr>
                </a:tc>
                <a:tc>
                  <a:txBody>
                    <a:bodyPr/>
                    <a:lstStyle/>
                    <a:p>
                      <a:pPr algn="ctr"/>
                      <a:r>
                        <a:rPr sz="1500" b="0">
                          <a:solidFill>
                            <a:srgbClr val="000000"/>
                          </a:solidFill>
                          <a:latin typeface="Arial"/>
                          <a:ea typeface="Arial"/>
                          <a:cs typeface="Arial"/>
                        </a:rPr>
                        <a:t>0.45×</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1"/>
                  </a:ext>
                </a:extLst>
              </a:tr>
              <a:tr h="310515">
                <a:tc>
                  <a:txBody>
                    <a:bodyPr/>
                    <a:lstStyle/>
                    <a:p>
                      <a:pPr algn="ctr"/>
                      <a:r>
                        <a:rPr sz="1500" b="0">
                          <a:solidFill>
                            <a:srgbClr val="000000"/>
                          </a:solidFill>
                          <a:latin typeface="Arial"/>
                          <a:ea typeface="Arial"/>
                          <a:cs typeface="Arial"/>
                        </a:rPr>
                        <a:t>BANG C</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500" b="0">
                          <a:solidFill>
                            <a:srgbClr val="000000"/>
                          </a:solidFill>
                          <a:latin typeface="Arial"/>
                          <a:ea typeface="Arial"/>
                          <a:cs typeface="Arial"/>
                        </a:rPr>
                        <a:t>0.01×</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500" b="0">
                          <a:solidFill>
                            <a:srgbClr val="000000"/>
                          </a:solidFill>
                          <a:latin typeface="Arial"/>
                          <a:ea typeface="Arial"/>
                          <a:cs typeface="Arial"/>
                        </a:rPr>
                        <a:t>0.05×</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500" b="0">
                          <a:solidFill>
                            <a:srgbClr val="000000"/>
                          </a:solidFill>
                          <a:latin typeface="Arial"/>
                          <a:ea typeface="Arial"/>
                          <a:cs typeface="Arial"/>
                        </a:rPr>
                        <a:t>0.33×</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2"/>
                  </a:ext>
                </a:extLst>
              </a:tr>
              <a:tr h="310515">
                <a:tc>
                  <a:txBody>
                    <a:bodyPr/>
                    <a:lstStyle/>
                    <a:p>
                      <a:pPr algn="ctr"/>
                      <a:r>
                        <a:rPr sz="1500" b="0">
                          <a:solidFill>
                            <a:srgbClr val="000000"/>
                          </a:solidFill>
                          <a:latin typeface="Arial"/>
                          <a:ea typeface="Arial"/>
                          <a:cs typeface="Arial"/>
                        </a:rPr>
                        <a:t>GPU Triton</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500" b="1">
                          <a:solidFill>
                            <a:srgbClr val="D7000F"/>
                          </a:solidFill>
                          <a:latin typeface="Arial"/>
                          <a:ea typeface="Arial"/>
                          <a:cs typeface="Arial"/>
                        </a:rPr>
                        <a:t>1.43×</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CF0F1"/>
                    </a:solidFill>
                  </a:tcPr>
                </a:tc>
                <a:tc>
                  <a:txBody>
                    <a:bodyPr/>
                    <a:lstStyle/>
                    <a:p>
                      <a:pPr algn="ctr"/>
                      <a:r>
                        <a:rPr sz="1500" b="1">
                          <a:solidFill>
                            <a:srgbClr val="D7000F"/>
                          </a:solidFill>
                          <a:latin typeface="Arial"/>
                          <a:ea typeface="Arial"/>
                          <a:cs typeface="Arial"/>
                        </a:rPr>
                        <a:t>1.06×</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CF0F1"/>
                    </a:solidFill>
                  </a:tcPr>
                </a:tc>
                <a:tc>
                  <a:txBody>
                    <a:bodyPr/>
                    <a:lstStyle/>
                    <a:p>
                      <a:pPr algn="ctr"/>
                      <a:r>
                        <a:rPr sz="1500" b="0">
                          <a:solidFill>
                            <a:srgbClr val="000000"/>
                          </a:solidFill>
                          <a:latin typeface="Arial"/>
                          <a:ea typeface="Arial"/>
                          <a:cs typeface="Arial"/>
                        </a:rPr>
                        <a:t>0.53×</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3"/>
                  </a:ext>
                </a:extLst>
              </a:tr>
              <a:tr h="310515">
                <a:tc>
                  <a:txBody>
                    <a:bodyPr/>
                    <a:lstStyle/>
                    <a:p>
                      <a:pPr algn="ctr"/>
                      <a:r>
                        <a:rPr sz="1500" b="0">
                          <a:solidFill>
                            <a:srgbClr val="000000"/>
                          </a:solidFill>
                          <a:latin typeface="Arial"/>
                          <a:ea typeface="Arial"/>
                          <a:cs typeface="Arial"/>
                        </a:rPr>
                        <a:t>CUDA C</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tc>
                  <a:txBody>
                    <a:bodyPr/>
                    <a:lstStyle/>
                    <a:p>
                      <a:pPr algn="ctr"/>
                      <a:r>
                        <a:rPr sz="1500" b="1">
                          <a:solidFill>
                            <a:srgbClr val="D7000F"/>
                          </a:solidFill>
                          <a:latin typeface="Arial"/>
                          <a:ea typeface="Arial"/>
                          <a:cs typeface="Arial"/>
                        </a:rPr>
                        <a:t>1.45×</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CF0F1"/>
                    </a:solidFill>
                  </a:tcPr>
                </a:tc>
                <a:tc>
                  <a:txBody>
                    <a:bodyPr/>
                    <a:lstStyle/>
                    <a:p>
                      <a:pPr algn="ctr"/>
                      <a:r>
                        <a:rPr sz="1500" b="1">
                          <a:solidFill>
                            <a:srgbClr val="D7000F"/>
                          </a:solidFill>
                          <a:latin typeface="Arial"/>
                          <a:ea typeface="Arial"/>
                          <a:cs typeface="Arial"/>
                        </a:rPr>
                        <a:t>1.06×</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CF0F1"/>
                    </a:solidFill>
                  </a:tcPr>
                </a:tc>
                <a:tc>
                  <a:txBody>
                    <a:bodyPr/>
                    <a:lstStyle/>
                    <a:p>
                      <a:pPr algn="ctr"/>
                      <a:r>
                        <a:rPr sz="1500" b="0" dirty="0">
                          <a:solidFill>
                            <a:srgbClr val="000000"/>
                          </a:solidFill>
                          <a:latin typeface="Arial"/>
                          <a:ea typeface="Arial"/>
                          <a:cs typeface="Arial"/>
                        </a:rPr>
                        <a:t>0.33×</a:t>
                      </a:r>
                    </a:p>
                  </a:txBody>
                  <a:tcPr marL="38100" marR="38100" marT="19050" marB="19050" anchor="ctr">
                    <a:lnL w="7620">
                      <a:solidFill>
                        <a:srgbClr val="D9D9D9"/>
                      </a:solidFill>
                    </a:lnL>
                    <a:lnR w="7620">
                      <a:solidFill>
                        <a:srgbClr val="D9D9D9"/>
                      </a:solidFill>
                    </a:lnR>
                    <a:lnT w="7620">
                      <a:solidFill>
                        <a:srgbClr val="D9D9D9"/>
                      </a:solidFill>
                    </a:lnT>
                    <a:lnB w="7620">
                      <a:solidFill>
                        <a:srgbClr val="D9D9D9"/>
                      </a:solidFill>
                    </a:lnB>
                    <a:solidFill>
                      <a:srgbClr val="FFFFFF"/>
                    </a:solidFill>
                  </a:tcPr>
                </a:tc>
                <a:extLst>
                  <a:ext uri="{0D108BD9-81ED-4DB2-BD59-A6C34878D82A}">
                    <a16:rowId xmlns:a16="http://schemas.microsoft.com/office/drawing/2014/main" val="10004"/>
                  </a:ext>
                </a:extLst>
              </a:tr>
            </a:tbl>
          </a:graphicData>
        </a:graphic>
      </p:graphicFrame>
      <p:graphicFrame>
        <p:nvGraphicFramePr>
          <p:cNvPr id="123" name="Chart"/>
          <p:cNvGraphicFramePr/>
          <p:nvPr/>
        </p:nvGraphicFramePr>
        <p:xfrm>
          <a:off x="723900" y="3105150"/>
          <a:ext cx="2295525" cy="1514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4" name="Chart"/>
          <p:cNvGraphicFramePr/>
          <p:nvPr/>
        </p:nvGraphicFramePr>
        <p:xfrm>
          <a:off x="3076575" y="3105150"/>
          <a:ext cx="2295525" cy="151447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5" name="Chart"/>
          <p:cNvGraphicFramePr/>
          <p:nvPr/>
        </p:nvGraphicFramePr>
        <p:xfrm>
          <a:off x="5429250" y="3105150"/>
          <a:ext cx="2295525" cy="1514475"/>
        </p:xfrm>
        <a:graphic>
          <a:graphicData uri="http://schemas.openxmlformats.org/drawingml/2006/chart">
            <c:chart xmlns:c="http://schemas.openxmlformats.org/drawingml/2006/chart" xmlns:r="http://schemas.openxmlformats.org/officeDocument/2006/relationships" r:id="rId5"/>
          </a:graphicData>
        </a:graphic>
      </p:graphicFrame>
      <p:sp>
        <p:nvSpPr>
          <p:cNvPr id="53" name="text_3839_开发耗时（小时，从需求输入到通过验证）">
            <a:extLst>
              <a:ext uri="{FF2B5EF4-FFF2-40B4-BE49-F238E27FC236}">
                <a16:creationId xmlns:a16="http://schemas.microsoft.com/office/drawing/2014/main" id="{84094D75-E3FD-484F-BC75-337402FC4795}"/>
              </a:ext>
            </a:extLst>
          </p:cNvPr>
          <p:cNvSpPr>
            <a:spLocks noGrp="1"/>
          </p:cNvSpPr>
          <p:nvPr/>
        </p:nvSpPr>
        <p:spPr>
          <a:xfrm>
            <a:off x="752475" y="4648200"/>
            <a:ext cx="6972300" cy="266700"/>
          </a:xfrm>
          <a:prstGeom prst="rect">
            <a:avLst/>
          </a:prstGeom>
          <a:noFill/>
          <a:ln w="9525">
            <a:noFill/>
          </a:ln>
        </p:spPr>
        <p:txBody>
          <a:bodyPr wrap="none" lIns="0" tIns="0" rIns="0" bIns="0" anchor="ctr">
            <a:noAutofit/>
          </a:bodyPr>
          <a:lstStyle/>
          <a:p>
            <a:pPr algn="l">
              <a:defRPr sz="1650" b="1">
                <a:solidFill>
                  <a:srgbClr val="D7000F"/>
                </a:solidFill>
                <a:latin typeface="Arial"/>
                <a:ea typeface="Arial"/>
                <a:cs typeface="Arial"/>
              </a:defRPr>
            </a:pPr>
            <a:r>
              <a:rPr sz="1650" b="1">
                <a:solidFill>
                  <a:srgbClr val="D7000F"/>
                </a:solidFill>
                <a:latin typeface="Arial"/>
                <a:ea typeface="Arial"/>
                <a:cs typeface="Arial"/>
              </a:rPr>
              <a:t>开发耗时（小时，从需求输入到通过验证）</a:t>
            </a:r>
          </a:p>
        </p:txBody>
      </p:sp>
      <p:graphicFrame>
        <p:nvGraphicFramePr>
          <p:cNvPr id="127" name="Chart"/>
          <p:cNvGraphicFramePr/>
          <p:nvPr/>
        </p:nvGraphicFramePr>
        <p:xfrm>
          <a:off x="723900" y="4953000"/>
          <a:ext cx="7019925" cy="1381125"/>
        </p:xfrm>
        <a:graphic>
          <a:graphicData uri="http://schemas.openxmlformats.org/drawingml/2006/chart">
            <c:chart xmlns:c="http://schemas.openxmlformats.org/drawingml/2006/chart" xmlns:r="http://schemas.openxmlformats.org/officeDocument/2006/relationships" r:id="rId6"/>
          </a:graphicData>
        </a:graphic>
      </p:graphicFrame>
      <p:sp>
        <p:nvSpPr>
          <p:cNvPr id="55" name="text_3841_统一测试设置">
            <a:extLst>
              <a:ext uri="{FF2B5EF4-FFF2-40B4-BE49-F238E27FC236}">
                <a16:creationId xmlns:a16="http://schemas.microsoft.com/office/drawing/2014/main" id="{8CFF1FB7-994E-4DFD-AC68-3922EDE2D53A}"/>
              </a:ext>
            </a:extLst>
          </p:cNvPr>
          <p:cNvSpPr>
            <a:spLocks noGrp="1"/>
          </p:cNvSpPr>
          <p:nvPr/>
        </p:nvSpPr>
        <p:spPr>
          <a:xfrm>
            <a:off x="8162925" y="1466850"/>
            <a:ext cx="3371850" cy="266700"/>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统一测试设置</a:t>
            </a:r>
          </a:p>
        </p:txBody>
      </p:sp>
      <p:sp>
        <p:nvSpPr>
          <p:cNvPr id="56" name="text_3843_平台：寒武纪 MLU、NVIDIA GPU">
            <a:extLst>
              <a:ext uri="{FF2B5EF4-FFF2-40B4-BE49-F238E27FC236}">
                <a16:creationId xmlns:a16="http://schemas.microsoft.com/office/drawing/2014/main" id="{AC1F755E-1ADB-4AC1-92C2-BF93571B9DB4}"/>
              </a:ext>
            </a:extLst>
          </p:cNvPr>
          <p:cNvSpPr>
            <a:spLocks noGrp="1"/>
          </p:cNvSpPr>
          <p:nvPr/>
        </p:nvSpPr>
        <p:spPr>
          <a:xfrm>
            <a:off x="8181975" y="1809750"/>
            <a:ext cx="3343275" cy="257175"/>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平台：寒武纪 MLU、NVIDIA GPU</a:t>
            </a:r>
          </a:p>
        </p:txBody>
      </p:sp>
      <p:sp>
        <p:nvSpPr>
          <p:cNvPr id="57" name="text_3845_编程模型：Triton、BANG C、CUDA ">
            <a:extLst>
              <a:ext uri="{FF2B5EF4-FFF2-40B4-BE49-F238E27FC236}">
                <a16:creationId xmlns:a16="http://schemas.microsoft.com/office/drawing/2014/main" id="{30F32B31-2E9A-4460-B16C-AED21CE50150}"/>
              </a:ext>
            </a:extLst>
          </p:cNvPr>
          <p:cNvSpPr>
            <a:spLocks noGrp="1"/>
          </p:cNvSpPr>
          <p:nvPr/>
        </p:nvSpPr>
        <p:spPr>
          <a:xfrm>
            <a:off x="8181975" y="2066925"/>
            <a:ext cx="3343275" cy="257175"/>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编程模型：Triton、BANG C、CUDA C</a:t>
            </a:r>
          </a:p>
        </p:txBody>
      </p:sp>
      <p:sp>
        <p:nvSpPr>
          <p:cNvPr id="58" name="text_3847_算子：LayerNorm、Softmax、Mat">
            <a:extLst>
              <a:ext uri="{FF2B5EF4-FFF2-40B4-BE49-F238E27FC236}">
                <a16:creationId xmlns:a16="http://schemas.microsoft.com/office/drawing/2014/main" id="{50EB3160-8F64-4982-A242-AAA536DB3F5C}"/>
              </a:ext>
            </a:extLst>
          </p:cNvPr>
          <p:cNvSpPr>
            <a:spLocks noGrp="1"/>
          </p:cNvSpPr>
          <p:nvPr/>
        </p:nvSpPr>
        <p:spPr>
          <a:xfrm>
            <a:off x="8181975" y="2324100"/>
            <a:ext cx="3343275" cy="257175"/>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算子：LayerNorm、Softmax、MatMul</a:t>
            </a:r>
          </a:p>
        </p:txBody>
      </p:sp>
      <p:sp>
        <p:nvSpPr>
          <p:cNvPr id="59" name="text_3849_Shape：典型静态 / 动态 Shape">
            <a:extLst>
              <a:ext uri="{FF2B5EF4-FFF2-40B4-BE49-F238E27FC236}">
                <a16:creationId xmlns:a16="http://schemas.microsoft.com/office/drawing/2014/main" id="{71AF0B44-7FCA-406B-BA04-F12025A0EF68}"/>
              </a:ext>
            </a:extLst>
          </p:cNvPr>
          <p:cNvSpPr>
            <a:spLocks noGrp="1"/>
          </p:cNvSpPr>
          <p:nvPr/>
        </p:nvSpPr>
        <p:spPr>
          <a:xfrm>
            <a:off x="8181975" y="2581275"/>
            <a:ext cx="3343275" cy="257175"/>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Shape：典型静态 / 动态 Shape</a:t>
            </a:r>
          </a:p>
        </p:txBody>
      </p:sp>
      <p:sp>
        <p:nvSpPr>
          <p:cNvPr id="60" name="text_3851_精度：FP16 计算，FP32 累加">
            <a:extLst>
              <a:ext uri="{FF2B5EF4-FFF2-40B4-BE49-F238E27FC236}">
                <a16:creationId xmlns:a16="http://schemas.microsoft.com/office/drawing/2014/main" id="{857E47FF-E328-43B8-ABA9-255F95897ABA}"/>
              </a:ext>
            </a:extLst>
          </p:cNvPr>
          <p:cNvSpPr>
            <a:spLocks noGrp="1"/>
          </p:cNvSpPr>
          <p:nvPr/>
        </p:nvSpPr>
        <p:spPr>
          <a:xfrm>
            <a:off x="8181975" y="2838450"/>
            <a:ext cx="3343275" cy="257175"/>
          </a:xfrm>
          <a:prstGeom prst="rect">
            <a:avLst/>
          </a:prstGeom>
          <a:noFill/>
          <a:ln w="9525">
            <a:noFill/>
          </a:ln>
        </p:spPr>
        <p:txBody>
          <a:bodyPr wrap="none" lIns="0" tIns="0" rIns="0" bIns="0" anchor="ctr">
            <a:noAutofit/>
          </a:bodyPr>
          <a:lstStyle/>
          <a:p>
            <a:pPr algn="l">
              <a:defRPr sz="1388" b="0">
                <a:solidFill>
                  <a:srgbClr val="242424"/>
                </a:solidFill>
                <a:latin typeface="Arial"/>
                <a:ea typeface="Arial"/>
                <a:cs typeface="Arial"/>
              </a:defRPr>
            </a:pPr>
            <a:r>
              <a:rPr sz="1388" b="0">
                <a:solidFill>
                  <a:srgbClr val="242424"/>
                </a:solidFill>
                <a:latin typeface="Arial"/>
                <a:ea typeface="Arial"/>
                <a:cs typeface="Arial"/>
              </a:rPr>
              <a:t>精度：FP16 计算，FP32 累加</a:t>
            </a:r>
          </a:p>
        </p:txBody>
      </p:sp>
      <p:sp>
        <p:nvSpPr>
          <p:cNvPr id="61" name="connector_3852">
            <a:extLst>
              <a:ext uri="{FF2B5EF4-FFF2-40B4-BE49-F238E27FC236}">
                <a16:creationId xmlns:a16="http://schemas.microsoft.com/office/drawing/2014/main" id="{CEEE67E7-7874-4603-A89F-62DBE00BECA4}"/>
              </a:ext>
            </a:extLst>
          </p:cNvPr>
          <p:cNvSpPr>
            <a:spLocks noGrp="1"/>
          </p:cNvSpPr>
          <p:nvPr/>
        </p:nvSpPr>
        <p:spPr>
          <a:xfrm>
            <a:off x="8162925" y="3171825"/>
            <a:ext cx="3381375" cy="19050"/>
          </a:xfrm>
          <a:custGeom>
            <a:avLst/>
            <a:gdLst/>
            <a:ahLst/>
            <a:cxnLst/>
            <a:rect l="0" t="0" r="0" b="0"/>
            <a:pathLst>
              <a:path w="3381375" h="19050">
                <a:moveTo>
                  <a:pt x="9525" y="9525"/>
                </a:moveTo>
                <a:lnTo>
                  <a:pt x="3371850" y="9525"/>
                </a:lnTo>
              </a:path>
            </a:pathLst>
          </a:custGeom>
          <a:noFill/>
          <a:ln w="14288">
            <a:solidFill>
              <a:srgbClr val="D9D9D9"/>
            </a:solidFill>
          </a:ln>
        </p:spPr>
      </p:sp>
      <p:sp>
        <p:nvSpPr>
          <p:cNvPr id="62" name="text_3854_方法具备跨平台复用性">
            <a:extLst>
              <a:ext uri="{FF2B5EF4-FFF2-40B4-BE49-F238E27FC236}">
                <a16:creationId xmlns:a16="http://schemas.microsoft.com/office/drawing/2014/main" id="{10FBF139-8AE0-404B-9444-FFAF30C7837D}"/>
              </a:ext>
            </a:extLst>
          </p:cNvPr>
          <p:cNvSpPr>
            <a:spLocks noGrp="1"/>
          </p:cNvSpPr>
          <p:nvPr/>
        </p:nvSpPr>
        <p:spPr>
          <a:xfrm>
            <a:off x="8172450" y="3305175"/>
            <a:ext cx="3362325" cy="266700"/>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方法具备跨平台复用性</a:t>
            </a:r>
          </a:p>
        </p:txBody>
      </p:sp>
      <p:sp>
        <p:nvSpPr>
          <p:cNvPr id="63" name="text_3856_四类 Skill 均完成算子开发与验证。">
            <a:extLst>
              <a:ext uri="{FF2B5EF4-FFF2-40B4-BE49-F238E27FC236}">
                <a16:creationId xmlns:a16="http://schemas.microsoft.com/office/drawing/2014/main" id="{BAE0D7AF-B4E2-4789-A092-03D0552A4111}"/>
              </a:ext>
            </a:extLst>
          </p:cNvPr>
          <p:cNvSpPr>
            <a:spLocks noGrp="1"/>
          </p:cNvSpPr>
          <p:nvPr/>
        </p:nvSpPr>
        <p:spPr>
          <a:xfrm>
            <a:off x="8181975" y="3648075"/>
            <a:ext cx="3343275" cy="257175"/>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四类 Skill 均完成算子开发与验证。</a:t>
            </a:r>
          </a:p>
        </p:txBody>
      </p:sp>
      <p:sp>
        <p:nvSpPr>
          <p:cNvPr id="64" name="text_3858_部分 LayerNorm / Softmax 达">
            <a:extLst>
              <a:ext uri="{FF2B5EF4-FFF2-40B4-BE49-F238E27FC236}">
                <a16:creationId xmlns:a16="http://schemas.microsoft.com/office/drawing/2014/main" id="{EEB188A4-3DD4-45BE-A5B5-770B227CD9B4}"/>
              </a:ext>
            </a:extLst>
          </p:cNvPr>
          <p:cNvSpPr>
            <a:spLocks noGrp="1"/>
          </p:cNvSpPr>
          <p:nvPr/>
        </p:nvSpPr>
        <p:spPr>
          <a:xfrm>
            <a:off x="8181975" y="3905250"/>
            <a:ext cx="3343275" cy="257175"/>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部分 LayerNorm / Softmax 达到</a:t>
            </a:r>
          </a:p>
        </p:txBody>
      </p:sp>
      <p:sp>
        <p:nvSpPr>
          <p:cNvPr id="65" name="text_3860_或超过 PyTorch 基线性能。">
            <a:extLst>
              <a:ext uri="{FF2B5EF4-FFF2-40B4-BE49-F238E27FC236}">
                <a16:creationId xmlns:a16="http://schemas.microsoft.com/office/drawing/2014/main" id="{CA7BB4A4-2E78-4658-8E65-0492B8DA9FD5}"/>
              </a:ext>
            </a:extLst>
          </p:cNvPr>
          <p:cNvSpPr>
            <a:spLocks noGrp="1"/>
          </p:cNvSpPr>
          <p:nvPr/>
        </p:nvSpPr>
        <p:spPr>
          <a:xfrm>
            <a:off x="8181975" y="4162425"/>
            <a:ext cx="3343275" cy="257175"/>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或超过 PyTorch 基线性能。</a:t>
            </a:r>
          </a:p>
        </p:txBody>
      </p:sp>
      <p:sp>
        <p:nvSpPr>
          <p:cNvPr id="66" name="text_3862_性能差距仍需补足">
            <a:extLst>
              <a:ext uri="{FF2B5EF4-FFF2-40B4-BE49-F238E27FC236}">
                <a16:creationId xmlns:a16="http://schemas.microsoft.com/office/drawing/2014/main" id="{B6B28731-BF9B-4A3F-A272-C7D390E07228}"/>
              </a:ext>
            </a:extLst>
          </p:cNvPr>
          <p:cNvSpPr>
            <a:spLocks noGrp="1"/>
          </p:cNvSpPr>
          <p:nvPr/>
        </p:nvSpPr>
        <p:spPr>
          <a:xfrm>
            <a:off x="8172450" y="4533900"/>
            <a:ext cx="3362325" cy="266700"/>
          </a:xfrm>
          <a:prstGeom prst="rect">
            <a:avLst/>
          </a:prstGeom>
          <a:noFill/>
          <a:ln w="9525">
            <a:noFill/>
          </a:ln>
        </p:spPr>
        <p:txBody>
          <a:bodyPr wrap="none" lIns="0" tIns="0" rIns="0" bIns="0" anchor="ctr">
            <a:noAutofit/>
          </a:bodyPr>
          <a:lstStyle/>
          <a:p>
            <a:pPr algn="l">
              <a:defRPr sz="1725" b="1">
                <a:solidFill>
                  <a:srgbClr val="D7000F"/>
                </a:solidFill>
                <a:latin typeface="Arial"/>
                <a:ea typeface="Arial"/>
                <a:cs typeface="Arial"/>
              </a:defRPr>
            </a:pPr>
            <a:r>
              <a:rPr sz="1725" b="1">
                <a:solidFill>
                  <a:srgbClr val="D7000F"/>
                </a:solidFill>
                <a:latin typeface="Arial"/>
                <a:ea typeface="Arial"/>
                <a:cs typeface="Arial"/>
              </a:rPr>
              <a:t>性能差距仍需补足</a:t>
            </a:r>
          </a:p>
        </p:txBody>
      </p:sp>
      <p:sp>
        <p:nvSpPr>
          <p:cNvPr id="67" name="text_3864_MatMul 加速比均低于 1×。">
            <a:extLst>
              <a:ext uri="{FF2B5EF4-FFF2-40B4-BE49-F238E27FC236}">
                <a16:creationId xmlns:a16="http://schemas.microsoft.com/office/drawing/2014/main" id="{F8DBC509-C153-4A58-88AE-AC70045DDD8B}"/>
              </a:ext>
            </a:extLst>
          </p:cNvPr>
          <p:cNvSpPr>
            <a:spLocks noGrp="1"/>
          </p:cNvSpPr>
          <p:nvPr/>
        </p:nvSpPr>
        <p:spPr>
          <a:xfrm>
            <a:off x="8181975" y="4876800"/>
            <a:ext cx="3343275" cy="266700"/>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MatMul 加速比均低于 1×。</a:t>
            </a:r>
          </a:p>
        </p:txBody>
      </p:sp>
      <p:sp>
        <p:nvSpPr>
          <p:cNvPr id="68" name="text_3866_BANG C 的三类算子均低于基线。">
            <a:extLst>
              <a:ext uri="{FF2B5EF4-FFF2-40B4-BE49-F238E27FC236}">
                <a16:creationId xmlns:a16="http://schemas.microsoft.com/office/drawing/2014/main" id="{CD03F00A-F8AD-43E7-A194-0DEDB3CA7A3A}"/>
              </a:ext>
            </a:extLst>
          </p:cNvPr>
          <p:cNvSpPr>
            <a:spLocks noGrp="1"/>
          </p:cNvSpPr>
          <p:nvPr/>
        </p:nvSpPr>
        <p:spPr>
          <a:xfrm>
            <a:off x="8181975" y="5143500"/>
            <a:ext cx="3343275" cy="266700"/>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BANG C 的三类算子均低于基线。</a:t>
            </a:r>
          </a:p>
        </p:txBody>
      </p:sp>
      <p:sp>
        <p:nvSpPr>
          <p:cNvPr id="69" name="text_3868_继续补充 Tiling / Memory / C">
            <a:extLst>
              <a:ext uri="{FF2B5EF4-FFF2-40B4-BE49-F238E27FC236}">
                <a16:creationId xmlns:a16="http://schemas.microsoft.com/office/drawing/2014/main" id="{59425E81-9C31-4EF7-B4FB-4ED3DB4A6E6E}"/>
              </a:ext>
            </a:extLst>
          </p:cNvPr>
          <p:cNvSpPr>
            <a:spLocks noGrp="1"/>
          </p:cNvSpPr>
          <p:nvPr/>
        </p:nvSpPr>
        <p:spPr>
          <a:xfrm>
            <a:off x="8181975" y="5410200"/>
            <a:ext cx="3343275" cy="266700"/>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继续补充 Tiling / Memory / Compute</a:t>
            </a:r>
          </a:p>
        </p:txBody>
      </p:sp>
      <p:sp>
        <p:nvSpPr>
          <p:cNvPr id="70" name="text_3870_知识与高性能 Reference。">
            <a:extLst>
              <a:ext uri="{FF2B5EF4-FFF2-40B4-BE49-F238E27FC236}">
                <a16:creationId xmlns:a16="http://schemas.microsoft.com/office/drawing/2014/main" id="{53406455-5A85-4B95-A510-626FAEA6B53E}"/>
              </a:ext>
            </a:extLst>
          </p:cNvPr>
          <p:cNvSpPr>
            <a:spLocks noGrp="1"/>
          </p:cNvSpPr>
          <p:nvPr/>
        </p:nvSpPr>
        <p:spPr>
          <a:xfrm>
            <a:off x="8181975" y="5676900"/>
            <a:ext cx="3343275" cy="266700"/>
          </a:xfrm>
          <a:prstGeom prst="rect">
            <a:avLst/>
          </a:prstGeom>
          <a:noFill/>
          <a:ln w="9525">
            <a:noFill/>
          </a:ln>
        </p:spPr>
        <p:txBody>
          <a:bodyPr wrap="none" lIns="0" tIns="0" rIns="0" bIns="0" anchor="ctr">
            <a:noAutofit/>
          </a:bodyPr>
          <a:lstStyle/>
          <a:p>
            <a:pPr algn="l">
              <a:defRPr sz="1500" b="0">
                <a:solidFill>
                  <a:srgbClr val="242424"/>
                </a:solidFill>
                <a:latin typeface="Arial"/>
                <a:ea typeface="Arial"/>
                <a:cs typeface="Arial"/>
              </a:defRPr>
            </a:pPr>
            <a:r>
              <a:rPr sz="1500" b="0">
                <a:solidFill>
                  <a:srgbClr val="242424"/>
                </a:solidFill>
                <a:latin typeface="Arial"/>
                <a:ea typeface="Arial"/>
                <a:cs typeface="Arial"/>
              </a:rPr>
              <a:t>知识与高性能 Reference。</a:t>
            </a:r>
          </a:p>
        </p:txBody>
      </p:sp>
      <p:sp>
        <p:nvSpPr>
          <p:cNvPr id="71" name="text_3872_以实验反馈完善 Platform Profile">
            <a:extLst>
              <a:ext uri="{FF2B5EF4-FFF2-40B4-BE49-F238E27FC236}">
                <a16:creationId xmlns:a16="http://schemas.microsoft.com/office/drawing/2014/main" id="{E38CF88B-6E14-4AAB-BB17-6C0E07C1A393}"/>
              </a:ext>
            </a:extLst>
          </p:cNvPr>
          <p:cNvSpPr>
            <a:spLocks noGrp="1"/>
          </p:cNvSpPr>
          <p:nvPr/>
        </p:nvSpPr>
        <p:spPr>
          <a:xfrm>
            <a:off x="8172450" y="6067425"/>
            <a:ext cx="3362325" cy="257175"/>
          </a:xfrm>
          <a:prstGeom prst="rect">
            <a:avLst/>
          </a:prstGeom>
          <a:noFill/>
          <a:ln w="9525">
            <a:noFill/>
          </a:ln>
        </p:spPr>
        <p:txBody>
          <a:bodyPr wrap="none" lIns="0" tIns="0" rIns="0" bIns="0" anchor="ctr">
            <a:noAutofit/>
          </a:bodyPr>
          <a:lstStyle/>
          <a:p>
            <a:pPr algn="l">
              <a:defRPr sz="1500" b="1">
                <a:solidFill>
                  <a:srgbClr val="D7000F"/>
                </a:solidFill>
                <a:latin typeface="Arial"/>
                <a:ea typeface="Arial"/>
                <a:cs typeface="Arial"/>
              </a:defRPr>
            </a:pPr>
            <a:r>
              <a:rPr sz="1500" b="1">
                <a:solidFill>
                  <a:srgbClr val="D7000F"/>
                </a:solidFill>
                <a:latin typeface="Arial"/>
                <a:ea typeface="Arial"/>
                <a:cs typeface="Arial"/>
              </a:rPr>
              <a:t>以实验反馈完善 Platform Profile</a:t>
            </a:r>
          </a:p>
        </p:txBody>
      </p:sp>
      <p:sp>
        <p:nvSpPr>
          <p:cNvPr id="72" name="text_3874_通用方法已支持四类 Skill 开发，性能优化仍">
            <a:extLst>
              <a:ext uri="{FF2B5EF4-FFF2-40B4-BE49-F238E27FC236}">
                <a16:creationId xmlns:a16="http://schemas.microsoft.com/office/drawing/2014/main" id="{18070612-ECA8-4589-9E6C-44AA457C7D7B}"/>
              </a:ext>
            </a:extLst>
          </p:cNvPr>
          <p:cNvSpPr>
            <a:spLocks noGrp="1"/>
          </p:cNvSpPr>
          <p:nvPr/>
        </p:nvSpPr>
        <p:spPr>
          <a:xfrm>
            <a:off x="723900" y="6400800"/>
            <a:ext cx="10829925" cy="333375"/>
          </a:xfrm>
          <a:prstGeom prst="rect">
            <a:avLst/>
          </a:prstGeom>
          <a:noFill/>
          <a:ln w="9525">
            <a:noFill/>
          </a:ln>
        </p:spPr>
        <p:txBody>
          <a:bodyPr wrap="none" lIns="0" tIns="0" rIns="0" bIns="0" anchor="ctr">
            <a:noAutofit/>
          </a:bodyPr>
          <a:lstStyle/>
          <a:p>
            <a:pPr algn="ctr">
              <a:defRPr sz="1725" b="1">
                <a:solidFill>
                  <a:srgbClr val="FF0000"/>
                </a:solidFill>
                <a:latin typeface="Arial"/>
                <a:ea typeface="Arial"/>
                <a:cs typeface="Arial"/>
              </a:defRPr>
            </a:pPr>
            <a:r>
              <a:rPr sz="1725" b="1">
                <a:solidFill>
                  <a:srgbClr val="FF0000"/>
                </a:solidFill>
                <a:latin typeface="Arial"/>
                <a:ea typeface="Arial"/>
                <a:cs typeface="Arial"/>
              </a:rPr>
              <a:t>通用方法已支持四类 Skill 开发，性能优化仍需结合平台知识与实验反馈。</a:t>
            </a:r>
          </a:p>
        </p:txBody>
      </p:sp>
      <p:pic>
        <p:nvPicPr>
          <p:cNvPr id="146" name="图片 29"/>
          <p:cNvPicPr>
            <a:picLocks noChangeAspect="1"/>
          </p:cNvPicPr>
          <p:nvPr/>
        </p:nvPicPr>
        <p:blipFill>
          <a:blip r:embed="rId7"/>
          <a:stretch>
            <a:fillRect/>
          </a:stretch>
        </p:blipFill>
        <p:spPr>
          <a:xfrm>
            <a:off x="723900" y="895350"/>
            <a:ext cx="361950" cy="361950"/>
          </a:xfrm>
          <a:prstGeom prst="rect">
            <a:avLst/>
          </a:prstGeom>
          <a:effectLst>
            <a:outerShdw blurRad="50800" dist="38100" dir="2700000" algn="tl" rotWithShape="0">
              <a:prstClr val="black">
                <a:alpha val="40000"/>
              </a:prstClr>
            </a:outerShdw>
          </a:effectLst>
        </p:spPr>
      </p:pic>
      <p:pic>
        <p:nvPicPr>
          <p:cNvPr id="147" name="图片 5"/>
          <p:cNvPicPr>
            <a:picLocks noChangeAspect="1"/>
          </p:cNvPicPr>
          <p:nvPr/>
        </p:nvPicPr>
        <p:blipFill>
          <a:blip r:embed="rId8"/>
          <a:stretch>
            <a:fillRect/>
          </a:stretch>
        </p:blipFill>
        <p:spPr>
          <a:xfrm>
            <a:off x="8153400" y="895350"/>
            <a:ext cx="361950" cy="3619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014690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db01b77b-1602-48ac-bb4e-6851b02c09fb&quot;,&quot;Name&quot;:&quot;海康威视&quot;,&quot;Kind&quot;:&quot;Custom&quot;,&quot;OldGuidesSetting&quot;:{&quot;HeaderHeight&quot;:10.0,&quot;FooterHeight&quot;:10.0,&quot;SideMargin&quot;:5.5,&quot;TopMargin&quot;:0.0,&quot;BottomMargin&quot;:0.0,&quot;IntervalMargin&quot;:1.5}}"/>
</p:tagLst>
</file>

<file path=ppt/theme/theme1.xml><?xml version="1.0" encoding="utf-8"?>
<a:theme xmlns:a="http://schemas.openxmlformats.org/drawingml/2006/main" name="海康威视">
  <a:themeElements>
    <a:clrScheme name="Office">
      <a:dk1>
        <a:srgbClr val="000000"/>
      </a:dk1>
      <a:lt1>
        <a:srgbClr val="FFFFFF"/>
      </a:lt1>
      <a:dk2>
        <a:srgbClr val="44546A"/>
      </a:dk2>
      <a:lt2>
        <a:srgbClr val="E7E6E6"/>
      </a:lt2>
      <a:accent1>
        <a:srgbClr val="D7000F"/>
      </a:accent1>
      <a:accent2>
        <a:srgbClr val="717171"/>
      </a:accent2>
      <a:accent3>
        <a:srgbClr val="A5A5A5"/>
      </a:accent3>
      <a:accent4>
        <a:srgbClr val="A9A9A9"/>
      </a:accent4>
      <a:accent5>
        <a:srgbClr val="C6C6C6"/>
      </a:accent5>
      <a:accent6>
        <a:srgbClr val="E2E2E2"/>
      </a:accent6>
      <a:hlink>
        <a:srgbClr val="0077C8"/>
      </a:hlink>
      <a:folHlink>
        <a:srgbClr val="717171"/>
      </a:folHlink>
    </a:clrScheme>
    <a:fontScheme name="标准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D7000F"/>
    </a:accent1>
    <a:accent2>
      <a:srgbClr val="717171"/>
    </a:accent2>
    <a:accent3>
      <a:srgbClr val="A5A5A5"/>
    </a:accent3>
    <a:accent4>
      <a:srgbClr val="A9A9A9"/>
    </a:accent4>
    <a:accent5>
      <a:srgbClr val="C6C6C6"/>
    </a:accent5>
    <a:accent6>
      <a:srgbClr val="E2E2E2"/>
    </a:accent6>
    <a:hlink>
      <a:srgbClr val="0077C8"/>
    </a:hlink>
    <a:folHlink>
      <a:srgbClr val="717171"/>
    </a:folHlink>
  </a:clrScheme>
</a:themeOverride>
</file>

<file path=ppt/theme/themeOverride2.xml><?xml version="1.0" encoding="utf-8"?>
<a:themeOverride xmlns:a="http://schemas.openxmlformats.org/drawingml/2006/main">
  <a:clrScheme name="Office">
    <a:dk1>
      <a:srgbClr val="000000"/>
    </a:dk1>
    <a:lt1>
      <a:srgbClr val="FFFFFF"/>
    </a:lt1>
    <a:dk2>
      <a:srgbClr val="44546A"/>
    </a:dk2>
    <a:lt2>
      <a:srgbClr val="E7E6E6"/>
    </a:lt2>
    <a:accent1>
      <a:srgbClr val="D7000F"/>
    </a:accent1>
    <a:accent2>
      <a:srgbClr val="717171"/>
    </a:accent2>
    <a:accent3>
      <a:srgbClr val="A5A5A5"/>
    </a:accent3>
    <a:accent4>
      <a:srgbClr val="A9A9A9"/>
    </a:accent4>
    <a:accent5>
      <a:srgbClr val="C6C6C6"/>
    </a:accent5>
    <a:accent6>
      <a:srgbClr val="E2E2E2"/>
    </a:accent6>
    <a:hlink>
      <a:srgbClr val="0077C8"/>
    </a:hlink>
    <a:folHlink>
      <a:srgbClr val="717171"/>
    </a:folHlink>
  </a:clrScheme>
</a:themeOverride>
</file>

<file path=docProps/app.xml><?xml version="1.0" encoding="utf-8"?>
<Properties xmlns="http://schemas.openxmlformats.org/officeDocument/2006/extended-properties" xmlns:vt="http://schemas.openxmlformats.org/officeDocument/2006/docPropsVTypes">
  <TotalTime>10254</TotalTime>
  <Words>4263</Words>
  <Application>Microsoft Office PowerPoint</Application>
  <PresentationFormat>宽屏</PresentationFormat>
  <Paragraphs>933</Paragraphs>
  <Slides>19</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等线</vt:lpstr>
      <vt:lpstr>楷体</vt:lpstr>
      <vt:lpstr>Microsoft YaHei</vt:lpstr>
      <vt:lpstr>Microsoft YaHei</vt:lpstr>
      <vt:lpstr>Arial</vt:lpstr>
      <vt:lpstr>Calibri</vt:lpstr>
      <vt:lpstr>海康威视</vt:lpstr>
      <vt:lpstr>超新星转录用评估-个人材料</vt:lpstr>
      <vt:lpstr>自我介绍</vt:lpstr>
      <vt:lpstr>PowerPoint 演示文稿</vt:lpstr>
      <vt:lpstr>实习任务一：寒武纪算子开发SKILL优化</vt:lpstr>
      <vt:lpstr>优化①：统一管理与按需加载</vt:lpstr>
      <vt:lpstr>优化②：上下文优化</vt:lpstr>
      <vt:lpstr>优化③：Profile 驱动的按需优化</vt:lpstr>
      <vt:lpstr>优化④：按修改范围选择验证深度</vt:lpstr>
      <vt:lpstr>优化⑤：中间产物复用与断点续跑</vt:lpstr>
      <vt:lpstr>实习任务2：从静态到多态</vt:lpstr>
      <vt:lpstr>实习任务2： 现有方法、局限性与解决思路</vt:lpstr>
      <vt:lpstr>实习任务2： V1 动态支持与 V2 自动选参</vt:lpstr>
      <vt:lpstr>实习任务2： V3 多 Kernel 结构适配</vt:lpstr>
      <vt:lpstr>实习任务2： V3实际开发结构</vt:lpstr>
      <vt:lpstr>实习任务2：最终 Skill 架构与能力总结</vt:lpstr>
      <vt:lpstr>实习任务3： 算子开发 Skill 指南</vt:lpstr>
      <vt:lpstr>实习任务3：新平台算子 Skill 开发流程</vt:lpstr>
      <vt:lpstr>实习任务3：分层验证与问题定位</vt:lpstr>
      <vt:lpstr>实习任务3： 四类算子 Skill 的实践验证结果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deng</dc:creator>
  <cp:lastModifiedBy>霍子昂</cp:lastModifiedBy>
  <cp:revision>506</cp:revision>
  <dcterms:created xsi:type="dcterms:W3CDTF">2021-04-08T02:04:50Z</dcterms:created>
  <dcterms:modified xsi:type="dcterms:W3CDTF">2026-09-16T03:36:08Z</dcterms:modified>
</cp:coreProperties>
</file>