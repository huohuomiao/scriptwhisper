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notesMasters/notesMaster1.xml" ContentType="application/vnd.openxmlformats-officedocument.presentationml.notes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29"/>
  </p:notesMasterIdLst>
  <p:sldIdLst>
    <p:sldId id="291" r:id="rId2"/>
    <p:sldId id="257" r:id="rId3"/>
    <p:sldId id="294" r:id="rId4"/>
    <p:sldId id="295" r:id="rId5"/>
    <p:sldId id="296" r:id="rId6"/>
    <p:sldId id="297" r:id="rId7"/>
    <p:sldId id="298" r:id="rId8"/>
    <p:sldId id="299" r:id="rId9"/>
    <p:sldId id="300" r:id="rId10"/>
    <p:sldId id="301" r:id="rId11"/>
    <p:sldId id="304" r:id="rId12"/>
    <p:sldId id="305" r:id="rId13"/>
    <p:sldId id="310" r:id="rId14"/>
    <p:sldId id="284" r:id="rId15"/>
    <p:sldId id="261" r:id="rId16"/>
    <p:sldId id="262" r:id="rId17"/>
    <p:sldId id="280" r:id="rId18"/>
    <p:sldId id="285" r:id="rId19"/>
    <p:sldId id="289" r:id="rId20"/>
    <p:sldId id="279" r:id="rId21"/>
    <p:sldId id="278" r:id="rId22"/>
    <p:sldId id="268" r:id="rId23"/>
    <p:sldId id="288" r:id="rId24"/>
    <p:sldId id="267" r:id="rId25"/>
    <p:sldId id="303" r:id="rId26"/>
    <p:sldId id="286" r:id="rId27"/>
    <p:sldId id="290" r:id="rId28"/>
  </p:sldIdLst>
  <p:sldSz cx="12192000" cy="6858000"/>
  <p:notesSz cx="68580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1" name="胡 燕鹏" initials="胡" lastIdx="0" clrIdx="0"/>
  <p:cmAuthor id="2" name="李浩宇" initials="李" lastIdx="0" clrIdx="1"/>
  <p:cmAuthor id="3" name="win10" initials="w" lastIdx="0" clrIdx="2"/>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84112" autoAdjust="0"/>
  </p:normalViewPr>
  <p:slideViewPr>
    <p:cSldViewPr snapToGrid="0">
      <p:cViewPr varScale="1">
        <p:scale>
          <a:sx n="96" d="100"/>
          <a:sy n="96" d="100"/>
        </p:scale>
        <p:origin x="1116" y="90"/>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 Type="http://schemas.openxmlformats.org/officeDocument/2006/relationships/slide" Target="slides/slide2.xml"/><Relationship Id="rId21" Type="http://schemas.openxmlformats.org/officeDocument/2006/relationships/slide" Target="slides/slide20.xml"/><Relationship Id="rId34" Type="http://schemas.openxmlformats.org/officeDocument/2006/relationships/tableStyles" Target="tableStyle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notesMaster" Target="notesMasters/notesMaster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viewProps" Target="view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commentAuthors" Target="commentAuthors.xml"/><Relationship Id="rId8" Type="http://schemas.openxmlformats.org/officeDocument/2006/relationships/slide" Target="slides/slide7.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p:cNvSpPr>
            <a:spLocks noGrp="1"/>
          </p:cNvSpPr>
          <p:nvPr>
            <p:ph type="hdr" sz="quarter"/>
          </p:nvPr>
        </p:nvSpPr>
        <p:spPr>
          <a:prstGeom prst="rect">
            <a:avLst/>
          </a:prstGeom>
        </p:spPr>
        <p:txBody>
          <a:bodyPr/>
          <a:lstStyle/>
          <a:p>
            <a:endParaRPr/>
          </a:p>
        </p:txBody>
      </p:sp>
      <p:sp>
        <p:nvSpPr>
          <p:cNvPr id="3" name="Date Placeholder"/>
          <p:cNvSpPr>
            <a:spLocks noGrp="1"/>
          </p:cNvSpPr>
          <p:nvPr>
            <p:ph type="dt" sz="quarter" idx="1"/>
          </p:nvPr>
        </p:nvSpPr>
        <p:spPr>
          <a:prstGeom prst="rect">
            <a:avLst/>
          </a:prstGeom>
        </p:spPr>
        <p:txBody>
          <a:bodyPr/>
          <a:lstStyle/>
          <a:p>
            <a:endParaRPr/>
          </a:p>
        </p:txBody>
      </p:sp>
      <p:sp>
        <p:nvSpPr>
          <p:cNvPr id="4" name="Slide Image Placeholder"/>
          <p:cNvSpPr>
            <a:spLocks noGrp="1" noRot="1" noChangeAspect="1"/>
          </p:cNvSpPr>
          <p:nvPr>
            <p:ph type="sldImg" idx="2"/>
          </p:nvPr>
        </p:nvSpPr>
        <p:spPr>
          <a:prstGeom prst="rect">
            <a:avLst/>
          </a:prstGeom>
        </p:spPr>
        <p:txBody>
          <a:bodyPr/>
          <a:lstStyle/>
          <a:p>
            <a:endParaRPr/>
          </a:p>
        </p:txBody>
      </p:sp>
      <p:sp>
        <p:nvSpPr>
          <p:cNvPr id="5" name="Notes Placeholder"/>
          <p:cNvSpPr>
            <a:spLocks noGrp="1"/>
          </p:cNvSpPr>
          <p:nvPr>
            <p:ph type="body" sz="quarter" idx="3"/>
          </p:nvPr>
        </p:nvSpPr>
        <p:spPr>
          <a:prstGeom prst="rect">
            <a:avLst/>
          </a:prstGeom>
        </p:spPr>
        <p:txBody>
          <a:bodyPr/>
          <a:lstStyle/>
          <a:p>
            <a:endParaRPr/>
          </a:p>
        </p:txBody>
      </p:sp>
      <p:sp>
        <p:nvSpPr>
          <p:cNvPr id="6" name="Footer Placeholder"/>
          <p:cNvSpPr>
            <a:spLocks noGrp="1"/>
          </p:cNvSpPr>
          <p:nvPr>
            <p:ph type="ftr" sz="quarter" idx="4"/>
          </p:nvPr>
        </p:nvSpPr>
        <p:spPr>
          <a:prstGeom prst="rect">
            <a:avLst/>
          </a:prstGeom>
        </p:spPr>
        <p:txBody>
          <a:bodyPr/>
          <a:lstStyle/>
          <a:p>
            <a:endParaRPr/>
          </a:p>
        </p:txBody>
      </p:sp>
      <p:sp>
        <p:nvSpPr>
          <p:cNvPr id="7" name="Slide Number Placeholder"/>
          <p:cNvSpPr>
            <a:spLocks noGrp="1"/>
          </p:cNvSpPr>
          <p:nvPr>
            <p:ph type="sldNum" sz="quarter" idx="5"/>
          </p:nvPr>
        </p:nvSpPr>
        <p:spPr>
          <a:prstGeom prst="rect">
            <a:avLst/>
          </a:prstGeom>
        </p:spPr>
        <p:txBody>
          <a:bodyPr/>
          <a:lstStyle/>
          <a:p>
            <a:endParaRPr/>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lvl1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zh-CN" altLang="en-US" dirty="0" smtClean="0"/>
              <a:t>大家好，今天结合我最近在算子</a:t>
            </a:r>
            <a:r>
              <a:rPr lang="en-US" altLang="zh-CN" dirty="0" smtClean="0"/>
              <a:t>skill</a:t>
            </a:r>
            <a:r>
              <a:rPr lang="zh-CN" altLang="en-US" dirty="0" smtClean="0"/>
              <a:t>开发中的实际工作进行一个</a:t>
            </a:r>
            <a:r>
              <a:rPr lang="en-US" altLang="zh-CN" dirty="0" smtClean="0"/>
              <a:t>《Skill </a:t>
            </a:r>
            <a:r>
              <a:rPr lang="zh-CN" altLang="en-US" dirty="0" smtClean="0"/>
              <a:t>使用、开发和经验分享</a:t>
            </a:r>
            <a:r>
              <a:rPr lang="en-US" altLang="zh-CN" dirty="0" smtClean="0"/>
              <a:t>》</a:t>
            </a:r>
            <a:r>
              <a:rPr lang="zh-CN" altLang="en-US" dirty="0" smtClean="0"/>
              <a:t>的报告 。</a:t>
            </a:r>
            <a:endParaRPr dirty="0"/>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zh-CN" altLang="en-US" dirty="0" smtClean="0"/>
              <a:t>整个汇报分为四部分。第一部分介绍 </a:t>
            </a:r>
            <a:r>
              <a:rPr lang="en-US" altLang="zh-CN" dirty="0" smtClean="0"/>
              <a:t>Agent </a:t>
            </a:r>
            <a:r>
              <a:rPr lang="zh-CN" altLang="en-US" dirty="0" smtClean="0"/>
              <a:t>和 </a:t>
            </a:r>
            <a:r>
              <a:rPr lang="en-US" altLang="zh-CN" dirty="0" smtClean="0"/>
              <a:t>Skill </a:t>
            </a:r>
            <a:r>
              <a:rPr lang="zh-CN" altLang="en-US" dirty="0" smtClean="0"/>
              <a:t>的基础，以及一个 </a:t>
            </a:r>
            <a:r>
              <a:rPr lang="en-US" altLang="zh-CN" dirty="0" smtClean="0"/>
              <a:t>Skill </a:t>
            </a:r>
            <a:r>
              <a:rPr lang="zh-CN" altLang="en-US" dirty="0" smtClean="0"/>
              <a:t>应该怎么设计。第二部分介绍寒武纪算子 </a:t>
            </a:r>
            <a:r>
              <a:rPr lang="en-US" altLang="zh-CN" dirty="0" smtClean="0"/>
              <a:t>Skill </a:t>
            </a:r>
            <a:r>
              <a:rPr lang="zh-CN" altLang="en-US" dirty="0" smtClean="0"/>
              <a:t>的实际开发和遇到的问题。第三部分是重点，介绍算子 </a:t>
            </a:r>
            <a:r>
              <a:rPr lang="en-US" altLang="zh-CN" dirty="0" smtClean="0"/>
              <a:t>Skill </a:t>
            </a:r>
            <a:r>
              <a:rPr lang="zh-CN" altLang="en-US" dirty="0" smtClean="0"/>
              <a:t>的通用开发指南，以及目前四个平台的实践结果。最后简单介绍后续计划。</a:t>
            </a:r>
            <a:endParaRPr dirty="0"/>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zh-CN" altLang="en-US" dirty="0" smtClean="0"/>
              <a:t>先从最基本的问题开始，一个 </a:t>
            </a:r>
            <a:r>
              <a:rPr lang="en-US" altLang="zh-CN" dirty="0" smtClean="0"/>
              <a:t>Skill </a:t>
            </a:r>
            <a:r>
              <a:rPr lang="zh-CN" altLang="en-US" dirty="0" smtClean="0"/>
              <a:t>到底由什么组成。整个 </a:t>
            </a:r>
            <a:r>
              <a:rPr lang="en-US" altLang="zh-CN" dirty="0" smtClean="0"/>
              <a:t>Skill </a:t>
            </a:r>
            <a:r>
              <a:rPr lang="zh-CN" altLang="en-US" dirty="0" smtClean="0"/>
              <a:t>以 </a:t>
            </a:r>
            <a:r>
              <a:rPr lang="en-US" altLang="zh-CN" dirty="0" smtClean="0"/>
              <a:t>SKILL.md </a:t>
            </a:r>
            <a:r>
              <a:rPr lang="zh-CN" altLang="en-US" dirty="0" smtClean="0"/>
              <a:t>为核心，它负责描述 </a:t>
            </a:r>
            <a:r>
              <a:rPr lang="en-US" altLang="zh-CN" dirty="0" smtClean="0"/>
              <a:t>Skill </a:t>
            </a:r>
            <a:r>
              <a:rPr lang="zh-CN" altLang="en-US" dirty="0" smtClean="0"/>
              <a:t>的身份、能力、执行规则和总体流程。在此基础上，可以根据任务需要加入 </a:t>
            </a:r>
            <a:r>
              <a:rPr lang="en-US" altLang="zh-CN" dirty="0" smtClean="0"/>
              <a:t>Subagent</a:t>
            </a:r>
            <a:r>
              <a:rPr lang="zh-CN" altLang="en-US" dirty="0" smtClean="0"/>
              <a:t>、</a:t>
            </a:r>
            <a:r>
              <a:rPr lang="en-US" altLang="zh-CN" dirty="0" smtClean="0"/>
              <a:t>Scripts</a:t>
            </a:r>
            <a:r>
              <a:rPr lang="zh-CN" altLang="en-US" dirty="0" smtClean="0"/>
              <a:t>、</a:t>
            </a:r>
            <a:r>
              <a:rPr lang="en-US" altLang="zh-CN" dirty="0" smtClean="0"/>
              <a:t>References </a:t>
            </a:r>
            <a:r>
              <a:rPr lang="zh-CN" altLang="en-US" dirty="0" smtClean="0"/>
              <a:t>和 </a:t>
            </a:r>
            <a:r>
              <a:rPr lang="en-US" altLang="zh-CN" dirty="0" smtClean="0"/>
              <a:t>Examples</a:t>
            </a:r>
            <a:r>
              <a:rPr lang="zh-CN" altLang="en-US" dirty="0" smtClean="0"/>
              <a:t>。</a:t>
            </a:r>
            <a:r>
              <a:rPr lang="en-US" altLang="zh-CN" dirty="0" smtClean="0"/>
              <a:t>Subagent </a:t>
            </a:r>
            <a:r>
              <a:rPr lang="zh-CN" altLang="en-US" dirty="0" smtClean="0"/>
              <a:t>适合拆分比较独立、比较复杂的子任务；</a:t>
            </a:r>
            <a:r>
              <a:rPr lang="en-US" altLang="zh-CN" dirty="0" smtClean="0"/>
              <a:t>Scripts </a:t>
            </a:r>
            <a:r>
              <a:rPr lang="zh-CN" altLang="en-US" dirty="0" smtClean="0"/>
              <a:t>适合环境检测、测试、编译等确定性操作；</a:t>
            </a:r>
            <a:r>
              <a:rPr lang="en-US" altLang="zh-CN" dirty="0" smtClean="0"/>
              <a:t>References </a:t>
            </a:r>
            <a:r>
              <a:rPr lang="zh-CN" altLang="en-US" dirty="0" smtClean="0"/>
              <a:t>用来保存平台知识、技术规则和 </a:t>
            </a:r>
            <a:r>
              <a:rPr lang="en-US" altLang="zh-CN" dirty="0" smtClean="0"/>
              <a:t>API </a:t>
            </a:r>
            <a:r>
              <a:rPr lang="zh-CN" altLang="en-US" dirty="0" smtClean="0"/>
              <a:t>信息；</a:t>
            </a:r>
            <a:r>
              <a:rPr lang="en-US" altLang="zh-CN" dirty="0" smtClean="0"/>
              <a:t>Examples </a:t>
            </a:r>
            <a:r>
              <a:rPr lang="zh-CN" altLang="en-US" dirty="0" smtClean="0"/>
              <a:t>则提供已有任务和实现作为参考。这里要强调的是，这些目录不是必须全部存在，而是根据当前 </a:t>
            </a:r>
            <a:r>
              <a:rPr lang="en-US" altLang="zh-CN" dirty="0" smtClean="0"/>
              <a:t>Skill </a:t>
            </a:r>
            <a:r>
              <a:rPr lang="zh-CN" altLang="en-US" dirty="0" smtClean="0"/>
              <a:t>的职责按需组织。</a:t>
            </a:r>
            <a:endParaRPr dirty="0"/>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defRPr/>
            </a:pPr>
            <a:r>
              <a:rPr lang="zh-CN" altLang="en-US" dirty="0" smtClean="0"/>
              <a:t>这一页重点看 </a:t>
            </a:r>
            <a:r>
              <a:rPr lang="en-US" altLang="zh-CN" dirty="0" smtClean="0"/>
              <a:t>SKILL.md</a:t>
            </a:r>
            <a:r>
              <a:rPr lang="zh-CN" altLang="en-US" dirty="0" smtClean="0"/>
              <a:t>。它可以理解为整个 </a:t>
            </a:r>
            <a:r>
              <a:rPr lang="en-US" altLang="zh-CN" dirty="0" smtClean="0"/>
              <a:t>Skill </a:t>
            </a:r>
            <a:r>
              <a:rPr lang="zh-CN" altLang="en-US" dirty="0" smtClean="0"/>
              <a:t>的核心控制文档，主要回答四个问题：我是谁、我负责什么、执行时必须遵守什么、我接受什么输入并产生什么输出。主要分为五个部分，这一页我们先讲前面四个部分。</a:t>
            </a:r>
            <a:r>
              <a:rPr lang="en-US" altLang="zh-CN" dirty="0" smtClean="0"/>
              <a:t>Metadata </a:t>
            </a:r>
            <a:r>
              <a:rPr lang="zh-CN" altLang="en-US" dirty="0" smtClean="0"/>
              <a:t>主要负责身份和触发，例如 </a:t>
            </a:r>
            <a:r>
              <a:rPr lang="en-US" altLang="zh-CN" dirty="0" smtClean="0"/>
              <a:t>name </a:t>
            </a:r>
            <a:r>
              <a:rPr lang="zh-CN" altLang="en-US" dirty="0" smtClean="0"/>
              <a:t>用于显式调用，</a:t>
            </a:r>
            <a:r>
              <a:rPr lang="en-US" altLang="zh-CN" dirty="0" smtClean="0"/>
              <a:t>description </a:t>
            </a:r>
            <a:r>
              <a:rPr lang="zh-CN" altLang="en-US" dirty="0" smtClean="0"/>
              <a:t>用于让 </a:t>
            </a:r>
            <a:r>
              <a:rPr lang="en-US" altLang="zh-CN" dirty="0" smtClean="0"/>
              <a:t>Agent </a:t>
            </a:r>
            <a:r>
              <a:rPr lang="zh-CN" altLang="en-US" dirty="0" smtClean="0"/>
              <a:t>自动判断什么时候该调用。</a:t>
            </a:r>
            <a:r>
              <a:rPr lang="en-US" altLang="zh-CN" dirty="0" smtClean="0"/>
              <a:t>Overview </a:t>
            </a:r>
            <a:r>
              <a:rPr lang="zh-CN" altLang="en-US" dirty="0" smtClean="0"/>
              <a:t>定义能力范围，</a:t>
            </a:r>
            <a:r>
              <a:rPr lang="en-US" altLang="zh-CN" dirty="0" smtClean="0"/>
              <a:t>Execution Policy </a:t>
            </a:r>
            <a:r>
              <a:rPr lang="zh-CN" altLang="en-US" dirty="0" smtClean="0"/>
              <a:t>定义全局规则，</a:t>
            </a:r>
            <a:r>
              <a:rPr lang="en-US" altLang="zh-CN" dirty="0" err="1" smtClean="0"/>
              <a:t>Input/Output</a:t>
            </a:r>
            <a:r>
              <a:rPr lang="en-US" altLang="zh-CN" dirty="0" smtClean="0"/>
              <a:t> Contract </a:t>
            </a:r>
            <a:r>
              <a:rPr lang="zh-CN" altLang="en-US" dirty="0" smtClean="0"/>
              <a:t>定义输入和输出的契约。这些内容都在</a:t>
            </a:r>
            <a:r>
              <a:rPr lang="en-US" altLang="zh-CN" dirty="0" smtClean="0"/>
              <a:t>workflow</a:t>
            </a:r>
            <a:r>
              <a:rPr lang="zh-CN" altLang="en-US" dirty="0" smtClean="0"/>
              <a:t>里面有体现。</a:t>
            </a:r>
            <a:endParaRPr dirty="0"/>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zh-CN" altLang="en-US" dirty="0" smtClean="0"/>
              <a:t>接下来是 </a:t>
            </a:r>
            <a:r>
              <a:rPr lang="en-US" altLang="zh-CN" dirty="0" smtClean="0"/>
              <a:t>Workflow</a:t>
            </a:r>
            <a:r>
              <a:rPr lang="zh-CN" altLang="en-US" dirty="0" smtClean="0"/>
              <a:t>。</a:t>
            </a:r>
            <a:r>
              <a:rPr lang="en-US" altLang="zh-CN" dirty="0" smtClean="0"/>
              <a:t>Workflow </a:t>
            </a:r>
            <a:r>
              <a:rPr lang="zh-CN" altLang="en-US" dirty="0" smtClean="0"/>
              <a:t>目的要让任务能够有条件地向前推进。首先用 </a:t>
            </a:r>
            <a:r>
              <a:rPr lang="en-US" altLang="zh-CN" dirty="0" smtClean="0"/>
              <a:t>Stage </a:t>
            </a:r>
            <a:r>
              <a:rPr lang="zh-CN" altLang="en-US" dirty="0" smtClean="0"/>
              <a:t>把复杂任务拆成职责明确的阶段，每个阶段都要写清 </a:t>
            </a:r>
            <a:r>
              <a:rPr lang="en-US" altLang="zh-CN" dirty="0" smtClean="0"/>
              <a:t>Input</a:t>
            </a:r>
            <a:r>
              <a:rPr lang="zh-CN" altLang="en-US" dirty="0" smtClean="0"/>
              <a:t>、</a:t>
            </a:r>
            <a:r>
              <a:rPr lang="en-US" altLang="zh-CN" dirty="0" smtClean="0"/>
              <a:t>Action </a:t>
            </a:r>
            <a:r>
              <a:rPr lang="zh-CN" altLang="en-US" dirty="0" smtClean="0"/>
              <a:t>和 </a:t>
            </a:r>
            <a:r>
              <a:rPr lang="en-US" altLang="zh-CN" dirty="0" smtClean="0"/>
              <a:t>Output</a:t>
            </a:r>
            <a:r>
              <a:rPr lang="zh-CN" altLang="en-US" dirty="0" smtClean="0"/>
              <a:t>。然后通过 </a:t>
            </a:r>
            <a:r>
              <a:rPr lang="en-US" altLang="zh-CN" dirty="0" smtClean="0"/>
              <a:t>Contract </a:t>
            </a:r>
            <a:r>
              <a:rPr lang="zh-CN" altLang="en-US" dirty="0" smtClean="0"/>
              <a:t>和 </a:t>
            </a:r>
            <a:r>
              <a:rPr lang="en-US" altLang="zh-CN" dirty="0" smtClean="0"/>
              <a:t>Handoff</a:t>
            </a:r>
            <a:r>
              <a:rPr lang="zh-CN" altLang="en-US" dirty="0" smtClean="0"/>
              <a:t>，把上一阶段的产物明确交给下一阶段。</a:t>
            </a:r>
            <a:r>
              <a:rPr lang="en-US" altLang="zh-CN" dirty="0" smtClean="0"/>
              <a:t>Gate </a:t>
            </a:r>
            <a:r>
              <a:rPr lang="zh-CN" altLang="en-US" dirty="0" smtClean="0"/>
              <a:t>相当于阶段门禁，例如文件是否存在、执行是否成功、结果是否合格，只有通过以后才能进入下一步。如果失败，还要定义 </a:t>
            </a:r>
            <a:r>
              <a:rPr lang="en-US" altLang="zh-CN" dirty="0" smtClean="0"/>
              <a:t>Retry</a:t>
            </a:r>
            <a:r>
              <a:rPr lang="zh-CN" altLang="en-US" dirty="0" smtClean="0"/>
              <a:t>、</a:t>
            </a:r>
            <a:r>
              <a:rPr lang="en-US" altLang="zh-CN" dirty="0" smtClean="0"/>
              <a:t>Fallback </a:t>
            </a:r>
            <a:r>
              <a:rPr lang="zh-CN" altLang="en-US" dirty="0" smtClean="0"/>
              <a:t>或者其他 </a:t>
            </a:r>
            <a:r>
              <a:rPr lang="en-US" altLang="zh-CN" dirty="0" smtClean="0"/>
              <a:t>Routing </a:t>
            </a:r>
            <a:r>
              <a:rPr lang="zh-CN" altLang="en-US" dirty="0" smtClean="0"/>
              <a:t>路径，所以 </a:t>
            </a:r>
            <a:r>
              <a:rPr lang="en-US" altLang="zh-CN" dirty="0" smtClean="0"/>
              <a:t>Workflow </a:t>
            </a:r>
            <a:r>
              <a:rPr lang="zh-CN" altLang="en-US" dirty="0" smtClean="0"/>
              <a:t>的核心是让任务可检查、可恢复。</a:t>
            </a:r>
            <a:endParaRPr dirty="0"/>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defRPr/>
            </a:pPr>
            <a:r>
              <a:rPr lang="en-US" altLang="zh-CN" dirty="0" smtClean="0"/>
              <a:t>Workflow </a:t>
            </a:r>
            <a:r>
              <a:rPr lang="zh-CN" altLang="en-US" dirty="0" smtClean="0"/>
              <a:t>在执行过程中还需要调用各种资源。看左边的图，比如阶段</a:t>
            </a:r>
            <a:r>
              <a:rPr lang="en-US" altLang="zh-CN" dirty="0" smtClean="0"/>
              <a:t>a</a:t>
            </a:r>
            <a:r>
              <a:rPr lang="zh-CN" altLang="en-US" dirty="0" smtClean="0"/>
              <a:t>就需要 </a:t>
            </a:r>
            <a:r>
              <a:rPr lang="en-US" altLang="zh-CN" dirty="0" smtClean="0"/>
              <a:t>Reference </a:t>
            </a:r>
            <a:r>
              <a:rPr lang="zh-CN" altLang="en-US" dirty="0" smtClean="0"/>
              <a:t>主要提供专业知识、平台规则、</a:t>
            </a:r>
            <a:r>
              <a:rPr lang="en-US" altLang="zh-CN" dirty="0" smtClean="0"/>
              <a:t>API </a:t>
            </a:r>
            <a:r>
              <a:rPr lang="zh-CN" altLang="en-US" dirty="0" smtClean="0"/>
              <a:t>和优化原则；</a:t>
            </a:r>
            <a:r>
              <a:rPr lang="en-US" altLang="zh-CN" dirty="0" smtClean="0"/>
              <a:t>Example </a:t>
            </a:r>
            <a:r>
              <a:rPr lang="zh-CN" altLang="en-US" dirty="0" smtClean="0"/>
              <a:t>用来参考类似问题之前是怎么解决的；</a:t>
            </a:r>
            <a:r>
              <a:rPr lang="en-US" altLang="zh-CN" dirty="0" smtClean="0"/>
              <a:t>Script </a:t>
            </a:r>
            <a:r>
              <a:rPr lang="zh-CN" altLang="en-US" dirty="0" smtClean="0"/>
              <a:t>更适合环境检测、真实执行、</a:t>
            </a:r>
            <a:r>
              <a:rPr lang="en-US" altLang="zh-CN" dirty="0" smtClean="0"/>
              <a:t>Benchmark</a:t>
            </a:r>
            <a:r>
              <a:rPr lang="zh-CN" altLang="en-US" dirty="0" smtClean="0"/>
              <a:t>、日志处理这类确定性工作。如果某一个 </a:t>
            </a:r>
            <a:r>
              <a:rPr lang="en-US" altLang="zh-CN" dirty="0" smtClean="0"/>
              <a:t>Stage </a:t>
            </a:r>
            <a:r>
              <a:rPr lang="zh-CN" altLang="en-US" dirty="0" smtClean="0"/>
              <a:t>本身比较复杂，就可以把它交给 </a:t>
            </a:r>
            <a:r>
              <a:rPr lang="en-US" altLang="zh-CN" dirty="0" smtClean="0"/>
              <a:t>Subagent</a:t>
            </a:r>
            <a:r>
              <a:rPr lang="zh-CN" altLang="en-US" dirty="0" smtClean="0"/>
              <a:t>，让独立 </a:t>
            </a:r>
            <a:r>
              <a:rPr lang="en-US" altLang="zh-CN" dirty="0" smtClean="0"/>
              <a:t>Agent </a:t>
            </a:r>
            <a:r>
              <a:rPr lang="zh-CN" altLang="en-US" dirty="0" smtClean="0"/>
              <a:t>在隔离的上下文里完成。如果已经存在一个功能完整的其他 </a:t>
            </a:r>
            <a:r>
              <a:rPr lang="en-US" altLang="zh-CN" dirty="0" smtClean="0"/>
              <a:t>Skill</a:t>
            </a:r>
            <a:r>
              <a:rPr lang="zh-CN" altLang="en-US" dirty="0" smtClean="0"/>
              <a:t>，也可以直接复用。</a:t>
            </a:r>
            <a:endParaRPr dirty="0"/>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defRPr/>
            </a:pPr>
            <a:r>
              <a:rPr lang="zh-CN" altLang="en-US" sz="1200" b="0" dirty="0" smtClean="0">
                <a:solidFill>
                  <a:srgbClr val="68727B"/>
                </a:solidFill>
                <a:latin typeface="微软雅黑" panose="020B0503020204020204" charset="-122"/>
                <a:ea typeface="微软雅黑" panose="020B0503020204020204" charset="-122"/>
                <a:cs typeface="微软雅黑" panose="020B0503020204020204" charset="-122"/>
              </a:rPr>
              <a:t>实际开发一个 </a:t>
            </a:r>
            <a:r>
              <a:rPr lang="en-US" altLang="zh-CN" sz="1200" b="0" dirty="0" smtClean="0">
                <a:solidFill>
                  <a:srgbClr val="68727B"/>
                </a:solidFill>
                <a:latin typeface="微软雅黑" panose="020B0503020204020204" charset="-122"/>
                <a:ea typeface="微软雅黑" panose="020B0503020204020204" charset="-122"/>
                <a:cs typeface="微软雅黑" panose="020B0503020204020204" charset="-122"/>
              </a:rPr>
              <a:t>Skill </a:t>
            </a:r>
            <a:r>
              <a:rPr lang="zh-CN" altLang="en-US" sz="1200" b="0" dirty="0" smtClean="0">
                <a:solidFill>
                  <a:srgbClr val="68727B"/>
                </a:solidFill>
                <a:latin typeface="微软雅黑" panose="020B0503020204020204" charset="-122"/>
                <a:ea typeface="微软雅黑" panose="020B0503020204020204" charset="-122"/>
                <a:cs typeface="微软雅黑" panose="020B0503020204020204" charset="-122"/>
              </a:rPr>
              <a:t>时，首先按照 </a:t>
            </a:r>
            <a:r>
              <a:rPr lang="en-US" altLang="zh-CN" sz="1200" b="0" dirty="0" smtClean="0">
                <a:solidFill>
                  <a:srgbClr val="68727B"/>
                </a:solidFill>
                <a:latin typeface="微软雅黑" panose="020B0503020204020204" charset="-122"/>
                <a:ea typeface="微软雅黑" panose="020B0503020204020204" charset="-122"/>
                <a:cs typeface="微软雅黑" panose="020B0503020204020204" charset="-122"/>
              </a:rPr>
              <a:t>WHAT</a:t>
            </a:r>
            <a:r>
              <a:rPr lang="zh-CN" altLang="en-US" sz="1200" b="0" dirty="0" smtClean="0">
                <a:solidFill>
                  <a:srgbClr val="68727B"/>
                </a:solidFill>
                <a:latin typeface="微软雅黑" panose="020B0503020204020204" charset="-122"/>
                <a:ea typeface="微软雅黑" panose="020B0503020204020204" charset="-122"/>
                <a:cs typeface="微软雅黑" panose="020B0503020204020204" charset="-122"/>
              </a:rPr>
              <a:t>、</a:t>
            </a:r>
            <a:r>
              <a:rPr lang="en-US" altLang="zh-CN" sz="1200" b="0" dirty="0" smtClean="0">
                <a:solidFill>
                  <a:srgbClr val="68727B"/>
                </a:solidFill>
                <a:latin typeface="微软雅黑" panose="020B0503020204020204" charset="-122"/>
                <a:ea typeface="微软雅黑" panose="020B0503020204020204" charset="-122"/>
                <a:cs typeface="微软雅黑" panose="020B0503020204020204" charset="-122"/>
              </a:rPr>
              <a:t>HOW</a:t>
            </a:r>
            <a:r>
              <a:rPr lang="zh-CN" altLang="en-US" sz="1200" b="0" dirty="0" smtClean="0">
                <a:solidFill>
                  <a:srgbClr val="68727B"/>
                </a:solidFill>
                <a:latin typeface="微软雅黑" panose="020B0503020204020204" charset="-122"/>
                <a:ea typeface="微软雅黑" panose="020B0503020204020204" charset="-122"/>
                <a:cs typeface="微软雅黑" panose="020B0503020204020204" charset="-122"/>
              </a:rPr>
              <a:t>、</a:t>
            </a:r>
            <a:r>
              <a:rPr lang="en-US" altLang="zh-CN" sz="1200" b="0" dirty="0" smtClean="0">
                <a:solidFill>
                  <a:srgbClr val="68727B"/>
                </a:solidFill>
                <a:latin typeface="微软雅黑" panose="020B0503020204020204" charset="-122"/>
                <a:ea typeface="微软雅黑" panose="020B0503020204020204" charset="-122"/>
                <a:cs typeface="微软雅黑" panose="020B0503020204020204" charset="-122"/>
              </a:rPr>
              <a:t>WHO </a:t>
            </a:r>
            <a:r>
              <a:rPr lang="zh-CN" altLang="en-US" sz="1200" b="0" dirty="0" smtClean="0">
                <a:solidFill>
                  <a:srgbClr val="68727B"/>
                </a:solidFill>
                <a:latin typeface="微软雅黑" panose="020B0503020204020204" charset="-122"/>
                <a:ea typeface="微软雅黑" panose="020B0503020204020204" charset="-122"/>
                <a:cs typeface="微软雅黑" panose="020B0503020204020204" charset="-122"/>
              </a:rPr>
              <a:t>三个问题来拆。第一步是明确做什么，也就是确定任务目标、输入、输出、边界和通过标准。例如最终要生成代码还是报告，哪些内容允许修改，怎样算任务完成。第二步是设计最小可运行的 </a:t>
            </a:r>
            <a:r>
              <a:rPr lang="en-US" altLang="zh-CN" sz="1200" b="0" dirty="0" smtClean="0">
                <a:solidFill>
                  <a:srgbClr val="68727B"/>
                </a:solidFill>
                <a:latin typeface="微软雅黑" panose="020B0503020204020204" charset="-122"/>
                <a:ea typeface="微软雅黑" panose="020B0503020204020204" charset="-122"/>
                <a:cs typeface="微软雅黑" panose="020B0503020204020204" charset="-122"/>
              </a:rPr>
              <a:t>Workflow</a:t>
            </a:r>
            <a:r>
              <a:rPr lang="zh-CN" altLang="en-US" sz="1200" b="0" dirty="0" smtClean="0">
                <a:solidFill>
                  <a:srgbClr val="68727B"/>
                </a:solidFill>
                <a:latin typeface="微软雅黑" panose="020B0503020204020204" charset="-122"/>
                <a:ea typeface="微软雅黑" panose="020B0503020204020204" charset="-122"/>
                <a:cs typeface="微软雅黑" panose="020B0503020204020204" charset="-122"/>
              </a:rPr>
              <a:t>，把任务划成若干 </a:t>
            </a:r>
            <a:r>
              <a:rPr lang="en-US" altLang="zh-CN" sz="1200" b="0" dirty="0" smtClean="0">
                <a:solidFill>
                  <a:srgbClr val="68727B"/>
                </a:solidFill>
                <a:latin typeface="微软雅黑" panose="020B0503020204020204" charset="-122"/>
                <a:ea typeface="微软雅黑" panose="020B0503020204020204" charset="-122"/>
                <a:cs typeface="微软雅黑" panose="020B0503020204020204" charset="-122"/>
              </a:rPr>
              <a:t>Stage</a:t>
            </a:r>
            <a:r>
              <a:rPr lang="zh-CN" altLang="en-US" sz="1200" b="0" dirty="0" smtClean="0">
                <a:solidFill>
                  <a:srgbClr val="68727B"/>
                </a:solidFill>
                <a:latin typeface="微软雅黑" panose="020B0503020204020204" charset="-122"/>
                <a:ea typeface="微软雅黑" panose="020B0503020204020204" charset="-122"/>
                <a:cs typeface="微软雅黑" panose="020B0503020204020204" charset="-122"/>
              </a:rPr>
              <a:t>，并写清楚每个阶段的输入、动作、输出、</a:t>
            </a:r>
            <a:r>
              <a:rPr lang="en-US" altLang="zh-CN" sz="1200" b="0" dirty="0" smtClean="0">
                <a:solidFill>
                  <a:srgbClr val="68727B"/>
                </a:solidFill>
                <a:latin typeface="微软雅黑" panose="020B0503020204020204" charset="-122"/>
                <a:ea typeface="微软雅黑" panose="020B0503020204020204" charset="-122"/>
                <a:cs typeface="微软雅黑" panose="020B0503020204020204" charset="-122"/>
              </a:rPr>
              <a:t>Gate </a:t>
            </a:r>
            <a:r>
              <a:rPr lang="zh-CN" altLang="en-US" sz="1200" b="0" dirty="0" smtClean="0">
                <a:solidFill>
                  <a:srgbClr val="68727B"/>
                </a:solidFill>
                <a:latin typeface="微软雅黑" panose="020B0503020204020204" charset="-122"/>
                <a:ea typeface="微软雅黑" panose="020B0503020204020204" charset="-122"/>
                <a:cs typeface="微软雅黑" panose="020B0503020204020204" charset="-122"/>
              </a:rPr>
              <a:t>和失败路径。第三步再决定谁来做：简单判断和编排由主 </a:t>
            </a:r>
            <a:r>
              <a:rPr lang="en-US" altLang="zh-CN" sz="1200" b="0" dirty="0" smtClean="0">
                <a:solidFill>
                  <a:srgbClr val="68727B"/>
                </a:solidFill>
                <a:latin typeface="微软雅黑" panose="020B0503020204020204" charset="-122"/>
                <a:ea typeface="微软雅黑" panose="020B0503020204020204" charset="-122"/>
                <a:cs typeface="微软雅黑" panose="020B0503020204020204" charset="-122"/>
              </a:rPr>
              <a:t>Agent </a:t>
            </a:r>
            <a:r>
              <a:rPr lang="zh-CN" altLang="en-US" sz="1200" b="0" dirty="0" smtClean="0">
                <a:solidFill>
                  <a:srgbClr val="68727B"/>
                </a:solidFill>
                <a:latin typeface="微软雅黑" panose="020B0503020204020204" charset="-122"/>
                <a:ea typeface="微软雅黑" panose="020B0503020204020204" charset="-122"/>
                <a:cs typeface="微软雅黑" panose="020B0503020204020204" charset="-122"/>
              </a:rPr>
              <a:t>完成，确定性操作交给 </a:t>
            </a:r>
            <a:r>
              <a:rPr lang="en-US" altLang="zh-CN" sz="1200" b="0" dirty="0" smtClean="0">
                <a:solidFill>
                  <a:srgbClr val="68727B"/>
                </a:solidFill>
                <a:latin typeface="微软雅黑" panose="020B0503020204020204" charset="-122"/>
                <a:ea typeface="微软雅黑" panose="020B0503020204020204" charset="-122"/>
                <a:cs typeface="微软雅黑" panose="020B0503020204020204" charset="-122"/>
              </a:rPr>
              <a:t>Script</a:t>
            </a:r>
            <a:r>
              <a:rPr lang="zh-CN" altLang="en-US" sz="1200" b="0" dirty="0" smtClean="0">
                <a:solidFill>
                  <a:srgbClr val="68727B"/>
                </a:solidFill>
                <a:latin typeface="微软雅黑" panose="020B0503020204020204" charset="-122"/>
                <a:ea typeface="微软雅黑" panose="020B0503020204020204" charset="-122"/>
                <a:cs typeface="微软雅黑" panose="020B0503020204020204" charset="-122"/>
              </a:rPr>
              <a:t>，复杂独立任务交给 </a:t>
            </a:r>
            <a:r>
              <a:rPr lang="en-US" altLang="zh-CN" sz="1200" b="0" dirty="0" smtClean="0">
                <a:solidFill>
                  <a:srgbClr val="68727B"/>
                </a:solidFill>
                <a:latin typeface="微软雅黑" panose="020B0503020204020204" charset="-122"/>
                <a:ea typeface="微软雅黑" panose="020B0503020204020204" charset="-122"/>
                <a:cs typeface="微软雅黑" panose="020B0503020204020204" charset="-122"/>
              </a:rPr>
              <a:t>Subagent</a:t>
            </a:r>
            <a:r>
              <a:rPr lang="zh-CN" altLang="en-US" sz="1200" b="0" dirty="0" smtClean="0">
                <a:solidFill>
                  <a:srgbClr val="68727B"/>
                </a:solidFill>
                <a:latin typeface="微软雅黑" panose="020B0503020204020204" charset="-122"/>
                <a:ea typeface="微软雅黑" panose="020B0503020204020204" charset="-122"/>
                <a:cs typeface="微软雅黑" panose="020B0503020204020204" charset="-122"/>
              </a:rPr>
              <a:t>，完整能力则直接调用其他 </a:t>
            </a:r>
            <a:r>
              <a:rPr lang="en-US" altLang="zh-CN" sz="1200" b="0" dirty="0" smtClean="0">
                <a:solidFill>
                  <a:srgbClr val="68727B"/>
                </a:solidFill>
                <a:latin typeface="微软雅黑" panose="020B0503020204020204" charset="-122"/>
                <a:ea typeface="微软雅黑" panose="020B0503020204020204" charset="-122"/>
                <a:cs typeface="微软雅黑" panose="020B0503020204020204" charset="-122"/>
              </a:rPr>
              <a:t>Skill</a:t>
            </a:r>
            <a:r>
              <a:rPr lang="zh-CN" altLang="en-US" sz="1200" b="0" dirty="0" smtClean="0">
                <a:solidFill>
                  <a:srgbClr val="68727B"/>
                </a:solidFill>
                <a:latin typeface="微软雅黑" panose="020B0503020204020204" charset="-122"/>
                <a:ea typeface="微软雅黑" panose="020B0503020204020204" charset="-122"/>
                <a:cs typeface="微软雅黑" panose="020B0503020204020204" charset="-122"/>
              </a:rPr>
              <a:t>。这样可以避免一开始就把结构设计得过重。</a:t>
            </a:r>
            <a:endParaRPr lang="zh-CN" altLang="en-US" sz="1200" b="0" dirty="0" smtClean="0">
              <a:solidFill>
                <a:srgbClr val="68727B"/>
              </a:solidFill>
              <a:latin typeface="微软雅黑" panose="020B0503020204020204" charset="-122"/>
              <a:ea typeface="微软雅黑" panose="020B0503020204020204" charset="-122"/>
              <a:cs typeface="微软雅黑" panose="020B0503020204020204" charset="-122"/>
            </a:endParaRP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defRPr/>
            </a:pPr>
            <a:r>
              <a:rPr lang="zh-CN" altLang="en-US" dirty="0" smtClean="0"/>
              <a:t>基础 </a:t>
            </a:r>
            <a:r>
              <a:rPr lang="en-US" dirty="0" smtClean="0"/>
              <a:t>Workflow </a:t>
            </a:r>
            <a:r>
              <a:rPr lang="zh-CN" altLang="en-US" dirty="0" smtClean="0"/>
              <a:t>能跑以后，再补三个部分。第一是资源和知识：如果 </a:t>
            </a:r>
            <a:r>
              <a:rPr lang="en-US" dirty="0" smtClean="0"/>
              <a:t>Agent </a:t>
            </a:r>
            <a:r>
              <a:rPr lang="zh-CN" altLang="en-US" dirty="0" smtClean="0"/>
              <a:t>缺平台知识就补 </a:t>
            </a:r>
            <a:r>
              <a:rPr lang="en-US" dirty="0" smtClean="0"/>
              <a:t>Reference，</a:t>
            </a:r>
            <a:r>
              <a:rPr lang="zh-CN" altLang="en-US" dirty="0" smtClean="0"/>
              <a:t>缺成熟案例就补 </a:t>
            </a:r>
            <a:r>
              <a:rPr lang="en-US" dirty="0" smtClean="0"/>
              <a:t>Example，</a:t>
            </a:r>
            <a:r>
              <a:rPr lang="zh-CN" altLang="en-US" dirty="0" smtClean="0"/>
              <a:t>缺稳定的真实执行就补 </a:t>
            </a:r>
            <a:r>
              <a:rPr lang="en-US" dirty="0" smtClean="0"/>
              <a:t>Script。</a:t>
            </a:r>
            <a:r>
              <a:rPr lang="zh-CN" altLang="en-US" dirty="0" smtClean="0"/>
              <a:t>第二是约束和触发规则，需要明确 </a:t>
            </a:r>
            <a:r>
              <a:rPr lang="en-US" dirty="0" err="1" smtClean="0"/>
              <a:t>Boundary、Contract、Policy、Gate</a:t>
            </a:r>
            <a:r>
              <a:rPr lang="en-US" dirty="0" smtClean="0"/>
              <a:t>，</a:t>
            </a:r>
            <a:r>
              <a:rPr lang="zh-CN" altLang="en-US" dirty="0" smtClean="0"/>
              <a:t>以及 合适</a:t>
            </a:r>
            <a:r>
              <a:rPr lang="en-US" dirty="0" smtClean="0"/>
              <a:t>name </a:t>
            </a:r>
            <a:r>
              <a:rPr lang="zh-CN" altLang="en-US" dirty="0" smtClean="0"/>
              <a:t>和 </a:t>
            </a:r>
            <a:r>
              <a:rPr lang="en-US" dirty="0" smtClean="0"/>
              <a:t>description，</a:t>
            </a:r>
            <a:r>
              <a:rPr lang="zh-CN" altLang="en-US" dirty="0" smtClean="0"/>
              <a:t>避免 </a:t>
            </a:r>
            <a:r>
              <a:rPr lang="en-US" dirty="0" smtClean="0"/>
              <a:t>Skill </a:t>
            </a:r>
            <a:r>
              <a:rPr lang="zh-CN" altLang="en-US" dirty="0" smtClean="0"/>
              <a:t>误触发。第三是真实验证，包括 </a:t>
            </a:r>
            <a:r>
              <a:rPr lang="en-US" dirty="0" smtClean="0"/>
              <a:t>Trigger </a:t>
            </a:r>
            <a:r>
              <a:rPr lang="en-US" dirty="0" err="1" smtClean="0"/>
              <a:t>Test、Workflow</a:t>
            </a:r>
            <a:r>
              <a:rPr lang="en-US" dirty="0" smtClean="0"/>
              <a:t> Test </a:t>
            </a:r>
            <a:r>
              <a:rPr lang="zh-CN" altLang="en-US" dirty="0" smtClean="0"/>
              <a:t>和 </a:t>
            </a:r>
            <a:r>
              <a:rPr lang="en-US" dirty="0" smtClean="0"/>
              <a:t>Result Test。</a:t>
            </a:r>
            <a:r>
              <a:rPr lang="zh-CN" altLang="en-US" dirty="0" smtClean="0"/>
              <a:t>发现问题以后，不是简单修改 </a:t>
            </a:r>
            <a:r>
              <a:rPr lang="en-US" dirty="0" smtClean="0"/>
              <a:t>Prompt，</a:t>
            </a:r>
            <a:r>
              <a:rPr lang="zh-CN" altLang="en-US" dirty="0" smtClean="0"/>
              <a:t>而是判断究竟缺资源、缺约束，还是流程本身需要调整，然后回到真实任务重新测试。</a:t>
            </a:r>
            <a:endParaRPr dirty="0"/>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defRPr/>
            </a:pPr>
            <a:r>
              <a:rPr lang="zh-CN" altLang="en-US" dirty="0" smtClean="0"/>
              <a:t>这一页把前面的过程串成一个完整闭环。最开始只是一个 </a:t>
            </a:r>
            <a:r>
              <a:rPr lang="en-US" dirty="0" smtClean="0"/>
              <a:t>Task，</a:t>
            </a:r>
            <a:r>
              <a:rPr lang="zh-CN" altLang="en-US" dirty="0" smtClean="0"/>
              <a:t>也就是明确输入和输出；然后把任务拆成 </a:t>
            </a:r>
            <a:r>
              <a:rPr lang="en-US" dirty="0" smtClean="0"/>
              <a:t>Basic Workflow；</a:t>
            </a:r>
            <a:r>
              <a:rPr lang="zh-CN" altLang="en-US" dirty="0" smtClean="0"/>
              <a:t>再加入 </a:t>
            </a:r>
            <a:r>
              <a:rPr lang="en-US" dirty="0" err="1" smtClean="0"/>
              <a:t>Artifact、Gate、Retry</a:t>
            </a:r>
            <a:r>
              <a:rPr lang="en-US" dirty="0" smtClean="0"/>
              <a:t> </a:t>
            </a:r>
            <a:r>
              <a:rPr lang="zh-CN" altLang="en-US" dirty="0" smtClean="0"/>
              <a:t>和 </a:t>
            </a:r>
            <a:r>
              <a:rPr lang="en-US" dirty="0" smtClean="0"/>
              <a:t>Fallback，</a:t>
            </a:r>
            <a:r>
              <a:rPr lang="zh-CN" altLang="en-US" dirty="0" smtClean="0"/>
              <a:t>形成 </a:t>
            </a:r>
            <a:r>
              <a:rPr lang="en-US" dirty="0" smtClean="0"/>
              <a:t>Executable Workflow。</a:t>
            </a:r>
            <a:r>
              <a:rPr lang="zh-CN" altLang="en-US" dirty="0" smtClean="0"/>
              <a:t>之后在这个 </a:t>
            </a:r>
            <a:r>
              <a:rPr lang="en-US" dirty="0" smtClean="0"/>
              <a:t>Workflow </a:t>
            </a:r>
            <a:r>
              <a:rPr lang="zh-CN" altLang="en-US" dirty="0" smtClean="0"/>
              <a:t>上补资源、约束和 </a:t>
            </a:r>
            <a:r>
              <a:rPr lang="en-US" dirty="0" smtClean="0"/>
              <a:t>Metadata，</a:t>
            </a:r>
            <a:r>
              <a:rPr lang="zh-CN" altLang="en-US" dirty="0" smtClean="0"/>
              <a:t>才真正形成 </a:t>
            </a:r>
            <a:r>
              <a:rPr lang="en-US" dirty="0" smtClean="0"/>
              <a:t>Complete Skill。</a:t>
            </a:r>
            <a:r>
              <a:rPr lang="zh-CN" altLang="en-US" dirty="0" smtClean="0"/>
              <a:t>最后通过实际任务进行 </a:t>
            </a:r>
            <a:r>
              <a:rPr lang="en-US" dirty="0" smtClean="0"/>
              <a:t>Evaluation，</a:t>
            </a:r>
            <a:r>
              <a:rPr lang="zh-CN" altLang="en-US" dirty="0" smtClean="0"/>
              <a:t>如果测试失败，就要定位问题是在 </a:t>
            </a:r>
            <a:r>
              <a:rPr lang="en-US" dirty="0" err="1" smtClean="0"/>
              <a:t>Trigger、Workflow</a:t>
            </a:r>
            <a:r>
              <a:rPr lang="en-US" dirty="0" smtClean="0"/>
              <a:t> </a:t>
            </a:r>
            <a:r>
              <a:rPr lang="zh-CN" altLang="en-US" dirty="0" smtClean="0"/>
              <a:t>还是 </a:t>
            </a:r>
            <a:r>
              <a:rPr lang="en-US" dirty="0" smtClean="0"/>
              <a:t>Resource。</a:t>
            </a:r>
            <a:r>
              <a:rPr lang="zh-CN" altLang="en-US" dirty="0" smtClean="0"/>
              <a:t>修改以后继续 </a:t>
            </a:r>
            <a:r>
              <a:rPr lang="en-US" dirty="0" smtClean="0"/>
              <a:t>Re-test，</a:t>
            </a:r>
            <a:r>
              <a:rPr lang="zh-CN" altLang="en-US" dirty="0" smtClean="0"/>
              <a:t>直到形成稳定、可调用、可复用的 </a:t>
            </a:r>
            <a:r>
              <a:rPr lang="en-US" dirty="0" smtClean="0"/>
              <a:t>Skill。</a:t>
            </a:r>
            <a:r>
              <a:rPr lang="zh-CN" altLang="en-US" dirty="0" smtClean="0"/>
              <a:t>所以 </a:t>
            </a:r>
            <a:r>
              <a:rPr lang="en-US" dirty="0" smtClean="0"/>
              <a:t>Skill </a:t>
            </a:r>
            <a:r>
              <a:rPr lang="zh-CN" altLang="en-US" dirty="0" smtClean="0"/>
              <a:t>开发本质上是 </a:t>
            </a:r>
            <a:r>
              <a:rPr lang="en-US" dirty="0" err="1" smtClean="0"/>
              <a:t>Task、Workflow</a:t>
            </a:r>
            <a:r>
              <a:rPr lang="en-US" dirty="0" smtClean="0"/>
              <a:t>、</a:t>
            </a:r>
            <a:r>
              <a:rPr lang="zh-CN" altLang="en-US" dirty="0" smtClean="0"/>
              <a:t>封装、验证和迭代不断循环。</a:t>
            </a:r>
            <a:endParaRPr dirty="0"/>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defRPr/>
            </a:pPr>
            <a:r>
              <a:rPr lang="zh-CN" altLang="en-US" sz="1200" b="0" dirty="0" smtClean="0">
                <a:solidFill>
                  <a:srgbClr val="68727B"/>
                </a:solidFill>
                <a:latin typeface="微软雅黑" panose="020B0503020204020204" charset="-122"/>
                <a:ea typeface="微软雅黑" panose="020B0503020204020204" charset="-122"/>
                <a:cs typeface="微软雅黑" panose="020B0503020204020204" charset="-122"/>
              </a:rPr>
              <a:t>根据前面的实践，我总结了七个比较重要的原则。第一是职责明确，必须说清楚做什么和不做什么；第二是步骤明确，用 </a:t>
            </a:r>
            <a:r>
              <a:rPr lang="en-US" altLang="zh-CN" sz="1200" b="0" dirty="0" smtClean="0">
                <a:solidFill>
                  <a:srgbClr val="68727B"/>
                </a:solidFill>
                <a:latin typeface="微软雅黑" panose="020B0503020204020204" charset="-122"/>
                <a:ea typeface="微软雅黑" panose="020B0503020204020204" charset="-122"/>
                <a:cs typeface="微软雅黑" panose="020B0503020204020204" charset="-122"/>
              </a:rPr>
              <a:t>Stage</a:t>
            </a:r>
            <a:r>
              <a:rPr lang="zh-CN" altLang="en-US" sz="1200" b="0" dirty="0" smtClean="0">
                <a:solidFill>
                  <a:srgbClr val="68727B"/>
                </a:solidFill>
                <a:latin typeface="微软雅黑" panose="020B0503020204020204" charset="-122"/>
                <a:ea typeface="微软雅黑" panose="020B0503020204020204" charset="-122"/>
                <a:cs typeface="微软雅黑" panose="020B0503020204020204" charset="-122"/>
              </a:rPr>
              <a:t>、</a:t>
            </a:r>
            <a:r>
              <a:rPr lang="en-US" altLang="zh-CN" sz="1200" b="0" dirty="0" smtClean="0">
                <a:solidFill>
                  <a:srgbClr val="68727B"/>
                </a:solidFill>
                <a:latin typeface="微软雅黑" panose="020B0503020204020204" charset="-122"/>
                <a:ea typeface="微软雅黑" panose="020B0503020204020204" charset="-122"/>
                <a:cs typeface="微软雅黑" panose="020B0503020204020204" charset="-122"/>
              </a:rPr>
              <a:t>Gate </a:t>
            </a:r>
            <a:r>
              <a:rPr lang="zh-CN" altLang="en-US" sz="1200" b="0" dirty="0" smtClean="0">
                <a:solidFill>
                  <a:srgbClr val="68727B"/>
                </a:solidFill>
                <a:latin typeface="微软雅黑" panose="020B0503020204020204" charset="-122"/>
                <a:ea typeface="微软雅黑" panose="020B0503020204020204" charset="-122"/>
                <a:cs typeface="微软雅黑" panose="020B0503020204020204" charset="-122"/>
              </a:rPr>
              <a:t>和 </a:t>
            </a:r>
            <a:r>
              <a:rPr lang="en-US" altLang="zh-CN" sz="1200" b="0" dirty="0" smtClean="0">
                <a:solidFill>
                  <a:srgbClr val="68727B"/>
                </a:solidFill>
                <a:latin typeface="微软雅黑" panose="020B0503020204020204" charset="-122"/>
                <a:ea typeface="微软雅黑" panose="020B0503020204020204" charset="-122"/>
                <a:cs typeface="微软雅黑" panose="020B0503020204020204" charset="-122"/>
              </a:rPr>
              <a:t>Failure </a:t>
            </a:r>
            <a:r>
              <a:rPr lang="zh-CN" altLang="en-US" sz="1200" b="0" dirty="0" smtClean="0">
                <a:solidFill>
                  <a:srgbClr val="68727B"/>
                </a:solidFill>
                <a:latin typeface="微软雅黑" panose="020B0503020204020204" charset="-122"/>
                <a:ea typeface="微软雅黑" panose="020B0503020204020204" charset="-122"/>
                <a:cs typeface="微软雅黑" panose="020B0503020204020204" charset="-122"/>
              </a:rPr>
              <a:t>管理推进；第三是输入输出契约清楚，避免阶段之间信息丢失；第四是失败可恢复，报错要能直接支持下一次重试；第五是资源按需加载，不要一次把全部上下文塞给 </a:t>
            </a:r>
            <a:r>
              <a:rPr lang="en-US" altLang="zh-CN" sz="1200" b="0" dirty="0" smtClean="0">
                <a:solidFill>
                  <a:srgbClr val="68727B"/>
                </a:solidFill>
                <a:latin typeface="微软雅黑" panose="020B0503020204020204" charset="-122"/>
                <a:ea typeface="微软雅黑" panose="020B0503020204020204" charset="-122"/>
                <a:cs typeface="微软雅黑" panose="020B0503020204020204" charset="-122"/>
              </a:rPr>
              <a:t>Agent</a:t>
            </a:r>
            <a:r>
              <a:rPr lang="zh-CN" altLang="en-US" sz="1200" b="0" dirty="0" smtClean="0">
                <a:solidFill>
                  <a:srgbClr val="68727B"/>
                </a:solidFill>
                <a:latin typeface="微软雅黑" panose="020B0503020204020204" charset="-122"/>
                <a:ea typeface="微软雅黑" panose="020B0503020204020204" charset="-122"/>
                <a:cs typeface="微软雅黑" panose="020B0503020204020204" charset="-122"/>
              </a:rPr>
              <a:t>；第六是在关键地方严格约束，在开放部分保留灵活性；第七是触发条件要清晰。做 </a:t>
            </a:r>
            <a:r>
              <a:rPr lang="en-US" altLang="zh-CN" sz="1200" b="0" dirty="0" smtClean="0">
                <a:solidFill>
                  <a:srgbClr val="68727B"/>
                </a:solidFill>
                <a:latin typeface="微软雅黑" panose="020B0503020204020204" charset="-122"/>
                <a:ea typeface="微软雅黑" panose="020B0503020204020204" charset="-122"/>
                <a:cs typeface="微软雅黑" panose="020B0503020204020204" charset="-122"/>
              </a:rPr>
              <a:t>AI Skill </a:t>
            </a:r>
            <a:r>
              <a:rPr lang="zh-CN" altLang="en-US" sz="1200" b="0" dirty="0" smtClean="0">
                <a:solidFill>
                  <a:srgbClr val="68727B"/>
                </a:solidFill>
                <a:latin typeface="微软雅黑" panose="020B0503020204020204" charset="-122"/>
                <a:ea typeface="微软雅黑" panose="020B0503020204020204" charset="-122"/>
                <a:cs typeface="微软雅黑" panose="020B0503020204020204" charset="-122"/>
              </a:rPr>
              <a:t>时，最好始终站在 </a:t>
            </a:r>
            <a:r>
              <a:rPr lang="en-US" altLang="zh-CN" sz="1200" b="0" dirty="0" smtClean="0">
                <a:solidFill>
                  <a:srgbClr val="68727B"/>
                </a:solidFill>
                <a:latin typeface="微软雅黑" panose="020B0503020204020204" charset="-122"/>
                <a:ea typeface="微软雅黑" panose="020B0503020204020204" charset="-122"/>
                <a:cs typeface="微软雅黑" panose="020B0503020204020204" charset="-122"/>
              </a:rPr>
              <a:t>Agent </a:t>
            </a:r>
            <a:r>
              <a:rPr lang="zh-CN" altLang="en-US" sz="1200" b="0" dirty="0" smtClean="0">
                <a:solidFill>
                  <a:srgbClr val="68727B"/>
                </a:solidFill>
                <a:latin typeface="微软雅黑" panose="020B0503020204020204" charset="-122"/>
                <a:ea typeface="微软雅黑" panose="020B0503020204020204" charset="-122"/>
                <a:cs typeface="微软雅黑" panose="020B0503020204020204" charset="-122"/>
              </a:rPr>
              <a:t>的角度检查：看到这个描述以后，它真的知道什么时候该用、该怎么用吗。</a:t>
            </a:r>
            <a:endParaRPr dirty="0"/>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a:lnSpc>
                <a:spcPct val="100000"/>
              </a:lnSpc>
              <a:spcBef>
                <a:spcPts val="0"/>
              </a:spcBef>
              <a:spcAft>
                <a:spcPts val="0"/>
              </a:spcAft>
              <a:buClrTx/>
              <a:buSzTx/>
              <a:buFontTx/>
              <a:buNone/>
            </a:pPr>
            <a:r>
              <a:rPr lang="zh-CN" altLang="en-US" sz="1200" b="1" dirty="0" smtClean="0">
                <a:solidFill>
                  <a:srgbClr val="557A96"/>
                </a:solidFill>
                <a:latin typeface="微软雅黑" panose="020B0503020204020204" charset="-122"/>
                <a:ea typeface="微软雅黑" panose="020B0503020204020204" charset="-122"/>
                <a:cs typeface="微软雅黑" panose="020B0503020204020204" charset="-122"/>
              </a:rPr>
              <a:t>当 </a:t>
            </a:r>
            <a:r>
              <a:rPr lang="en-US" altLang="zh-CN" sz="1200" b="1" dirty="0" smtClean="0">
                <a:solidFill>
                  <a:srgbClr val="557A96"/>
                </a:solidFill>
                <a:latin typeface="微软雅黑" panose="020B0503020204020204" charset="-122"/>
                <a:ea typeface="微软雅黑" panose="020B0503020204020204" charset="-122"/>
                <a:cs typeface="微软雅黑" panose="020B0503020204020204" charset="-122"/>
              </a:rPr>
              <a:t>Skill </a:t>
            </a:r>
            <a:r>
              <a:rPr lang="zh-CN" altLang="en-US" sz="1200" b="1" dirty="0" smtClean="0">
                <a:solidFill>
                  <a:srgbClr val="557A96"/>
                </a:solidFill>
                <a:latin typeface="微软雅黑" panose="020B0503020204020204" charset="-122"/>
                <a:ea typeface="微软雅黑" panose="020B0503020204020204" charset="-122"/>
                <a:cs typeface="微软雅黑" panose="020B0503020204020204" charset="-122"/>
              </a:rPr>
              <a:t>真正用于复杂开发任务以后，我遇到三个比较明显的问题。第一个是 </a:t>
            </a:r>
            <a:r>
              <a:rPr lang="en-US" altLang="zh-CN" sz="1200" b="1" dirty="0" smtClean="0">
                <a:solidFill>
                  <a:srgbClr val="557A96"/>
                </a:solidFill>
                <a:latin typeface="微软雅黑" panose="020B0503020204020204" charset="-122"/>
                <a:ea typeface="微软雅黑" panose="020B0503020204020204" charset="-122"/>
                <a:cs typeface="微软雅黑" panose="020B0503020204020204" charset="-122"/>
              </a:rPr>
              <a:t>Token </a:t>
            </a:r>
            <a:r>
              <a:rPr lang="zh-CN" altLang="en-US" sz="1200" b="1" dirty="0" smtClean="0">
                <a:solidFill>
                  <a:srgbClr val="557A96"/>
                </a:solidFill>
                <a:latin typeface="微软雅黑" panose="020B0503020204020204" charset="-122"/>
                <a:ea typeface="微软雅黑" panose="020B0503020204020204" charset="-122"/>
                <a:cs typeface="微软雅黑" panose="020B0503020204020204" charset="-122"/>
              </a:rPr>
              <a:t>和调用额度消耗非常大，一个算子完整开发可能达到数百万 </a:t>
            </a:r>
            <a:r>
              <a:rPr lang="en-US" altLang="zh-CN" sz="1200" b="1" dirty="0" smtClean="0">
                <a:solidFill>
                  <a:srgbClr val="557A96"/>
                </a:solidFill>
                <a:latin typeface="微软雅黑" panose="020B0503020204020204" charset="-122"/>
                <a:ea typeface="微软雅黑" panose="020B0503020204020204" charset="-122"/>
                <a:cs typeface="微软雅黑" panose="020B0503020204020204" charset="-122"/>
              </a:rPr>
              <a:t>Token </a:t>
            </a:r>
            <a:r>
              <a:rPr lang="zh-CN" altLang="en-US" sz="1200" b="1" dirty="0" smtClean="0">
                <a:solidFill>
                  <a:srgbClr val="557A96"/>
                </a:solidFill>
                <a:latin typeface="微软雅黑" panose="020B0503020204020204" charset="-122"/>
                <a:ea typeface="微软雅黑" panose="020B0503020204020204" charset="-122"/>
                <a:cs typeface="微软雅黑" panose="020B0503020204020204" charset="-122"/>
              </a:rPr>
              <a:t>级别。第二个是端到端时间长，一个算子从需求到最终可用 </a:t>
            </a:r>
            <a:r>
              <a:rPr lang="en-US" altLang="zh-CN" sz="1200" b="1" dirty="0" smtClean="0">
                <a:solidFill>
                  <a:srgbClr val="557A96"/>
                </a:solidFill>
                <a:latin typeface="微软雅黑" panose="020B0503020204020204" charset="-122"/>
                <a:ea typeface="微软雅黑" panose="020B0503020204020204" charset="-122"/>
                <a:cs typeface="微软雅黑" panose="020B0503020204020204" charset="-122"/>
              </a:rPr>
              <a:t>Kernel</a:t>
            </a:r>
            <a:r>
              <a:rPr lang="zh-CN" altLang="en-US" sz="1200" b="1" dirty="0" smtClean="0">
                <a:solidFill>
                  <a:srgbClr val="557A96"/>
                </a:solidFill>
                <a:latin typeface="微软雅黑" panose="020B0503020204020204" charset="-122"/>
                <a:ea typeface="微软雅黑" panose="020B0503020204020204" charset="-122"/>
                <a:cs typeface="微软雅黑" panose="020B0503020204020204" charset="-122"/>
              </a:rPr>
              <a:t>，大约需要两到五个小时甚至更久。第三个是 </a:t>
            </a:r>
            <a:r>
              <a:rPr lang="en-US" altLang="zh-CN" sz="1200" b="1" dirty="0" smtClean="0">
                <a:solidFill>
                  <a:srgbClr val="557A96"/>
                </a:solidFill>
                <a:latin typeface="微软雅黑" panose="020B0503020204020204" charset="-122"/>
                <a:ea typeface="微软雅黑" panose="020B0503020204020204" charset="-122"/>
                <a:cs typeface="微软雅黑" panose="020B0503020204020204" charset="-122"/>
              </a:rPr>
              <a:t>Skill </a:t>
            </a:r>
            <a:r>
              <a:rPr lang="zh-CN" altLang="en-US" sz="1200" b="1" dirty="0" smtClean="0">
                <a:solidFill>
                  <a:srgbClr val="557A96"/>
                </a:solidFill>
                <a:latin typeface="微软雅黑" panose="020B0503020204020204" charset="-122"/>
                <a:ea typeface="微软雅黑" panose="020B0503020204020204" charset="-122"/>
                <a:cs typeface="微软雅黑" panose="020B0503020204020204" charset="-122"/>
              </a:rPr>
              <a:t>修改以后很难快速验证，因为哪怕只是改了一个路由规则、</a:t>
            </a:r>
            <a:r>
              <a:rPr lang="en-US" altLang="zh-CN" sz="1200" b="1" dirty="0" smtClean="0">
                <a:solidFill>
                  <a:srgbClr val="557A96"/>
                </a:solidFill>
                <a:latin typeface="微软雅黑" panose="020B0503020204020204" charset="-122"/>
                <a:ea typeface="微软雅黑" panose="020B0503020204020204" charset="-122"/>
                <a:cs typeface="微软雅黑" panose="020B0503020204020204" charset="-122"/>
              </a:rPr>
              <a:t>Prompt </a:t>
            </a:r>
            <a:r>
              <a:rPr lang="zh-CN" altLang="en-US" sz="1200" b="1" dirty="0" smtClean="0">
                <a:solidFill>
                  <a:srgbClr val="557A96"/>
                </a:solidFill>
                <a:latin typeface="微软雅黑" panose="020B0503020204020204" charset="-122"/>
                <a:ea typeface="微软雅黑" panose="020B0503020204020204" charset="-122"/>
                <a:cs typeface="微软雅黑" panose="020B0503020204020204" charset="-122"/>
              </a:rPr>
              <a:t>或 </a:t>
            </a:r>
            <a:r>
              <a:rPr lang="en-US" altLang="zh-CN" sz="1200" b="1" dirty="0" smtClean="0">
                <a:solidFill>
                  <a:srgbClr val="557A96"/>
                </a:solidFill>
                <a:latin typeface="微软雅黑" panose="020B0503020204020204" charset="-122"/>
                <a:ea typeface="微软雅黑" panose="020B0503020204020204" charset="-122"/>
                <a:cs typeface="微软雅黑" panose="020B0503020204020204" charset="-122"/>
              </a:rPr>
              <a:t>Gate</a:t>
            </a:r>
            <a:r>
              <a:rPr lang="zh-CN" altLang="en-US" sz="1200" b="1" dirty="0" smtClean="0">
                <a:solidFill>
                  <a:srgbClr val="557A96"/>
                </a:solidFill>
                <a:latin typeface="微软雅黑" panose="020B0503020204020204" charset="-122"/>
                <a:ea typeface="微软雅黑" panose="020B0503020204020204" charset="-122"/>
                <a:cs typeface="微软雅黑" panose="020B0503020204020204" charset="-122"/>
              </a:rPr>
              <a:t>，如果每次都重新跑完整开发流程，成本会非常高。这三个问题会让 </a:t>
            </a:r>
            <a:r>
              <a:rPr lang="en-US" altLang="zh-CN" sz="1200" b="1" dirty="0" smtClean="0">
                <a:solidFill>
                  <a:srgbClr val="557A96"/>
                </a:solidFill>
                <a:latin typeface="微软雅黑" panose="020B0503020204020204" charset="-122"/>
                <a:ea typeface="微软雅黑" panose="020B0503020204020204" charset="-122"/>
                <a:cs typeface="微软雅黑" panose="020B0503020204020204" charset="-122"/>
              </a:rPr>
              <a:t>Skill </a:t>
            </a:r>
            <a:r>
              <a:rPr lang="zh-CN" altLang="en-US" sz="1200" b="1" dirty="0" smtClean="0">
                <a:solidFill>
                  <a:srgbClr val="557A96"/>
                </a:solidFill>
                <a:latin typeface="微软雅黑" panose="020B0503020204020204" charset="-122"/>
                <a:ea typeface="微软雅黑" panose="020B0503020204020204" charset="-122"/>
                <a:cs typeface="微软雅黑" panose="020B0503020204020204" charset="-122"/>
              </a:rPr>
              <a:t>从一个提高效率的工具，反过来变成高成本、慢迭代、难维护的流程。</a:t>
            </a:r>
            <a:endParaRPr sz="1200" b="1" dirty="0">
              <a:solidFill>
                <a:srgbClr val="557A96"/>
              </a:solidFill>
              <a:latin typeface="微软雅黑" panose="020B0503020204020204" charset="-122"/>
              <a:ea typeface="微软雅黑" panose="020B0503020204020204" charset="-122"/>
              <a:cs typeface="微软雅黑" panose="020B0503020204020204" charset="-122"/>
            </a:endParaRP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zh-CN" altLang="en-US" sz="1200" dirty="0" smtClean="0"/>
              <a:t>针对时间和 </a:t>
            </a:r>
            <a:r>
              <a:rPr lang="en-US" altLang="zh-CN" sz="1200" dirty="0" smtClean="0"/>
              <a:t>Token </a:t>
            </a:r>
            <a:r>
              <a:rPr lang="zh-CN" altLang="en-US" sz="1200" dirty="0" smtClean="0"/>
              <a:t>消耗，我主要考虑三个优化方向。第一是任务路由，根据用户输入判断当前应该从哪个阶段开始，而不是所有任务都从环境检测重新跑一遍。第二是优化策略选择，不再把所有可能的优化都遍历一遍，而是先完成基础优化，再根据 </a:t>
            </a:r>
            <a:r>
              <a:rPr lang="en-US" altLang="zh-CN" sz="1200" dirty="0" smtClean="0"/>
              <a:t>Profile </a:t>
            </a:r>
            <a:r>
              <a:rPr lang="zh-CN" altLang="en-US" sz="1200" dirty="0" smtClean="0"/>
              <a:t>判断真正的瓶颈，有针对性地进入深度优化。第三是设置优化目标和停止门禁，当性能达到目标，或者多轮优化都没有明显收益时就停止。整体思路就是从原来的全流程、全策略、全量上下文，改成按需进入、按瓶颈优化并且及时停止。</a:t>
            </a:r>
            <a:endParaRPr sz="1200" dirty="0"/>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zh-CN" altLang="en-US" sz="1200" dirty="0" smtClean="0"/>
              <a:t>第二个优化方向是建立快速、分层的验证机制。以前的问题不是没有验证，而是验证粒度太大，小修改也要跑完整算子开发。现在可以根据修改范围选择不同级别的验证：主流程的小修改先跑 </a:t>
            </a:r>
            <a:r>
              <a:rPr lang="en-US" altLang="zh-CN" sz="1200" dirty="0" smtClean="0"/>
              <a:t>Smoke Test</a:t>
            </a:r>
            <a:r>
              <a:rPr lang="zh-CN" altLang="en-US" sz="1200" dirty="0" smtClean="0"/>
              <a:t>，用简单算子和小 </a:t>
            </a:r>
            <a:r>
              <a:rPr lang="en-US" altLang="zh-CN" sz="1200" dirty="0" smtClean="0"/>
              <a:t>Shape </a:t>
            </a:r>
            <a:r>
              <a:rPr lang="zh-CN" altLang="en-US" sz="1200" dirty="0" smtClean="0"/>
              <a:t>快速检查模块连接；</a:t>
            </a:r>
            <a:r>
              <a:rPr lang="en-US" altLang="zh-CN" sz="1200" dirty="0" smtClean="0"/>
              <a:t>Subagent </a:t>
            </a:r>
            <a:r>
              <a:rPr lang="zh-CN" altLang="en-US" sz="1200" dirty="0" smtClean="0"/>
              <a:t>修改就单独运行对应子代理；中间流程修改则保存上一次的 </a:t>
            </a:r>
            <a:r>
              <a:rPr lang="en-US" altLang="zh-CN" sz="1200" dirty="0" smtClean="0"/>
              <a:t>Artifact</a:t>
            </a:r>
            <a:r>
              <a:rPr lang="zh-CN" altLang="en-US" sz="1200" dirty="0" smtClean="0"/>
              <a:t>，从离修改位置最近的有效产物继续运行；只有影响范围很大的版本级修改，才运行完整 </a:t>
            </a:r>
            <a:r>
              <a:rPr lang="en-US" altLang="zh-CN" sz="1200" dirty="0" smtClean="0"/>
              <a:t>Regression Suite</a:t>
            </a:r>
            <a:r>
              <a:rPr lang="zh-CN" altLang="en-US" sz="1200" dirty="0" smtClean="0"/>
              <a:t>。这样可以把 </a:t>
            </a:r>
            <a:r>
              <a:rPr lang="en-US" altLang="zh-CN" sz="1200" dirty="0" smtClean="0"/>
              <a:t>Skill </a:t>
            </a:r>
            <a:r>
              <a:rPr lang="zh-CN" altLang="en-US" sz="1200" dirty="0" smtClean="0"/>
              <a:t>的开发和验证周期明显缩短。</a:t>
            </a:r>
            <a:endParaRPr sz="1200" dirty="0"/>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zh-CN" altLang="en-US" dirty="0" smtClean="0"/>
              <a:t>下面进入第二部分。这里主要介绍我最开始在寒武纪 </a:t>
            </a:r>
            <a:r>
              <a:rPr lang="en-US" altLang="zh-CN" dirty="0" smtClean="0"/>
              <a:t>MLU Triton </a:t>
            </a:r>
            <a:r>
              <a:rPr lang="zh-CN" altLang="en-US" dirty="0" smtClean="0"/>
              <a:t>平台上对算子开发 </a:t>
            </a:r>
            <a:r>
              <a:rPr lang="en-US" altLang="zh-CN" dirty="0" smtClean="0"/>
              <a:t>Skill</a:t>
            </a:r>
            <a:r>
              <a:rPr lang="zh-CN" altLang="en-US" dirty="0" smtClean="0"/>
              <a:t>使用的心得和问题优化。</a:t>
            </a:r>
            <a:endParaRPr dirty="0"/>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defRPr/>
            </a:pPr>
            <a:r>
              <a:rPr lang="zh-CN" altLang="en-US" dirty="0" smtClean="0"/>
              <a:t>这是原来 </a:t>
            </a:r>
            <a:r>
              <a:rPr lang="en-US" altLang="zh-CN" dirty="0" smtClean="0"/>
              <a:t>MLU Triton </a:t>
            </a:r>
            <a:r>
              <a:rPr lang="zh-CN" altLang="en-US" dirty="0" smtClean="0"/>
              <a:t>算子 </a:t>
            </a:r>
            <a:r>
              <a:rPr lang="en-US" altLang="zh-CN" dirty="0" smtClean="0"/>
              <a:t>Skill </a:t>
            </a:r>
            <a:r>
              <a:rPr lang="zh-CN" altLang="en-US" dirty="0" smtClean="0"/>
              <a:t>的整体结构。主要分为四个部分。。</a:t>
            </a:r>
            <a:r>
              <a:rPr lang="en-US" altLang="zh-CN" dirty="0" smtClean="0"/>
              <a:t>Main </a:t>
            </a:r>
            <a:r>
              <a:rPr lang="zh-CN" altLang="en-US" dirty="0" smtClean="0"/>
              <a:t>主要负责整体编排，它会调用三个</a:t>
            </a:r>
            <a:r>
              <a:rPr lang="en-US" altLang="zh-CN" dirty="0" smtClean="0"/>
              <a:t>skill</a:t>
            </a:r>
            <a:r>
              <a:rPr lang="zh-CN" altLang="en-US" dirty="0" smtClean="0"/>
              <a:t>；</a:t>
            </a:r>
            <a:r>
              <a:rPr lang="en-US" altLang="zh-CN" dirty="0" smtClean="0"/>
              <a:t>Code-Gen </a:t>
            </a:r>
            <a:r>
              <a:rPr lang="zh-CN" altLang="en-US" dirty="0" smtClean="0"/>
              <a:t>负责生成 </a:t>
            </a:r>
            <a:r>
              <a:rPr lang="en-US" altLang="zh-CN" dirty="0" smtClean="0"/>
              <a:t>Kernel </a:t>
            </a:r>
            <a:r>
              <a:rPr lang="zh-CN" altLang="en-US" dirty="0" smtClean="0"/>
              <a:t>和测试代码；</a:t>
            </a:r>
            <a:r>
              <a:rPr lang="en-US" altLang="zh-CN" dirty="0" smtClean="0"/>
              <a:t>Code-Review </a:t>
            </a:r>
            <a:r>
              <a:rPr lang="zh-CN" altLang="en-US" dirty="0" smtClean="0"/>
              <a:t>通过真实执行完成正确性验证和修复；</a:t>
            </a:r>
            <a:r>
              <a:rPr lang="en-US" altLang="zh-CN" dirty="0" smtClean="0"/>
              <a:t>Optimize </a:t>
            </a:r>
            <a:r>
              <a:rPr lang="zh-CN" altLang="en-US" dirty="0" smtClean="0"/>
              <a:t>则根据 </a:t>
            </a:r>
            <a:r>
              <a:rPr lang="en-US" altLang="zh-CN" dirty="0" smtClean="0"/>
              <a:t>Benchmark </a:t>
            </a:r>
            <a:r>
              <a:rPr lang="zh-CN" altLang="en-US" dirty="0" smtClean="0"/>
              <a:t>和性能分析继续优化 </a:t>
            </a:r>
            <a:r>
              <a:rPr lang="en-US" altLang="zh-CN" dirty="0" smtClean="0"/>
              <a:t>Kernel</a:t>
            </a:r>
            <a:r>
              <a:rPr lang="zh-CN" altLang="en-US" dirty="0" smtClean="0"/>
              <a:t>。其中复杂阶段还会继续拆给多个专业 </a:t>
            </a:r>
            <a:r>
              <a:rPr lang="en-US" altLang="zh-CN" dirty="0" smtClean="0"/>
              <a:t>Sub-Agent</a:t>
            </a:r>
            <a:r>
              <a:rPr lang="zh-CN" altLang="en-US" dirty="0" smtClean="0"/>
              <a:t>（比如代码生成</a:t>
            </a:r>
            <a:r>
              <a:rPr lang="en-US" altLang="zh-CN" dirty="0" smtClean="0"/>
              <a:t>skill</a:t>
            </a:r>
            <a:r>
              <a:rPr lang="zh-CN" altLang="en-US" dirty="0" smtClean="0"/>
              <a:t>使用了</a:t>
            </a:r>
            <a:r>
              <a:rPr lang="en-US" altLang="zh-CN" dirty="0" smtClean="0"/>
              <a:t>6</a:t>
            </a:r>
            <a:r>
              <a:rPr lang="zh-CN" altLang="en-US" dirty="0" smtClean="0"/>
              <a:t>个子代理 去严格约束 显示算子</a:t>
            </a:r>
            <a:r>
              <a:rPr lang="en-US" altLang="zh-CN" dirty="0" smtClean="0"/>
              <a:t>kernel</a:t>
            </a:r>
            <a:r>
              <a:rPr lang="zh-CN" altLang="en-US" dirty="0" smtClean="0"/>
              <a:t>的生成流程，确保生成的算子的合理 正确且可优化的）。所以整体上，它采用的是“主流程编排 </a:t>
            </a:r>
            <a:r>
              <a:rPr lang="en-US" altLang="zh-CN" dirty="0" smtClean="0"/>
              <a:t>+ </a:t>
            </a:r>
            <a:r>
              <a:rPr lang="zh-CN" altLang="en-US" dirty="0" smtClean="0"/>
              <a:t>阶段 </a:t>
            </a:r>
            <a:r>
              <a:rPr lang="en-US" altLang="zh-CN" dirty="0" smtClean="0"/>
              <a:t>Skill + </a:t>
            </a:r>
            <a:r>
              <a:rPr lang="zh-CN" altLang="en-US" dirty="0" smtClean="0"/>
              <a:t>专业 </a:t>
            </a:r>
            <a:r>
              <a:rPr lang="en-US" altLang="zh-CN" dirty="0" smtClean="0"/>
              <a:t>Sub-Agent”</a:t>
            </a:r>
            <a:r>
              <a:rPr lang="zh-CN" altLang="en-US" dirty="0" smtClean="0"/>
              <a:t>的结构，把算子开发拆成生成、验证和优化三个连续阶段。</a:t>
            </a:r>
          </a:p>
          <a:p>
            <a:endParaRPr lang="zh-CN" altLang="en-US" smtClean="0"/>
          </a:p>
          <a:p>
            <a:endParaRPr dirty="0"/>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zh-CN" altLang="en-US" b="0" dirty="0" smtClean="0">
                <a:solidFill>
                  <a:srgbClr val="56627A"/>
                </a:solidFill>
                <a:latin typeface="微软雅黑" panose="020B0503020204020204" charset="-122"/>
                <a:ea typeface="微软雅黑" panose="020B0503020204020204" charset="-122"/>
                <a:cs typeface="微软雅黑" panose="020B0503020204020204" charset="-122"/>
              </a:rPr>
              <a:t>这部分是使用前面的</a:t>
            </a:r>
            <a:r>
              <a:rPr lang="en-US" altLang="zh-CN" b="0" dirty="0" smtClean="0">
                <a:solidFill>
                  <a:srgbClr val="56627A"/>
                </a:solidFill>
                <a:latin typeface="微软雅黑" panose="020B0503020204020204" charset="-122"/>
                <a:ea typeface="微软雅黑" panose="020B0503020204020204" charset="-122"/>
                <a:cs typeface="微软雅黑" panose="020B0503020204020204" charset="-122"/>
              </a:rPr>
              <a:t>skill</a:t>
            </a:r>
            <a:r>
              <a:rPr lang="zh-CN" altLang="en-US" b="0" dirty="0" smtClean="0">
                <a:solidFill>
                  <a:srgbClr val="56627A"/>
                </a:solidFill>
                <a:latin typeface="微软雅黑" panose="020B0503020204020204" charset="-122"/>
                <a:ea typeface="微软雅黑" panose="020B0503020204020204" charset="-122"/>
                <a:cs typeface="微软雅黑" panose="020B0503020204020204" charset="-122"/>
              </a:rPr>
              <a:t>进行算子开发的实际流程。一个算子从需求到最终交付，大致经过六步：用户输入、环境与需求准备、</a:t>
            </a:r>
            <a:r>
              <a:rPr lang="en-US" altLang="zh-CN" b="0" dirty="0" smtClean="0">
                <a:solidFill>
                  <a:srgbClr val="56627A"/>
                </a:solidFill>
                <a:latin typeface="微软雅黑" panose="020B0503020204020204" charset="-122"/>
                <a:ea typeface="微软雅黑" panose="020B0503020204020204" charset="-122"/>
                <a:cs typeface="微软雅黑" panose="020B0503020204020204" charset="-122"/>
              </a:rPr>
              <a:t>Kernel </a:t>
            </a:r>
            <a:r>
              <a:rPr lang="zh-CN" altLang="en-US" b="0" dirty="0" smtClean="0">
                <a:solidFill>
                  <a:srgbClr val="56627A"/>
                </a:solidFill>
                <a:latin typeface="微软雅黑" panose="020B0503020204020204" charset="-122"/>
                <a:ea typeface="微软雅黑" panose="020B0503020204020204" charset="-122"/>
                <a:cs typeface="微软雅黑" panose="020B0503020204020204" charset="-122"/>
              </a:rPr>
              <a:t>和测试生成、正确性验证与修复、性能 </a:t>
            </a:r>
            <a:r>
              <a:rPr lang="en-US" altLang="zh-CN" b="0" dirty="0" smtClean="0">
                <a:solidFill>
                  <a:srgbClr val="56627A"/>
                </a:solidFill>
                <a:latin typeface="微软雅黑" panose="020B0503020204020204" charset="-122"/>
                <a:ea typeface="微软雅黑" panose="020B0503020204020204" charset="-122"/>
                <a:cs typeface="微软雅黑" panose="020B0503020204020204" charset="-122"/>
              </a:rPr>
              <a:t>Benchmark </a:t>
            </a:r>
            <a:r>
              <a:rPr lang="zh-CN" altLang="en-US" b="0" dirty="0" smtClean="0">
                <a:solidFill>
                  <a:srgbClr val="56627A"/>
                </a:solidFill>
                <a:latin typeface="微软雅黑" panose="020B0503020204020204" charset="-122"/>
                <a:ea typeface="微软雅黑" panose="020B0503020204020204" charset="-122"/>
                <a:cs typeface="微软雅黑" panose="020B0503020204020204" charset="-122"/>
              </a:rPr>
              <a:t>与优化，最后统一交付代码和报告。这里有两个关键点。第一，要契约规定每阶段好输出和输入。第二，不同算子的效率有差别。右边是三个算子的实际结果。</a:t>
            </a:r>
            <a:r>
              <a:rPr lang="en-US" altLang="zh-CN" b="0" dirty="0" err="1" smtClean="0">
                <a:solidFill>
                  <a:srgbClr val="56627A"/>
                </a:solidFill>
                <a:latin typeface="微软雅黑" panose="020B0503020204020204" charset="-122"/>
                <a:ea typeface="微软雅黑" panose="020B0503020204020204" charset="-122"/>
                <a:cs typeface="微软雅黑" panose="020B0503020204020204" charset="-122"/>
              </a:rPr>
              <a:t>Softmax</a:t>
            </a:r>
            <a:r>
              <a:rPr lang="en-US" altLang="zh-CN" b="0" dirty="0" smtClean="0">
                <a:solidFill>
                  <a:srgbClr val="56627A"/>
                </a:solidFill>
                <a:latin typeface="微软雅黑" panose="020B0503020204020204" charset="-122"/>
                <a:ea typeface="微软雅黑" panose="020B0503020204020204" charset="-122"/>
                <a:cs typeface="微软雅黑" panose="020B0503020204020204" charset="-122"/>
              </a:rPr>
              <a:t> </a:t>
            </a:r>
            <a:r>
              <a:rPr lang="zh-CN" altLang="en-US" b="0" dirty="0" smtClean="0">
                <a:solidFill>
                  <a:srgbClr val="56627A"/>
                </a:solidFill>
                <a:latin typeface="微软雅黑" panose="020B0503020204020204" charset="-122"/>
                <a:ea typeface="微软雅黑" panose="020B0503020204020204" charset="-122"/>
                <a:cs typeface="微软雅黑" panose="020B0503020204020204" charset="-122"/>
              </a:rPr>
              <a:t>已经达到 </a:t>
            </a:r>
            <a:r>
              <a:rPr lang="en-US" altLang="zh-CN" b="0" dirty="0" smtClean="0">
                <a:solidFill>
                  <a:srgbClr val="56627A"/>
                </a:solidFill>
                <a:latin typeface="微软雅黑" panose="020B0503020204020204" charset="-122"/>
                <a:ea typeface="微软雅黑" panose="020B0503020204020204" charset="-122"/>
                <a:cs typeface="微软雅黑" panose="020B0503020204020204" charset="-122"/>
              </a:rPr>
              <a:t>1.23 </a:t>
            </a:r>
            <a:r>
              <a:rPr lang="zh-CN" altLang="en-US" b="0" dirty="0" smtClean="0">
                <a:solidFill>
                  <a:srgbClr val="56627A"/>
                </a:solidFill>
                <a:latin typeface="微软雅黑" panose="020B0503020204020204" charset="-122"/>
                <a:ea typeface="微软雅黑" panose="020B0503020204020204" charset="-122"/>
                <a:cs typeface="微软雅黑" panose="020B0503020204020204" charset="-122"/>
              </a:rPr>
              <a:t>倍加速，但 </a:t>
            </a:r>
            <a:r>
              <a:rPr lang="en-US" altLang="zh-CN" b="0" dirty="0" err="1" smtClean="0">
                <a:solidFill>
                  <a:srgbClr val="56627A"/>
                </a:solidFill>
                <a:latin typeface="微软雅黑" panose="020B0503020204020204" charset="-122"/>
                <a:ea typeface="微软雅黑" panose="020B0503020204020204" charset="-122"/>
                <a:cs typeface="微软雅黑" panose="020B0503020204020204" charset="-122"/>
              </a:rPr>
              <a:t>LayerNorm</a:t>
            </a:r>
            <a:r>
              <a:rPr lang="en-US" altLang="zh-CN" b="0" dirty="0" smtClean="0">
                <a:solidFill>
                  <a:srgbClr val="56627A"/>
                </a:solidFill>
                <a:latin typeface="微软雅黑" panose="020B0503020204020204" charset="-122"/>
                <a:ea typeface="微软雅黑" panose="020B0503020204020204" charset="-122"/>
                <a:cs typeface="微软雅黑" panose="020B0503020204020204" charset="-122"/>
              </a:rPr>
              <a:t> </a:t>
            </a:r>
            <a:r>
              <a:rPr lang="zh-CN" altLang="en-US" b="0" dirty="0" smtClean="0">
                <a:solidFill>
                  <a:srgbClr val="56627A"/>
                </a:solidFill>
                <a:latin typeface="微软雅黑" panose="020B0503020204020204" charset="-122"/>
                <a:ea typeface="微软雅黑" panose="020B0503020204020204" charset="-122"/>
                <a:cs typeface="微软雅黑" panose="020B0503020204020204" charset="-122"/>
              </a:rPr>
              <a:t>是 </a:t>
            </a:r>
            <a:r>
              <a:rPr lang="en-US" altLang="zh-CN" b="0" dirty="0" smtClean="0">
                <a:solidFill>
                  <a:srgbClr val="56627A"/>
                </a:solidFill>
                <a:latin typeface="微软雅黑" panose="020B0503020204020204" charset="-122"/>
                <a:ea typeface="微软雅黑" panose="020B0503020204020204" charset="-122"/>
                <a:cs typeface="微软雅黑" panose="020B0503020204020204" charset="-122"/>
              </a:rPr>
              <a:t>0.86 </a:t>
            </a:r>
            <a:r>
              <a:rPr lang="zh-CN" altLang="en-US" b="0" dirty="0" smtClean="0">
                <a:solidFill>
                  <a:srgbClr val="56627A"/>
                </a:solidFill>
                <a:latin typeface="微软雅黑" panose="020B0503020204020204" charset="-122"/>
                <a:ea typeface="微软雅黑" panose="020B0503020204020204" charset="-122"/>
                <a:cs typeface="微软雅黑" panose="020B0503020204020204" charset="-122"/>
              </a:rPr>
              <a:t>倍，</a:t>
            </a:r>
            <a:r>
              <a:rPr lang="en-US" altLang="zh-CN" b="0" dirty="0" err="1" smtClean="0">
                <a:solidFill>
                  <a:srgbClr val="56627A"/>
                </a:solidFill>
                <a:latin typeface="微软雅黑" panose="020B0503020204020204" charset="-122"/>
                <a:ea typeface="微软雅黑" panose="020B0503020204020204" charset="-122"/>
                <a:cs typeface="微软雅黑" panose="020B0503020204020204" charset="-122"/>
              </a:rPr>
              <a:t>MatMul</a:t>
            </a:r>
            <a:r>
              <a:rPr lang="en-US" altLang="zh-CN" b="0" dirty="0" smtClean="0">
                <a:solidFill>
                  <a:srgbClr val="56627A"/>
                </a:solidFill>
                <a:latin typeface="微软雅黑" panose="020B0503020204020204" charset="-122"/>
                <a:ea typeface="微软雅黑" panose="020B0503020204020204" charset="-122"/>
                <a:cs typeface="微软雅黑" panose="020B0503020204020204" charset="-122"/>
              </a:rPr>
              <a:t> </a:t>
            </a:r>
            <a:r>
              <a:rPr lang="zh-CN" altLang="en-US" b="0" dirty="0" smtClean="0">
                <a:solidFill>
                  <a:srgbClr val="56627A"/>
                </a:solidFill>
                <a:latin typeface="微软雅黑" panose="020B0503020204020204" charset="-122"/>
                <a:ea typeface="微软雅黑" panose="020B0503020204020204" charset="-122"/>
                <a:cs typeface="微软雅黑" panose="020B0503020204020204" charset="-122"/>
              </a:rPr>
              <a:t>只有 </a:t>
            </a:r>
            <a:r>
              <a:rPr lang="en-US" altLang="zh-CN" b="0" dirty="0" smtClean="0">
                <a:solidFill>
                  <a:srgbClr val="56627A"/>
                </a:solidFill>
                <a:latin typeface="微软雅黑" panose="020B0503020204020204" charset="-122"/>
                <a:ea typeface="微软雅黑" panose="020B0503020204020204" charset="-122"/>
                <a:cs typeface="微软雅黑" panose="020B0503020204020204" charset="-122"/>
              </a:rPr>
              <a:t>0.45 </a:t>
            </a:r>
            <a:r>
              <a:rPr lang="zh-CN" altLang="en-US" b="0" dirty="0" smtClean="0">
                <a:solidFill>
                  <a:srgbClr val="56627A"/>
                </a:solidFill>
                <a:latin typeface="微软雅黑" panose="020B0503020204020204" charset="-122"/>
                <a:ea typeface="微软雅黑" panose="020B0503020204020204" charset="-122"/>
                <a:cs typeface="微软雅黑" panose="020B0503020204020204" charset="-122"/>
              </a:rPr>
              <a:t>倍。这说明流程已经能够把算子开发完整跑通，但“生成正确 </a:t>
            </a:r>
            <a:r>
              <a:rPr lang="en-US" altLang="zh-CN" b="0" dirty="0" smtClean="0">
                <a:solidFill>
                  <a:srgbClr val="56627A"/>
                </a:solidFill>
                <a:latin typeface="微软雅黑" panose="020B0503020204020204" charset="-122"/>
                <a:ea typeface="微软雅黑" panose="020B0503020204020204" charset="-122"/>
                <a:cs typeface="微软雅黑" panose="020B0503020204020204" charset="-122"/>
              </a:rPr>
              <a:t>Kernel”</a:t>
            </a:r>
            <a:r>
              <a:rPr lang="zh-CN" altLang="en-US" b="0" dirty="0" smtClean="0">
                <a:solidFill>
                  <a:srgbClr val="56627A"/>
                </a:solidFill>
                <a:latin typeface="微软雅黑" panose="020B0503020204020204" charset="-122"/>
                <a:ea typeface="微软雅黑" panose="020B0503020204020204" charset="-122"/>
                <a:cs typeface="微软雅黑" panose="020B0503020204020204" charset="-122"/>
              </a:rPr>
              <a:t>和“高性能 </a:t>
            </a:r>
            <a:r>
              <a:rPr lang="en-US" altLang="zh-CN" b="0" dirty="0" smtClean="0">
                <a:solidFill>
                  <a:srgbClr val="56627A"/>
                </a:solidFill>
                <a:latin typeface="微软雅黑" panose="020B0503020204020204" charset="-122"/>
                <a:ea typeface="微软雅黑" panose="020B0503020204020204" charset="-122"/>
                <a:cs typeface="微软雅黑" panose="020B0503020204020204" charset="-122"/>
              </a:rPr>
              <a:t>Kernel”</a:t>
            </a:r>
            <a:r>
              <a:rPr lang="zh-CN" altLang="en-US" b="0" dirty="0" smtClean="0">
                <a:solidFill>
                  <a:srgbClr val="56627A"/>
                </a:solidFill>
                <a:latin typeface="微软雅黑" panose="020B0503020204020204" charset="-122"/>
                <a:ea typeface="微软雅黑" panose="020B0503020204020204" charset="-122"/>
                <a:cs typeface="微软雅黑" panose="020B0503020204020204" charset="-122"/>
              </a:rPr>
              <a:t>相比 有些情况下还是有些差距，但是这些差距是可以通过更新平台相关的硬件信息和效率好的算子画像弥补。（这是挑选了三个比较有代表性的 简单算子）</a:t>
            </a:r>
            <a:endParaRPr b="0" dirty="0">
              <a:solidFill>
                <a:srgbClr val="56627A"/>
              </a:solidFill>
              <a:latin typeface="微软雅黑" panose="020B0503020204020204" charset="-122"/>
              <a:ea typeface="微软雅黑" panose="020B0503020204020204" charset="-122"/>
              <a:cs typeface="微软雅黑" panose="020B0503020204020204" charset="-122"/>
            </a:endParaRP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defRPr/>
            </a:pPr>
            <a:r>
              <a:rPr lang="zh-CN" altLang="en-US" sz="1200" b="1" dirty="0" smtClean="0">
                <a:solidFill>
                  <a:srgbClr val="27364A"/>
                </a:solidFill>
                <a:latin typeface="微软雅黑" panose="020B0503020204020204" charset="-122"/>
                <a:ea typeface="微软雅黑" panose="020B0503020204020204" charset="-122"/>
                <a:cs typeface="微软雅黑" panose="020B0503020204020204" charset="-122"/>
              </a:rPr>
              <a:t>实际使用以后，这套 </a:t>
            </a:r>
            <a:r>
              <a:rPr lang="en-US" altLang="zh-CN" sz="1200" b="1" dirty="0" smtClean="0">
                <a:solidFill>
                  <a:srgbClr val="27364A"/>
                </a:solidFill>
                <a:latin typeface="微软雅黑" panose="020B0503020204020204" charset="-122"/>
                <a:ea typeface="微软雅黑" panose="020B0503020204020204" charset="-122"/>
                <a:cs typeface="微软雅黑" panose="020B0503020204020204" charset="-122"/>
              </a:rPr>
              <a:t>Skill </a:t>
            </a:r>
            <a:r>
              <a:rPr lang="zh-CN" altLang="en-US" sz="1200" b="1" dirty="0" smtClean="0">
                <a:solidFill>
                  <a:srgbClr val="27364A"/>
                </a:solidFill>
                <a:latin typeface="微软雅黑" panose="020B0503020204020204" charset="-122"/>
                <a:ea typeface="微软雅黑" panose="020B0503020204020204" charset="-122"/>
                <a:cs typeface="微软雅黑" panose="020B0503020204020204" charset="-122"/>
              </a:rPr>
              <a:t>有三个比较明显的优势。第一，环境、需求、生成、验证、优化的完整流程已经跑通。第二，代码生成和真实验证形成了闭环。第三，性能 </a:t>
            </a:r>
            <a:r>
              <a:rPr lang="en-US" altLang="zh-CN" sz="1200" b="1" dirty="0" smtClean="0">
                <a:solidFill>
                  <a:srgbClr val="27364A"/>
                </a:solidFill>
                <a:latin typeface="微软雅黑" panose="020B0503020204020204" charset="-122"/>
                <a:ea typeface="微软雅黑" panose="020B0503020204020204" charset="-122"/>
                <a:cs typeface="微软雅黑" panose="020B0503020204020204" charset="-122"/>
              </a:rPr>
              <a:t>Benchmark </a:t>
            </a:r>
            <a:r>
              <a:rPr lang="zh-CN" altLang="en-US" sz="1200" b="1" dirty="0" smtClean="0">
                <a:solidFill>
                  <a:srgbClr val="27364A"/>
                </a:solidFill>
                <a:latin typeface="微软雅黑" panose="020B0503020204020204" charset="-122"/>
                <a:ea typeface="微软雅黑" panose="020B0503020204020204" charset="-122"/>
                <a:cs typeface="微软雅黑" panose="020B0503020204020204" charset="-122"/>
              </a:rPr>
              <a:t>和优化已经进入 </a:t>
            </a:r>
            <a:r>
              <a:rPr lang="en-US" altLang="zh-CN" sz="1200" b="1" dirty="0" smtClean="0">
                <a:solidFill>
                  <a:srgbClr val="27364A"/>
                </a:solidFill>
                <a:latin typeface="微软雅黑" panose="020B0503020204020204" charset="-122"/>
                <a:ea typeface="微软雅黑" panose="020B0503020204020204" charset="-122"/>
                <a:cs typeface="微软雅黑" panose="020B0503020204020204" charset="-122"/>
              </a:rPr>
              <a:t>Skill </a:t>
            </a:r>
            <a:r>
              <a:rPr lang="zh-CN" altLang="en-US" sz="1200" b="1" dirty="0" smtClean="0">
                <a:solidFill>
                  <a:srgbClr val="27364A"/>
                </a:solidFill>
                <a:latin typeface="微软雅黑" panose="020B0503020204020204" charset="-122"/>
                <a:ea typeface="微软雅黑" panose="020B0503020204020204" charset="-122"/>
                <a:cs typeface="微软雅黑" panose="020B0503020204020204" charset="-122"/>
              </a:rPr>
              <a:t>的自动流程。但同时也暴露出四个问题：平台知识比较分散、整体结构比较绑定 </a:t>
            </a:r>
            <a:r>
              <a:rPr lang="en-US" altLang="zh-CN" sz="1200" b="1" dirty="0" smtClean="0">
                <a:solidFill>
                  <a:srgbClr val="27364A"/>
                </a:solidFill>
                <a:latin typeface="微软雅黑" panose="020B0503020204020204" charset="-122"/>
                <a:ea typeface="微软雅黑" panose="020B0503020204020204" charset="-122"/>
                <a:cs typeface="微软雅黑" panose="020B0503020204020204" charset="-122"/>
              </a:rPr>
              <a:t>MLU Triton</a:t>
            </a:r>
            <a:r>
              <a:rPr lang="zh-CN" altLang="en-US" sz="1200" b="1" dirty="0" smtClean="0">
                <a:solidFill>
                  <a:srgbClr val="27364A"/>
                </a:solidFill>
                <a:latin typeface="微软雅黑" panose="020B0503020204020204" charset="-122"/>
                <a:ea typeface="微软雅黑" panose="020B0503020204020204" charset="-122"/>
                <a:cs typeface="微软雅黑" panose="020B0503020204020204" charset="-122"/>
              </a:rPr>
              <a:t>、因为目前的平台信息和流程</a:t>
            </a:r>
            <a:r>
              <a:rPr lang="en-US" altLang="zh-CN" sz="1200" b="1" dirty="0" smtClean="0">
                <a:solidFill>
                  <a:srgbClr val="27364A"/>
                </a:solidFill>
                <a:latin typeface="微软雅黑" panose="020B0503020204020204" charset="-122"/>
                <a:ea typeface="微软雅黑" panose="020B0503020204020204" charset="-122"/>
                <a:cs typeface="微软雅黑" panose="020B0503020204020204" charset="-122"/>
              </a:rPr>
              <a:t>skill</a:t>
            </a:r>
            <a:r>
              <a:rPr lang="zh-CN" altLang="en-US" sz="1200" b="1" dirty="0" smtClean="0">
                <a:solidFill>
                  <a:srgbClr val="27364A"/>
                </a:solidFill>
                <a:latin typeface="微软雅黑" panose="020B0503020204020204" charset="-122"/>
                <a:ea typeface="微软雅黑" panose="020B0503020204020204" charset="-122"/>
                <a:cs typeface="微软雅黑" panose="020B0503020204020204" charset="-122"/>
              </a:rPr>
              <a:t>混合在一起 所以新增优化策略不够方便，而且算子开发开发时间仍然比较长。针对这些问题，我提出了一个算子</a:t>
            </a:r>
            <a:r>
              <a:rPr lang="en-US" altLang="zh-CN" sz="1200" b="1" dirty="0" smtClean="0">
                <a:solidFill>
                  <a:srgbClr val="27364A"/>
                </a:solidFill>
                <a:latin typeface="微软雅黑" panose="020B0503020204020204" charset="-122"/>
                <a:ea typeface="微软雅黑" panose="020B0503020204020204" charset="-122"/>
                <a:cs typeface="微软雅黑" panose="020B0503020204020204" charset="-122"/>
              </a:rPr>
              <a:t>skill</a:t>
            </a:r>
            <a:r>
              <a:rPr lang="zh-CN" altLang="en-US" sz="1200" b="1" dirty="0" smtClean="0">
                <a:solidFill>
                  <a:srgbClr val="27364A"/>
                </a:solidFill>
                <a:latin typeface="微软雅黑" panose="020B0503020204020204" charset="-122"/>
                <a:ea typeface="微软雅黑" panose="020B0503020204020204" charset="-122"/>
                <a:cs typeface="微软雅黑" panose="020B0503020204020204" charset="-122"/>
              </a:rPr>
              <a:t>结构</a:t>
            </a:r>
            <a:r>
              <a:rPr lang="zh-CN" altLang="en-US" sz="1200" dirty="0" smtClean="0">
                <a:solidFill>
                  <a:srgbClr val="2F3A45"/>
                </a:solidFill>
                <a:latin typeface="Arial" panose="020B0604020202020204" pitchFamily="34" charset="0"/>
                <a:ea typeface="微软雅黑" panose="020B0503020204020204" charset="-122"/>
                <a:cs typeface="微软雅黑" panose="020B0503020204020204" charset="-122"/>
              </a:rPr>
              <a:t>通用开发</a:t>
            </a:r>
            <a:r>
              <a:rPr lang="zh-CN" altLang="en-US" sz="1200" dirty="0" smtClean="0">
                <a:solidFill>
                  <a:srgbClr val="2F3A45"/>
                </a:solidFill>
                <a:latin typeface="Arial" panose="020B0604020202020204" pitchFamily="34" charset="0"/>
                <a:ea typeface="微软雅黑" panose="020B0503020204020204" charset="-122"/>
                <a:cs typeface="微软雅黑" panose="020B0503020204020204" charset="-122"/>
              </a:rPr>
              <a:t>流程</a:t>
            </a:r>
            <a:r>
              <a:rPr lang="zh-CN" altLang="en-US" sz="1200" dirty="0" smtClean="0">
                <a:solidFill>
                  <a:srgbClr val="294A6D"/>
                </a:solidFill>
                <a:latin typeface="Arial" panose="020B0604020202020204" pitchFamily="34" charset="0"/>
                <a:ea typeface="微软雅黑" panose="020B0503020204020204" charset="-122"/>
                <a:cs typeface="微软雅黑" panose="020B0503020204020204" charset="-122"/>
              </a:rPr>
              <a:t>。</a:t>
            </a:r>
            <a:r>
              <a:rPr lang="zh-CN" altLang="en-US" sz="1200" dirty="0" smtClean="0">
                <a:solidFill>
                  <a:srgbClr val="294A6D"/>
                </a:solidFill>
                <a:latin typeface="Arial" panose="020B0604020202020204" pitchFamily="34" charset="0"/>
                <a:ea typeface="微软雅黑" panose="020B0503020204020204" charset="-122"/>
                <a:cs typeface="微软雅黑" panose="020B0503020204020204" charset="-122"/>
              </a:rPr>
              <a:t>目的是解决上述问题。</a:t>
            </a:r>
            <a:r>
              <a:rPr lang="zh-CN" altLang="en-US" sz="1200" dirty="0" smtClean="0">
                <a:solidFill>
                  <a:srgbClr val="2F3A45"/>
                </a:solidFill>
                <a:latin typeface="Arial" panose="020B0604020202020204" pitchFamily="34" charset="0"/>
                <a:ea typeface="微软雅黑" panose="020B0503020204020204" charset="-122"/>
                <a:cs typeface="微软雅黑" panose="020B0503020204020204" charset="-122"/>
              </a:rPr>
              <a:t>对于开发时间比较长，是因为原</a:t>
            </a:r>
            <a:r>
              <a:rPr lang="en-US" altLang="zh-CN" sz="1200" dirty="0" smtClean="0">
                <a:solidFill>
                  <a:srgbClr val="2F3A45"/>
                </a:solidFill>
                <a:latin typeface="Arial" panose="020B0604020202020204" pitchFamily="34" charset="0"/>
                <a:ea typeface="微软雅黑" panose="020B0503020204020204" charset="-122"/>
                <a:cs typeface="微软雅黑" panose="020B0503020204020204" charset="-122"/>
              </a:rPr>
              <a:t>skill</a:t>
            </a:r>
            <a:r>
              <a:rPr lang="zh-CN" altLang="en-US" sz="1200" dirty="0" smtClean="0">
                <a:solidFill>
                  <a:srgbClr val="2F3A45"/>
                </a:solidFill>
                <a:latin typeface="Arial" panose="020B0604020202020204" pitchFamily="34" charset="0"/>
                <a:ea typeface="微软雅黑" panose="020B0503020204020204" charset="-122"/>
                <a:cs typeface="微软雅黑" panose="020B0503020204020204" charset="-122"/>
              </a:rPr>
              <a:t>便利进行所有优化，我们在平台信息提前准备好不同算子应该侧重哪些优化，使开发时不进行明显不合理的优化，降低开发时间的同时 保证效率</a:t>
            </a:r>
            <a:r>
              <a:rPr lang="zh-CN" altLang="en-US" sz="1200" dirty="0" smtClean="0">
                <a:solidFill>
                  <a:srgbClr val="2F3A45"/>
                </a:solidFill>
                <a:latin typeface="Arial" panose="020B0604020202020204" pitchFamily="34" charset="0"/>
                <a:ea typeface="微软雅黑" panose="020B0503020204020204" charset="-122"/>
                <a:cs typeface="微软雅黑" panose="020B0503020204020204" charset="-122"/>
              </a:rPr>
              <a:t>。</a:t>
            </a:r>
            <a:endParaRPr lang="zh-CN" altLang="en-US" sz="1200" b="1" dirty="0">
              <a:solidFill>
                <a:srgbClr val="27364A"/>
              </a:solidFill>
              <a:latin typeface="微软雅黑" panose="020B0503020204020204" charset="-122"/>
              <a:ea typeface="微软雅黑" panose="020B0503020204020204" charset="-122"/>
              <a:cs typeface="微软雅黑" panose="020B0503020204020204" charset="-122"/>
            </a:endParaRP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zh-CN" altLang="en-US" dirty="0" smtClean="0"/>
              <a:t>下面进入第三部分，也是这次汇报的重点。这里主要回答一个问题：如果换到一个新的硬件平台，怎样尽量复用已有经验，而不是重新从零开发一套 </a:t>
            </a:r>
            <a:r>
              <a:rPr lang="en-US" altLang="zh-CN" dirty="0" smtClean="0"/>
              <a:t>Skill</a:t>
            </a:r>
            <a:endParaRPr dirty="0"/>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zh-CN" altLang="en-US" dirty="0" smtClean="0"/>
              <a:t>一个好用的</a:t>
            </a:r>
            <a:r>
              <a:rPr lang="en-US" altLang="zh-CN" dirty="0" smtClean="0"/>
              <a:t>skill</a:t>
            </a:r>
            <a:r>
              <a:rPr lang="zh-CN" altLang="en-US" dirty="0" smtClean="0"/>
              <a:t>要有这三个特点。设计了一个新框架，新框架如右图所示，入口只有一个，不再依赖多个顶层 </a:t>
            </a:r>
            <a:r>
              <a:rPr lang="en-US" altLang="zh-CN" dirty="0" smtClean="0"/>
              <a:t>Skill </a:t>
            </a:r>
            <a:r>
              <a:rPr lang="zh-CN" altLang="en-US" dirty="0" smtClean="0"/>
              <a:t>互相调用，触发和调度逻辑更明确一点。流程、角色、策略、设备知识和脚本分别管理，减少内容混放。阶段顺序和产物交接契约不变，结构调整不会影响现有执行结果。</a:t>
            </a:r>
            <a:endParaRPr dirty="0"/>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zh-CN" altLang="en-US" dirty="0" smtClean="0"/>
              <a:t>这一页是整个算子 </a:t>
            </a:r>
            <a:r>
              <a:rPr lang="en-US" altLang="zh-CN" dirty="0" smtClean="0"/>
              <a:t>Skill </a:t>
            </a:r>
            <a:r>
              <a:rPr lang="zh-CN" altLang="en-US" dirty="0" smtClean="0"/>
              <a:t>开发指南的核心框架。第一部分是通用框架，也就是“需求、生成、验证、优化、输出”。这条主流程在不同平台之间基本可以复用。第二部分是平台知识。真正需要随着平台变化的主要是 </a:t>
            </a:r>
            <a:r>
              <a:rPr lang="en-US" altLang="zh-CN" dirty="0" smtClean="0"/>
              <a:t>Hardware</a:t>
            </a:r>
            <a:r>
              <a:rPr lang="zh-CN" altLang="en-US" dirty="0" smtClean="0"/>
              <a:t>、</a:t>
            </a:r>
            <a:r>
              <a:rPr lang="en-US" altLang="zh-CN" dirty="0" smtClean="0"/>
              <a:t>Programming Model</a:t>
            </a:r>
            <a:r>
              <a:rPr lang="zh-CN" altLang="en-US" dirty="0" smtClean="0"/>
              <a:t>、</a:t>
            </a:r>
            <a:r>
              <a:rPr lang="en-US" altLang="zh-CN" dirty="0" smtClean="0"/>
              <a:t>API</a:t>
            </a:r>
            <a:r>
              <a:rPr lang="zh-CN" altLang="en-US" dirty="0" smtClean="0"/>
              <a:t>、</a:t>
            </a:r>
            <a:r>
              <a:rPr lang="en-US" altLang="zh-CN" dirty="0" smtClean="0"/>
              <a:t>Environment</a:t>
            </a:r>
            <a:r>
              <a:rPr lang="zh-CN" altLang="en-US" dirty="0" smtClean="0"/>
              <a:t>、</a:t>
            </a:r>
            <a:r>
              <a:rPr lang="en-US" altLang="zh-CN" dirty="0" smtClean="0"/>
              <a:t>Profiler </a:t>
            </a:r>
            <a:r>
              <a:rPr lang="zh-CN" altLang="en-US" dirty="0" smtClean="0"/>
              <a:t>和 </a:t>
            </a:r>
            <a:r>
              <a:rPr lang="en-US" altLang="zh-CN" dirty="0" smtClean="0"/>
              <a:t>Optimization </a:t>
            </a:r>
            <a:r>
              <a:rPr lang="zh-CN" altLang="en-US" dirty="0" smtClean="0"/>
              <a:t>等内容。第三部分是验证与校准。我把验证分成三层：</a:t>
            </a:r>
            <a:r>
              <a:rPr lang="en-US" altLang="zh-CN" dirty="0" smtClean="0"/>
              <a:t>L1 </a:t>
            </a:r>
            <a:r>
              <a:rPr lang="zh-CN" altLang="en-US" dirty="0" smtClean="0"/>
              <a:t>验证环境能不能正常运行；</a:t>
            </a:r>
            <a:r>
              <a:rPr lang="en-US" altLang="zh-CN" dirty="0" smtClean="0"/>
              <a:t>L2 </a:t>
            </a:r>
            <a:r>
              <a:rPr lang="zh-CN" altLang="en-US" dirty="0" smtClean="0"/>
              <a:t>通过微基准验证我们理解的平台行为是否正确；</a:t>
            </a:r>
            <a:r>
              <a:rPr lang="en-US" altLang="zh-CN" dirty="0" smtClean="0"/>
              <a:t>L3 </a:t>
            </a:r>
            <a:r>
              <a:rPr lang="zh-CN" altLang="en-US" dirty="0" smtClean="0"/>
              <a:t>再用 </a:t>
            </a:r>
            <a:r>
              <a:rPr lang="en-US" altLang="zh-CN" dirty="0" err="1" smtClean="0"/>
              <a:t>LayerNorm</a:t>
            </a:r>
            <a:r>
              <a:rPr lang="zh-CN" altLang="en-US" dirty="0" smtClean="0"/>
              <a:t>、</a:t>
            </a:r>
            <a:r>
              <a:rPr lang="en-US" altLang="zh-CN" dirty="0" err="1" smtClean="0"/>
              <a:t>Softmax</a:t>
            </a:r>
            <a:r>
              <a:rPr lang="zh-CN" altLang="en-US" dirty="0" smtClean="0"/>
              <a:t>、</a:t>
            </a:r>
            <a:r>
              <a:rPr lang="en-US" altLang="zh-CN" dirty="0" err="1" smtClean="0"/>
              <a:t>MatMul</a:t>
            </a:r>
            <a:r>
              <a:rPr lang="zh-CN" altLang="en-US" dirty="0" smtClean="0"/>
              <a:t> 三个典型算子做实际验证。如果验证发现平台知识不对，就更新 </a:t>
            </a:r>
            <a:r>
              <a:rPr lang="en-US" altLang="zh-CN" dirty="0" smtClean="0"/>
              <a:t>Knowledge</a:t>
            </a:r>
            <a:r>
              <a:rPr lang="zh-CN" altLang="en-US" dirty="0" smtClean="0"/>
              <a:t>；优化策略无效，就更新优化规则；流程本身有问题，就调整 </a:t>
            </a:r>
            <a:r>
              <a:rPr lang="en-US" altLang="zh-CN" dirty="0" smtClean="0"/>
              <a:t>Workflow</a:t>
            </a:r>
            <a:r>
              <a:rPr lang="zh-CN" altLang="en-US" dirty="0" smtClean="0"/>
              <a:t>。所以核心思想就是：通用框架提供骨架，平台知识负责平台差异，真实硬件测试不断校准两者。当然  </a:t>
            </a:r>
            <a:r>
              <a:rPr lang="zh-CN" altLang="en-US" sz="1200" dirty="0" smtClean="0">
                <a:solidFill>
                  <a:srgbClr val="2F3A45"/>
                </a:solidFill>
                <a:latin typeface="Arial" panose="020B0604020202020204" pitchFamily="34" charset="0"/>
                <a:ea typeface="微软雅黑" panose="020B0503020204020204" charset="-122"/>
              </a:rPr>
              <a:t>算子开发</a:t>
            </a:r>
            <a:r>
              <a:rPr lang="en-US" altLang="zh-CN" sz="1200" dirty="0" smtClean="0">
                <a:solidFill>
                  <a:srgbClr val="2F3A45"/>
                </a:solidFill>
                <a:latin typeface="Arial" panose="020B0604020202020204" pitchFamily="34" charset="0"/>
                <a:ea typeface="微软雅黑" panose="020B0503020204020204" charset="-122"/>
              </a:rPr>
              <a:t>skill</a:t>
            </a:r>
            <a:r>
              <a:rPr lang="zh-CN" altLang="en-US" sz="1200" dirty="0" smtClean="0">
                <a:solidFill>
                  <a:srgbClr val="2F3A45"/>
                </a:solidFill>
                <a:latin typeface="Arial" panose="020B0604020202020204" pitchFamily="34" charset="0"/>
                <a:ea typeface="微软雅黑" panose="020B0503020204020204" charset="-122"/>
              </a:rPr>
              <a:t>的开发不是一蹴而就的，需要不断的完善和更新迭代。平台事实验证和环境验证看起来复杂，实际上可以通过一类模板指令让大模型进行检测。</a:t>
            </a:r>
            <a:endParaRPr lang="zh-CN" altLang="en-US" dirty="0" smtClean="0"/>
          </a:p>
          <a:p>
            <a:r>
              <a:rPr lang="zh-CN" altLang="en-US" dirty="0" smtClean="0"/>
              <a:t>左边也详细列出来我们</a:t>
            </a:r>
            <a:r>
              <a:rPr lang="zh-CN" altLang="en-US" dirty="0" smtClean="0"/>
              <a:t>在进行算子</a:t>
            </a:r>
            <a:r>
              <a:rPr lang="en-US" altLang="zh-CN" dirty="0" smtClean="0"/>
              <a:t>skill</a:t>
            </a:r>
            <a:r>
              <a:rPr lang="zh-CN" altLang="en-US" dirty="0" smtClean="0"/>
              <a:t>开发时，需要真正去收集的资料。</a:t>
            </a:r>
            <a:endParaRPr dirty="0"/>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zh-CN" altLang="en-US" dirty="0" smtClean="0"/>
              <a:t>按照前面的思路，目前我已经在四个平台上进行了不同程度的实践。</a:t>
            </a:r>
            <a:r>
              <a:rPr lang="en-US" altLang="zh-CN" dirty="0" smtClean="0"/>
              <a:t>MLU Triton </a:t>
            </a:r>
            <a:r>
              <a:rPr lang="zh-CN" altLang="en-US" dirty="0" smtClean="0"/>
              <a:t>是基于寒武纪的</a:t>
            </a:r>
            <a:r>
              <a:rPr lang="en-US" altLang="zh-CN" dirty="0" smtClean="0"/>
              <a:t>skill</a:t>
            </a:r>
            <a:r>
              <a:rPr lang="zh-CN" altLang="en-US" dirty="0" smtClean="0"/>
              <a:t>开始做的，目前完整度最高，生成、验证、</a:t>
            </a:r>
            <a:r>
              <a:rPr lang="en-US" altLang="zh-CN" dirty="0" smtClean="0"/>
              <a:t>Benchmark </a:t>
            </a:r>
            <a:r>
              <a:rPr lang="zh-CN" altLang="en-US" dirty="0" smtClean="0"/>
              <a:t>和优化闭环基本都已经跑通。</a:t>
            </a:r>
            <a:r>
              <a:rPr lang="en-US" altLang="zh-CN" dirty="0" smtClean="0"/>
              <a:t>BANG C </a:t>
            </a:r>
            <a:r>
              <a:rPr lang="zh-CN" altLang="en-US" dirty="0" smtClean="0"/>
              <a:t>已经能够完成真机编译、执行、正确性验证和 </a:t>
            </a:r>
            <a:r>
              <a:rPr lang="en-US" altLang="zh-CN" dirty="0" smtClean="0"/>
              <a:t>Benchmark</a:t>
            </a:r>
            <a:r>
              <a:rPr lang="zh-CN" altLang="en-US" dirty="0" smtClean="0"/>
              <a:t>，但高性能优化仍然是主要短板，特别是片上存储、</a:t>
            </a:r>
            <a:r>
              <a:rPr lang="en-US" altLang="zh-CN" dirty="0" smtClean="0"/>
              <a:t>DMA</a:t>
            </a:r>
            <a:r>
              <a:rPr lang="zh-CN" altLang="en-US" dirty="0" smtClean="0"/>
              <a:t>、</a:t>
            </a:r>
            <a:r>
              <a:rPr lang="en-US" altLang="zh-CN" dirty="0" smtClean="0"/>
              <a:t>Pipeline </a:t>
            </a:r>
            <a:r>
              <a:rPr lang="zh-CN" altLang="en-US" dirty="0" smtClean="0"/>
              <a:t>和 </a:t>
            </a:r>
            <a:r>
              <a:rPr lang="en-US" altLang="zh-CN" dirty="0" smtClean="0"/>
              <a:t>Core/Cluster </a:t>
            </a:r>
            <a:r>
              <a:rPr lang="zh-CN" altLang="en-US" dirty="0" smtClean="0"/>
              <a:t>分工等平台知识还需要继续补。</a:t>
            </a:r>
            <a:r>
              <a:rPr lang="en-US" altLang="zh-CN" dirty="0" smtClean="0"/>
              <a:t>CUDA C </a:t>
            </a:r>
            <a:r>
              <a:rPr lang="zh-CN" altLang="en-US" dirty="0" smtClean="0"/>
              <a:t>的基础 </a:t>
            </a:r>
            <a:r>
              <a:rPr lang="en-US" altLang="zh-CN" dirty="0" smtClean="0"/>
              <a:t>Skill </a:t>
            </a:r>
            <a:r>
              <a:rPr lang="zh-CN" altLang="en-US" dirty="0" smtClean="0"/>
              <a:t>已经完成，目前需要通过更多真实算子和 </a:t>
            </a:r>
            <a:r>
              <a:rPr lang="en-US" altLang="zh-CN" dirty="0" err="1" smtClean="0"/>
              <a:t>Nsight</a:t>
            </a:r>
            <a:r>
              <a:rPr lang="en-US" altLang="zh-CN" dirty="0" smtClean="0"/>
              <a:t> Profiling </a:t>
            </a:r>
            <a:r>
              <a:rPr lang="zh-CN" altLang="en-US" dirty="0" smtClean="0"/>
              <a:t>进一步完善平台知识。</a:t>
            </a:r>
            <a:r>
              <a:rPr lang="en-US" altLang="zh-CN" dirty="0" smtClean="0"/>
              <a:t>GPU Triton </a:t>
            </a:r>
            <a:r>
              <a:rPr lang="zh-CN" altLang="en-US" dirty="0" smtClean="0"/>
              <a:t>也完成了基础框架和环境信息迁移，后续主要是补</a:t>
            </a:r>
            <a:r>
              <a:rPr lang="en-US" altLang="zh-CN" dirty="0" smtClean="0"/>
              <a:t>3090</a:t>
            </a:r>
            <a:r>
              <a:rPr lang="zh-CN" altLang="en-US" dirty="0" smtClean="0"/>
              <a:t>平台真实参数和更多算子验证。</a:t>
            </a:r>
            <a:endParaRPr dirty="0"/>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zh-CN" altLang="en-US" dirty="0" smtClean="0"/>
              <a:t>这一页比较的是四类 </a:t>
            </a:r>
            <a:r>
              <a:rPr lang="en-US" dirty="0" smtClean="0"/>
              <a:t>Skill </a:t>
            </a:r>
            <a:r>
              <a:rPr lang="zh-CN" altLang="en-US" dirty="0" smtClean="0"/>
              <a:t>生成 </a:t>
            </a:r>
            <a:r>
              <a:rPr lang="en-US" dirty="0" smtClean="0"/>
              <a:t>Kernel </a:t>
            </a:r>
            <a:r>
              <a:rPr lang="zh-CN" altLang="en-US" dirty="0" smtClean="0"/>
              <a:t>的绝对运行时间。测试都是统一精度 同意输入的。</a:t>
            </a:r>
            <a:r>
              <a:rPr lang="en-US" dirty="0" smtClean="0"/>
              <a:t>MLU </a:t>
            </a:r>
            <a:r>
              <a:rPr lang="zh-CN" altLang="en-US" dirty="0" smtClean="0"/>
              <a:t>平台使用 </a:t>
            </a:r>
            <a:r>
              <a:rPr lang="en-US" dirty="0" err="1" smtClean="0"/>
              <a:t>PyTorch</a:t>
            </a:r>
            <a:r>
              <a:rPr lang="en-US" dirty="0" smtClean="0"/>
              <a:t>-MLU </a:t>
            </a:r>
            <a:r>
              <a:rPr lang="zh-CN" altLang="en-US" dirty="0" smtClean="0"/>
              <a:t>作为 </a:t>
            </a:r>
            <a:r>
              <a:rPr lang="en-US" dirty="0" err="1" smtClean="0"/>
              <a:t>Baseline，GPU</a:t>
            </a:r>
            <a:r>
              <a:rPr lang="en-US" dirty="0" smtClean="0"/>
              <a:t> </a:t>
            </a:r>
            <a:r>
              <a:rPr lang="zh-CN" altLang="en-US" dirty="0" smtClean="0"/>
              <a:t>平台使用 </a:t>
            </a:r>
            <a:r>
              <a:rPr lang="en-US" dirty="0" err="1" smtClean="0"/>
              <a:t>PyTorch</a:t>
            </a:r>
            <a:r>
              <a:rPr lang="en-US" dirty="0" smtClean="0"/>
              <a:t>-CUDA </a:t>
            </a:r>
            <a:r>
              <a:rPr lang="zh-CN" altLang="en-US" dirty="0" smtClean="0"/>
              <a:t>作为 </a:t>
            </a:r>
            <a:r>
              <a:rPr lang="en-US" dirty="0" smtClean="0"/>
              <a:t>Baseline。</a:t>
            </a:r>
            <a:r>
              <a:rPr lang="zh-CN" altLang="en-US" dirty="0" smtClean="0"/>
              <a:t>表格里的格式是“</a:t>
            </a:r>
            <a:r>
              <a:rPr lang="en-US" dirty="0" smtClean="0"/>
              <a:t>Kernel </a:t>
            </a:r>
            <a:r>
              <a:rPr lang="zh-CN" altLang="en-US" dirty="0" smtClean="0"/>
              <a:t>时间 </a:t>
            </a:r>
            <a:r>
              <a:rPr lang="en-US" altLang="zh-CN" dirty="0" smtClean="0"/>
              <a:t>/ </a:t>
            </a:r>
            <a:r>
              <a:rPr lang="en-US" dirty="0" err="1" smtClean="0"/>
              <a:t>PyTorch</a:t>
            </a:r>
            <a:r>
              <a:rPr lang="en-US" dirty="0" smtClean="0"/>
              <a:t> </a:t>
            </a:r>
            <a:r>
              <a:rPr lang="zh-CN" altLang="en-US" dirty="0" smtClean="0"/>
              <a:t>时间”。先看 </a:t>
            </a:r>
            <a:r>
              <a:rPr lang="en-US" dirty="0" smtClean="0"/>
              <a:t>MLU </a:t>
            </a:r>
            <a:r>
              <a:rPr lang="en-US" dirty="0" err="1" smtClean="0"/>
              <a:t>Triton。LayerNorm</a:t>
            </a:r>
            <a:r>
              <a:rPr lang="en-US" dirty="0" smtClean="0"/>
              <a:t> </a:t>
            </a:r>
            <a:r>
              <a:rPr lang="zh-CN" altLang="en-US" dirty="0" smtClean="0"/>
              <a:t>是 </a:t>
            </a:r>
            <a:r>
              <a:rPr lang="en-US" altLang="zh-CN" dirty="0" smtClean="0"/>
              <a:t>0.15 </a:t>
            </a:r>
            <a:r>
              <a:rPr lang="en-US" dirty="0" err="1" smtClean="0"/>
              <a:t>ms</a:t>
            </a:r>
            <a:r>
              <a:rPr lang="en-US" dirty="0" smtClean="0"/>
              <a:t> </a:t>
            </a:r>
            <a:r>
              <a:rPr lang="zh-CN" altLang="en-US" dirty="0" smtClean="0"/>
              <a:t>对 </a:t>
            </a:r>
            <a:r>
              <a:rPr lang="en-US" altLang="zh-CN" dirty="0" smtClean="0"/>
              <a:t>0.15 </a:t>
            </a:r>
            <a:r>
              <a:rPr lang="en-US" dirty="0" err="1" smtClean="0"/>
              <a:t>ms</a:t>
            </a:r>
            <a:r>
              <a:rPr lang="en-US" dirty="0" smtClean="0"/>
              <a:t>，</a:t>
            </a:r>
            <a:r>
              <a:rPr lang="zh-CN" altLang="en-US" dirty="0" smtClean="0"/>
              <a:t>基本持平；</a:t>
            </a:r>
            <a:r>
              <a:rPr lang="en-US" dirty="0" err="1" smtClean="0"/>
              <a:t>Softmax</a:t>
            </a:r>
            <a:r>
              <a:rPr lang="en-US" dirty="0" smtClean="0"/>
              <a:t> </a:t>
            </a:r>
            <a:r>
              <a:rPr lang="zh-CN" altLang="en-US" dirty="0" smtClean="0"/>
              <a:t>是 </a:t>
            </a:r>
            <a:r>
              <a:rPr lang="en-US" altLang="zh-CN" dirty="0" smtClean="0"/>
              <a:t>0.086 </a:t>
            </a:r>
            <a:r>
              <a:rPr lang="en-US" dirty="0" err="1" smtClean="0"/>
              <a:t>ms</a:t>
            </a:r>
            <a:r>
              <a:rPr lang="en-US" dirty="0" smtClean="0"/>
              <a:t> </a:t>
            </a:r>
            <a:r>
              <a:rPr lang="zh-CN" altLang="en-US" dirty="0" smtClean="0"/>
              <a:t>对 </a:t>
            </a:r>
            <a:r>
              <a:rPr lang="en-US" altLang="zh-CN" dirty="0" smtClean="0"/>
              <a:t>0.11 </a:t>
            </a:r>
            <a:r>
              <a:rPr lang="en-US" dirty="0" err="1" smtClean="0"/>
              <a:t>ms</a:t>
            </a:r>
            <a:r>
              <a:rPr lang="en-US" dirty="0" smtClean="0"/>
              <a:t>，</a:t>
            </a:r>
            <a:r>
              <a:rPr lang="zh-CN" altLang="en-US" dirty="0" smtClean="0"/>
              <a:t>已经快于 </a:t>
            </a:r>
            <a:r>
              <a:rPr lang="en-US" dirty="0" err="1" smtClean="0"/>
              <a:t>PyTorch</a:t>
            </a:r>
            <a:r>
              <a:rPr lang="en-US" dirty="0" smtClean="0"/>
              <a:t>-MLU；</a:t>
            </a:r>
            <a:r>
              <a:rPr lang="zh-CN" altLang="en-US" dirty="0" smtClean="0"/>
              <a:t>所以 </a:t>
            </a:r>
            <a:r>
              <a:rPr lang="en-US" dirty="0" smtClean="0"/>
              <a:t>MLU Triton </a:t>
            </a:r>
            <a:r>
              <a:rPr lang="zh-CN" altLang="en-US" dirty="0" smtClean="0"/>
              <a:t>在相对简单的归一化和 </a:t>
            </a:r>
            <a:r>
              <a:rPr lang="en-US" dirty="0" err="1" smtClean="0"/>
              <a:t>Softmax</a:t>
            </a:r>
            <a:r>
              <a:rPr lang="en-US" dirty="0" smtClean="0"/>
              <a:t> </a:t>
            </a:r>
            <a:r>
              <a:rPr lang="zh-CN" altLang="en-US" dirty="0" smtClean="0"/>
              <a:t>上表现已经可以，但 </a:t>
            </a:r>
            <a:r>
              <a:rPr lang="en-US" dirty="0" err="1" smtClean="0"/>
              <a:t>MatMul</a:t>
            </a:r>
            <a:r>
              <a:rPr lang="en-US" dirty="0" smtClean="0"/>
              <a:t> </a:t>
            </a:r>
            <a:r>
              <a:rPr lang="zh-CN" altLang="en-US" dirty="0" smtClean="0"/>
              <a:t>还没有达到平台库的性能水平。再看 </a:t>
            </a:r>
            <a:r>
              <a:rPr lang="en-US" dirty="0" smtClean="0"/>
              <a:t>BANG C</a:t>
            </a:r>
            <a:r>
              <a:rPr lang="zh-CN" altLang="en-US" dirty="0" smtClean="0"/>
              <a:t>三个算子都明显慢于同平台 </a:t>
            </a:r>
            <a:r>
              <a:rPr lang="en-US" dirty="0" err="1" smtClean="0"/>
              <a:t>PyTorch</a:t>
            </a:r>
            <a:r>
              <a:rPr lang="en-US" dirty="0" smtClean="0"/>
              <a:t>，</a:t>
            </a:r>
            <a:r>
              <a:rPr lang="zh-CN" altLang="en-US" dirty="0" smtClean="0"/>
              <a:t>尤其 </a:t>
            </a:r>
            <a:r>
              <a:rPr lang="en-US" dirty="0" err="1" smtClean="0"/>
              <a:t>LayerNorm</a:t>
            </a:r>
            <a:r>
              <a:rPr lang="en-US" dirty="0" smtClean="0"/>
              <a:t> </a:t>
            </a:r>
            <a:r>
              <a:rPr lang="zh-CN" altLang="en-US" dirty="0" smtClean="0"/>
              <a:t>和 </a:t>
            </a:r>
            <a:r>
              <a:rPr lang="en-US" dirty="0" err="1" smtClean="0"/>
              <a:t>Softmax</a:t>
            </a:r>
            <a:r>
              <a:rPr lang="en-US" dirty="0" smtClean="0"/>
              <a:t> </a:t>
            </a:r>
            <a:r>
              <a:rPr lang="zh-CN" altLang="en-US" dirty="0" smtClean="0"/>
              <a:t>差距很大。这说明当前 </a:t>
            </a:r>
            <a:r>
              <a:rPr lang="en-US" dirty="0" smtClean="0"/>
              <a:t>BANG C Skill </a:t>
            </a:r>
            <a:r>
              <a:rPr lang="zh-CN" altLang="en-US" dirty="0" smtClean="0"/>
              <a:t>的问题不是“不能生成正确代码”，而是缺少足够成熟的高性能实现知识。</a:t>
            </a:r>
            <a:r>
              <a:rPr lang="en-US" dirty="0" smtClean="0"/>
              <a:t>GPU Triton </a:t>
            </a:r>
            <a:r>
              <a:rPr lang="zh-CN" altLang="en-US" dirty="0" smtClean="0"/>
              <a:t>与 </a:t>
            </a:r>
            <a:r>
              <a:rPr lang="en-US" dirty="0" smtClean="0"/>
              <a:t>CUDA C </a:t>
            </a:r>
            <a:r>
              <a:rPr lang="zh-CN" altLang="en-US" dirty="0" smtClean="0"/>
              <a:t>类似。</a:t>
            </a:r>
            <a:r>
              <a:rPr lang="en-US" dirty="0" err="1" smtClean="0"/>
              <a:t>LayerNorm</a:t>
            </a:r>
            <a:r>
              <a:rPr lang="en-US" dirty="0" smtClean="0"/>
              <a:t> ，</a:t>
            </a:r>
            <a:r>
              <a:rPr lang="en-US" dirty="0" err="1" smtClean="0"/>
              <a:t>Softmax</a:t>
            </a:r>
            <a:r>
              <a:rPr lang="en-US" dirty="0" smtClean="0"/>
              <a:t> </a:t>
            </a:r>
            <a:r>
              <a:rPr lang="zh-CN" altLang="en-US" dirty="0" smtClean="0"/>
              <a:t>都比较接近或者超过基线；从绝对时间上看，</a:t>
            </a:r>
            <a:r>
              <a:rPr lang="en-US" dirty="0" err="1" smtClean="0"/>
              <a:t>LayerNorm</a:t>
            </a:r>
            <a:r>
              <a:rPr lang="en-US" dirty="0" smtClean="0"/>
              <a:t> </a:t>
            </a:r>
            <a:r>
              <a:rPr lang="zh-CN" altLang="en-US" dirty="0" smtClean="0"/>
              <a:t>和 </a:t>
            </a:r>
            <a:r>
              <a:rPr lang="en-US" dirty="0" err="1" smtClean="0"/>
              <a:t>Softmax</a:t>
            </a:r>
            <a:r>
              <a:rPr lang="en-US" dirty="0" smtClean="0"/>
              <a:t> </a:t>
            </a:r>
            <a:r>
              <a:rPr lang="zh-CN" altLang="en-US" dirty="0" smtClean="0"/>
              <a:t>已经能体现出 </a:t>
            </a:r>
            <a:r>
              <a:rPr lang="en-US" dirty="0" smtClean="0"/>
              <a:t>Skill </a:t>
            </a:r>
            <a:r>
              <a:rPr lang="zh-CN" altLang="en-US" dirty="0" smtClean="0"/>
              <a:t>的实际可用性，但 </a:t>
            </a:r>
            <a:r>
              <a:rPr lang="en-US" dirty="0" err="1" smtClean="0"/>
              <a:t>MatMul</a:t>
            </a:r>
            <a:r>
              <a:rPr lang="en-US" dirty="0" smtClean="0"/>
              <a:t> </a:t>
            </a:r>
            <a:r>
              <a:rPr lang="zh-CN" altLang="en-US" dirty="0" smtClean="0"/>
              <a:t>在四类 </a:t>
            </a:r>
            <a:r>
              <a:rPr lang="en-US" dirty="0" smtClean="0"/>
              <a:t>Skill </a:t>
            </a:r>
            <a:r>
              <a:rPr lang="zh-CN" altLang="en-US" dirty="0" smtClean="0"/>
              <a:t>上都是难点。</a:t>
            </a:r>
            <a:endParaRPr dirty="0"/>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zh-CN" altLang="en-US" dirty="0" smtClean="0"/>
              <a:t>这一页把上一页的数据换成加速比，更容易横向比较。</a:t>
            </a:r>
            <a:r>
              <a:rPr lang="en-US" altLang="zh-CN" dirty="0" err="1" smtClean="0"/>
              <a:t>LayerNorm</a:t>
            </a:r>
            <a:r>
              <a:rPr lang="en-US" altLang="zh-CN" dirty="0" smtClean="0"/>
              <a:t> </a:t>
            </a:r>
            <a:r>
              <a:rPr lang="zh-CN" altLang="en-US" dirty="0" smtClean="0"/>
              <a:t>中，</a:t>
            </a:r>
            <a:r>
              <a:rPr lang="en-US" altLang="zh-CN" dirty="0" smtClean="0"/>
              <a:t>GPU Triton </a:t>
            </a:r>
            <a:r>
              <a:rPr lang="zh-CN" altLang="en-US" dirty="0" smtClean="0"/>
              <a:t>是 </a:t>
            </a:r>
            <a:r>
              <a:rPr lang="en-US" altLang="zh-CN" dirty="0" smtClean="0"/>
              <a:t>1.45 </a:t>
            </a:r>
            <a:r>
              <a:rPr lang="zh-CN" altLang="en-US" dirty="0" smtClean="0"/>
              <a:t>倍，</a:t>
            </a:r>
            <a:r>
              <a:rPr lang="en-US" altLang="zh-CN" dirty="0" smtClean="0"/>
              <a:t>CUDA C </a:t>
            </a:r>
            <a:r>
              <a:rPr lang="zh-CN" altLang="en-US" dirty="0" smtClean="0"/>
              <a:t>是 </a:t>
            </a:r>
            <a:r>
              <a:rPr lang="en-US" altLang="zh-CN" dirty="0" smtClean="0"/>
              <a:t>1.43 </a:t>
            </a:r>
            <a:r>
              <a:rPr lang="zh-CN" altLang="en-US" dirty="0" smtClean="0"/>
              <a:t>倍，</a:t>
            </a:r>
            <a:r>
              <a:rPr lang="en-US" altLang="zh-CN" dirty="0" smtClean="0"/>
              <a:t>MLU Triton </a:t>
            </a:r>
            <a:r>
              <a:rPr lang="zh-CN" altLang="en-US" dirty="0" smtClean="0"/>
              <a:t>与基线基本持平，对于</a:t>
            </a:r>
            <a:r>
              <a:rPr lang="en-US" altLang="zh-CN" dirty="0" err="1" smtClean="0"/>
              <a:t>layernorm</a:t>
            </a:r>
            <a:r>
              <a:rPr lang="en-US" altLang="zh-CN" dirty="0" smtClean="0"/>
              <a:t> </a:t>
            </a:r>
            <a:r>
              <a:rPr lang="zh-CN" altLang="en-US" dirty="0" smtClean="0"/>
              <a:t>（注意 原先版本的 加速比是</a:t>
            </a:r>
            <a:r>
              <a:rPr lang="en-US" altLang="zh-CN" dirty="0" smtClean="0"/>
              <a:t>0.86</a:t>
            </a:r>
            <a:r>
              <a:rPr lang="zh-CN" altLang="en-US" dirty="0" smtClean="0"/>
              <a:t>）。</a:t>
            </a:r>
            <a:r>
              <a:rPr lang="en-US" altLang="zh-CN" dirty="0" err="1" smtClean="0"/>
              <a:t>Softmax</a:t>
            </a:r>
            <a:r>
              <a:rPr lang="en-US" altLang="zh-CN" dirty="0" smtClean="0"/>
              <a:t> </a:t>
            </a:r>
            <a:r>
              <a:rPr lang="zh-CN" altLang="en-US" dirty="0" smtClean="0"/>
              <a:t>中，</a:t>
            </a:r>
            <a:r>
              <a:rPr lang="en-US" altLang="zh-CN" dirty="0" smtClean="0"/>
              <a:t>MLU Triton </a:t>
            </a:r>
            <a:r>
              <a:rPr lang="zh-CN" altLang="en-US" dirty="0" smtClean="0"/>
              <a:t>达到 </a:t>
            </a:r>
            <a:r>
              <a:rPr lang="en-US" altLang="zh-CN" dirty="0" smtClean="0"/>
              <a:t>1.23 </a:t>
            </a:r>
            <a:r>
              <a:rPr lang="zh-CN" altLang="en-US" dirty="0" smtClean="0"/>
              <a:t>倍，</a:t>
            </a:r>
            <a:r>
              <a:rPr lang="en-US" altLang="zh-CN" dirty="0" smtClean="0"/>
              <a:t>CUDA C </a:t>
            </a:r>
            <a:r>
              <a:rPr lang="zh-CN" altLang="en-US" dirty="0" smtClean="0"/>
              <a:t>和 </a:t>
            </a:r>
            <a:r>
              <a:rPr lang="en-US" altLang="zh-CN" dirty="0" smtClean="0"/>
              <a:t>GPU Triton </a:t>
            </a:r>
            <a:r>
              <a:rPr lang="zh-CN" altLang="en-US" dirty="0" smtClean="0"/>
              <a:t>都在 </a:t>
            </a:r>
            <a:r>
              <a:rPr lang="en-US" altLang="zh-CN" dirty="0" smtClean="0"/>
              <a:t>1.06 </a:t>
            </a:r>
            <a:r>
              <a:rPr lang="zh-CN" altLang="en-US" dirty="0" smtClean="0"/>
              <a:t>倍左右。但 </a:t>
            </a:r>
            <a:r>
              <a:rPr lang="en-US" altLang="zh-CN" dirty="0" err="1" smtClean="0"/>
              <a:t>MatMul</a:t>
            </a:r>
            <a:r>
              <a:rPr lang="en-US" altLang="zh-CN" dirty="0" smtClean="0"/>
              <a:t> </a:t>
            </a:r>
            <a:r>
              <a:rPr lang="zh-CN" altLang="en-US" dirty="0" smtClean="0"/>
              <a:t>四个平台全部低于 </a:t>
            </a:r>
            <a:r>
              <a:rPr lang="en-US" altLang="zh-CN" dirty="0" smtClean="0"/>
              <a:t>1 </a:t>
            </a:r>
            <a:r>
              <a:rPr lang="zh-CN" altLang="en-US" dirty="0" smtClean="0"/>
              <a:t>倍，最高的 </a:t>
            </a:r>
            <a:r>
              <a:rPr lang="en-US" altLang="zh-CN" dirty="0" smtClean="0"/>
              <a:t>CUDA C </a:t>
            </a:r>
            <a:r>
              <a:rPr lang="zh-CN" altLang="en-US" dirty="0" smtClean="0"/>
              <a:t>也只有 </a:t>
            </a:r>
            <a:r>
              <a:rPr lang="en-US" altLang="zh-CN" dirty="0" smtClean="0"/>
              <a:t>0.53 </a:t>
            </a:r>
            <a:r>
              <a:rPr lang="zh-CN" altLang="en-US" dirty="0" smtClean="0"/>
              <a:t>倍。所以目前可以看到一个比较明确的规律：对于 </a:t>
            </a:r>
            <a:r>
              <a:rPr lang="en-US" altLang="zh-CN" dirty="0" err="1" smtClean="0"/>
              <a:t>LayerNorm</a:t>
            </a:r>
            <a:r>
              <a:rPr lang="zh-CN" altLang="en-US" dirty="0" smtClean="0"/>
              <a:t>、</a:t>
            </a:r>
            <a:r>
              <a:rPr lang="en-US" altLang="zh-CN" dirty="0" err="1" smtClean="0"/>
              <a:t>Softmax</a:t>
            </a:r>
            <a:r>
              <a:rPr lang="en-US" altLang="zh-CN" dirty="0" smtClean="0"/>
              <a:t> </a:t>
            </a:r>
            <a:r>
              <a:rPr lang="zh-CN" altLang="en-US" dirty="0" smtClean="0"/>
              <a:t>这类算子，</a:t>
            </a:r>
            <a:r>
              <a:rPr lang="en-US" altLang="zh-CN" dirty="0" smtClean="0"/>
              <a:t>Skill </a:t>
            </a:r>
            <a:r>
              <a:rPr lang="zh-CN" altLang="en-US" dirty="0" smtClean="0"/>
              <a:t>已经能够生成有竞争力的实现；但 </a:t>
            </a:r>
            <a:r>
              <a:rPr lang="en-US" altLang="zh-CN" dirty="0" err="1" smtClean="0"/>
              <a:t>MatMul</a:t>
            </a:r>
            <a:r>
              <a:rPr lang="en-US" altLang="zh-CN" dirty="0" smtClean="0"/>
              <a:t> </a:t>
            </a:r>
            <a:r>
              <a:rPr lang="zh-CN" altLang="en-US" dirty="0" smtClean="0"/>
              <a:t>这种更依赖 </a:t>
            </a:r>
            <a:r>
              <a:rPr lang="en-US" altLang="zh-CN" dirty="0" smtClean="0"/>
              <a:t>Tiling</a:t>
            </a:r>
            <a:r>
              <a:rPr lang="zh-CN" altLang="en-US" dirty="0" smtClean="0"/>
              <a:t>、数据搬运和硬件计算能力的算子，仅靠通用开发流程还不够。另外 </a:t>
            </a:r>
            <a:r>
              <a:rPr lang="en-US" altLang="zh-CN" dirty="0" smtClean="0"/>
              <a:t>BANG C </a:t>
            </a:r>
            <a:r>
              <a:rPr lang="zh-CN" altLang="en-US" dirty="0" smtClean="0"/>
              <a:t>三项都低于基线，也说明后续需要重点补充高性能 </a:t>
            </a:r>
            <a:r>
              <a:rPr lang="en-US" altLang="zh-CN" dirty="0" smtClean="0"/>
              <a:t>Reference </a:t>
            </a:r>
            <a:r>
              <a:rPr lang="zh-CN" altLang="en-US" dirty="0" smtClean="0"/>
              <a:t>和平台优化规则。</a:t>
            </a:r>
            <a:endParaRPr dirty="0"/>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zh-CN" altLang="en-US" dirty="0" smtClean="0"/>
              <a:t>除了最终性能，我还统计了从需求提交到最终交付的开发时间。目前 </a:t>
            </a:r>
            <a:r>
              <a:rPr lang="en-US" altLang="zh-CN" dirty="0" smtClean="0"/>
              <a:t>CUDA C </a:t>
            </a:r>
            <a:r>
              <a:rPr lang="zh-CN" altLang="en-US" dirty="0" smtClean="0"/>
              <a:t>平均约 </a:t>
            </a:r>
            <a:r>
              <a:rPr lang="en-US" altLang="zh-CN" dirty="0" smtClean="0"/>
              <a:t>1 </a:t>
            </a:r>
            <a:r>
              <a:rPr lang="zh-CN" altLang="en-US" dirty="0" smtClean="0"/>
              <a:t>小时 </a:t>
            </a:r>
            <a:r>
              <a:rPr lang="en-US" altLang="zh-CN" dirty="0" smtClean="0"/>
              <a:t>29 </a:t>
            </a:r>
            <a:r>
              <a:rPr lang="zh-CN" altLang="en-US" dirty="0" smtClean="0"/>
              <a:t>分，开发时间最短；</a:t>
            </a:r>
            <a:r>
              <a:rPr lang="en-US" altLang="zh-CN" dirty="0" smtClean="0"/>
              <a:t>GPU Triton </a:t>
            </a:r>
            <a:r>
              <a:rPr lang="zh-CN" altLang="en-US" dirty="0" smtClean="0"/>
              <a:t>大约 </a:t>
            </a:r>
            <a:r>
              <a:rPr lang="en-US" altLang="zh-CN" dirty="0" smtClean="0"/>
              <a:t>2 </a:t>
            </a:r>
            <a:r>
              <a:rPr lang="zh-CN" altLang="en-US" dirty="0" smtClean="0"/>
              <a:t>小时 </a:t>
            </a:r>
            <a:r>
              <a:rPr lang="en-US" altLang="zh-CN" dirty="0" smtClean="0"/>
              <a:t>20 </a:t>
            </a:r>
            <a:r>
              <a:rPr lang="zh-CN" altLang="en-US" dirty="0" smtClean="0"/>
              <a:t>分；</a:t>
            </a:r>
            <a:r>
              <a:rPr lang="en-US" altLang="zh-CN" dirty="0" smtClean="0"/>
              <a:t>MLU Triton </a:t>
            </a:r>
            <a:r>
              <a:rPr lang="zh-CN" altLang="en-US" dirty="0" smtClean="0"/>
              <a:t>大约 </a:t>
            </a:r>
            <a:r>
              <a:rPr lang="en-US" altLang="zh-CN" dirty="0" smtClean="0"/>
              <a:t>2 </a:t>
            </a:r>
            <a:r>
              <a:rPr lang="zh-CN" altLang="en-US" dirty="0" smtClean="0"/>
              <a:t>小时 </a:t>
            </a:r>
            <a:r>
              <a:rPr lang="en-US" altLang="zh-CN" dirty="0" smtClean="0"/>
              <a:t>49 </a:t>
            </a:r>
            <a:r>
              <a:rPr lang="zh-CN" altLang="en-US" dirty="0" smtClean="0"/>
              <a:t>分；</a:t>
            </a:r>
            <a:r>
              <a:rPr lang="en-US" altLang="zh-CN" dirty="0" smtClean="0"/>
              <a:t>BANG C </a:t>
            </a:r>
            <a:r>
              <a:rPr lang="zh-CN" altLang="en-US" dirty="0" smtClean="0"/>
              <a:t>平均约 </a:t>
            </a:r>
            <a:r>
              <a:rPr lang="en-US" altLang="zh-CN" dirty="0" smtClean="0"/>
              <a:t>8 </a:t>
            </a:r>
            <a:r>
              <a:rPr lang="zh-CN" altLang="en-US" dirty="0" smtClean="0"/>
              <a:t>小时，耗时最长。但这里需要注意，开发快并不代表最终性能一定好，但是开发效率在实际开发中也十分重要。我个人认为目前 </a:t>
            </a:r>
            <a:r>
              <a:rPr lang="en-US" altLang="zh-CN" dirty="0" smtClean="0"/>
              <a:t>MLU Triton</a:t>
            </a:r>
            <a:r>
              <a:rPr lang="zh-CN" altLang="en-US" dirty="0" smtClean="0"/>
              <a:t>、</a:t>
            </a:r>
            <a:r>
              <a:rPr lang="en-US" altLang="zh-CN" dirty="0" smtClean="0"/>
              <a:t>CUDA C </a:t>
            </a:r>
            <a:r>
              <a:rPr lang="zh-CN" altLang="en-US" dirty="0" smtClean="0"/>
              <a:t>和 </a:t>
            </a:r>
            <a:r>
              <a:rPr lang="en-US" altLang="zh-CN" dirty="0" smtClean="0"/>
              <a:t>GPU Triton </a:t>
            </a:r>
            <a:r>
              <a:rPr lang="zh-CN" altLang="en-US" dirty="0" smtClean="0"/>
              <a:t>的开发效率已经比较可用，但仍然需要更多算子验证；</a:t>
            </a:r>
            <a:r>
              <a:rPr lang="en-US" altLang="zh-CN" dirty="0" smtClean="0"/>
              <a:t>BANG C </a:t>
            </a:r>
            <a:r>
              <a:rPr lang="zh-CN" altLang="en-US" dirty="0" smtClean="0"/>
              <a:t>当前主要需要继续补平台知识和优化经验</a:t>
            </a:r>
            <a:r>
              <a:rPr lang="zh-CN" altLang="en-US" dirty="0" smtClean="0"/>
              <a:t>。此外本周对结构进行了进一步优化，相对于原版减低了</a:t>
            </a:r>
            <a:r>
              <a:rPr lang="en-US" altLang="zh-CN" dirty="0" smtClean="0"/>
              <a:t>20%</a:t>
            </a:r>
            <a:r>
              <a:rPr lang="zh-CN" altLang="en-US" dirty="0" smtClean="0"/>
              <a:t>的</a:t>
            </a:r>
            <a:r>
              <a:rPr lang="en-US" altLang="zh-CN" dirty="0" smtClean="0"/>
              <a:t>token</a:t>
            </a:r>
            <a:r>
              <a:rPr lang="zh-CN" altLang="en-US" dirty="0" smtClean="0"/>
              <a:t>消耗。目前正在进行多组算子测试和进一步结构优化。</a:t>
            </a:r>
            <a:endParaRPr dirty="0"/>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zh-CN" altLang="en-US" dirty="0" smtClean="0"/>
              <a:t>这一页进一步用 </a:t>
            </a:r>
            <a:r>
              <a:rPr lang="en-US" dirty="0" smtClean="0"/>
              <a:t>Profiler </a:t>
            </a:r>
            <a:r>
              <a:rPr lang="zh-CN" altLang="en-US" dirty="0" smtClean="0"/>
              <a:t>看 </a:t>
            </a:r>
            <a:r>
              <a:rPr lang="en-US" dirty="0" smtClean="0"/>
              <a:t>Triton </a:t>
            </a:r>
            <a:r>
              <a:rPr lang="zh-CN" altLang="en-US" dirty="0" smtClean="0"/>
              <a:t>和 </a:t>
            </a:r>
            <a:r>
              <a:rPr lang="en-US" dirty="0" smtClean="0"/>
              <a:t>CUDA </a:t>
            </a:r>
            <a:r>
              <a:rPr lang="zh-CN" altLang="en-US" dirty="0" smtClean="0"/>
              <a:t>的性能瓶颈。</a:t>
            </a:r>
            <a:r>
              <a:rPr lang="en-US" dirty="0" err="1" smtClean="0"/>
              <a:t>Softmax</a:t>
            </a:r>
            <a:r>
              <a:rPr lang="en-US" dirty="0" smtClean="0"/>
              <a:t> </a:t>
            </a:r>
            <a:r>
              <a:rPr lang="zh-CN" altLang="en-US" dirty="0" smtClean="0"/>
              <a:t>方面，</a:t>
            </a:r>
            <a:r>
              <a:rPr lang="en-US" dirty="0" smtClean="0"/>
              <a:t>Triton </a:t>
            </a:r>
            <a:r>
              <a:rPr lang="zh-CN" altLang="en-US" dirty="0" smtClean="0"/>
              <a:t>的 </a:t>
            </a:r>
            <a:r>
              <a:rPr lang="en-US" dirty="0" smtClean="0"/>
              <a:t>DRAM </a:t>
            </a:r>
            <a:r>
              <a:rPr lang="zh-CN" altLang="en-US" dirty="0" smtClean="0"/>
              <a:t>吞吐已经达到比较高的水平，主要是带宽受限；</a:t>
            </a:r>
            <a:r>
              <a:rPr lang="en-US" dirty="0" smtClean="0"/>
              <a:t>CUDA </a:t>
            </a:r>
            <a:r>
              <a:rPr lang="zh-CN" altLang="en-US" dirty="0" smtClean="0"/>
              <a:t>版本虽然 </a:t>
            </a:r>
            <a:r>
              <a:rPr lang="en-US" dirty="0" smtClean="0"/>
              <a:t>Occupancy </a:t>
            </a:r>
            <a:r>
              <a:rPr lang="zh-CN" altLang="en-US" dirty="0" smtClean="0"/>
              <a:t>很高，但仍然存在 </a:t>
            </a:r>
            <a:r>
              <a:rPr lang="en-US" dirty="0" smtClean="0"/>
              <a:t>long scoreboard </a:t>
            </a:r>
            <a:r>
              <a:rPr lang="zh-CN" altLang="en-US" dirty="0" smtClean="0"/>
              <a:t>等内存等待，所以也是 </a:t>
            </a:r>
            <a:r>
              <a:rPr lang="en-US" dirty="0" smtClean="0"/>
              <a:t>DRAM </a:t>
            </a:r>
            <a:r>
              <a:rPr lang="zh-CN" altLang="en-US" dirty="0" smtClean="0"/>
              <a:t>带宽和内存延迟受限。</a:t>
            </a:r>
            <a:r>
              <a:rPr lang="en-US" dirty="0" err="1" smtClean="0"/>
              <a:t>LayerNorm</a:t>
            </a:r>
            <a:r>
              <a:rPr lang="en-US" dirty="0" smtClean="0"/>
              <a:t> </a:t>
            </a:r>
            <a:r>
              <a:rPr lang="zh-CN" altLang="en-US" dirty="0" smtClean="0"/>
              <a:t>两个版本的结论也类似，主要瓶颈仍然在内存带宽。</a:t>
            </a:r>
            <a:r>
              <a:rPr lang="en-US" dirty="0" err="1" smtClean="0"/>
              <a:t>MatMul</a:t>
            </a:r>
            <a:r>
              <a:rPr lang="en-US" dirty="0" smtClean="0"/>
              <a:t> </a:t>
            </a:r>
            <a:r>
              <a:rPr lang="zh-CN" altLang="en-US" dirty="0" smtClean="0"/>
              <a:t>则不一样：</a:t>
            </a:r>
            <a:r>
              <a:rPr lang="en-US" dirty="0" smtClean="0"/>
              <a:t>Triton </a:t>
            </a:r>
            <a:r>
              <a:rPr lang="zh-CN" altLang="en-US" dirty="0" smtClean="0"/>
              <a:t>版本寄存器使用达到 </a:t>
            </a:r>
            <a:r>
              <a:rPr lang="en-US" altLang="zh-CN" dirty="0" smtClean="0"/>
              <a:t>255</a:t>
            </a:r>
            <a:r>
              <a:rPr lang="zh-CN" altLang="en-US" dirty="0" smtClean="0"/>
              <a:t>，并且有 </a:t>
            </a:r>
            <a:r>
              <a:rPr lang="en-US" dirty="0" smtClean="0"/>
              <a:t>Spill，</a:t>
            </a:r>
            <a:r>
              <a:rPr lang="zh-CN" altLang="en-US" dirty="0" smtClean="0"/>
              <a:t>占用率只有大约 </a:t>
            </a:r>
            <a:r>
              <a:rPr lang="en-US" altLang="zh-CN" dirty="0" smtClean="0"/>
              <a:t>16.67%</a:t>
            </a:r>
            <a:r>
              <a:rPr lang="zh-CN" altLang="en-US" dirty="0" smtClean="0"/>
              <a:t>，属于寄存器和 </a:t>
            </a:r>
            <a:r>
              <a:rPr lang="en-US" dirty="0" smtClean="0"/>
              <a:t>Occupancy </a:t>
            </a:r>
            <a:r>
              <a:rPr lang="zh-CN" altLang="en-US" dirty="0" smtClean="0"/>
              <a:t>限制；</a:t>
            </a:r>
            <a:r>
              <a:rPr lang="en-US" dirty="0" smtClean="0"/>
              <a:t>CUDA </a:t>
            </a:r>
            <a:r>
              <a:rPr lang="zh-CN" altLang="en-US" dirty="0" smtClean="0"/>
              <a:t>版本则需要进一步提高 </a:t>
            </a:r>
            <a:r>
              <a:rPr lang="en-US" dirty="0" smtClean="0"/>
              <a:t>Tensor Core </a:t>
            </a:r>
            <a:r>
              <a:rPr lang="zh-CN" altLang="en-US" dirty="0" smtClean="0"/>
              <a:t>利用率和算术强度。这个结果说明，优化不能只靠固定策略，而必须结合真实 </a:t>
            </a:r>
            <a:r>
              <a:rPr lang="en-US" dirty="0" smtClean="0"/>
              <a:t>Profile </a:t>
            </a:r>
            <a:r>
              <a:rPr lang="zh-CN" altLang="en-US" dirty="0" smtClean="0"/>
              <a:t>判断。</a:t>
            </a:r>
            <a:endParaRPr dirty="0"/>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zh-CN" altLang="en-US" dirty="0" smtClean="0"/>
              <a:t>下面是未来计划</a:t>
            </a:r>
            <a:endParaRPr dirty="0"/>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zh-CN" altLang="en-US" dirty="0" smtClean="0"/>
              <a:t>后续主要有几个方向：继续降低算子开发和验证成本，扩大算子库测试规模，并对跨平台开发效率进行更系统的量化。最终希望从 </a:t>
            </a:r>
            <a:r>
              <a:rPr lang="en-US" altLang="zh-CN" dirty="0" smtClean="0"/>
              <a:t>Agent </a:t>
            </a:r>
            <a:r>
              <a:rPr lang="zh-CN" altLang="en-US" dirty="0" smtClean="0"/>
              <a:t>辅助写算子，扩展到人、</a:t>
            </a:r>
            <a:r>
              <a:rPr lang="en-US" altLang="zh-CN" dirty="0" smtClean="0"/>
              <a:t>Agent </a:t>
            </a:r>
            <a:r>
              <a:rPr lang="zh-CN" altLang="en-US" dirty="0" smtClean="0"/>
              <a:t>和真实硬件协同完成模型部署与性能优化。</a:t>
            </a:r>
            <a:endParaRPr dirty="0"/>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cSld name="Title Slide">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1"/>
          <p:cNvSpPr>
            <a:spLocks noGrp="1"/>
          </p:cNvSpPr>
          <p:nvPr>
            <p:ph type="dt" sz="half" idx="10"/>
          </p:nvPr>
        </p:nvSpPr>
        <p:spPr>
          <a:xfrm>
            <a:off x="609600" y="6356350"/>
            <a:ext cx="2844800" cy="365125"/>
          </a:xfrm>
        </p:spPr>
        <p:txBody>
          <a:bodyPr/>
          <a:lstStyle/>
          <a:p>
            <a:pPr fontAlgn="auto">
              <a:defRPr/>
            </a:pPr>
            <a:fld id="{BF415795-042F-4949-9313-AD09E35C5059}" type="datetime1">
              <a:rPr lang="zh-CN" altLang="en-US" strike="noStrike" noProof="1">
                <a:latin typeface="+mn-lt"/>
                <a:ea typeface="+mn-ea"/>
                <a:cs typeface="+mn-cs"/>
              </a:rPr>
              <a:t>2026/8/27</a:t>
            </a:fld>
            <a:endParaRPr lang="zh-CN" altLang="en-US" strike="noStrike" noProof="1"/>
          </a:p>
        </p:txBody>
      </p:sp>
      <p:sp>
        <p:nvSpPr>
          <p:cNvPr id="3" name="页脚占位符 2"/>
          <p:cNvSpPr>
            <a:spLocks noGrp="1"/>
          </p:cNvSpPr>
          <p:nvPr>
            <p:ph type="ftr" sz="quarter" idx="11"/>
          </p:nvPr>
        </p:nvSpPr>
        <p:spPr>
          <a:xfrm>
            <a:off x="4165600" y="6356350"/>
            <a:ext cx="3860800" cy="365125"/>
          </a:xfrm>
        </p:spPr>
        <p:txBody>
          <a:bodyPr/>
          <a:lstStyle/>
          <a:p>
            <a:pPr fontAlgn="auto">
              <a:defRPr/>
            </a:pPr>
            <a:endParaRPr lang="en-US" altLang="zh-CN" strike="noStrike" noProof="1"/>
          </a:p>
        </p:txBody>
      </p:sp>
      <p:sp>
        <p:nvSpPr>
          <p:cNvPr id="4" name="灯片编号占位符 3"/>
          <p:cNvSpPr>
            <a:spLocks noGrp="1"/>
          </p:cNvSpPr>
          <p:nvPr>
            <p:ph type="sldNum" sz="quarter" idx="12"/>
          </p:nvPr>
        </p:nvSpPr>
        <p:spPr>
          <a:xfrm>
            <a:off x="8737600" y="6356350"/>
            <a:ext cx="2844800" cy="365125"/>
          </a:xfrm>
        </p:spPr>
        <p:txBody>
          <a:bodyPr/>
          <a:lstStyle/>
          <a:p>
            <a:pPr fontAlgn="auto">
              <a:defRPr/>
            </a:pPr>
            <a:fld id="{E6EDE1DC-439A-425E-8995-2DD3A7B9393D}" type="slidenum">
              <a:rPr lang="zh-CN" altLang="en-US" strike="noStrike" noProof="1">
                <a:latin typeface="Times New Roman" panose="02020603050405020304" pitchFamily="18" charset="0"/>
                <a:ea typeface="楷体_GB2312" pitchFamily="1" charset="-122"/>
                <a:cs typeface="+mn-cs"/>
              </a:rPr>
              <a:t>‹#›</a:t>
            </a:fld>
            <a:endParaRPr lang="zh-CN" altLang="en-US" strike="noStrike" noProof="1"/>
          </a:p>
        </p:txBody>
      </p:sp>
    </p:spTree>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 id="2147483650" r:id="rId2"/>
  </p:sldLayoutIdLst>
  <p:txStyles>
    <p:titleStyle>
      <a:lvl1pPr algn="l">
        <a:lnSpc>
          <a:spcPct val="90000"/>
        </a:lnSpc>
        <a:spcBef>
          <a:spcPts val="0"/>
        </a:spcBef>
        <a:buNone/>
        <a:defRPr sz="4400">
          <a:solidFill>
            <a:schemeClr val="tx1"/>
          </a:solidFill>
          <a:latin typeface="+mj-lt"/>
          <a:ea typeface="+mj-lt"/>
          <a:cs typeface="+mj-lt"/>
        </a:defRPr>
      </a:lvl1pPr>
    </p:titleStyle>
    <p:bodyStyle>
      <a:lvl1pPr marL="228600" indent="-228600" algn="l">
        <a:lnSpc>
          <a:spcPct val="90000"/>
        </a:lnSpc>
        <a:spcBef>
          <a:spcPts val="1000"/>
        </a:spcBef>
        <a:buChar char="•"/>
        <a:defRPr sz="2800">
          <a:solidFill>
            <a:schemeClr val="tx1"/>
          </a:solidFill>
          <a:latin typeface="+mn-lt"/>
          <a:ea typeface="+mn-lt"/>
          <a:cs typeface="+mn-lt"/>
        </a:defRPr>
      </a:lvl1pPr>
      <a:lvl2pPr marL="685800" indent="-228600" algn="l">
        <a:lnSpc>
          <a:spcPct val="90000"/>
        </a:lnSpc>
        <a:spcBef>
          <a:spcPts val="500"/>
        </a:spcBef>
        <a:buChar char="•"/>
        <a:defRPr sz="2400">
          <a:solidFill>
            <a:schemeClr val="tx1"/>
          </a:solidFill>
          <a:latin typeface="+mn-lt"/>
          <a:ea typeface="+mn-lt"/>
          <a:cs typeface="+mn-lt"/>
        </a:defRPr>
      </a:lvl2pPr>
      <a:lvl3pPr marL="1143000" indent="-228600" algn="l">
        <a:lnSpc>
          <a:spcPct val="90000"/>
        </a:lnSpc>
        <a:spcBef>
          <a:spcPts val="500"/>
        </a:spcBef>
        <a:buChar char="•"/>
        <a:defRPr sz="2000">
          <a:solidFill>
            <a:schemeClr val="tx1"/>
          </a:solidFill>
          <a:latin typeface="+mn-lt"/>
          <a:ea typeface="+mn-lt"/>
          <a:cs typeface="+mn-lt"/>
        </a:defRPr>
      </a:lvl3pPr>
      <a:lvl4pPr marL="1600200" indent="-228600" algn="l">
        <a:lnSpc>
          <a:spcPct val="90000"/>
        </a:lnSpc>
        <a:spcBef>
          <a:spcPts val="500"/>
        </a:spcBef>
        <a:buChar char="•"/>
        <a:defRPr sz="1800">
          <a:solidFill>
            <a:schemeClr val="tx1"/>
          </a:solidFill>
          <a:latin typeface="+mn-lt"/>
          <a:ea typeface="+mn-lt"/>
          <a:cs typeface="+mn-lt"/>
        </a:defRPr>
      </a:lvl4pPr>
      <a:lvl5pPr marL="2057400" indent="-228600" algn="l">
        <a:lnSpc>
          <a:spcPct val="90000"/>
        </a:lnSpc>
        <a:spcBef>
          <a:spcPts val="500"/>
        </a:spcBef>
        <a:buChar char="•"/>
        <a:defRPr sz="1800">
          <a:solidFill>
            <a:schemeClr val="tx1"/>
          </a:solidFill>
          <a:latin typeface="+mn-lt"/>
          <a:ea typeface="+mn-lt"/>
          <a:cs typeface="+mn-lt"/>
        </a:defRPr>
      </a:lvl5pPr>
      <a:lvl6pPr marL="2514600" indent="-228600" algn="l">
        <a:lnSpc>
          <a:spcPct val="90000"/>
        </a:lnSpc>
        <a:spcBef>
          <a:spcPts val="500"/>
        </a:spcBef>
        <a:buChar char="•"/>
        <a:defRPr sz="1800">
          <a:solidFill>
            <a:schemeClr val="tx1"/>
          </a:solidFill>
          <a:latin typeface="+mn-lt"/>
          <a:ea typeface="+mn-lt"/>
          <a:cs typeface="+mn-lt"/>
        </a:defRPr>
      </a:lvl6pPr>
      <a:lvl7pPr marL="2971800" indent="-228600" algn="l">
        <a:lnSpc>
          <a:spcPct val="90000"/>
        </a:lnSpc>
        <a:spcBef>
          <a:spcPts val="500"/>
        </a:spcBef>
        <a:buChar char="•"/>
        <a:defRPr sz="1800">
          <a:solidFill>
            <a:schemeClr val="tx1"/>
          </a:solidFill>
          <a:latin typeface="+mn-lt"/>
          <a:ea typeface="+mn-lt"/>
          <a:cs typeface="+mn-lt"/>
        </a:defRPr>
      </a:lvl7pPr>
      <a:lvl8pPr marL="3429000" indent="-228600" algn="l">
        <a:lnSpc>
          <a:spcPct val="90000"/>
        </a:lnSpc>
        <a:spcBef>
          <a:spcPts val="500"/>
        </a:spcBef>
        <a:buChar char="•"/>
        <a:defRPr sz="1800">
          <a:solidFill>
            <a:schemeClr val="tx1"/>
          </a:solidFill>
          <a:latin typeface="+mn-lt"/>
          <a:ea typeface="+mn-lt"/>
          <a:cs typeface="+mn-lt"/>
        </a:defRPr>
      </a:lvl8pPr>
      <a:lvl9pPr marL="3886200" indent="-228600" algn="l">
        <a:lnSpc>
          <a:spcPct val="90000"/>
        </a:lnSpc>
        <a:spcBef>
          <a:spcPts val="500"/>
        </a:spcBef>
        <a:buChar char="•"/>
        <a:defRPr sz="1800">
          <a:solidFill>
            <a:schemeClr val="tx1"/>
          </a:solidFill>
          <a:latin typeface="+mn-lt"/>
          <a:ea typeface="+mn-lt"/>
          <a:cs typeface="+mn-lt"/>
        </a:defRPr>
      </a:lvl9pPr>
    </p:bodyStyle>
    <p:otherStyle>
      <a:lvl1pPr marL="0" algn="l">
        <a:buNone/>
        <a:defRPr sz="1800">
          <a:solidFill>
            <a:schemeClr val="tx1"/>
          </a:solidFill>
          <a:latin typeface="+mn-lt"/>
          <a:ea typeface="+mn-lt"/>
          <a:cs typeface="+mn-lt"/>
        </a:defRPr>
      </a:lvl1pPr>
      <a:lvl2pPr marL="457200" algn="l">
        <a:buNone/>
        <a:defRPr sz="1800">
          <a:solidFill>
            <a:schemeClr val="tx1"/>
          </a:solidFill>
          <a:latin typeface="+mn-lt"/>
          <a:ea typeface="+mn-lt"/>
          <a:cs typeface="+mn-lt"/>
        </a:defRPr>
      </a:lvl2pPr>
      <a:lvl3pPr marL="914400" algn="l">
        <a:buNone/>
        <a:defRPr sz="1800">
          <a:solidFill>
            <a:schemeClr val="tx1"/>
          </a:solidFill>
          <a:latin typeface="+mn-lt"/>
          <a:ea typeface="+mn-lt"/>
          <a:cs typeface="+mn-lt"/>
        </a:defRPr>
      </a:lvl3pPr>
      <a:lvl4pPr marL="1371600" algn="l">
        <a:buNone/>
        <a:defRPr sz="1800">
          <a:solidFill>
            <a:schemeClr val="tx1"/>
          </a:solidFill>
          <a:latin typeface="+mn-lt"/>
          <a:ea typeface="+mn-lt"/>
          <a:cs typeface="+mn-lt"/>
        </a:defRPr>
      </a:lvl4pPr>
      <a:lvl5pPr marL="1828800" algn="l">
        <a:buNone/>
        <a:defRPr sz="1800">
          <a:solidFill>
            <a:schemeClr val="tx1"/>
          </a:solidFill>
          <a:latin typeface="+mn-lt"/>
          <a:ea typeface="+mn-lt"/>
          <a:cs typeface="+mn-lt"/>
        </a:defRPr>
      </a:lvl5pPr>
      <a:lvl6pPr marL="2286000" algn="l">
        <a:buNone/>
        <a:defRPr sz="1800">
          <a:solidFill>
            <a:schemeClr val="tx1"/>
          </a:solidFill>
          <a:latin typeface="+mn-lt"/>
          <a:ea typeface="+mn-lt"/>
          <a:cs typeface="+mn-lt"/>
        </a:defRPr>
      </a:lvl6pPr>
      <a:lvl7pPr marL="2743200" algn="l">
        <a:buNone/>
        <a:defRPr sz="1800">
          <a:solidFill>
            <a:schemeClr val="tx1"/>
          </a:solidFill>
          <a:latin typeface="+mn-lt"/>
          <a:ea typeface="+mn-lt"/>
          <a:cs typeface="+mn-lt"/>
        </a:defRPr>
      </a:lvl7pPr>
      <a:lvl8pPr marL="3200400" algn="l">
        <a:buNone/>
        <a:defRPr sz="1800">
          <a:solidFill>
            <a:schemeClr val="tx1"/>
          </a:solidFill>
          <a:latin typeface="+mn-lt"/>
          <a:ea typeface="+mn-lt"/>
          <a:cs typeface="+mn-lt"/>
        </a:defRPr>
      </a:lvl8pPr>
      <a:lvl9pPr marL="3657600" algn="l">
        <a:buNone/>
        <a:defRPr sz="1800">
          <a:solidFill>
            <a:schemeClr val="tx1"/>
          </a:solidFill>
          <a:latin typeface="+mn-lt"/>
          <a:ea typeface="+mn-lt"/>
          <a:cs typeface="+mn-lt"/>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8" Type="http://schemas.openxmlformats.org/officeDocument/2006/relationships/image" Target="../media/image6.png"/><Relationship Id="rId3" Type="http://schemas.openxmlformats.org/officeDocument/2006/relationships/image" Target="../media/image1.png"/><Relationship Id="rId7" Type="http://schemas.openxmlformats.org/officeDocument/2006/relationships/image" Target="../media/image5.png"/><Relationship Id="rId2" Type="http://schemas.openxmlformats.org/officeDocument/2006/relationships/notesSlide" Target="../notesSlides/notesSlide15.xml"/><Relationship Id="rId1" Type="http://schemas.openxmlformats.org/officeDocument/2006/relationships/slideLayout" Target="../slideLayouts/slideLayout1.xml"/><Relationship Id="rId6" Type="http://schemas.openxmlformats.org/officeDocument/2006/relationships/image" Target="../media/image4.png"/><Relationship Id="rId5" Type="http://schemas.openxmlformats.org/officeDocument/2006/relationships/image" Target="../media/image3.png"/><Relationship Id="rId4" Type="http://schemas.openxmlformats.org/officeDocument/2006/relationships/image" Target="../media/image2.png"/></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1.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1.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1.xml"/></Relationships>
</file>

<file path=ppt/slides/_rels/slide19.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19.xml"/><Relationship Id="rId1" Type="http://schemas.openxmlformats.org/officeDocument/2006/relationships/slideLayout" Target="../slideLayouts/slideLayout1.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1.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1.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1.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1.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1.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1.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1.xml"/></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27.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ver-title"/>
          <p:cNvSpPr>
            <a:spLocks noGrp="1"/>
          </p:cNvSpPr>
          <p:nvPr/>
        </p:nvSpPr>
        <p:spPr>
          <a:xfrm>
            <a:off x="3408680" y="1701165"/>
            <a:ext cx="7048500" cy="876300"/>
          </a:xfrm>
          <a:prstGeom prst="rect">
            <a:avLst/>
          </a:prstGeom>
          <a:noFill/>
          <a:ln w="0">
            <a:noFill/>
            <a:prstDash val="solid"/>
          </a:ln>
        </p:spPr>
        <p:txBody>
          <a:bodyPr wrap="square" lIns="0" tIns="0" rIns="0" bIns="0" anchor="ctr">
            <a:normAutofit/>
          </a:bodyPr>
          <a:lstStyle/>
          <a:p>
            <a:pPr algn="l">
              <a:defRPr sz="3450" b="1">
                <a:solidFill>
                  <a:srgbClr val="072A67"/>
                </a:solidFill>
                <a:latin typeface="微软雅黑" panose="020B0503020204020204" charset="-122"/>
                <a:ea typeface="微软雅黑" panose="020B0503020204020204" charset="-122"/>
                <a:cs typeface="微软雅黑" panose="020B0503020204020204" charset="-122"/>
              </a:defRPr>
            </a:pPr>
            <a:r>
              <a:rPr sz="3450" b="1">
                <a:solidFill>
                  <a:srgbClr val="072A67"/>
                </a:solidFill>
                <a:latin typeface="微软雅黑" panose="020B0503020204020204" charset="-122"/>
                <a:ea typeface="微软雅黑" panose="020B0503020204020204" charset="-122"/>
                <a:cs typeface="微软雅黑" panose="020B0503020204020204" charset="-122"/>
              </a:rPr>
              <a:t>Skill 使用、开发和经验分享</a:t>
            </a:r>
          </a:p>
        </p:txBody>
      </p:sp>
      <p:sp>
        <p:nvSpPr>
          <p:cNvPr id="4" name="cover-subtitle"/>
          <p:cNvSpPr>
            <a:spLocks noGrp="1"/>
          </p:cNvSpPr>
          <p:nvPr/>
        </p:nvSpPr>
        <p:spPr>
          <a:xfrm>
            <a:off x="4295775" y="2708910"/>
            <a:ext cx="6858000" cy="419100"/>
          </a:xfrm>
          <a:prstGeom prst="rect">
            <a:avLst/>
          </a:prstGeom>
          <a:noFill/>
          <a:ln w="0">
            <a:noFill/>
            <a:prstDash val="solid"/>
          </a:ln>
        </p:spPr>
        <p:txBody>
          <a:bodyPr wrap="square" lIns="0" tIns="0" rIns="0" bIns="0" anchor="ctr">
            <a:normAutofit/>
          </a:bodyPr>
          <a:lstStyle/>
          <a:p>
            <a:pPr algn="l">
              <a:defRPr sz="1650" b="0">
                <a:solidFill>
                  <a:srgbClr val="56627A"/>
                </a:solidFill>
                <a:latin typeface="微软雅黑" panose="020B0503020204020204" charset="-122"/>
                <a:ea typeface="微软雅黑" panose="020B0503020204020204" charset="-122"/>
                <a:cs typeface="微软雅黑" panose="020B0503020204020204" charset="-122"/>
              </a:defRPr>
            </a:pPr>
            <a:r>
              <a:rPr sz="1650" b="0">
                <a:solidFill>
                  <a:srgbClr val="56627A"/>
                </a:solidFill>
                <a:latin typeface="微软雅黑" panose="020B0503020204020204" charset="-122"/>
                <a:ea typeface="微软雅黑" panose="020B0503020204020204" charset="-122"/>
                <a:cs typeface="微软雅黑" panose="020B0503020204020204" charset="-122"/>
              </a:rPr>
              <a:t>从 Agent Skill 基础到跨平台算子开发</a:t>
            </a:r>
            <a:r>
              <a:rPr lang="zh-CN" sz="1650" b="0">
                <a:solidFill>
                  <a:srgbClr val="56627A"/>
                </a:solidFill>
                <a:latin typeface="微软雅黑" panose="020B0503020204020204" charset="-122"/>
                <a:ea typeface="微软雅黑" panose="020B0503020204020204" charset="-122"/>
                <a:cs typeface="微软雅黑" panose="020B0503020204020204" charset="-122"/>
              </a:rPr>
              <a:t>指南</a:t>
            </a:r>
          </a:p>
        </p:txBody>
      </p:sp>
      <p:sp>
        <p:nvSpPr>
          <p:cNvPr id="14" name="cover-bottom-rule"/>
          <p:cNvSpPr>
            <a:spLocks noGrp="1"/>
          </p:cNvSpPr>
          <p:nvPr/>
        </p:nvSpPr>
        <p:spPr>
          <a:xfrm>
            <a:off x="723900" y="5905500"/>
            <a:ext cx="10363200" cy="14288"/>
          </a:xfrm>
          <a:prstGeom prst="rect">
            <a:avLst/>
          </a:prstGeom>
          <a:solidFill>
            <a:srgbClr val="C8D9F3"/>
          </a:solidFill>
          <a:ln w="0">
            <a:noFill/>
            <a:prstDash val="solid"/>
          </a:ln>
        </p:spPr>
      </p:sp>
      <p:sp>
        <p:nvSpPr>
          <p:cNvPr id="15" name="cover-meta-left"/>
          <p:cNvSpPr>
            <a:spLocks noGrp="1"/>
          </p:cNvSpPr>
          <p:nvPr/>
        </p:nvSpPr>
        <p:spPr>
          <a:xfrm>
            <a:off x="723900" y="6105525"/>
            <a:ext cx="5143500" cy="266700"/>
          </a:xfrm>
          <a:prstGeom prst="rect">
            <a:avLst/>
          </a:prstGeom>
          <a:noFill/>
          <a:ln w="0">
            <a:noFill/>
            <a:prstDash val="solid"/>
          </a:ln>
        </p:spPr>
        <p:txBody>
          <a:bodyPr wrap="square" lIns="0" tIns="0" rIns="0" bIns="0" anchor="ctr">
            <a:normAutofit/>
          </a:bodyPr>
          <a:lstStyle/>
          <a:p>
            <a:pPr algn="l">
              <a:defRPr sz="975" b="1">
                <a:solidFill>
                  <a:srgbClr val="072A67"/>
                </a:solidFill>
                <a:latin typeface="微软雅黑" panose="020B0503020204020204" charset="-122"/>
                <a:ea typeface="微软雅黑" panose="020B0503020204020204" charset="-122"/>
                <a:cs typeface="微软雅黑" panose="020B0503020204020204" charset="-122"/>
              </a:defRPr>
            </a:pPr>
            <a:r>
              <a:rPr lang="en-US" sz="1400" b="1" dirty="0">
                <a:solidFill>
                  <a:srgbClr val="072A67"/>
                </a:solidFill>
                <a:latin typeface="微软雅黑" panose="020B0503020204020204" charset="-122"/>
                <a:ea typeface="微软雅黑" panose="020B0503020204020204" charset="-122"/>
                <a:cs typeface="微软雅黑" panose="020B0503020204020204" charset="-122"/>
              </a:rPr>
              <a:t>2026</a:t>
            </a:r>
            <a:r>
              <a:rPr sz="1400" b="1" dirty="0">
                <a:solidFill>
                  <a:srgbClr val="072A67"/>
                </a:solidFill>
                <a:latin typeface="微软雅黑" panose="020B0503020204020204" charset="-122"/>
                <a:ea typeface="微软雅黑" panose="020B0503020204020204" charset="-122"/>
                <a:cs typeface="微软雅黑" panose="020B0503020204020204" charset="-122"/>
              </a:rPr>
              <a:t>  ·  </a:t>
            </a:r>
            <a:r>
              <a:rPr lang="en-US" sz="1400" b="1" dirty="0">
                <a:solidFill>
                  <a:srgbClr val="072A67"/>
                </a:solidFill>
                <a:latin typeface="微软雅黑" panose="020B0503020204020204" charset="-122"/>
                <a:ea typeface="微软雅黑" panose="020B0503020204020204" charset="-122"/>
                <a:cs typeface="微软雅黑" panose="020B0503020204020204" charset="-122"/>
              </a:rPr>
              <a:t>08</a:t>
            </a:r>
            <a:r>
              <a:rPr sz="1400" b="1" dirty="0">
                <a:solidFill>
                  <a:srgbClr val="072A67"/>
                </a:solidFill>
                <a:latin typeface="微软雅黑" panose="020B0503020204020204" charset="-122"/>
                <a:ea typeface="微软雅黑" panose="020B0503020204020204" charset="-122"/>
                <a:cs typeface="微软雅黑" panose="020B0503020204020204" charset="-122"/>
              </a:rPr>
              <a:t> ·  </a:t>
            </a:r>
            <a:r>
              <a:rPr lang="en-US" sz="1400" b="1" dirty="0" smtClean="0">
                <a:solidFill>
                  <a:srgbClr val="072A67"/>
                </a:solidFill>
                <a:latin typeface="微软雅黑" panose="020B0503020204020204" charset="-122"/>
                <a:ea typeface="微软雅黑" panose="020B0503020204020204" charset="-122"/>
                <a:cs typeface="微软雅黑" panose="020B0503020204020204" charset="-122"/>
              </a:rPr>
              <a:t>27</a:t>
            </a:r>
            <a:endParaRPr lang="en-US" sz="1400" b="1" dirty="0">
              <a:solidFill>
                <a:srgbClr val="072A67"/>
              </a:solidFill>
              <a:latin typeface="微软雅黑" panose="020B0503020204020204" charset="-122"/>
              <a:ea typeface="微软雅黑" panose="020B0503020204020204" charset="-122"/>
              <a:cs typeface="微软雅黑" panose="020B0503020204020204" charset="-122"/>
            </a:endParaRPr>
          </a:p>
        </p:txBody>
      </p:sp>
      <p:sp>
        <p:nvSpPr>
          <p:cNvPr id="16" name="cover-meta-right"/>
          <p:cNvSpPr>
            <a:spLocks noGrp="1"/>
          </p:cNvSpPr>
          <p:nvPr/>
        </p:nvSpPr>
        <p:spPr>
          <a:xfrm>
            <a:off x="6629400" y="6105525"/>
            <a:ext cx="4457700" cy="266700"/>
          </a:xfrm>
          <a:prstGeom prst="rect">
            <a:avLst/>
          </a:prstGeom>
          <a:noFill/>
          <a:ln w="0">
            <a:noFill/>
            <a:prstDash val="solid"/>
          </a:ln>
        </p:spPr>
        <p:txBody>
          <a:bodyPr wrap="square" lIns="0" tIns="0" rIns="0" bIns="0" anchor="ctr">
            <a:normAutofit/>
          </a:bodyPr>
          <a:lstStyle/>
          <a:p>
            <a:pPr algn="r">
              <a:defRPr sz="940" b="0">
                <a:solidFill>
                  <a:srgbClr val="56627A"/>
                </a:solidFill>
                <a:latin typeface="微软雅黑" panose="020B0503020204020204" charset="-122"/>
                <a:ea typeface="微软雅黑" panose="020B0503020204020204" charset="-122"/>
                <a:cs typeface="微软雅黑" panose="020B0503020204020204" charset="-122"/>
              </a:defRPr>
            </a:pPr>
            <a:r>
              <a:rPr sz="1400" b="1">
                <a:solidFill>
                  <a:srgbClr val="56627A"/>
                </a:solidFill>
                <a:latin typeface="微软雅黑" panose="020B0503020204020204" charset="-122"/>
                <a:ea typeface="微软雅黑" panose="020B0503020204020204" charset="-122"/>
                <a:cs typeface="微软雅黑" panose="020B0503020204020204" charset="-122"/>
              </a:rPr>
              <a:t>汇报人：</a:t>
            </a:r>
            <a:r>
              <a:rPr lang="zh-CN" sz="1400" b="1">
                <a:solidFill>
                  <a:srgbClr val="56627A"/>
                </a:solidFill>
                <a:latin typeface="微软雅黑" panose="020B0503020204020204" charset="-122"/>
                <a:ea typeface="微软雅黑" panose="020B0503020204020204" charset="-122"/>
                <a:cs typeface="微软雅黑" panose="020B0503020204020204" charset="-122"/>
              </a:rPr>
              <a:t>霍子昂</a:t>
            </a:r>
            <a:r>
              <a:rPr sz="1400" b="1">
                <a:solidFill>
                  <a:srgbClr val="56627A"/>
                </a:solidFill>
                <a:latin typeface="微软雅黑" panose="020B0503020204020204" charset="-122"/>
                <a:ea typeface="微软雅黑" panose="020B0503020204020204" charset="-122"/>
                <a:cs typeface="微软雅黑" panose="020B0503020204020204" charset="-122"/>
              </a:rPr>
              <a:t>   _</a:t>
            </a:r>
          </a:p>
        </p:txBody>
      </p:sp>
      <p:sp>
        <p:nvSpPr>
          <p:cNvPr id="17" name="cover-bottom-accent"/>
          <p:cNvSpPr>
            <a:spLocks noGrp="1"/>
          </p:cNvSpPr>
          <p:nvPr/>
        </p:nvSpPr>
        <p:spPr>
          <a:xfrm>
            <a:off x="0" y="6743700"/>
            <a:ext cx="12192000" cy="114300"/>
          </a:xfrm>
          <a:prstGeom prst="rect">
            <a:avLst/>
          </a:prstGeom>
          <a:solidFill>
            <a:srgbClr val="072A67"/>
          </a:solidFill>
          <a:ln w="0">
            <a:noFill/>
            <a:prstDash val="solid"/>
          </a:ln>
        </p:spPr>
      </p:sp>
    </p:spTree>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F7F8FA"/>
        </a:solidFill>
        <a:effectLst/>
      </p:bgPr>
    </p:bg>
    <p:spTree>
      <p:nvGrpSpPr>
        <p:cNvPr id="1" name=""/>
        <p:cNvGrpSpPr/>
        <p:nvPr/>
      </p:nvGrpSpPr>
      <p:grpSpPr>
        <a:xfrm>
          <a:off x="0" y="0"/>
          <a:ext cx="0" cy="0"/>
          <a:chOff x="0" y="0"/>
          <a:chExt cx="0" cy="0"/>
        </a:xfrm>
      </p:grpSpPr>
      <p:sp>
        <p:nvSpPr>
          <p:cNvPr id="39" name="contents-title"/>
          <p:cNvSpPr>
            <a:spLocks noGrp="1"/>
          </p:cNvSpPr>
          <p:nvPr/>
        </p:nvSpPr>
        <p:spPr>
          <a:xfrm>
            <a:off x="609600" y="247650"/>
            <a:ext cx="2476500" cy="514350"/>
          </a:xfrm>
          <a:prstGeom prst="rect">
            <a:avLst/>
          </a:prstGeom>
          <a:noFill/>
          <a:ln w="0">
            <a:noFill/>
            <a:prstDash val="solid"/>
          </a:ln>
          <a:effectLst/>
        </p:spPr>
        <p:txBody>
          <a:bodyPr wrap="square" lIns="0" tIns="0" rIns="0" bIns="0" anchor="t">
            <a:noAutofit/>
          </a:bodyPr>
          <a:lstStyle/>
          <a:p>
            <a:pPr>
              <a:defRPr sz="2850" b="1">
                <a:solidFill>
                  <a:srgbClr val="072A67"/>
                </a:solidFill>
                <a:latin typeface="微软雅黑" panose="020B0503020204020204" charset="-122"/>
                <a:ea typeface="微软雅黑" panose="020B0503020204020204" charset="-122"/>
                <a:cs typeface="微软雅黑" panose="020B0503020204020204" charset="-122"/>
              </a:defRPr>
            </a:pPr>
            <a:r>
              <a:rPr sz="2800" b="1">
                <a:solidFill>
                  <a:srgbClr val="243B53"/>
                </a:solidFill>
                <a:latin typeface="Arial" panose="020B0604020202020204" pitchFamily="34" charset="0"/>
                <a:ea typeface="微软雅黑" panose="020B0503020204020204" charset="-122"/>
                <a:cs typeface="微软雅黑" panose="020B0503020204020204" charset="-122"/>
              </a:rPr>
              <a:t>目录</a:t>
            </a:r>
          </a:p>
        </p:txBody>
      </p:sp>
      <p:sp>
        <p:nvSpPr>
          <p:cNvPr id="2" name="contents-subtitle"/>
          <p:cNvSpPr>
            <a:spLocks noGrp="1"/>
          </p:cNvSpPr>
          <p:nvPr/>
        </p:nvSpPr>
        <p:spPr>
          <a:xfrm>
            <a:off x="609600" y="742950"/>
            <a:ext cx="2476500" cy="266700"/>
          </a:xfrm>
          <a:prstGeom prst="rect">
            <a:avLst/>
          </a:prstGeom>
          <a:noFill/>
          <a:ln w="0">
            <a:noFill/>
            <a:prstDash val="solid"/>
          </a:ln>
          <a:effectLst/>
        </p:spPr>
        <p:txBody>
          <a:bodyPr wrap="square" lIns="0" tIns="0" rIns="0" bIns="0" anchor="t">
            <a:noAutofit/>
          </a:bodyPr>
          <a:lstStyle/>
          <a:p>
            <a:pPr>
              <a:defRPr sz="1200" b="0">
                <a:solidFill>
                  <a:srgbClr val="56627A"/>
                </a:solidFill>
                <a:latin typeface="微软雅黑" panose="020B0503020204020204" charset="-122"/>
                <a:ea typeface="微软雅黑" panose="020B0503020204020204" charset="-122"/>
                <a:cs typeface="微软雅黑" panose="020B0503020204020204" charset="-122"/>
              </a:defRPr>
            </a:pPr>
            <a:r>
              <a:rPr sz="1200">
                <a:solidFill>
                  <a:srgbClr val="66737F"/>
                </a:solidFill>
                <a:latin typeface="Arial" panose="020B0604020202020204" pitchFamily="34" charset="0"/>
                <a:ea typeface="微软雅黑" panose="020B0503020204020204" charset="-122"/>
                <a:cs typeface="微软雅黑" panose="020B0503020204020204" charset="-122"/>
              </a:rPr>
              <a:t>Contents</a:t>
            </a:r>
          </a:p>
        </p:txBody>
      </p:sp>
      <p:sp>
        <p:nvSpPr>
          <p:cNvPr id="4" name="contents-header-rule"/>
          <p:cNvSpPr>
            <a:spLocks noGrp="1"/>
          </p:cNvSpPr>
          <p:nvPr/>
        </p:nvSpPr>
        <p:spPr>
          <a:xfrm>
            <a:off x="609600" y="1104900"/>
            <a:ext cx="10972800" cy="14288"/>
          </a:xfrm>
          <a:prstGeom prst="rect">
            <a:avLst/>
          </a:prstGeom>
          <a:solidFill>
            <a:srgbClr val="EEF2F5"/>
          </a:solidFill>
          <a:ln w="0">
            <a:noFill/>
            <a:prstDash val="solid"/>
          </a:ln>
          <a:effectLst/>
        </p:spPr>
      </p:sp>
      <p:sp>
        <p:nvSpPr>
          <p:cNvPr id="5" name="contents-card-1"/>
          <p:cNvSpPr>
            <a:spLocks noGrp="1"/>
          </p:cNvSpPr>
          <p:nvPr/>
        </p:nvSpPr>
        <p:spPr>
          <a:xfrm>
            <a:off x="609600" y="1295400"/>
            <a:ext cx="10972800" cy="981075"/>
          </a:xfrm>
          <a:prstGeom prst="rect">
            <a:avLst/>
          </a:prstGeom>
          <a:solidFill>
            <a:srgbClr val="EEF2F5"/>
          </a:solidFill>
          <a:ln w="10160">
            <a:solidFill>
              <a:srgbClr val="D6DEE6"/>
            </a:solidFill>
            <a:prstDash val="solid"/>
          </a:ln>
          <a:effectLst/>
        </p:spPr>
      </p:sp>
      <p:sp>
        <p:nvSpPr>
          <p:cNvPr id="6" name="contents-card-1-accent"/>
          <p:cNvSpPr>
            <a:spLocks noGrp="1"/>
          </p:cNvSpPr>
          <p:nvPr/>
        </p:nvSpPr>
        <p:spPr>
          <a:xfrm>
            <a:off x="609600" y="1295400"/>
            <a:ext cx="66675" cy="981075"/>
          </a:xfrm>
          <a:prstGeom prst="rect">
            <a:avLst/>
          </a:prstGeom>
          <a:solidFill>
            <a:srgbClr val="5B7188"/>
          </a:solidFill>
          <a:ln w="0">
            <a:noFill/>
            <a:prstDash val="solid"/>
          </a:ln>
          <a:effectLst/>
        </p:spPr>
      </p:sp>
      <p:sp>
        <p:nvSpPr>
          <p:cNvPr id="7" name="contents-card-1-part"/>
          <p:cNvSpPr>
            <a:spLocks noGrp="1"/>
          </p:cNvSpPr>
          <p:nvPr/>
        </p:nvSpPr>
        <p:spPr>
          <a:xfrm>
            <a:off x="839470" y="1628775"/>
            <a:ext cx="1104900" cy="266700"/>
          </a:xfrm>
          <a:prstGeom prst="rect">
            <a:avLst/>
          </a:prstGeom>
          <a:noFill/>
          <a:ln w="0">
            <a:noFill/>
            <a:prstDash val="solid"/>
          </a:ln>
          <a:effectLst/>
        </p:spPr>
        <p:txBody>
          <a:bodyPr wrap="square" lIns="0" tIns="0" rIns="0" bIns="0" anchor="ctr">
            <a:noAutofit/>
          </a:bodyPr>
          <a:lstStyle/>
          <a:p>
            <a:pPr>
              <a:defRPr sz="1125" b="1">
                <a:solidFill>
                  <a:srgbClr val="0E56C9"/>
                </a:solidFill>
                <a:latin typeface="微软雅黑" panose="020B0503020204020204" charset="-122"/>
                <a:ea typeface="微软雅黑" panose="020B0503020204020204" charset="-122"/>
                <a:cs typeface="微软雅黑" panose="020B0503020204020204" charset="-122"/>
              </a:defRPr>
            </a:pPr>
            <a:r>
              <a:rPr sz="1200" b="1">
                <a:solidFill>
                  <a:srgbClr val="294A6D"/>
                </a:solidFill>
                <a:latin typeface="Arial" panose="020B0604020202020204" pitchFamily="34" charset="0"/>
                <a:ea typeface="微软雅黑" panose="020B0503020204020204" charset="-122"/>
                <a:cs typeface="微软雅黑" panose="020B0503020204020204" charset="-122"/>
              </a:rPr>
              <a:t>PART 01</a:t>
            </a:r>
          </a:p>
        </p:txBody>
      </p:sp>
      <p:sp>
        <p:nvSpPr>
          <p:cNvPr id="9" name="contents-card-1-divider"/>
          <p:cNvSpPr>
            <a:spLocks noGrp="1"/>
          </p:cNvSpPr>
          <p:nvPr/>
        </p:nvSpPr>
        <p:spPr>
          <a:xfrm>
            <a:off x="2047875" y="1438275"/>
            <a:ext cx="9525" cy="685800"/>
          </a:xfrm>
          <a:prstGeom prst="rect">
            <a:avLst/>
          </a:prstGeom>
          <a:solidFill>
            <a:srgbClr val="D6DEE6"/>
          </a:solidFill>
          <a:ln w="0">
            <a:noFill/>
            <a:prstDash val="solid"/>
          </a:ln>
          <a:effectLst/>
        </p:spPr>
      </p:sp>
      <p:sp>
        <p:nvSpPr>
          <p:cNvPr id="10" name="contents-card-1-title"/>
          <p:cNvSpPr>
            <a:spLocks noGrp="1"/>
          </p:cNvSpPr>
          <p:nvPr/>
        </p:nvSpPr>
        <p:spPr>
          <a:xfrm>
            <a:off x="2286000" y="1390650"/>
            <a:ext cx="8953500" cy="304800"/>
          </a:xfrm>
          <a:prstGeom prst="rect">
            <a:avLst/>
          </a:prstGeom>
          <a:noFill/>
          <a:ln w="0">
            <a:noFill/>
            <a:prstDash val="solid"/>
          </a:ln>
          <a:effectLst/>
        </p:spPr>
        <p:txBody>
          <a:bodyPr wrap="square" lIns="0" tIns="0" rIns="0" bIns="0" anchor="ctr">
            <a:noAutofit/>
          </a:bodyPr>
          <a:lstStyle/>
          <a:p>
            <a:pPr>
              <a:defRPr sz="1500" b="1">
                <a:solidFill>
                  <a:srgbClr val="072A67"/>
                </a:solidFill>
                <a:latin typeface="微软雅黑" panose="020B0503020204020204" charset="-122"/>
                <a:ea typeface="微软雅黑" panose="020B0503020204020204" charset="-122"/>
                <a:cs typeface="微软雅黑" panose="020B0503020204020204" charset="-122"/>
              </a:defRPr>
            </a:pPr>
            <a:r>
              <a:rPr lang="en-US" sz="1600" b="1">
                <a:solidFill>
                  <a:srgbClr val="243B53"/>
                </a:solidFill>
                <a:latin typeface="Arial" panose="020B0604020202020204" pitchFamily="34" charset="0"/>
                <a:ea typeface="微软雅黑" panose="020B0503020204020204" charset="-122"/>
                <a:cs typeface="微软雅黑" panose="020B0503020204020204" charset="-122"/>
              </a:rPr>
              <a:t>Agent/</a:t>
            </a:r>
            <a:r>
              <a:rPr sz="1600" b="1">
                <a:solidFill>
                  <a:srgbClr val="243B53"/>
                </a:solidFill>
                <a:latin typeface="Arial" panose="020B0604020202020204" pitchFamily="34" charset="0"/>
                <a:ea typeface="微软雅黑" panose="020B0503020204020204" charset="-122"/>
                <a:cs typeface="微软雅黑" panose="020B0503020204020204" charset="-122"/>
              </a:rPr>
              <a:t>Skill 基础：使用与开发</a:t>
            </a:r>
          </a:p>
        </p:txBody>
      </p:sp>
      <p:sp>
        <p:nvSpPr>
          <p:cNvPr id="13" name="contents-card-2"/>
          <p:cNvSpPr>
            <a:spLocks noGrp="1"/>
          </p:cNvSpPr>
          <p:nvPr/>
        </p:nvSpPr>
        <p:spPr>
          <a:xfrm>
            <a:off x="609600" y="2428875"/>
            <a:ext cx="10972800" cy="981075"/>
          </a:xfrm>
          <a:prstGeom prst="rect">
            <a:avLst/>
          </a:prstGeom>
          <a:solidFill>
            <a:srgbClr val="FFFFFF"/>
          </a:solidFill>
          <a:ln w="10160">
            <a:solidFill>
              <a:srgbClr val="D6DEE6"/>
            </a:solidFill>
            <a:prstDash val="solid"/>
          </a:ln>
          <a:effectLst/>
        </p:spPr>
      </p:sp>
      <p:sp>
        <p:nvSpPr>
          <p:cNvPr id="14" name="contents-card-2-accent"/>
          <p:cNvSpPr>
            <a:spLocks noGrp="1"/>
          </p:cNvSpPr>
          <p:nvPr/>
        </p:nvSpPr>
        <p:spPr>
          <a:xfrm>
            <a:off x="609600" y="2428875"/>
            <a:ext cx="66675" cy="981075"/>
          </a:xfrm>
          <a:prstGeom prst="rect">
            <a:avLst/>
          </a:prstGeom>
          <a:solidFill>
            <a:srgbClr val="D6DEE6"/>
          </a:solidFill>
          <a:ln w="0">
            <a:noFill/>
            <a:prstDash val="solid"/>
          </a:ln>
          <a:effectLst/>
        </p:spPr>
      </p:sp>
      <p:sp>
        <p:nvSpPr>
          <p:cNvPr id="15" name="contents-card-2-part"/>
          <p:cNvSpPr>
            <a:spLocks noGrp="1"/>
          </p:cNvSpPr>
          <p:nvPr/>
        </p:nvSpPr>
        <p:spPr>
          <a:xfrm>
            <a:off x="838200" y="2562225"/>
            <a:ext cx="1104900" cy="266700"/>
          </a:xfrm>
          <a:prstGeom prst="rect">
            <a:avLst/>
          </a:prstGeom>
          <a:noFill/>
          <a:ln w="0">
            <a:noFill/>
            <a:prstDash val="solid"/>
          </a:ln>
          <a:effectLst/>
        </p:spPr>
        <p:txBody>
          <a:bodyPr wrap="square" lIns="0" tIns="0" rIns="0" bIns="0" anchor="ctr">
            <a:noAutofit/>
          </a:bodyPr>
          <a:lstStyle/>
          <a:p>
            <a:pPr>
              <a:defRPr sz="1125" b="1">
                <a:solidFill>
                  <a:srgbClr val="072A67"/>
                </a:solidFill>
                <a:latin typeface="微软雅黑" panose="020B0503020204020204" charset="-122"/>
                <a:ea typeface="微软雅黑" panose="020B0503020204020204" charset="-122"/>
                <a:cs typeface="微软雅黑" panose="020B0503020204020204" charset="-122"/>
              </a:defRPr>
            </a:pPr>
            <a:r>
              <a:rPr sz="1200">
                <a:solidFill>
                  <a:srgbClr val="66737F"/>
                </a:solidFill>
                <a:latin typeface="Arial" panose="020B0604020202020204" pitchFamily="34" charset="0"/>
                <a:ea typeface="微软雅黑" panose="020B0503020204020204" charset="-122"/>
                <a:cs typeface="微软雅黑" panose="020B0503020204020204" charset="-122"/>
              </a:rPr>
              <a:t>PART 02</a:t>
            </a:r>
          </a:p>
        </p:txBody>
      </p:sp>
      <p:sp>
        <p:nvSpPr>
          <p:cNvPr id="17" name="contents-card-2-divider"/>
          <p:cNvSpPr>
            <a:spLocks noGrp="1"/>
          </p:cNvSpPr>
          <p:nvPr/>
        </p:nvSpPr>
        <p:spPr>
          <a:xfrm>
            <a:off x="2047875" y="2571750"/>
            <a:ext cx="9525" cy="685800"/>
          </a:xfrm>
          <a:prstGeom prst="rect">
            <a:avLst/>
          </a:prstGeom>
          <a:solidFill>
            <a:srgbClr val="D6DEE6"/>
          </a:solidFill>
          <a:ln w="0">
            <a:noFill/>
            <a:prstDash val="solid"/>
          </a:ln>
          <a:effectLst/>
        </p:spPr>
      </p:sp>
      <p:sp>
        <p:nvSpPr>
          <p:cNvPr id="18" name="contents-card-2-title"/>
          <p:cNvSpPr>
            <a:spLocks noGrp="1"/>
          </p:cNvSpPr>
          <p:nvPr/>
        </p:nvSpPr>
        <p:spPr>
          <a:xfrm>
            <a:off x="2286000" y="2524125"/>
            <a:ext cx="8953500" cy="304800"/>
          </a:xfrm>
          <a:prstGeom prst="rect">
            <a:avLst/>
          </a:prstGeom>
          <a:noFill/>
          <a:ln w="0">
            <a:noFill/>
            <a:prstDash val="solid"/>
          </a:ln>
          <a:effectLst/>
        </p:spPr>
        <p:txBody>
          <a:bodyPr wrap="square" lIns="0" tIns="0" rIns="0" bIns="0" anchor="ctr">
            <a:noAutofit/>
          </a:bodyPr>
          <a:lstStyle/>
          <a:p>
            <a:pPr>
              <a:defRPr sz="1500" b="1">
                <a:solidFill>
                  <a:srgbClr val="072A67"/>
                </a:solidFill>
                <a:latin typeface="微软雅黑" panose="020B0503020204020204" charset="-122"/>
                <a:ea typeface="微软雅黑" panose="020B0503020204020204" charset="-122"/>
                <a:cs typeface="微软雅黑" panose="020B0503020204020204" charset="-122"/>
              </a:defRPr>
            </a:pPr>
            <a:r>
              <a:rPr lang="zh-CN" sz="1600">
                <a:solidFill>
                  <a:srgbClr val="2F3A45"/>
                </a:solidFill>
                <a:latin typeface="Arial" panose="020B0604020202020204" pitchFamily="34" charset="0"/>
                <a:ea typeface="微软雅黑" panose="020B0503020204020204" charset="-122"/>
                <a:cs typeface="微软雅黑" panose="020B0503020204020204" charset="-122"/>
              </a:rPr>
              <a:t>寒武纪</a:t>
            </a:r>
            <a:r>
              <a:rPr sz="1600">
                <a:solidFill>
                  <a:srgbClr val="2F3A45"/>
                </a:solidFill>
                <a:latin typeface="Arial" panose="020B0604020202020204" pitchFamily="34" charset="0"/>
                <a:ea typeface="微软雅黑" panose="020B0503020204020204" charset="-122"/>
                <a:cs typeface="微软雅黑" panose="020B0503020204020204" charset="-122"/>
              </a:rPr>
              <a:t>算子 Skill：实践与问题</a:t>
            </a:r>
          </a:p>
        </p:txBody>
      </p:sp>
      <p:sp>
        <p:nvSpPr>
          <p:cNvPr id="21" name="contents-card-3"/>
          <p:cNvSpPr>
            <a:spLocks noGrp="1"/>
          </p:cNvSpPr>
          <p:nvPr/>
        </p:nvSpPr>
        <p:spPr>
          <a:xfrm>
            <a:off x="609600" y="3562350"/>
            <a:ext cx="10972800" cy="981075"/>
          </a:xfrm>
          <a:prstGeom prst="rect">
            <a:avLst/>
          </a:prstGeom>
          <a:solidFill>
            <a:srgbClr val="FFFFFF"/>
          </a:solidFill>
          <a:ln w="10160">
            <a:solidFill>
              <a:srgbClr val="D6DEE6"/>
            </a:solidFill>
            <a:prstDash val="solid"/>
          </a:ln>
          <a:effectLst/>
        </p:spPr>
      </p:sp>
      <p:sp>
        <p:nvSpPr>
          <p:cNvPr id="22" name="contents-card-3-accent"/>
          <p:cNvSpPr>
            <a:spLocks noGrp="1"/>
          </p:cNvSpPr>
          <p:nvPr/>
        </p:nvSpPr>
        <p:spPr>
          <a:xfrm>
            <a:off x="609600" y="3562350"/>
            <a:ext cx="66675" cy="981075"/>
          </a:xfrm>
          <a:prstGeom prst="rect">
            <a:avLst/>
          </a:prstGeom>
          <a:solidFill>
            <a:srgbClr val="D6DEE6"/>
          </a:solidFill>
          <a:ln w="0">
            <a:noFill/>
            <a:prstDash val="solid"/>
          </a:ln>
          <a:effectLst/>
        </p:spPr>
      </p:sp>
      <p:sp>
        <p:nvSpPr>
          <p:cNvPr id="23" name="contents-card-3-part"/>
          <p:cNvSpPr>
            <a:spLocks noGrp="1"/>
          </p:cNvSpPr>
          <p:nvPr/>
        </p:nvSpPr>
        <p:spPr>
          <a:xfrm>
            <a:off x="838200" y="3695700"/>
            <a:ext cx="1104900" cy="266700"/>
          </a:xfrm>
          <a:prstGeom prst="rect">
            <a:avLst/>
          </a:prstGeom>
          <a:noFill/>
          <a:ln w="0">
            <a:noFill/>
            <a:prstDash val="solid"/>
          </a:ln>
          <a:effectLst/>
        </p:spPr>
        <p:txBody>
          <a:bodyPr wrap="square" lIns="0" tIns="0" rIns="0" bIns="0" anchor="ctr">
            <a:noAutofit/>
          </a:bodyPr>
          <a:lstStyle/>
          <a:p>
            <a:pPr>
              <a:buClrTx/>
              <a:buSzTx/>
              <a:buFontTx/>
              <a:defRPr sz="1125" b="1">
                <a:solidFill>
                  <a:srgbClr val="16805A"/>
                </a:solidFill>
                <a:latin typeface="微软雅黑" panose="020B0503020204020204" charset="-122"/>
                <a:ea typeface="微软雅黑" panose="020B0503020204020204" charset="-122"/>
                <a:cs typeface="微软雅黑" panose="020B0503020204020204" charset="-122"/>
              </a:defRPr>
            </a:pPr>
            <a:r>
              <a:rPr sz="1200">
                <a:solidFill>
                  <a:srgbClr val="66737F"/>
                </a:solidFill>
                <a:latin typeface="Arial" panose="020B0604020202020204" pitchFamily="34" charset="0"/>
                <a:ea typeface="微软雅黑" panose="020B0503020204020204" charset="-122"/>
                <a:cs typeface="微软雅黑" panose="020B0503020204020204" charset="-122"/>
              </a:rPr>
              <a:t>PART 03</a:t>
            </a:r>
          </a:p>
        </p:txBody>
      </p:sp>
      <p:sp>
        <p:nvSpPr>
          <p:cNvPr id="25" name="contents-card-3-divider"/>
          <p:cNvSpPr>
            <a:spLocks noGrp="1"/>
          </p:cNvSpPr>
          <p:nvPr/>
        </p:nvSpPr>
        <p:spPr>
          <a:xfrm>
            <a:off x="2047875" y="3705225"/>
            <a:ext cx="9525" cy="685800"/>
          </a:xfrm>
          <a:prstGeom prst="rect">
            <a:avLst/>
          </a:prstGeom>
          <a:solidFill>
            <a:srgbClr val="D6DEE6"/>
          </a:solidFill>
          <a:ln w="0">
            <a:noFill/>
            <a:prstDash val="solid"/>
          </a:ln>
          <a:effectLst/>
        </p:spPr>
      </p:sp>
      <p:sp>
        <p:nvSpPr>
          <p:cNvPr id="26" name="contents-card-3-title"/>
          <p:cNvSpPr>
            <a:spLocks noGrp="1"/>
          </p:cNvSpPr>
          <p:nvPr/>
        </p:nvSpPr>
        <p:spPr>
          <a:xfrm>
            <a:off x="2286000" y="3657600"/>
            <a:ext cx="8953500" cy="304800"/>
          </a:xfrm>
          <a:prstGeom prst="rect">
            <a:avLst/>
          </a:prstGeom>
          <a:noFill/>
          <a:ln w="0">
            <a:noFill/>
            <a:prstDash val="solid"/>
          </a:ln>
          <a:effectLst/>
        </p:spPr>
        <p:txBody>
          <a:bodyPr wrap="square" lIns="0" tIns="0" rIns="0" bIns="0" anchor="ctr">
            <a:noAutofit/>
          </a:bodyPr>
          <a:lstStyle/>
          <a:p>
            <a:pPr>
              <a:defRPr sz="1500" b="1">
                <a:solidFill>
                  <a:srgbClr val="072A67"/>
                </a:solidFill>
                <a:latin typeface="微软雅黑" panose="020B0503020204020204" charset="-122"/>
                <a:ea typeface="微软雅黑" panose="020B0503020204020204" charset="-122"/>
                <a:cs typeface="微软雅黑" panose="020B0503020204020204" charset="-122"/>
              </a:defRPr>
            </a:pPr>
            <a:r>
              <a:rPr sz="1600">
                <a:solidFill>
                  <a:srgbClr val="2F3A45"/>
                </a:solidFill>
                <a:latin typeface="Arial" panose="020B0604020202020204" pitchFamily="34" charset="0"/>
                <a:ea typeface="微软雅黑" panose="020B0503020204020204" charset="-122"/>
                <a:cs typeface="微软雅黑" panose="020B0503020204020204" charset="-122"/>
              </a:rPr>
              <a:t>算子 Skill 开发指南与多平台实践</a:t>
            </a:r>
          </a:p>
        </p:txBody>
      </p:sp>
      <p:sp>
        <p:nvSpPr>
          <p:cNvPr id="29" name="contents-card-4"/>
          <p:cNvSpPr>
            <a:spLocks noGrp="1"/>
          </p:cNvSpPr>
          <p:nvPr/>
        </p:nvSpPr>
        <p:spPr>
          <a:xfrm>
            <a:off x="623570" y="4652645"/>
            <a:ext cx="10972800" cy="981075"/>
          </a:xfrm>
          <a:prstGeom prst="rect">
            <a:avLst/>
          </a:prstGeom>
          <a:solidFill>
            <a:srgbClr val="FFFFFF"/>
          </a:solidFill>
          <a:ln w="10160">
            <a:solidFill>
              <a:srgbClr val="D6DEE6"/>
            </a:solidFill>
            <a:prstDash val="solid"/>
          </a:ln>
          <a:effectLst/>
        </p:spPr>
      </p:sp>
      <p:sp>
        <p:nvSpPr>
          <p:cNvPr id="30" name="contents-card-4-accent"/>
          <p:cNvSpPr>
            <a:spLocks noGrp="1"/>
          </p:cNvSpPr>
          <p:nvPr/>
        </p:nvSpPr>
        <p:spPr>
          <a:xfrm>
            <a:off x="609600" y="4695825"/>
            <a:ext cx="66675" cy="981075"/>
          </a:xfrm>
          <a:prstGeom prst="rect">
            <a:avLst/>
          </a:prstGeom>
          <a:solidFill>
            <a:srgbClr val="D6DEE6"/>
          </a:solidFill>
          <a:ln w="0">
            <a:noFill/>
            <a:prstDash val="solid"/>
          </a:ln>
          <a:effectLst/>
        </p:spPr>
      </p:sp>
      <p:sp>
        <p:nvSpPr>
          <p:cNvPr id="31" name="contents-card-4-part"/>
          <p:cNvSpPr>
            <a:spLocks noGrp="1"/>
          </p:cNvSpPr>
          <p:nvPr/>
        </p:nvSpPr>
        <p:spPr>
          <a:xfrm>
            <a:off x="838200" y="4829175"/>
            <a:ext cx="1104900" cy="266700"/>
          </a:xfrm>
          <a:prstGeom prst="rect">
            <a:avLst/>
          </a:prstGeom>
          <a:noFill/>
          <a:ln w="0">
            <a:noFill/>
            <a:prstDash val="solid"/>
          </a:ln>
          <a:effectLst/>
        </p:spPr>
        <p:txBody>
          <a:bodyPr wrap="square" lIns="0" tIns="0" rIns="0" bIns="0" anchor="ctr">
            <a:noAutofit/>
          </a:bodyPr>
          <a:lstStyle/>
          <a:p>
            <a:pPr>
              <a:defRPr sz="1125" b="1">
                <a:solidFill>
                  <a:srgbClr val="7B8799"/>
                </a:solidFill>
                <a:latin typeface="微软雅黑" panose="020B0503020204020204" charset="-122"/>
                <a:ea typeface="微软雅黑" panose="020B0503020204020204" charset="-122"/>
                <a:cs typeface="微软雅黑" panose="020B0503020204020204" charset="-122"/>
              </a:defRPr>
            </a:pPr>
            <a:r>
              <a:rPr sz="1200">
                <a:solidFill>
                  <a:srgbClr val="66737F"/>
                </a:solidFill>
                <a:latin typeface="Arial" panose="020B0604020202020204" pitchFamily="34" charset="0"/>
                <a:ea typeface="微软雅黑" panose="020B0503020204020204" charset="-122"/>
                <a:cs typeface="微软雅黑" panose="020B0503020204020204" charset="-122"/>
              </a:rPr>
              <a:t>PART 04</a:t>
            </a:r>
          </a:p>
        </p:txBody>
      </p:sp>
      <p:sp>
        <p:nvSpPr>
          <p:cNvPr id="33" name="contents-card-4-divider"/>
          <p:cNvSpPr>
            <a:spLocks noGrp="1"/>
          </p:cNvSpPr>
          <p:nvPr/>
        </p:nvSpPr>
        <p:spPr>
          <a:xfrm>
            <a:off x="2047875" y="4838700"/>
            <a:ext cx="9525" cy="685800"/>
          </a:xfrm>
          <a:prstGeom prst="rect">
            <a:avLst/>
          </a:prstGeom>
          <a:solidFill>
            <a:srgbClr val="D6DEE6"/>
          </a:solidFill>
          <a:ln w="0">
            <a:noFill/>
            <a:prstDash val="solid"/>
          </a:ln>
          <a:effectLst/>
        </p:spPr>
      </p:sp>
      <p:sp>
        <p:nvSpPr>
          <p:cNvPr id="34" name="contents-card-4-title"/>
          <p:cNvSpPr>
            <a:spLocks noGrp="1"/>
          </p:cNvSpPr>
          <p:nvPr/>
        </p:nvSpPr>
        <p:spPr>
          <a:xfrm>
            <a:off x="2286000" y="4791075"/>
            <a:ext cx="8953500" cy="304800"/>
          </a:xfrm>
          <a:prstGeom prst="rect">
            <a:avLst/>
          </a:prstGeom>
          <a:noFill/>
          <a:ln w="0">
            <a:noFill/>
            <a:prstDash val="solid"/>
          </a:ln>
          <a:effectLst/>
        </p:spPr>
        <p:txBody>
          <a:bodyPr wrap="square" lIns="0" tIns="0" rIns="0" bIns="0" anchor="ctr">
            <a:noAutofit/>
          </a:bodyPr>
          <a:lstStyle/>
          <a:p>
            <a:pPr>
              <a:defRPr sz="1500" b="1">
                <a:solidFill>
                  <a:srgbClr val="072A67"/>
                </a:solidFill>
                <a:latin typeface="微软雅黑" panose="020B0503020204020204" charset="-122"/>
                <a:ea typeface="微软雅黑" panose="020B0503020204020204" charset="-122"/>
                <a:cs typeface="微软雅黑" panose="020B0503020204020204" charset="-122"/>
              </a:defRPr>
            </a:pPr>
            <a:r>
              <a:rPr sz="1600" dirty="0" err="1" smtClean="0">
                <a:solidFill>
                  <a:srgbClr val="2F3A45"/>
                </a:solidFill>
                <a:latin typeface="Arial" panose="020B0604020202020204" pitchFamily="34" charset="0"/>
                <a:ea typeface="微软雅黑" panose="020B0503020204020204" charset="-122"/>
                <a:cs typeface="微软雅黑" panose="020B0503020204020204" charset="-122"/>
              </a:rPr>
              <a:t>未来</a:t>
            </a:r>
            <a:r>
              <a:rPr lang="zh-CN" altLang="en-US" sz="1600" dirty="0" smtClean="0">
                <a:solidFill>
                  <a:srgbClr val="2F3A45"/>
                </a:solidFill>
                <a:latin typeface="Arial" panose="020B0604020202020204" pitchFamily="34" charset="0"/>
                <a:ea typeface="微软雅黑" panose="020B0503020204020204" charset="-122"/>
                <a:cs typeface="微软雅黑" panose="020B0503020204020204" charset="-122"/>
              </a:rPr>
              <a:t>计划</a:t>
            </a:r>
            <a:endParaRPr sz="1600" dirty="0">
              <a:solidFill>
                <a:srgbClr val="2F3A45"/>
              </a:solidFill>
              <a:latin typeface="Arial" panose="020B0604020202020204" pitchFamily="34" charset="0"/>
              <a:ea typeface="微软雅黑" panose="020B0503020204020204" charset="-122"/>
              <a:cs typeface="微软雅黑" panose="020B0503020204020204" charset="-122"/>
            </a:endParaRPr>
          </a:p>
        </p:txBody>
      </p:sp>
      <p:sp>
        <p:nvSpPr>
          <p:cNvPr id="38" name="contents-bottom-accent"/>
          <p:cNvSpPr>
            <a:spLocks noGrp="1"/>
          </p:cNvSpPr>
          <p:nvPr/>
        </p:nvSpPr>
        <p:spPr>
          <a:xfrm>
            <a:off x="0" y="6807200"/>
            <a:ext cx="12192000" cy="50800"/>
          </a:xfrm>
          <a:prstGeom prst="rect">
            <a:avLst/>
          </a:prstGeom>
          <a:solidFill>
            <a:srgbClr val="294A6D"/>
          </a:solidFill>
          <a:ln w="0">
            <a:noFill/>
            <a:prstDash val="solid"/>
          </a:ln>
          <a:effectLst/>
        </p:spPr>
      </p:sp>
    </p:spTree>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lumn-divider"/>
          <p:cNvSpPr>
            <a:spLocks noGrp="1"/>
          </p:cNvSpPr>
          <p:nvPr/>
        </p:nvSpPr>
        <p:spPr>
          <a:xfrm>
            <a:off x="6191250" y="1257300"/>
            <a:ext cx="0" cy="4524375"/>
          </a:xfrm>
          <a:prstGeom prst="line">
            <a:avLst/>
          </a:prstGeom>
          <a:noFill/>
          <a:ln w="9525">
            <a:solidFill>
              <a:srgbClr val="E7EAED"/>
            </a:solidFill>
            <a:prstDash val="solid"/>
          </a:ln>
        </p:spPr>
      </p:sp>
      <p:sp>
        <p:nvSpPr>
          <p:cNvPr id="4" name="logic-header-rule"/>
          <p:cNvSpPr>
            <a:spLocks noGrp="1"/>
          </p:cNvSpPr>
          <p:nvPr/>
        </p:nvSpPr>
        <p:spPr>
          <a:xfrm>
            <a:off x="609600" y="1600200"/>
            <a:ext cx="5334000" cy="0"/>
          </a:xfrm>
          <a:prstGeom prst="line">
            <a:avLst/>
          </a:prstGeom>
          <a:noFill/>
          <a:ln w="9525">
            <a:solidFill>
              <a:srgbClr val="D5DBE0"/>
            </a:solidFill>
            <a:prstDash val="solid"/>
          </a:ln>
        </p:spPr>
      </p:sp>
      <p:sp>
        <p:nvSpPr>
          <p:cNvPr id="5" name="files-header-rule"/>
          <p:cNvSpPr>
            <a:spLocks noGrp="1"/>
          </p:cNvSpPr>
          <p:nvPr/>
        </p:nvSpPr>
        <p:spPr>
          <a:xfrm>
            <a:off x="6553200" y="1600200"/>
            <a:ext cx="5029200" cy="0"/>
          </a:xfrm>
          <a:prstGeom prst="line">
            <a:avLst/>
          </a:prstGeom>
          <a:noFill/>
          <a:ln w="9525">
            <a:solidFill>
              <a:srgbClr val="D5DBE0"/>
            </a:solidFill>
            <a:prstDash val="solid"/>
          </a:ln>
        </p:spPr>
      </p:sp>
      <p:sp>
        <p:nvSpPr>
          <p:cNvPr id="17" name="directory-panel"/>
          <p:cNvSpPr>
            <a:spLocks noGrp="1"/>
          </p:cNvSpPr>
          <p:nvPr/>
        </p:nvSpPr>
        <p:spPr>
          <a:xfrm>
            <a:off x="6553200" y="1733550"/>
            <a:ext cx="5029200" cy="4067175"/>
          </a:xfrm>
          <a:prstGeom prst="rect">
            <a:avLst/>
          </a:prstGeom>
          <a:solidFill>
            <a:srgbClr val="F8F9FA"/>
          </a:solidFill>
          <a:ln w="9525">
            <a:solidFill>
              <a:srgbClr val="E7EAED"/>
            </a:solidFill>
            <a:prstDash val="solid"/>
          </a:ln>
        </p:spPr>
      </p:sp>
      <p:sp>
        <p:nvSpPr>
          <p:cNvPr id="18" name="directory-accent"/>
          <p:cNvSpPr>
            <a:spLocks noGrp="1"/>
          </p:cNvSpPr>
          <p:nvPr/>
        </p:nvSpPr>
        <p:spPr>
          <a:xfrm>
            <a:off x="6553200" y="1733550"/>
            <a:ext cx="38100" cy="4067175"/>
          </a:xfrm>
          <a:prstGeom prst="rect">
            <a:avLst/>
          </a:prstGeom>
          <a:solidFill>
            <a:srgbClr val="557A96"/>
          </a:solidFill>
          <a:ln w="0">
            <a:noFill/>
            <a:prstDash val="solid"/>
          </a:ln>
        </p:spPr>
      </p:sp>
      <p:sp>
        <p:nvSpPr>
          <p:cNvPr id="19" name="summary-band"/>
          <p:cNvSpPr>
            <a:spLocks noGrp="1"/>
          </p:cNvSpPr>
          <p:nvPr/>
        </p:nvSpPr>
        <p:spPr>
          <a:xfrm>
            <a:off x="609600" y="6172200"/>
            <a:ext cx="10972800" cy="438150"/>
          </a:xfrm>
          <a:prstGeom prst="rect">
            <a:avLst/>
          </a:prstGeom>
          <a:solidFill>
            <a:srgbClr val="F3F4F5"/>
          </a:solidFill>
          <a:ln w="0">
            <a:noFill/>
            <a:prstDash val="solid"/>
          </a:ln>
        </p:spPr>
      </p:sp>
      <p:sp>
        <p:nvSpPr>
          <p:cNvPr id="20" name="summary-accent"/>
          <p:cNvSpPr>
            <a:spLocks noGrp="1"/>
          </p:cNvSpPr>
          <p:nvPr/>
        </p:nvSpPr>
        <p:spPr>
          <a:xfrm>
            <a:off x="609600" y="6172200"/>
            <a:ext cx="38100" cy="438150"/>
          </a:xfrm>
          <a:prstGeom prst="rect">
            <a:avLst/>
          </a:prstGeom>
          <a:solidFill>
            <a:srgbClr val="557A96"/>
          </a:solidFill>
          <a:ln w="0">
            <a:noFill/>
            <a:prstDash val="solid"/>
          </a:ln>
        </p:spPr>
      </p:sp>
      <p:sp>
        <p:nvSpPr>
          <p:cNvPr id="21" name="slide-title"/>
          <p:cNvSpPr>
            <a:spLocks noGrp="1"/>
          </p:cNvSpPr>
          <p:nvPr/>
        </p:nvSpPr>
        <p:spPr>
          <a:xfrm>
            <a:off x="-2543174" y="161925"/>
            <a:ext cx="10972800" cy="571500"/>
          </a:xfrm>
          <a:prstGeom prst="rect">
            <a:avLst/>
          </a:prstGeom>
          <a:noFill/>
          <a:ln w="0">
            <a:noFill/>
            <a:prstDash val="solid"/>
          </a:ln>
        </p:spPr>
        <p:txBody>
          <a:bodyPr wrap="none" lIns="0" tIns="0" rIns="0" bIns="0" anchor="ctr">
            <a:normAutofit/>
          </a:bodyPr>
          <a:lstStyle/>
          <a:p>
            <a:pPr algn="ctr">
              <a:buNone/>
              <a:defRPr sz="3600" b="1">
                <a:solidFill>
                  <a:srgbClr val="242A30"/>
                </a:solidFill>
                <a:latin typeface="微软雅黑" panose="020B0503020204020204" charset="-122"/>
                <a:ea typeface="微软雅黑" panose="020B0503020204020204" charset="-122"/>
                <a:cs typeface="微软雅黑" panose="020B0503020204020204" charset="-122"/>
              </a:defRPr>
            </a:pPr>
            <a:r>
              <a:rPr sz="2700" b="1" dirty="0" err="1">
                <a:solidFill>
                  <a:srgbClr val="243B53"/>
                </a:solidFill>
                <a:latin typeface="Arial" panose="020B0604020202020204" pitchFamily="34" charset="0"/>
                <a:ea typeface="微软雅黑" panose="020B0503020204020204" charset="-122"/>
                <a:cs typeface="微软雅黑" panose="020B0503020204020204" charset="-122"/>
              </a:rPr>
              <a:t>一个</a:t>
            </a:r>
            <a:r>
              <a:rPr sz="2700" b="1" dirty="0">
                <a:solidFill>
                  <a:srgbClr val="243B53"/>
                </a:solidFill>
                <a:latin typeface="Arial" panose="020B0604020202020204" pitchFamily="34" charset="0"/>
                <a:ea typeface="微软雅黑" panose="020B0503020204020204" charset="-122"/>
                <a:cs typeface="微软雅黑" panose="020B0503020204020204" charset="-122"/>
              </a:rPr>
              <a:t> Skill </a:t>
            </a:r>
            <a:r>
              <a:rPr sz="2700" b="1" dirty="0" err="1">
                <a:solidFill>
                  <a:srgbClr val="243B53"/>
                </a:solidFill>
                <a:latin typeface="Arial" panose="020B0604020202020204" pitchFamily="34" charset="0"/>
                <a:ea typeface="微软雅黑" panose="020B0503020204020204" charset="-122"/>
                <a:cs typeface="微软雅黑" panose="020B0503020204020204" charset="-122"/>
              </a:rPr>
              <a:t>由什么组成</a:t>
            </a:r>
            <a:r>
              <a:rPr sz="2700" b="1" dirty="0">
                <a:solidFill>
                  <a:srgbClr val="243B53"/>
                </a:solidFill>
                <a:latin typeface="Arial" panose="020B0604020202020204" pitchFamily="34" charset="0"/>
                <a:ea typeface="微软雅黑" panose="020B0503020204020204" charset="-122"/>
                <a:cs typeface="微软雅黑" panose="020B0503020204020204" charset="-122"/>
              </a:rPr>
              <a:t>？</a:t>
            </a:r>
          </a:p>
        </p:txBody>
      </p:sp>
      <p:sp>
        <p:nvSpPr>
          <p:cNvPr id="22" name="logic-heading"/>
          <p:cNvSpPr>
            <a:spLocks noGrp="1"/>
          </p:cNvSpPr>
          <p:nvPr/>
        </p:nvSpPr>
        <p:spPr>
          <a:xfrm>
            <a:off x="609600" y="1190625"/>
            <a:ext cx="2381250" cy="361950"/>
          </a:xfrm>
          <a:prstGeom prst="rect">
            <a:avLst/>
          </a:prstGeom>
          <a:noFill/>
          <a:ln w="0">
            <a:noFill/>
            <a:prstDash val="solid"/>
          </a:ln>
        </p:spPr>
        <p:txBody>
          <a:bodyPr wrap="none" lIns="0" tIns="0" rIns="0" bIns="0" anchor="ctr">
            <a:normAutofit fontScale="98958" lnSpcReduction="10000"/>
          </a:bodyPr>
          <a:lstStyle/>
          <a:p>
            <a:pPr algn="l">
              <a:buNone/>
              <a:defRPr sz="2400" b="1">
                <a:solidFill>
                  <a:srgbClr val="242A30"/>
                </a:solidFill>
                <a:latin typeface="微软雅黑" panose="020B0503020204020204" charset="-122"/>
                <a:ea typeface="微软雅黑" panose="020B0503020204020204" charset="-122"/>
                <a:cs typeface="微软雅黑" panose="020B0503020204020204" charset="-122"/>
              </a:defRPr>
            </a:pPr>
            <a:r>
              <a:rPr sz="2400" b="1">
                <a:solidFill>
                  <a:srgbClr val="242A30"/>
                </a:solidFill>
                <a:latin typeface="微软雅黑" panose="020B0503020204020204" charset="-122"/>
                <a:ea typeface="微软雅黑" panose="020B0503020204020204" charset="-122"/>
                <a:cs typeface="微软雅黑" panose="020B0503020204020204" charset="-122"/>
              </a:rPr>
              <a:t>逻辑结构</a:t>
            </a:r>
          </a:p>
        </p:txBody>
      </p:sp>
      <p:sp>
        <p:nvSpPr>
          <p:cNvPr id="23" name="files-heading"/>
          <p:cNvSpPr>
            <a:spLocks noGrp="1"/>
          </p:cNvSpPr>
          <p:nvPr/>
        </p:nvSpPr>
        <p:spPr>
          <a:xfrm>
            <a:off x="6553200" y="1190625"/>
            <a:ext cx="2476500" cy="361950"/>
          </a:xfrm>
          <a:prstGeom prst="rect">
            <a:avLst/>
          </a:prstGeom>
          <a:noFill/>
          <a:ln w="0">
            <a:noFill/>
            <a:prstDash val="solid"/>
          </a:ln>
        </p:spPr>
        <p:txBody>
          <a:bodyPr wrap="none" lIns="0" tIns="0" rIns="0" bIns="0" anchor="ctr">
            <a:normAutofit fontScale="98958" lnSpcReduction="10000"/>
          </a:bodyPr>
          <a:lstStyle/>
          <a:p>
            <a:pPr algn="l">
              <a:buNone/>
              <a:defRPr sz="2400" b="1">
                <a:solidFill>
                  <a:srgbClr val="242A30"/>
                </a:solidFill>
                <a:latin typeface="微软雅黑" panose="020B0503020204020204" charset="-122"/>
                <a:ea typeface="微软雅黑" panose="020B0503020204020204" charset="-122"/>
                <a:cs typeface="微软雅黑" panose="020B0503020204020204" charset="-122"/>
              </a:defRPr>
            </a:pPr>
            <a:r>
              <a:rPr sz="2400" b="1" dirty="0" err="1" smtClean="0">
                <a:solidFill>
                  <a:srgbClr val="242A30"/>
                </a:solidFill>
                <a:latin typeface="微软雅黑" panose="020B0503020204020204" charset="-122"/>
                <a:ea typeface="微软雅黑" panose="020B0503020204020204" charset="-122"/>
                <a:cs typeface="微软雅黑" panose="020B0503020204020204" charset="-122"/>
              </a:rPr>
              <a:t>实际文件</a:t>
            </a:r>
            <a:r>
              <a:rPr lang="zh-CN" altLang="en-US" sz="2400" b="1" dirty="0">
                <a:solidFill>
                  <a:srgbClr val="242A30"/>
                </a:solidFill>
                <a:latin typeface="微软雅黑" panose="020B0503020204020204" charset="-122"/>
                <a:ea typeface="微软雅黑" panose="020B0503020204020204" charset="-122"/>
                <a:cs typeface="微软雅黑" panose="020B0503020204020204" charset="-122"/>
              </a:rPr>
              <a:t>夹</a:t>
            </a:r>
            <a:r>
              <a:rPr lang="zh-CN" altLang="en-US" sz="2400" b="1" dirty="0" smtClean="0">
                <a:solidFill>
                  <a:srgbClr val="242A30"/>
                </a:solidFill>
                <a:latin typeface="微软雅黑" panose="020B0503020204020204" charset="-122"/>
                <a:ea typeface="微软雅黑" panose="020B0503020204020204" charset="-122"/>
                <a:cs typeface="微软雅黑" panose="020B0503020204020204" charset="-122"/>
              </a:rPr>
              <a:t>例子</a:t>
            </a:r>
            <a:endParaRPr sz="2400" b="1" dirty="0">
              <a:solidFill>
                <a:srgbClr val="242A30"/>
              </a:solidFill>
              <a:latin typeface="微软雅黑" panose="020B0503020204020204" charset="-122"/>
              <a:ea typeface="微软雅黑" panose="020B0503020204020204" charset="-122"/>
              <a:cs typeface="微软雅黑" panose="020B0503020204020204" charset="-122"/>
            </a:endParaRPr>
          </a:p>
        </p:txBody>
      </p:sp>
      <p:sp>
        <p:nvSpPr>
          <p:cNvPr id="40" name="tree-line-01"/>
          <p:cNvSpPr>
            <a:spLocks noGrp="1"/>
          </p:cNvSpPr>
          <p:nvPr/>
        </p:nvSpPr>
        <p:spPr>
          <a:xfrm>
            <a:off x="6800850" y="1838325"/>
            <a:ext cx="4552950" cy="228600"/>
          </a:xfrm>
          <a:prstGeom prst="rect">
            <a:avLst/>
          </a:prstGeom>
          <a:noFill/>
          <a:ln w="0">
            <a:noFill/>
            <a:prstDash val="solid"/>
          </a:ln>
        </p:spPr>
        <p:txBody>
          <a:bodyPr wrap="none" lIns="0" tIns="0" rIns="0" bIns="0" anchor="ctr">
            <a:normAutofit fontScale="92582" lnSpcReduction="10000"/>
          </a:bodyPr>
          <a:lstStyle/>
          <a:p>
            <a:pPr algn="l">
              <a:buNone/>
              <a:defRPr sz="1765" b="1">
                <a:solidFill>
                  <a:srgbClr val="242A30"/>
                </a:solidFill>
                <a:latin typeface="微软雅黑" panose="020B0503020204020204" charset="-122"/>
                <a:ea typeface="微软雅黑" panose="020B0503020204020204" charset="-122"/>
                <a:cs typeface="微软雅黑" panose="020B0503020204020204" charset="-122"/>
              </a:defRPr>
            </a:pPr>
            <a:r>
              <a:rPr lang="en-US" altLang="zh-CN" sz="1765" b="1" dirty="0" smtClean="0">
                <a:solidFill>
                  <a:srgbClr val="242A30"/>
                </a:solidFill>
                <a:latin typeface="微软雅黑" panose="020B0503020204020204" charset="-122"/>
                <a:ea typeface="微软雅黑" panose="020B0503020204020204" charset="-122"/>
                <a:cs typeface="微软雅黑" panose="020B0503020204020204" charset="-122"/>
              </a:rPr>
              <a:t>Skill-name</a:t>
            </a:r>
            <a:r>
              <a:rPr sz="1765" b="1" dirty="0" smtClean="0">
                <a:solidFill>
                  <a:srgbClr val="242A30"/>
                </a:solidFill>
                <a:latin typeface="微软雅黑" panose="020B0503020204020204" charset="-122"/>
                <a:ea typeface="微软雅黑" panose="020B0503020204020204" charset="-122"/>
                <a:cs typeface="微软雅黑" panose="020B0503020204020204" charset="-122"/>
              </a:rPr>
              <a:t>-*/</a:t>
            </a:r>
            <a:endParaRPr sz="1765" b="1" dirty="0">
              <a:solidFill>
                <a:srgbClr val="242A30"/>
              </a:solidFill>
              <a:latin typeface="微软雅黑" panose="020B0503020204020204" charset="-122"/>
              <a:ea typeface="微软雅黑" panose="020B0503020204020204" charset="-122"/>
              <a:cs typeface="微软雅黑" panose="020B0503020204020204" charset="-122"/>
            </a:endParaRPr>
          </a:p>
        </p:txBody>
      </p:sp>
      <p:sp>
        <p:nvSpPr>
          <p:cNvPr id="41" name="tree-line-02"/>
          <p:cNvSpPr>
            <a:spLocks noGrp="1"/>
          </p:cNvSpPr>
          <p:nvPr/>
        </p:nvSpPr>
        <p:spPr>
          <a:xfrm>
            <a:off x="6800850" y="2061210"/>
            <a:ext cx="4552950" cy="228600"/>
          </a:xfrm>
          <a:prstGeom prst="rect">
            <a:avLst/>
          </a:prstGeom>
          <a:noFill/>
          <a:ln w="0">
            <a:noFill/>
            <a:prstDash val="solid"/>
          </a:ln>
        </p:spPr>
        <p:txBody>
          <a:bodyPr wrap="none" lIns="0" tIns="0" rIns="0" bIns="0" anchor="ctr">
            <a:normAutofit fontScale="92994"/>
          </a:bodyPr>
          <a:lstStyle/>
          <a:p>
            <a:pPr algn="l">
              <a:buNone/>
              <a:defRPr sz="1615" b="1">
                <a:solidFill>
                  <a:srgbClr val="557A96"/>
                </a:solidFill>
                <a:latin typeface="微软雅黑" panose="020B0503020204020204" charset="-122"/>
                <a:ea typeface="微软雅黑" panose="020B0503020204020204" charset="-122"/>
                <a:cs typeface="微软雅黑" panose="020B0503020204020204" charset="-122"/>
              </a:defRPr>
            </a:pPr>
            <a:r>
              <a:rPr sz="1615" b="1">
                <a:solidFill>
                  <a:srgbClr val="557A96"/>
                </a:solidFill>
                <a:latin typeface="微软雅黑" panose="020B0503020204020204" charset="-122"/>
                <a:ea typeface="微软雅黑" panose="020B0503020204020204" charset="-122"/>
                <a:cs typeface="微软雅黑" panose="020B0503020204020204" charset="-122"/>
              </a:rPr>
              <a:t>├── SKILL.md</a:t>
            </a:r>
          </a:p>
        </p:txBody>
      </p:sp>
      <p:sp>
        <p:nvSpPr>
          <p:cNvPr id="42" name="tree-line-03"/>
          <p:cNvSpPr>
            <a:spLocks noGrp="1"/>
          </p:cNvSpPr>
          <p:nvPr/>
        </p:nvSpPr>
        <p:spPr>
          <a:xfrm>
            <a:off x="6800850" y="2284095"/>
            <a:ext cx="4552950" cy="228600"/>
          </a:xfrm>
          <a:prstGeom prst="rect">
            <a:avLst/>
          </a:prstGeom>
          <a:noFill/>
          <a:ln w="0">
            <a:noFill/>
            <a:prstDash val="solid"/>
          </a:ln>
        </p:spPr>
        <p:txBody>
          <a:bodyPr wrap="none" lIns="0" tIns="0" rIns="0" bIns="0" anchor="ctr">
            <a:normAutofit fontScale="92994"/>
          </a:bodyPr>
          <a:lstStyle/>
          <a:p>
            <a:pPr algn="l">
              <a:buNone/>
              <a:defRPr sz="1615" b="1">
                <a:solidFill>
                  <a:srgbClr val="242A30"/>
                </a:solidFill>
                <a:latin typeface="微软雅黑" panose="020B0503020204020204" charset="-122"/>
                <a:ea typeface="微软雅黑" panose="020B0503020204020204" charset="-122"/>
                <a:cs typeface="微软雅黑" panose="020B0503020204020204" charset="-122"/>
              </a:defRPr>
            </a:pPr>
            <a:r>
              <a:rPr sz="1615" b="1">
                <a:solidFill>
                  <a:srgbClr val="242A30"/>
                </a:solidFill>
                <a:latin typeface="微软雅黑" panose="020B0503020204020204" charset="-122"/>
                <a:ea typeface="微软雅黑" panose="020B0503020204020204" charset="-122"/>
                <a:cs typeface="微软雅黑" panose="020B0503020204020204" charset="-122"/>
              </a:rPr>
              <a:t>├── subagents/</a:t>
            </a:r>
          </a:p>
        </p:txBody>
      </p:sp>
      <p:sp>
        <p:nvSpPr>
          <p:cNvPr id="43" name="tree-line-04"/>
          <p:cNvSpPr>
            <a:spLocks noGrp="1"/>
          </p:cNvSpPr>
          <p:nvPr/>
        </p:nvSpPr>
        <p:spPr>
          <a:xfrm>
            <a:off x="6800850" y="2506980"/>
            <a:ext cx="4552950" cy="228600"/>
          </a:xfrm>
          <a:prstGeom prst="rect">
            <a:avLst/>
          </a:prstGeom>
          <a:noFill/>
          <a:ln w="0">
            <a:noFill/>
            <a:prstDash val="solid"/>
          </a:ln>
        </p:spPr>
        <p:txBody>
          <a:bodyPr wrap="none" lIns="0" tIns="0" rIns="0" bIns="0" anchor="ctr">
            <a:normAutofit fontScale="92994"/>
          </a:bodyPr>
          <a:lstStyle/>
          <a:p>
            <a:pPr algn="l">
              <a:buNone/>
              <a:defRPr sz="1615" b="0">
                <a:solidFill>
                  <a:srgbClr val="3E464E"/>
                </a:solidFill>
                <a:latin typeface="微软雅黑" panose="020B0503020204020204" charset="-122"/>
                <a:ea typeface="微软雅黑" panose="020B0503020204020204" charset="-122"/>
                <a:cs typeface="微软雅黑" panose="020B0503020204020204" charset="-122"/>
              </a:defRPr>
            </a:pPr>
            <a:r>
              <a:rPr sz="1615" b="0">
                <a:solidFill>
                  <a:srgbClr val="3E464E"/>
                </a:solidFill>
                <a:latin typeface="微软雅黑" panose="020B0503020204020204" charset="-122"/>
                <a:ea typeface="微软雅黑" panose="020B0503020204020204" charset="-122"/>
                <a:cs typeface="微软雅黑" panose="020B0503020204020204" charset="-122"/>
              </a:rPr>
              <a:t>│   ├── EnvConfig.md</a:t>
            </a:r>
          </a:p>
        </p:txBody>
      </p:sp>
      <p:sp>
        <p:nvSpPr>
          <p:cNvPr id="44" name="tree-line-05"/>
          <p:cNvSpPr>
            <a:spLocks noGrp="1"/>
          </p:cNvSpPr>
          <p:nvPr/>
        </p:nvSpPr>
        <p:spPr>
          <a:xfrm>
            <a:off x="6800850" y="2729865"/>
            <a:ext cx="4552950" cy="228600"/>
          </a:xfrm>
          <a:prstGeom prst="rect">
            <a:avLst/>
          </a:prstGeom>
          <a:noFill/>
          <a:ln w="0">
            <a:noFill/>
            <a:prstDash val="solid"/>
          </a:ln>
        </p:spPr>
        <p:txBody>
          <a:bodyPr wrap="none" lIns="0" tIns="0" rIns="0" bIns="0" anchor="ctr">
            <a:normAutofit fontScale="92994"/>
          </a:bodyPr>
          <a:lstStyle/>
          <a:p>
            <a:pPr algn="l">
              <a:buNone/>
              <a:defRPr sz="1615" b="0">
                <a:solidFill>
                  <a:srgbClr val="3E464E"/>
                </a:solidFill>
                <a:latin typeface="微软雅黑" panose="020B0503020204020204" charset="-122"/>
                <a:ea typeface="微软雅黑" panose="020B0503020204020204" charset="-122"/>
                <a:cs typeface="微软雅黑" panose="020B0503020204020204" charset="-122"/>
              </a:defRPr>
            </a:pPr>
            <a:r>
              <a:rPr sz="1615" b="0">
                <a:solidFill>
                  <a:srgbClr val="3E464E"/>
                </a:solidFill>
                <a:latin typeface="微软雅黑" panose="020B0503020204020204" charset="-122"/>
                <a:ea typeface="微软雅黑" panose="020B0503020204020204" charset="-122"/>
                <a:cs typeface="微软雅黑" panose="020B0503020204020204" charset="-122"/>
              </a:rPr>
              <a:t>│   ├── Extractor.md</a:t>
            </a:r>
          </a:p>
        </p:txBody>
      </p:sp>
      <p:sp>
        <p:nvSpPr>
          <p:cNvPr id="45" name="tree-line-06"/>
          <p:cNvSpPr>
            <a:spLocks noGrp="1"/>
          </p:cNvSpPr>
          <p:nvPr/>
        </p:nvSpPr>
        <p:spPr>
          <a:xfrm>
            <a:off x="6800850" y="2952750"/>
            <a:ext cx="4552950" cy="228600"/>
          </a:xfrm>
          <a:prstGeom prst="rect">
            <a:avLst/>
          </a:prstGeom>
          <a:noFill/>
          <a:ln w="0">
            <a:noFill/>
            <a:prstDash val="solid"/>
          </a:ln>
        </p:spPr>
        <p:txBody>
          <a:bodyPr wrap="none" lIns="0" tIns="0" rIns="0" bIns="0" anchor="ctr">
            <a:normAutofit fontScale="92994"/>
          </a:bodyPr>
          <a:lstStyle/>
          <a:p>
            <a:pPr algn="l">
              <a:buNone/>
              <a:defRPr sz="1615" b="0">
                <a:solidFill>
                  <a:srgbClr val="3E464E"/>
                </a:solidFill>
                <a:latin typeface="微软雅黑" panose="020B0503020204020204" charset="-122"/>
                <a:ea typeface="微软雅黑" panose="020B0503020204020204" charset="-122"/>
                <a:cs typeface="微软雅黑" panose="020B0503020204020204" charset="-122"/>
              </a:defRPr>
            </a:pPr>
            <a:r>
              <a:rPr sz="1615" b="0">
                <a:solidFill>
                  <a:srgbClr val="3E464E"/>
                </a:solidFill>
                <a:latin typeface="微软雅黑" panose="020B0503020204020204" charset="-122"/>
                <a:ea typeface="微软雅黑" panose="020B0503020204020204" charset="-122"/>
                <a:cs typeface="微软雅黑" panose="020B0503020204020204" charset="-122"/>
              </a:rPr>
              <a:t>│   ├── GenerateCode.md</a:t>
            </a:r>
          </a:p>
        </p:txBody>
      </p:sp>
      <p:sp>
        <p:nvSpPr>
          <p:cNvPr id="46" name="tree-line-07"/>
          <p:cNvSpPr>
            <a:spLocks noGrp="1"/>
          </p:cNvSpPr>
          <p:nvPr/>
        </p:nvSpPr>
        <p:spPr>
          <a:xfrm>
            <a:off x="6800850" y="3175635"/>
            <a:ext cx="4552950" cy="228600"/>
          </a:xfrm>
          <a:prstGeom prst="rect">
            <a:avLst/>
          </a:prstGeom>
          <a:noFill/>
          <a:ln w="0">
            <a:noFill/>
            <a:prstDash val="solid"/>
          </a:ln>
        </p:spPr>
        <p:txBody>
          <a:bodyPr wrap="none" lIns="0" tIns="0" rIns="0" bIns="0" anchor="ctr">
            <a:normAutofit fontScale="92994"/>
          </a:bodyPr>
          <a:lstStyle/>
          <a:p>
            <a:pPr algn="l">
              <a:buNone/>
              <a:defRPr sz="1615" b="0">
                <a:solidFill>
                  <a:srgbClr val="3E464E"/>
                </a:solidFill>
                <a:latin typeface="微软雅黑" panose="020B0503020204020204" charset="-122"/>
                <a:ea typeface="微软雅黑" panose="020B0503020204020204" charset="-122"/>
                <a:cs typeface="微软雅黑" panose="020B0503020204020204" charset="-122"/>
              </a:defRPr>
            </a:pPr>
            <a:r>
              <a:rPr sz="1615" b="0">
                <a:solidFill>
                  <a:srgbClr val="3E464E"/>
                </a:solidFill>
                <a:latin typeface="微软雅黑" panose="020B0503020204020204" charset="-122"/>
                <a:ea typeface="微软雅黑" panose="020B0503020204020204" charset="-122"/>
                <a:cs typeface="微软雅黑" panose="020B0503020204020204" charset="-122"/>
              </a:rPr>
              <a:t>│   └── ...</a:t>
            </a:r>
          </a:p>
        </p:txBody>
      </p:sp>
      <p:sp>
        <p:nvSpPr>
          <p:cNvPr id="47" name="tree-line-08"/>
          <p:cNvSpPr>
            <a:spLocks noGrp="1"/>
          </p:cNvSpPr>
          <p:nvPr/>
        </p:nvSpPr>
        <p:spPr>
          <a:xfrm>
            <a:off x="6800850" y="3398520"/>
            <a:ext cx="4552950" cy="228600"/>
          </a:xfrm>
          <a:prstGeom prst="rect">
            <a:avLst/>
          </a:prstGeom>
          <a:noFill/>
          <a:ln w="0">
            <a:noFill/>
            <a:prstDash val="solid"/>
          </a:ln>
        </p:spPr>
        <p:txBody>
          <a:bodyPr wrap="none" lIns="0" tIns="0" rIns="0" bIns="0" anchor="ctr">
            <a:normAutofit fontScale="92994"/>
          </a:bodyPr>
          <a:lstStyle/>
          <a:p>
            <a:pPr algn="l">
              <a:buNone/>
              <a:defRPr sz="1615" b="1">
                <a:solidFill>
                  <a:srgbClr val="242A30"/>
                </a:solidFill>
                <a:latin typeface="微软雅黑" panose="020B0503020204020204" charset="-122"/>
                <a:ea typeface="微软雅黑" panose="020B0503020204020204" charset="-122"/>
                <a:cs typeface="微软雅黑" panose="020B0503020204020204" charset="-122"/>
              </a:defRPr>
            </a:pPr>
            <a:r>
              <a:rPr sz="1615" b="1">
                <a:solidFill>
                  <a:srgbClr val="242A30"/>
                </a:solidFill>
                <a:latin typeface="微软雅黑" panose="020B0503020204020204" charset="-122"/>
                <a:ea typeface="微软雅黑" panose="020B0503020204020204" charset="-122"/>
                <a:cs typeface="微软雅黑" panose="020B0503020204020204" charset="-122"/>
              </a:rPr>
              <a:t>├── scripts/</a:t>
            </a:r>
          </a:p>
        </p:txBody>
      </p:sp>
      <p:sp>
        <p:nvSpPr>
          <p:cNvPr id="48" name="tree-line-09"/>
          <p:cNvSpPr>
            <a:spLocks noGrp="1"/>
          </p:cNvSpPr>
          <p:nvPr/>
        </p:nvSpPr>
        <p:spPr>
          <a:xfrm>
            <a:off x="6800850" y="3621405"/>
            <a:ext cx="4552950" cy="228600"/>
          </a:xfrm>
          <a:prstGeom prst="rect">
            <a:avLst/>
          </a:prstGeom>
          <a:noFill/>
          <a:ln w="0">
            <a:noFill/>
            <a:prstDash val="solid"/>
          </a:ln>
        </p:spPr>
        <p:txBody>
          <a:bodyPr wrap="none" lIns="0" tIns="0" rIns="0" bIns="0" anchor="ctr">
            <a:normAutofit fontScale="92994"/>
          </a:bodyPr>
          <a:lstStyle/>
          <a:p>
            <a:pPr algn="l">
              <a:buNone/>
              <a:defRPr sz="1615" b="0">
                <a:solidFill>
                  <a:srgbClr val="3E464E"/>
                </a:solidFill>
                <a:latin typeface="微软雅黑" panose="020B0503020204020204" charset="-122"/>
                <a:ea typeface="微软雅黑" panose="020B0503020204020204" charset="-122"/>
                <a:cs typeface="微软雅黑" panose="020B0503020204020204" charset="-122"/>
              </a:defRPr>
            </a:pPr>
            <a:r>
              <a:rPr sz="1615" b="0">
                <a:solidFill>
                  <a:srgbClr val="3E464E"/>
                </a:solidFill>
                <a:latin typeface="微软雅黑" panose="020B0503020204020204" charset="-122"/>
                <a:ea typeface="微软雅黑" panose="020B0503020204020204" charset="-122"/>
                <a:cs typeface="微软雅黑" panose="020B0503020204020204" charset="-122"/>
              </a:rPr>
              <a:t>│   ├── get_device_info.py</a:t>
            </a:r>
          </a:p>
        </p:txBody>
      </p:sp>
      <p:sp>
        <p:nvSpPr>
          <p:cNvPr id="49" name="tree-line-10"/>
          <p:cNvSpPr>
            <a:spLocks noGrp="1"/>
          </p:cNvSpPr>
          <p:nvPr/>
        </p:nvSpPr>
        <p:spPr>
          <a:xfrm>
            <a:off x="6800850" y="3844290"/>
            <a:ext cx="4552950" cy="228600"/>
          </a:xfrm>
          <a:prstGeom prst="rect">
            <a:avLst/>
          </a:prstGeom>
          <a:noFill/>
          <a:ln w="0">
            <a:noFill/>
            <a:prstDash val="solid"/>
          </a:ln>
        </p:spPr>
        <p:txBody>
          <a:bodyPr wrap="none" lIns="0" tIns="0" rIns="0" bIns="0" anchor="ctr">
            <a:normAutofit fontScale="92994"/>
          </a:bodyPr>
          <a:lstStyle/>
          <a:p>
            <a:pPr algn="l">
              <a:buNone/>
              <a:defRPr sz="1615" b="0">
                <a:solidFill>
                  <a:srgbClr val="3E464E"/>
                </a:solidFill>
                <a:latin typeface="微软雅黑" panose="020B0503020204020204" charset="-122"/>
                <a:ea typeface="微软雅黑" panose="020B0503020204020204" charset="-122"/>
                <a:cs typeface="微软雅黑" panose="020B0503020204020204" charset="-122"/>
              </a:defRPr>
            </a:pPr>
            <a:r>
              <a:rPr sz="1615" b="0">
                <a:solidFill>
                  <a:srgbClr val="3E464E"/>
                </a:solidFill>
                <a:latin typeface="微软雅黑" panose="020B0503020204020204" charset="-122"/>
                <a:ea typeface="微软雅黑" panose="020B0503020204020204" charset="-122"/>
                <a:cs typeface="微软雅黑" panose="020B0503020204020204" charset="-122"/>
              </a:rPr>
              <a:t>│   ├── test_env_code.py</a:t>
            </a:r>
          </a:p>
        </p:txBody>
      </p:sp>
      <p:sp>
        <p:nvSpPr>
          <p:cNvPr id="50" name="tree-line-11"/>
          <p:cNvSpPr>
            <a:spLocks noGrp="1"/>
          </p:cNvSpPr>
          <p:nvPr/>
        </p:nvSpPr>
        <p:spPr>
          <a:xfrm>
            <a:off x="6800850" y="4067175"/>
            <a:ext cx="4552950" cy="228600"/>
          </a:xfrm>
          <a:prstGeom prst="rect">
            <a:avLst/>
          </a:prstGeom>
          <a:noFill/>
          <a:ln w="0">
            <a:noFill/>
            <a:prstDash val="solid"/>
          </a:ln>
        </p:spPr>
        <p:txBody>
          <a:bodyPr wrap="none" lIns="0" tIns="0" rIns="0" bIns="0" anchor="ctr">
            <a:normAutofit fontScale="92994"/>
          </a:bodyPr>
          <a:lstStyle/>
          <a:p>
            <a:pPr algn="l">
              <a:buNone/>
              <a:defRPr sz="1615" b="0">
                <a:solidFill>
                  <a:srgbClr val="3E464E"/>
                </a:solidFill>
                <a:latin typeface="微软雅黑" panose="020B0503020204020204" charset="-122"/>
                <a:ea typeface="微软雅黑" panose="020B0503020204020204" charset="-122"/>
                <a:cs typeface="微软雅黑" panose="020B0503020204020204" charset="-122"/>
              </a:defRPr>
            </a:pPr>
            <a:r>
              <a:rPr sz="1615" b="0">
                <a:solidFill>
                  <a:srgbClr val="3E464E"/>
                </a:solidFill>
                <a:latin typeface="微软雅黑" panose="020B0503020204020204" charset="-122"/>
                <a:ea typeface="微软雅黑" panose="020B0503020204020204" charset="-122"/>
                <a:cs typeface="微软雅黑" panose="020B0503020204020204" charset="-122"/>
              </a:rPr>
              <a:t>│   └── ...</a:t>
            </a:r>
          </a:p>
        </p:txBody>
      </p:sp>
      <p:sp>
        <p:nvSpPr>
          <p:cNvPr id="51" name="tree-line-12"/>
          <p:cNvSpPr>
            <a:spLocks noGrp="1"/>
          </p:cNvSpPr>
          <p:nvPr/>
        </p:nvSpPr>
        <p:spPr>
          <a:xfrm>
            <a:off x="6800850" y="4290060"/>
            <a:ext cx="4552950" cy="228600"/>
          </a:xfrm>
          <a:prstGeom prst="rect">
            <a:avLst/>
          </a:prstGeom>
          <a:noFill/>
          <a:ln w="0">
            <a:noFill/>
            <a:prstDash val="solid"/>
          </a:ln>
        </p:spPr>
        <p:txBody>
          <a:bodyPr wrap="none" lIns="0" tIns="0" rIns="0" bIns="0" anchor="ctr">
            <a:normAutofit fontScale="92994"/>
          </a:bodyPr>
          <a:lstStyle/>
          <a:p>
            <a:pPr algn="l">
              <a:buNone/>
              <a:defRPr sz="1615" b="1">
                <a:solidFill>
                  <a:srgbClr val="242A30"/>
                </a:solidFill>
                <a:latin typeface="微软雅黑" panose="020B0503020204020204" charset="-122"/>
                <a:ea typeface="微软雅黑" panose="020B0503020204020204" charset="-122"/>
                <a:cs typeface="微软雅黑" panose="020B0503020204020204" charset="-122"/>
              </a:defRPr>
            </a:pPr>
            <a:r>
              <a:rPr sz="1615" b="1">
                <a:solidFill>
                  <a:srgbClr val="242A30"/>
                </a:solidFill>
                <a:latin typeface="微软雅黑" panose="020B0503020204020204" charset="-122"/>
                <a:ea typeface="微软雅黑" panose="020B0503020204020204" charset="-122"/>
                <a:cs typeface="微软雅黑" panose="020B0503020204020204" charset="-122"/>
              </a:rPr>
              <a:t>├── ref/</a:t>
            </a:r>
          </a:p>
        </p:txBody>
      </p:sp>
      <p:sp>
        <p:nvSpPr>
          <p:cNvPr id="52" name="tree-line-13"/>
          <p:cNvSpPr>
            <a:spLocks noGrp="1"/>
          </p:cNvSpPr>
          <p:nvPr/>
        </p:nvSpPr>
        <p:spPr>
          <a:xfrm>
            <a:off x="6800850" y="4512945"/>
            <a:ext cx="4552950" cy="228600"/>
          </a:xfrm>
          <a:prstGeom prst="rect">
            <a:avLst/>
          </a:prstGeom>
          <a:noFill/>
          <a:ln w="0">
            <a:noFill/>
            <a:prstDash val="solid"/>
          </a:ln>
        </p:spPr>
        <p:txBody>
          <a:bodyPr wrap="none" lIns="0" tIns="0" rIns="0" bIns="0" anchor="ctr">
            <a:normAutofit fontScale="92994"/>
          </a:bodyPr>
          <a:lstStyle/>
          <a:p>
            <a:pPr algn="l">
              <a:buNone/>
              <a:defRPr sz="1615" b="0">
                <a:solidFill>
                  <a:srgbClr val="3E464E"/>
                </a:solidFill>
                <a:latin typeface="微软雅黑" panose="020B0503020204020204" charset="-122"/>
                <a:ea typeface="微软雅黑" panose="020B0503020204020204" charset="-122"/>
                <a:cs typeface="微软雅黑" panose="020B0503020204020204" charset="-122"/>
              </a:defRPr>
            </a:pPr>
            <a:r>
              <a:rPr sz="1615" b="0">
                <a:solidFill>
                  <a:srgbClr val="3E464E"/>
                </a:solidFill>
                <a:latin typeface="微软雅黑" panose="020B0503020204020204" charset="-122"/>
                <a:ea typeface="微软雅黑" panose="020B0503020204020204" charset="-122"/>
                <a:cs typeface="微软雅黑" panose="020B0503020204020204" charset="-122"/>
              </a:rPr>
              <a:t>│   └── mlu_supported_primitives.md</a:t>
            </a:r>
          </a:p>
        </p:txBody>
      </p:sp>
      <p:sp>
        <p:nvSpPr>
          <p:cNvPr id="53" name="tree-line-14"/>
          <p:cNvSpPr>
            <a:spLocks noGrp="1"/>
          </p:cNvSpPr>
          <p:nvPr/>
        </p:nvSpPr>
        <p:spPr>
          <a:xfrm>
            <a:off x="6800850" y="4735830"/>
            <a:ext cx="4552950" cy="228600"/>
          </a:xfrm>
          <a:prstGeom prst="rect">
            <a:avLst/>
          </a:prstGeom>
          <a:noFill/>
          <a:ln w="0">
            <a:noFill/>
            <a:prstDash val="solid"/>
          </a:ln>
        </p:spPr>
        <p:txBody>
          <a:bodyPr wrap="none" lIns="0" tIns="0" rIns="0" bIns="0" anchor="ctr">
            <a:normAutofit fontScale="92994"/>
          </a:bodyPr>
          <a:lstStyle/>
          <a:p>
            <a:pPr algn="l">
              <a:buNone/>
              <a:defRPr sz="1615" b="1">
                <a:solidFill>
                  <a:srgbClr val="242A30"/>
                </a:solidFill>
                <a:latin typeface="微软雅黑" panose="020B0503020204020204" charset="-122"/>
                <a:ea typeface="微软雅黑" panose="020B0503020204020204" charset="-122"/>
                <a:cs typeface="微软雅黑" panose="020B0503020204020204" charset="-122"/>
              </a:defRPr>
            </a:pPr>
            <a:r>
              <a:rPr sz="1615" b="1">
                <a:solidFill>
                  <a:srgbClr val="242A30"/>
                </a:solidFill>
                <a:latin typeface="微软雅黑" panose="020B0503020204020204" charset="-122"/>
                <a:ea typeface="微软雅黑" panose="020B0503020204020204" charset="-122"/>
                <a:cs typeface="微软雅黑" panose="020B0503020204020204" charset="-122"/>
              </a:rPr>
              <a:t>└── examples/</a:t>
            </a:r>
          </a:p>
        </p:txBody>
      </p:sp>
      <p:sp>
        <p:nvSpPr>
          <p:cNvPr id="54" name="tree-line-15"/>
          <p:cNvSpPr>
            <a:spLocks noGrp="1"/>
          </p:cNvSpPr>
          <p:nvPr/>
        </p:nvSpPr>
        <p:spPr>
          <a:xfrm>
            <a:off x="6800850" y="4958715"/>
            <a:ext cx="4552950" cy="228600"/>
          </a:xfrm>
          <a:prstGeom prst="rect">
            <a:avLst/>
          </a:prstGeom>
          <a:noFill/>
          <a:ln w="0">
            <a:noFill/>
            <a:prstDash val="solid"/>
          </a:ln>
        </p:spPr>
        <p:txBody>
          <a:bodyPr wrap="none" lIns="0" tIns="0" rIns="0" bIns="0" anchor="ctr">
            <a:normAutofit fontScale="92994"/>
          </a:bodyPr>
          <a:lstStyle/>
          <a:p>
            <a:pPr algn="l">
              <a:buNone/>
              <a:defRPr sz="1615" b="0">
                <a:solidFill>
                  <a:srgbClr val="3E464E"/>
                </a:solidFill>
                <a:latin typeface="微软雅黑" panose="020B0503020204020204" charset="-122"/>
                <a:ea typeface="微软雅黑" panose="020B0503020204020204" charset="-122"/>
                <a:cs typeface="微软雅黑" panose="020B0503020204020204" charset="-122"/>
              </a:defRPr>
            </a:pPr>
            <a:r>
              <a:rPr sz="1615" b="0">
                <a:solidFill>
                  <a:srgbClr val="3E464E"/>
                </a:solidFill>
                <a:latin typeface="微软雅黑" panose="020B0503020204020204" charset="-122"/>
                <a:ea typeface="微软雅黑" panose="020B0503020204020204" charset="-122"/>
                <a:cs typeface="微软雅黑" panose="020B0503020204020204" charset="-122"/>
              </a:rPr>
              <a:t>    ├── generate_code_reduce_sum.md</a:t>
            </a:r>
          </a:p>
        </p:txBody>
      </p:sp>
      <p:sp>
        <p:nvSpPr>
          <p:cNvPr id="55" name="tree-line-16"/>
          <p:cNvSpPr>
            <a:spLocks noGrp="1"/>
          </p:cNvSpPr>
          <p:nvPr/>
        </p:nvSpPr>
        <p:spPr>
          <a:xfrm>
            <a:off x="6800850" y="5181600"/>
            <a:ext cx="4552950" cy="228600"/>
          </a:xfrm>
          <a:prstGeom prst="rect">
            <a:avLst/>
          </a:prstGeom>
          <a:noFill/>
          <a:ln w="0">
            <a:noFill/>
            <a:prstDash val="solid"/>
          </a:ln>
        </p:spPr>
        <p:txBody>
          <a:bodyPr wrap="none" lIns="0" tIns="0" rIns="0" bIns="0" anchor="ctr">
            <a:normAutofit fontScale="92994"/>
          </a:bodyPr>
          <a:lstStyle/>
          <a:p>
            <a:pPr algn="l">
              <a:buNone/>
              <a:defRPr sz="1615" b="0">
                <a:solidFill>
                  <a:srgbClr val="3E464E"/>
                </a:solidFill>
                <a:latin typeface="微软雅黑" panose="020B0503020204020204" charset="-122"/>
                <a:ea typeface="微软雅黑" panose="020B0503020204020204" charset="-122"/>
                <a:cs typeface="微软雅黑" panose="020B0503020204020204" charset="-122"/>
              </a:defRPr>
            </a:pPr>
            <a:r>
              <a:rPr sz="1615" b="0">
                <a:solidFill>
                  <a:srgbClr val="3E464E"/>
                </a:solidFill>
                <a:latin typeface="微软雅黑" panose="020B0503020204020204" charset="-122"/>
                <a:ea typeface="微软雅黑" panose="020B0503020204020204" charset="-122"/>
                <a:cs typeface="微软雅黑" panose="020B0503020204020204" charset="-122"/>
              </a:rPr>
              <a:t>    ├── generate_code_axis_fusion.md</a:t>
            </a:r>
          </a:p>
        </p:txBody>
      </p:sp>
      <p:sp>
        <p:nvSpPr>
          <p:cNvPr id="56" name="tree-line-17"/>
          <p:cNvSpPr>
            <a:spLocks noGrp="1"/>
          </p:cNvSpPr>
          <p:nvPr/>
        </p:nvSpPr>
        <p:spPr>
          <a:xfrm>
            <a:off x="6800850" y="5404485"/>
            <a:ext cx="4552950" cy="228600"/>
          </a:xfrm>
          <a:prstGeom prst="rect">
            <a:avLst/>
          </a:prstGeom>
          <a:noFill/>
          <a:ln w="0">
            <a:noFill/>
            <a:prstDash val="solid"/>
          </a:ln>
        </p:spPr>
        <p:txBody>
          <a:bodyPr wrap="none" lIns="0" tIns="0" rIns="0" bIns="0" anchor="ctr">
            <a:normAutofit fontScale="92994"/>
          </a:bodyPr>
          <a:lstStyle/>
          <a:p>
            <a:pPr algn="l">
              <a:buNone/>
              <a:defRPr sz="1615" b="0">
                <a:solidFill>
                  <a:srgbClr val="3E464E"/>
                </a:solidFill>
                <a:latin typeface="微软雅黑" panose="020B0503020204020204" charset="-122"/>
                <a:ea typeface="微软雅黑" panose="020B0503020204020204" charset="-122"/>
                <a:cs typeface="微软雅黑" panose="020B0503020204020204" charset="-122"/>
              </a:defRPr>
            </a:pPr>
            <a:r>
              <a:rPr sz="1615" b="0">
                <a:solidFill>
                  <a:srgbClr val="3E464E"/>
                </a:solidFill>
                <a:latin typeface="微软雅黑" panose="020B0503020204020204" charset="-122"/>
                <a:ea typeface="微软雅黑" panose="020B0503020204020204" charset="-122"/>
                <a:cs typeface="微软雅黑" panose="020B0503020204020204" charset="-122"/>
              </a:rPr>
              <a:t>    └── ...</a:t>
            </a:r>
          </a:p>
        </p:txBody>
      </p:sp>
      <p:sp>
        <p:nvSpPr>
          <p:cNvPr id="57" name="summary-text"/>
          <p:cNvSpPr>
            <a:spLocks noGrp="1"/>
          </p:cNvSpPr>
          <p:nvPr/>
        </p:nvSpPr>
        <p:spPr>
          <a:xfrm>
            <a:off x="838200" y="6219825"/>
            <a:ext cx="10515600" cy="342900"/>
          </a:xfrm>
          <a:prstGeom prst="rect">
            <a:avLst/>
          </a:prstGeom>
          <a:noFill/>
          <a:ln w="0">
            <a:noFill/>
            <a:prstDash val="solid"/>
          </a:ln>
        </p:spPr>
        <p:txBody>
          <a:bodyPr wrap="none" lIns="0" tIns="0" rIns="0" bIns="0" anchor="ctr">
            <a:normAutofit/>
          </a:bodyPr>
          <a:lstStyle/>
          <a:p>
            <a:pPr algn="ctr">
              <a:buNone/>
              <a:defRPr sz="1615" b="1">
                <a:solidFill>
                  <a:srgbClr val="3E464E"/>
                </a:solidFill>
                <a:latin typeface="微软雅黑" panose="020B0503020204020204" charset="-122"/>
                <a:ea typeface="微软雅黑" panose="020B0503020204020204" charset="-122"/>
                <a:cs typeface="微软雅黑" panose="020B0503020204020204" charset="-122"/>
              </a:defRPr>
            </a:pPr>
            <a:r>
              <a:rPr sz="1615" b="1">
                <a:solidFill>
                  <a:srgbClr val="3E464E"/>
                </a:solidFill>
                <a:latin typeface="微软雅黑" panose="020B0503020204020204" charset="-122"/>
                <a:ea typeface="微软雅黑" panose="020B0503020204020204" charset="-122"/>
                <a:cs typeface="微软雅黑" panose="020B0503020204020204" charset="-122"/>
              </a:rPr>
              <a:t>Skill 以 SKILL.md 为核心，并根据任务需要组织 Subagent、Script、Reference、Example 等资源。</a:t>
            </a:r>
          </a:p>
        </p:txBody>
      </p:sp>
      <p:sp>
        <p:nvSpPr>
          <p:cNvPr id="59" name="diagram-root-link"/>
          <p:cNvSpPr>
            <a:spLocks noGrp="1"/>
          </p:cNvSpPr>
          <p:nvPr/>
        </p:nvSpPr>
        <p:spPr>
          <a:xfrm>
            <a:off x="1600200" y="3810000"/>
            <a:ext cx="276225" cy="0"/>
          </a:xfrm>
          <a:prstGeom prst="line">
            <a:avLst/>
          </a:prstGeom>
          <a:noFill/>
          <a:ln w="16193">
            <a:solidFill>
              <a:srgbClr val="557A96"/>
            </a:solidFill>
            <a:prstDash val="solid"/>
          </a:ln>
        </p:spPr>
      </p:sp>
      <p:sp>
        <p:nvSpPr>
          <p:cNvPr id="60" name="diagram-bus"/>
          <p:cNvSpPr>
            <a:spLocks noGrp="1"/>
          </p:cNvSpPr>
          <p:nvPr/>
        </p:nvSpPr>
        <p:spPr>
          <a:xfrm>
            <a:off x="1876425" y="2133600"/>
            <a:ext cx="0" cy="3238500"/>
          </a:xfrm>
          <a:prstGeom prst="line">
            <a:avLst/>
          </a:prstGeom>
          <a:noFill/>
          <a:ln w="16193">
            <a:solidFill>
              <a:srgbClr val="557A96"/>
            </a:solidFill>
            <a:prstDash val="solid"/>
          </a:ln>
        </p:spPr>
      </p:sp>
      <p:sp>
        <p:nvSpPr>
          <p:cNvPr id="61" name="diagram-branch-skill"/>
          <p:cNvSpPr>
            <a:spLocks noGrp="1"/>
          </p:cNvSpPr>
          <p:nvPr/>
        </p:nvSpPr>
        <p:spPr>
          <a:xfrm>
            <a:off x="1876425" y="2133600"/>
            <a:ext cx="352425" cy="0"/>
          </a:xfrm>
          <a:prstGeom prst="line">
            <a:avLst/>
          </a:prstGeom>
          <a:noFill/>
          <a:ln w="16193">
            <a:solidFill>
              <a:srgbClr val="557A96"/>
            </a:solidFill>
            <a:prstDash val="solid"/>
          </a:ln>
        </p:spPr>
      </p:sp>
      <p:sp>
        <p:nvSpPr>
          <p:cNvPr id="62" name="diagram-arrow-skill"/>
          <p:cNvSpPr>
            <a:spLocks noGrp="1"/>
          </p:cNvSpPr>
          <p:nvPr/>
        </p:nvSpPr>
        <p:spPr>
          <a:xfrm rot="5400000">
            <a:off x="2209800" y="2085975"/>
            <a:ext cx="85725" cy="95250"/>
          </a:xfrm>
          <a:prstGeom prst="triangle">
            <a:avLst/>
          </a:prstGeom>
          <a:solidFill>
            <a:srgbClr val="557A96"/>
          </a:solidFill>
          <a:ln w="4763">
            <a:solidFill>
              <a:srgbClr val="557A96"/>
            </a:solidFill>
            <a:prstDash val="solid"/>
          </a:ln>
        </p:spPr>
      </p:sp>
      <p:sp>
        <p:nvSpPr>
          <p:cNvPr id="63" name="diagram-branch-subagents"/>
          <p:cNvSpPr>
            <a:spLocks noGrp="1"/>
          </p:cNvSpPr>
          <p:nvPr/>
        </p:nvSpPr>
        <p:spPr>
          <a:xfrm>
            <a:off x="1876425" y="3571875"/>
            <a:ext cx="352425" cy="0"/>
          </a:xfrm>
          <a:prstGeom prst="line">
            <a:avLst/>
          </a:prstGeom>
          <a:noFill/>
          <a:ln w="16193">
            <a:solidFill>
              <a:srgbClr val="557A96"/>
            </a:solidFill>
            <a:prstDash val="solid"/>
          </a:ln>
        </p:spPr>
      </p:sp>
      <p:sp>
        <p:nvSpPr>
          <p:cNvPr id="64" name="diagram-arrow-subagents"/>
          <p:cNvSpPr>
            <a:spLocks noGrp="1"/>
          </p:cNvSpPr>
          <p:nvPr/>
        </p:nvSpPr>
        <p:spPr>
          <a:xfrm rot="5400000">
            <a:off x="2209800" y="3524250"/>
            <a:ext cx="85725" cy="95250"/>
          </a:xfrm>
          <a:prstGeom prst="triangle">
            <a:avLst/>
          </a:prstGeom>
          <a:solidFill>
            <a:srgbClr val="557A96"/>
          </a:solidFill>
          <a:ln w="4763">
            <a:solidFill>
              <a:srgbClr val="557A96"/>
            </a:solidFill>
            <a:prstDash val="solid"/>
          </a:ln>
        </p:spPr>
      </p:sp>
      <p:sp>
        <p:nvSpPr>
          <p:cNvPr id="65" name="diagram-branch-scripts"/>
          <p:cNvSpPr>
            <a:spLocks noGrp="1"/>
          </p:cNvSpPr>
          <p:nvPr/>
        </p:nvSpPr>
        <p:spPr>
          <a:xfrm>
            <a:off x="1876425" y="4171950"/>
            <a:ext cx="352425" cy="0"/>
          </a:xfrm>
          <a:prstGeom prst="line">
            <a:avLst/>
          </a:prstGeom>
          <a:noFill/>
          <a:ln w="16193">
            <a:solidFill>
              <a:srgbClr val="557A96"/>
            </a:solidFill>
            <a:prstDash val="solid"/>
          </a:ln>
        </p:spPr>
      </p:sp>
      <p:sp>
        <p:nvSpPr>
          <p:cNvPr id="66" name="diagram-arrow-scripts"/>
          <p:cNvSpPr>
            <a:spLocks noGrp="1"/>
          </p:cNvSpPr>
          <p:nvPr/>
        </p:nvSpPr>
        <p:spPr>
          <a:xfrm rot="5400000">
            <a:off x="2209800" y="4124325"/>
            <a:ext cx="85725" cy="95250"/>
          </a:xfrm>
          <a:prstGeom prst="triangle">
            <a:avLst/>
          </a:prstGeom>
          <a:solidFill>
            <a:srgbClr val="557A96"/>
          </a:solidFill>
          <a:ln w="4763">
            <a:solidFill>
              <a:srgbClr val="557A96"/>
            </a:solidFill>
            <a:prstDash val="solid"/>
          </a:ln>
        </p:spPr>
      </p:sp>
      <p:sp>
        <p:nvSpPr>
          <p:cNvPr id="67" name="diagram-branch-references"/>
          <p:cNvSpPr>
            <a:spLocks noGrp="1"/>
          </p:cNvSpPr>
          <p:nvPr/>
        </p:nvSpPr>
        <p:spPr>
          <a:xfrm>
            <a:off x="1876425" y="4772025"/>
            <a:ext cx="352425" cy="0"/>
          </a:xfrm>
          <a:prstGeom prst="line">
            <a:avLst/>
          </a:prstGeom>
          <a:noFill/>
          <a:ln w="16193">
            <a:solidFill>
              <a:srgbClr val="557A96"/>
            </a:solidFill>
            <a:prstDash val="solid"/>
          </a:ln>
        </p:spPr>
      </p:sp>
      <p:sp>
        <p:nvSpPr>
          <p:cNvPr id="68" name="diagram-arrow-references"/>
          <p:cNvSpPr>
            <a:spLocks noGrp="1"/>
          </p:cNvSpPr>
          <p:nvPr/>
        </p:nvSpPr>
        <p:spPr>
          <a:xfrm rot="5400000">
            <a:off x="2209800" y="4724400"/>
            <a:ext cx="85725" cy="95250"/>
          </a:xfrm>
          <a:prstGeom prst="triangle">
            <a:avLst/>
          </a:prstGeom>
          <a:solidFill>
            <a:srgbClr val="557A96"/>
          </a:solidFill>
          <a:ln w="4763">
            <a:solidFill>
              <a:srgbClr val="557A96"/>
            </a:solidFill>
            <a:prstDash val="solid"/>
          </a:ln>
        </p:spPr>
      </p:sp>
      <p:sp>
        <p:nvSpPr>
          <p:cNvPr id="69" name="diagram-branch-examples"/>
          <p:cNvSpPr>
            <a:spLocks noGrp="1"/>
          </p:cNvSpPr>
          <p:nvPr/>
        </p:nvSpPr>
        <p:spPr>
          <a:xfrm>
            <a:off x="1876425" y="5372100"/>
            <a:ext cx="352425" cy="0"/>
          </a:xfrm>
          <a:prstGeom prst="line">
            <a:avLst/>
          </a:prstGeom>
          <a:noFill/>
          <a:ln w="16193">
            <a:solidFill>
              <a:srgbClr val="557A96"/>
            </a:solidFill>
            <a:prstDash val="solid"/>
          </a:ln>
        </p:spPr>
      </p:sp>
      <p:sp>
        <p:nvSpPr>
          <p:cNvPr id="70" name="diagram-arrow-examples"/>
          <p:cNvSpPr>
            <a:spLocks noGrp="1"/>
          </p:cNvSpPr>
          <p:nvPr/>
        </p:nvSpPr>
        <p:spPr>
          <a:xfrm rot="5400000">
            <a:off x="2209800" y="5324475"/>
            <a:ext cx="85725" cy="95250"/>
          </a:xfrm>
          <a:prstGeom prst="triangle">
            <a:avLst/>
          </a:prstGeom>
          <a:solidFill>
            <a:srgbClr val="557A96"/>
          </a:solidFill>
          <a:ln w="4763">
            <a:solidFill>
              <a:srgbClr val="557A96"/>
            </a:solidFill>
            <a:prstDash val="solid"/>
          </a:ln>
        </p:spPr>
      </p:sp>
      <p:sp>
        <p:nvSpPr>
          <p:cNvPr id="71" name="diagram-skill-keyword-link"/>
          <p:cNvSpPr>
            <a:spLocks noGrp="1"/>
          </p:cNvSpPr>
          <p:nvPr/>
        </p:nvSpPr>
        <p:spPr>
          <a:xfrm>
            <a:off x="4000500" y="2133600"/>
            <a:ext cx="161925" cy="0"/>
          </a:xfrm>
          <a:prstGeom prst="line">
            <a:avLst/>
          </a:prstGeom>
          <a:noFill/>
          <a:ln w="12383">
            <a:solidFill>
              <a:srgbClr val="557A96"/>
            </a:solidFill>
            <a:prstDash val="dash"/>
          </a:ln>
        </p:spPr>
      </p:sp>
      <p:sp>
        <p:nvSpPr>
          <p:cNvPr id="72" name="diagram-keyword-spine"/>
          <p:cNvSpPr>
            <a:spLocks noGrp="1"/>
          </p:cNvSpPr>
          <p:nvPr/>
        </p:nvSpPr>
        <p:spPr>
          <a:xfrm>
            <a:off x="4381500" y="1914525"/>
            <a:ext cx="0" cy="1171575"/>
          </a:xfrm>
          <a:prstGeom prst="line">
            <a:avLst/>
          </a:prstGeom>
          <a:noFill/>
          <a:ln w="11430">
            <a:solidFill>
              <a:srgbClr val="557A96"/>
            </a:solidFill>
            <a:prstDash val="solid"/>
          </a:ln>
        </p:spPr>
      </p:sp>
      <p:sp>
        <p:nvSpPr>
          <p:cNvPr id="73" name="diagram-root-node"/>
          <p:cNvSpPr>
            <a:spLocks noGrp="1"/>
          </p:cNvSpPr>
          <p:nvPr/>
        </p:nvSpPr>
        <p:spPr>
          <a:xfrm>
            <a:off x="666750" y="3524250"/>
            <a:ext cx="933450" cy="571500"/>
          </a:xfrm>
          <a:prstGeom prst="roundRect">
            <a:avLst>
              <a:gd name="adj" fmla="val 15000"/>
            </a:avLst>
          </a:prstGeom>
          <a:solidFill>
            <a:srgbClr val="F5F8FA"/>
          </a:solidFill>
          <a:ln w="10954">
            <a:solidFill>
              <a:srgbClr val="7898AF"/>
            </a:solidFill>
            <a:prstDash val="solid"/>
          </a:ln>
        </p:spPr>
      </p:sp>
      <p:sp>
        <p:nvSpPr>
          <p:cNvPr id="74" name="diagram-skill-node"/>
          <p:cNvSpPr>
            <a:spLocks noGrp="1"/>
          </p:cNvSpPr>
          <p:nvPr/>
        </p:nvSpPr>
        <p:spPr>
          <a:xfrm>
            <a:off x="2286000" y="1866900"/>
            <a:ext cx="1714500" cy="533400"/>
          </a:xfrm>
          <a:prstGeom prst="roundRect">
            <a:avLst>
              <a:gd name="adj" fmla="val 16071"/>
            </a:avLst>
          </a:prstGeom>
          <a:solidFill>
            <a:srgbClr val="F5F8FA"/>
          </a:solidFill>
          <a:ln w="10954">
            <a:solidFill>
              <a:srgbClr val="7898AF"/>
            </a:solidFill>
            <a:prstDash val="solid"/>
          </a:ln>
        </p:spPr>
      </p:sp>
      <p:sp>
        <p:nvSpPr>
          <p:cNvPr id="75" name="diagram-subagents-node"/>
          <p:cNvSpPr>
            <a:spLocks noGrp="1"/>
          </p:cNvSpPr>
          <p:nvPr/>
        </p:nvSpPr>
        <p:spPr>
          <a:xfrm>
            <a:off x="2286000" y="3333750"/>
            <a:ext cx="3505200" cy="476250"/>
          </a:xfrm>
          <a:prstGeom prst="roundRect">
            <a:avLst>
              <a:gd name="adj" fmla="val 18000"/>
            </a:avLst>
          </a:prstGeom>
          <a:solidFill>
            <a:srgbClr val="F5F8FA"/>
          </a:solidFill>
          <a:ln w="10954">
            <a:solidFill>
              <a:srgbClr val="7898AF"/>
            </a:solidFill>
            <a:prstDash val="solid"/>
          </a:ln>
        </p:spPr>
      </p:sp>
      <p:sp>
        <p:nvSpPr>
          <p:cNvPr id="76" name="diagram-scripts-node"/>
          <p:cNvSpPr>
            <a:spLocks noGrp="1"/>
          </p:cNvSpPr>
          <p:nvPr/>
        </p:nvSpPr>
        <p:spPr>
          <a:xfrm>
            <a:off x="2286000" y="3933825"/>
            <a:ext cx="3505200" cy="476250"/>
          </a:xfrm>
          <a:prstGeom prst="roundRect">
            <a:avLst>
              <a:gd name="adj" fmla="val 18000"/>
            </a:avLst>
          </a:prstGeom>
          <a:solidFill>
            <a:srgbClr val="F5F8FA"/>
          </a:solidFill>
          <a:ln w="10954">
            <a:solidFill>
              <a:srgbClr val="7898AF"/>
            </a:solidFill>
            <a:prstDash val="solid"/>
          </a:ln>
        </p:spPr>
      </p:sp>
      <p:sp>
        <p:nvSpPr>
          <p:cNvPr id="77" name="diagram-references-node"/>
          <p:cNvSpPr>
            <a:spLocks noGrp="1"/>
          </p:cNvSpPr>
          <p:nvPr/>
        </p:nvSpPr>
        <p:spPr>
          <a:xfrm>
            <a:off x="2286000" y="4533900"/>
            <a:ext cx="3505200" cy="476250"/>
          </a:xfrm>
          <a:prstGeom prst="roundRect">
            <a:avLst>
              <a:gd name="adj" fmla="val 18000"/>
            </a:avLst>
          </a:prstGeom>
          <a:solidFill>
            <a:srgbClr val="F5F8FA"/>
          </a:solidFill>
          <a:ln w="10954">
            <a:solidFill>
              <a:srgbClr val="7898AF"/>
            </a:solidFill>
            <a:prstDash val="solid"/>
          </a:ln>
        </p:spPr>
      </p:sp>
      <p:sp>
        <p:nvSpPr>
          <p:cNvPr id="78" name="diagram-examples-node"/>
          <p:cNvSpPr>
            <a:spLocks noGrp="1"/>
          </p:cNvSpPr>
          <p:nvPr/>
        </p:nvSpPr>
        <p:spPr>
          <a:xfrm>
            <a:off x="2286000" y="5133975"/>
            <a:ext cx="3505200" cy="476250"/>
          </a:xfrm>
          <a:prstGeom prst="roundRect">
            <a:avLst>
              <a:gd name="adj" fmla="val 18000"/>
            </a:avLst>
          </a:prstGeom>
          <a:solidFill>
            <a:srgbClr val="F5F8FA"/>
          </a:solidFill>
          <a:ln w="10954">
            <a:solidFill>
              <a:srgbClr val="7898AF"/>
            </a:solidFill>
            <a:prstDash val="solid"/>
          </a:ln>
        </p:spPr>
      </p:sp>
      <p:sp>
        <p:nvSpPr>
          <p:cNvPr id="79" name="diagram-keywords-node"/>
          <p:cNvSpPr>
            <a:spLocks noGrp="1"/>
          </p:cNvSpPr>
          <p:nvPr/>
        </p:nvSpPr>
        <p:spPr>
          <a:xfrm>
            <a:off x="4162425" y="1733550"/>
            <a:ext cx="1628775" cy="1524000"/>
          </a:xfrm>
          <a:prstGeom prst="roundRect">
            <a:avLst>
              <a:gd name="adj" fmla="val 5625"/>
            </a:avLst>
          </a:prstGeom>
          <a:noFill/>
          <a:ln w="12383">
            <a:solidFill>
              <a:srgbClr val="7898AF"/>
            </a:solidFill>
            <a:prstDash val="dash"/>
          </a:ln>
        </p:spPr>
      </p:sp>
      <p:sp>
        <p:nvSpPr>
          <p:cNvPr id="80" name="diagram-root-text"/>
          <p:cNvSpPr>
            <a:spLocks noGrp="1"/>
          </p:cNvSpPr>
          <p:nvPr/>
        </p:nvSpPr>
        <p:spPr>
          <a:xfrm>
            <a:off x="723900" y="3629025"/>
            <a:ext cx="819150" cy="361950"/>
          </a:xfrm>
          <a:prstGeom prst="rect">
            <a:avLst/>
          </a:prstGeom>
          <a:noFill/>
          <a:ln w="0">
            <a:noFill/>
            <a:prstDash val="solid"/>
          </a:ln>
        </p:spPr>
        <p:txBody>
          <a:bodyPr wrap="none" lIns="0" tIns="0" rIns="0" bIns="0" anchor="ctr">
            <a:normAutofit/>
          </a:bodyPr>
          <a:lstStyle/>
          <a:p>
            <a:pPr algn="ctr">
              <a:defRPr sz="2100" b="1">
                <a:solidFill>
                  <a:srgbClr val="557A96"/>
                </a:solidFill>
                <a:latin typeface="微软雅黑" panose="020B0503020204020204" charset="-122"/>
                <a:ea typeface="微软雅黑" panose="020B0503020204020204" charset="-122"/>
                <a:cs typeface="微软雅黑" panose="020B0503020204020204" charset="-122"/>
              </a:defRPr>
            </a:pPr>
            <a:r>
              <a:rPr sz="2100" b="1">
                <a:solidFill>
                  <a:srgbClr val="557A96"/>
                </a:solidFill>
                <a:latin typeface="微软雅黑" panose="020B0503020204020204" charset="-122"/>
                <a:ea typeface="微软雅黑" panose="020B0503020204020204" charset="-122"/>
                <a:cs typeface="微软雅黑" panose="020B0503020204020204" charset="-122"/>
              </a:rPr>
              <a:t>Skill</a:t>
            </a:r>
          </a:p>
        </p:txBody>
      </p:sp>
      <p:sp>
        <p:nvSpPr>
          <p:cNvPr id="81" name="diagram-skill-text"/>
          <p:cNvSpPr>
            <a:spLocks noGrp="1"/>
          </p:cNvSpPr>
          <p:nvPr/>
        </p:nvSpPr>
        <p:spPr>
          <a:xfrm>
            <a:off x="2381250" y="1971675"/>
            <a:ext cx="1524000" cy="323850"/>
          </a:xfrm>
          <a:prstGeom prst="rect">
            <a:avLst/>
          </a:prstGeom>
          <a:noFill/>
          <a:ln w="0">
            <a:noFill/>
            <a:prstDash val="solid"/>
          </a:ln>
        </p:spPr>
        <p:txBody>
          <a:bodyPr wrap="none" lIns="0" tIns="0" rIns="0" bIns="0" anchor="ctr">
            <a:normAutofit/>
          </a:bodyPr>
          <a:lstStyle/>
          <a:p>
            <a:pPr algn="ctr">
              <a:defRPr sz="1875" b="1">
                <a:solidFill>
                  <a:srgbClr val="557A96"/>
                </a:solidFill>
                <a:latin typeface="微软雅黑" panose="020B0503020204020204" charset="-122"/>
                <a:ea typeface="微软雅黑" panose="020B0503020204020204" charset="-122"/>
                <a:cs typeface="微软雅黑" panose="020B0503020204020204" charset="-122"/>
              </a:defRPr>
            </a:pPr>
            <a:r>
              <a:rPr sz="1875" b="1">
                <a:solidFill>
                  <a:srgbClr val="557A96"/>
                </a:solidFill>
                <a:latin typeface="微软雅黑" panose="020B0503020204020204" charset="-122"/>
                <a:ea typeface="微软雅黑" panose="020B0503020204020204" charset="-122"/>
                <a:cs typeface="微软雅黑" panose="020B0503020204020204" charset="-122"/>
              </a:rPr>
              <a:t>SKILL.md</a:t>
            </a:r>
          </a:p>
        </p:txBody>
      </p:sp>
      <p:sp>
        <p:nvSpPr>
          <p:cNvPr id="82" name="diagram-subagents-label"/>
          <p:cNvSpPr>
            <a:spLocks noGrp="1"/>
          </p:cNvSpPr>
          <p:nvPr/>
        </p:nvSpPr>
        <p:spPr>
          <a:xfrm>
            <a:off x="2427633" y="3452813"/>
            <a:ext cx="1181100" cy="219075"/>
          </a:xfrm>
          <a:prstGeom prst="rect">
            <a:avLst/>
          </a:prstGeom>
          <a:noFill/>
          <a:ln w="0">
            <a:noFill/>
            <a:prstDash val="solid"/>
          </a:ln>
        </p:spPr>
        <p:txBody>
          <a:bodyPr wrap="none" lIns="0" tIns="0" rIns="0" bIns="0" anchor="ctr">
            <a:normAutofit fontScale="85160"/>
          </a:bodyPr>
          <a:lstStyle/>
          <a:p>
            <a:pPr algn="l">
              <a:defRPr sz="1690" b="1">
                <a:solidFill>
                  <a:srgbClr val="242A30"/>
                </a:solidFill>
                <a:latin typeface="微软雅黑" panose="020B0503020204020204" charset="-122"/>
                <a:ea typeface="微软雅黑" panose="020B0503020204020204" charset="-122"/>
                <a:cs typeface="微软雅黑" panose="020B0503020204020204" charset="-122"/>
              </a:defRPr>
            </a:pPr>
            <a:r>
              <a:rPr sz="1690" b="1" dirty="0">
                <a:solidFill>
                  <a:srgbClr val="242A30"/>
                </a:solidFill>
                <a:latin typeface="微软雅黑" panose="020B0503020204020204" charset="-122"/>
                <a:ea typeface="微软雅黑" panose="020B0503020204020204" charset="-122"/>
                <a:cs typeface="微软雅黑" panose="020B0503020204020204" charset="-122"/>
              </a:rPr>
              <a:t>Subagents</a:t>
            </a:r>
          </a:p>
        </p:txBody>
      </p:sp>
      <p:sp>
        <p:nvSpPr>
          <p:cNvPr id="84" name="diagram-subagents-description"/>
          <p:cNvSpPr>
            <a:spLocks noGrp="1"/>
          </p:cNvSpPr>
          <p:nvPr/>
        </p:nvSpPr>
        <p:spPr>
          <a:xfrm>
            <a:off x="3750366" y="3505199"/>
            <a:ext cx="3143250" cy="190500"/>
          </a:xfrm>
          <a:prstGeom prst="rect">
            <a:avLst/>
          </a:prstGeom>
          <a:noFill/>
          <a:ln w="0">
            <a:noFill/>
            <a:prstDash val="solid"/>
          </a:ln>
        </p:spPr>
        <p:txBody>
          <a:bodyPr wrap="none" lIns="0" tIns="0" rIns="0" bIns="0" anchor="ctr">
            <a:normAutofit fontScale="90833" lnSpcReduction="20000"/>
          </a:bodyPr>
          <a:lstStyle/>
          <a:p>
            <a:pPr algn="l">
              <a:defRPr sz="1500" b="0">
                <a:solidFill>
                  <a:srgbClr val="66717A"/>
                </a:solidFill>
                <a:latin typeface="微软雅黑" panose="020B0503020204020204" charset="-122"/>
                <a:ea typeface="微软雅黑" panose="020B0503020204020204" charset="-122"/>
                <a:cs typeface="微软雅黑" panose="020B0503020204020204" charset="-122"/>
              </a:defRPr>
            </a:pPr>
            <a:r>
              <a:rPr sz="1500" b="0" dirty="0" err="1">
                <a:solidFill>
                  <a:srgbClr val="66717A"/>
                </a:solidFill>
                <a:latin typeface="微软雅黑" panose="020B0503020204020204" charset="-122"/>
                <a:ea typeface="微软雅黑" panose="020B0503020204020204" charset="-122"/>
                <a:cs typeface="微软雅黑" panose="020B0503020204020204" charset="-122"/>
              </a:rPr>
              <a:t>子任务拆分与独立执行</a:t>
            </a:r>
            <a:endParaRPr sz="1500" b="0" dirty="0">
              <a:solidFill>
                <a:srgbClr val="66717A"/>
              </a:solidFill>
              <a:latin typeface="微软雅黑" panose="020B0503020204020204" charset="-122"/>
              <a:ea typeface="微软雅黑" panose="020B0503020204020204" charset="-122"/>
              <a:cs typeface="微软雅黑" panose="020B0503020204020204" charset="-122"/>
            </a:endParaRPr>
          </a:p>
        </p:txBody>
      </p:sp>
      <p:sp>
        <p:nvSpPr>
          <p:cNvPr id="85" name="diagram-scripts-label"/>
          <p:cNvSpPr>
            <a:spLocks noGrp="1"/>
          </p:cNvSpPr>
          <p:nvPr/>
        </p:nvSpPr>
        <p:spPr>
          <a:xfrm>
            <a:off x="2447926" y="4052887"/>
            <a:ext cx="800100" cy="219075"/>
          </a:xfrm>
          <a:prstGeom prst="rect">
            <a:avLst/>
          </a:prstGeom>
          <a:noFill/>
          <a:ln w="0">
            <a:noFill/>
            <a:prstDash val="solid"/>
          </a:ln>
        </p:spPr>
        <p:txBody>
          <a:bodyPr wrap="none" lIns="0" tIns="0" rIns="0" bIns="0" anchor="ctr">
            <a:normAutofit fontScale="85160"/>
          </a:bodyPr>
          <a:lstStyle/>
          <a:p>
            <a:pPr algn="l">
              <a:defRPr sz="1690" b="1">
                <a:solidFill>
                  <a:srgbClr val="242A30"/>
                </a:solidFill>
                <a:latin typeface="微软雅黑" panose="020B0503020204020204" charset="-122"/>
                <a:ea typeface="微软雅黑" panose="020B0503020204020204" charset="-122"/>
                <a:cs typeface="微软雅黑" panose="020B0503020204020204" charset="-122"/>
              </a:defRPr>
            </a:pPr>
            <a:r>
              <a:rPr sz="1690" b="1" dirty="0">
                <a:solidFill>
                  <a:srgbClr val="242A30"/>
                </a:solidFill>
                <a:latin typeface="微软雅黑" panose="020B0503020204020204" charset="-122"/>
                <a:ea typeface="微软雅黑" panose="020B0503020204020204" charset="-122"/>
                <a:cs typeface="微软雅黑" panose="020B0503020204020204" charset="-122"/>
              </a:rPr>
              <a:t>Scripts</a:t>
            </a:r>
          </a:p>
        </p:txBody>
      </p:sp>
      <p:sp>
        <p:nvSpPr>
          <p:cNvPr id="87" name="diagram-scripts-description"/>
          <p:cNvSpPr>
            <a:spLocks noGrp="1"/>
          </p:cNvSpPr>
          <p:nvPr/>
        </p:nvSpPr>
        <p:spPr>
          <a:xfrm>
            <a:off x="3429000" y="4092849"/>
            <a:ext cx="3143250" cy="190500"/>
          </a:xfrm>
          <a:prstGeom prst="rect">
            <a:avLst/>
          </a:prstGeom>
          <a:noFill/>
          <a:ln w="0">
            <a:noFill/>
            <a:prstDash val="solid"/>
          </a:ln>
        </p:spPr>
        <p:txBody>
          <a:bodyPr wrap="none" lIns="0" tIns="0" rIns="0" bIns="0" anchor="ctr">
            <a:normAutofit fontScale="90833" lnSpcReduction="20000"/>
          </a:bodyPr>
          <a:lstStyle/>
          <a:p>
            <a:pPr algn="l">
              <a:defRPr sz="1500" b="0">
                <a:solidFill>
                  <a:srgbClr val="66717A"/>
                </a:solidFill>
                <a:latin typeface="微软雅黑" panose="020B0503020204020204" charset="-122"/>
                <a:ea typeface="微软雅黑" panose="020B0503020204020204" charset="-122"/>
                <a:cs typeface="微软雅黑" panose="020B0503020204020204" charset="-122"/>
              </a:defRPr>
            </a:pPr>
            <a:r>
              <a:rPr sz="1500" b="0" dirty="0" err="1">
                <a:solidFill>
                  <a:srgbClr val="66717A"/>
                </a:solidFill>
                <a:latin typeface="微软雅黑" panose="020B0503020204020204" charset="-122"/>
                <a:ea typeface="微软雅黑" panose="020B0503020204020204" charset="-122"/>
                <a:cs typeface="微软雅黑" panose="020B0503020204020204" charset="-122"/>
              </a:rPr>
              <a:t>环境检测、测试与确定性操作</a:t>
            </a:r>
            <a:endParaRPr sz="1500" b="0" dirty="0">
              <a:solidFill>
                <a:srgbClr val="66717A"/>
              </a:solidFill>
              <a:latin typeface="微软雅黑" panose="020B0503020204020204" charset="-122"/>
              <a:ea typeface="微软雅黑" panose="020B0503020204020204" charset="-122"/>
              <a:cs typeface="微软雅黑" panose="020B0503020204020204" charset="-122"/>
            </a:endParaRPr>
          </a:p>
        </p:txBody>
      </p:sp>
      <p:sp>
        <p:nvSpPr>
          <p:cNvPr id="88" name="diagram-references-label"/>
          <p:cNvSpPr>
            <a:spLocks noGrp="1"/>
          </p:cNvSpPr>
          <p:nvPr/>
        </p:nvSpPr>
        <p:spPr>
          <a:xfrm>
            <a:off x="2383941" y="4669631"/>
            <a:ext cx="1228725" cy="219075"/>
          </a:xfrm>
          <a:prstGeom prst="rect">
            <a:avLst/>
          </a:prstGeom>
          <a:noFill/>
          <a:ln w="0">
            <a:noFill/>
            <a:prstDash val="solid"/>
          </a:ln>
        </p:spPr>
        <p:txBody>
          <a:bodyPr wrap="none" lIns="0" tIns="0" rIns="0" bIns="0" anchor="ctr">
            <a:normAutofit fontScale="85160"/>
          </a:bodyPr>
          <a:lstStyle/>
          <a:p>
            <a:pPr algn="l">
              <a:defRPr sz="1690" b="1">
                <a:solidFill>
                  <a:srgbClr val="242A30"/>
                </a:solidFill>
                <a:latin typeface="微软雅黑" panose="020B0503020204020204" charset="-122"/>
                <a:ea typeface="微软雅黑" panose="020B0503020204020204" charset="-122"/>
                <a:cs typeface="微软雅黑" panose="020B0503020204020204" charset="-122"/>
              </a:defRPr>
            </a:pPr>
            <a:r>
              <a:rPr sz="1690" b="1" dirty="0">
                <a:solidFill>
                  <a:srgbClr val="242A30"/>
                </a:solidFill>
                <a:latin typeface="微软雅黑" panose="020B0503020204020204" charset="-122"/>
                <a:ea typeface="微软雅黑" panose="020B0503020204020204" charset="-122"/>
                <a:cs typeface="微软雅黑" panose="020B0503020204020204" charset="-122"/>
              </a:rPr>
              <a:t>References</a:t>
            </a:r>
          </a:p>
        </p:txBody>
      </p:sp>
      <p:sp>
        <p:nvSpPr>
          <p:cNvPr id="90" name="diagram-references-description"/>
          <p:cNvSpPr>
            <a:spLocks noGrp="1"/>
          </p:cNvSpPr>
          <p:nvPr/>
        </p:nvSpPr>
        <p:spPr>
          <a:xfrm>
            <a:off x="3881437" y="4732103"/>
            <a:ext cx="3143250" cy="190500"/>
          </a:xfrm>
          <a:prstGeom prst="rect">
            <a:avLst/>
          </a:prstGeom>
          <a:noFill/>
          <a:ln w="0">
            <a:noFill/>
            <a:prstDash val="solid"/>
          </a:ln>
        </p:spPr>
        <p:txBody>
          <a:bodyPr wrap="none" lIns="0" tIns="0" rIns="0" bIns="0" anchor="ctr">
            <a:normAutofit fontScale="90833" lnSpcReduction="20000"/>
          </a:bodyPr>
          <a:lstStyle/>
          <a:p>
            <a:pPr algn="l">
              <a:defRPr sz="1500" b="0">
                <a:solidFill>
                  <a:srgbClr val="66717A"/>
                </a:solidFill>
                <a:latin typeface="微软雅黑" panose="020B0503020204020204" charset="-122"/>
                <a:ea typeface="微软雅黑" panose="020B0503020204020204" charset="-122"/>
                <a:cs typeface="微软雅黑" panose="020B0503020204020204" charset="-122"/>
              </a:defRPr>
            </a:pPr>
            <a:r>
              <a:rPr sz="1500" b="0" dirty="0" err="1">
                <a:solidFill>
                  <a:srgbClr val="66717A"/>
                </a:solidFill>
                <a:latin typeface="微软雅黑" panose="020B0503020204020204" charset="-122"/>
                <a:ea typeface="微软雅黑" panose="020B0503020204020204" charset="-122"/>
                <a:cs typeface="微软雅黑" panose="020B0503020204020204" charset="-122"/>
              </a:rPr>
              <a:t>平台知识、</a:t>
            </a:r>
            <a:r>
              <a:rPr sz="1500" b="0" dirty="0" err="1" smtClean="0">
                <a:solidFill>
                  <a:srgbClr val="66717A"/>
                </a:solidFill>
                <a:latin typeface="微软雅黑" panose="020B0503020204020204" charset="-122"/>
                <a:ea typeface="微软雅黑" panose="020B0503020204020204" charset="-122"/>
                <a:cs typeface="微软雅黑" panose="020B0503020204020204" charset="-122"/>
              </a:rPr>
              <a:t>技术规则</a:t>
            </a:r>
            <a:endParaRPr sz="1500" b="0" dirty="0">
              <a:solidFill>
                <a:srgbClr val="66717A"/>
              </a:solidFill>
              <a:latin typeface="微软雅黑" panose="020B0503020204020204" charset="-122"/>
              <a:ea typeface="微软雅黑" panose="020B0503020204020204" charset="-122"/>
              <a:cs typeface="微软雅黑" panose="020B0503020204020204" charset="-122"/>
            </a:endParaRPr>
          </a:p>
        </p:txBody>
      </p:sp>
      <p:sp>
        <p:nvSpPr>
          <p:cNvPr id="91" name="diagram-examples-label"/>
          <p:cNvSpPr>
            <a:spLocks noGrp="1"/>
          </p:cNvSpPr>
          <p:nvPr/>
        </p:nvSpPr>
        <p:spPr>
          <a:xfrm>
            <a:off x="2447926" y="5253038"/>
            <a:ext cx="990600" cy="219075"/>
          </a:xfrm>
          <a:prstGeom prst="rect">
            <a:avLst/>
          </a:prstGeom>
          <a:noFill/>
          <a:ln w="0">
            <a:noFill/>
            <a:prstDash val="solid"/>
          </a:ln>
        </p:spPr>
        <p:txBody>
          <a:bodyPr wrap="none" lIns="0" tIns="0" rIns="0" bIns="0" anchor="ctr">
            <a:normAutofit fontScale="85160"/>
          </a:bodyPr>
          <a:lstStyle/>
          <a:p>
            <a:pPr algn="l">
              <a:defRPr sz="1690" b="1">
                <a:solidFill>
                  <a:srgbClr val="242A30"/>
                </a:solidFill>
                <a:latin typeface="微软雅黑" panose="020B0503020204020204" charset="-122"/>
                <a:ea typeface="微软雅黑" panose="020B0503020204020204" charset="-122"/>
                <a:cs typeface="微软雅黑" panose="020B0503020204020204" charset="-122"/>
              </a:defRPr>
            </a:pPr>
            <a:r>
              <a:rPr sz="1690" b="1" dirty="0">
                <a:solidFill>
                  <a:srgbClr val="242A30"/>
                </a:solidFill>
                <a:latin typeface="微软雅黑" panose="020B0503020204020204" charset="-122"/>
                <a:ea typeface="微软雅黑" panose="020B0503020204020204" charset="-122"/>
                <a:cs typeface="微软雅黑" panose="020B0503020204020204" charset="-122"/>
              </a:rPr>
              <a:t>Examples</a:t>
            </a:r>
          </a:p>
        </p:txBody>
      </p:sp>
      <p:sp>
        <p:nvSpPr>
          <p:cNvPr id="93" name="diagram-examples-description"/>
          <p:cNvSpPr>
            <a:spLocks noGrp="1"/>
          </p:cNvSpPr>
          <p:nvPr/>
        </p:nvSpPr>
        <p:spPr>
          <a:xfrm>
            <a:off x="3881437" y="5311140"/>
            <a:ext cx="3143250" cy="190500"/>
          </a:xfrm>
          <a:prstGeom prst="rect">
            <a:avLst/>
          </a:prstGeom>
          <a:noFill/>
          <a:ln w="0">
            <a:noFill/>
            <a:prstDash val="solid"/>
          </a:ln>
        </p:spPr>
        <p:txBody>
          <a:bodyPr wrap="none" lIns="0" tIns="0" rIns="0" bIns="0" anchor="ctr">
            <a:normAutofit fontScale="90833" lnSpcReduction="20000"/>
          </a:bodyPr>
          <a:lstStyle/>
          <a:p>
            <a:pPr algn="l">
              <a:defRPr sz="1500" b="0">
                <a:solidFill>
                  <a:srgbClr val="66717A"/>
                </a:solidFill>
                <a:latin typeface="微软雅黑" panose="020B0503020204020204" charset="-122"/>
                <a:ea typeface="微软雅黑" panose="020B0503020204020204" charset="-122"/>
                <a:cs typeface="微软雅黑" panose="020B0503020204020204" charset="-122"/>
              </a:defRPr>
            </a:pPr>
            <a:r>
              <a:rPr sz="1500" b="0" dirty="0" err="1">
                <a:solidFill>
                  <a:srgbClr val="66717A"/>
                </a:solidFill>
                <a:latin typeface="微软雅黑" panose="020B0503020204020204" charset="-122"/>
                <a:ea typeface="微软雅黑" panose="020B0503020204020204" charset="-122"/>
                <a:cs typeface="微软雅黑" panose="020B0503020204020204" charset="-122"/>
              </a:rPr>
              <a:t>已有案例</a:t>
            </a:r>
            <a:r>
              <a:rPr sz="1500" b="0" dirty="0" err="1" smtClean="0">
                <a:solidFill>
                  <a:srgbClr val="66717A"/>
                </a:solidFill>
                <a:latin typeface="微软雅黑" panose="020B0503020204020204" charset="-122"/>
                <a:ea typeface="微软雅黑" panose="020B0503020204020204" charset="-122"/>
                <a:cs typeface="微软雅黑" panose="020B0503020204020204" charset="-122"/>
              </a:rPr>
              <a:t>，提供参考</a:t>
            </a:r>
            <a:endParaRPr sz="1500" b="0" dirty="0">
              <a:solidFill>
                <a:srgbClr val="66717A"/>
              </a:solidFill>
              <a:latin typeface="微软雅黑" panose="020B0503020204020204" charset="-122"/>
              <a:ea typeface="微软雅黑" panose="020B0503020204020204" charset="-122"/>
              <a:cs typeface="微软雅黑" panose="020B0503020204020204" charset="-122"/>
            </a:endParaRPr>
          </a:p>
        </p:txBody>
      </p:sp>
      <p:sp>
        <p:nvSpPr>
          <p:cNvPr id="94" name="diagram-keyword-dot-1"/>
          <p:cNvSpPr>
            <a:spLocks noGrp="1"/>
          </p:cNvSpPr>
          <p:nvPr/>
        </p:nvSpPr>
        <p:spPr>
          <a:xfrm>
            <a:off x="4352925" y="1905000"/>
            <a:ext cx="57150" cy="57150"/>
          </a:xfrm>
          <a:prstGeom prst="ellipse">
            <a:avLst/>
          </a:prstGeom>
          <a:solidFill>
            <a:srgbClr val="557A96"/>
          </a:solidFill>
          <a:ln w="0">
            <a:solidFill>
              <a:srgbClr val="557A96"/>
            </a:solidFill>
            <a:prstDash val="solid"/>
          </a:ln>
        </p:spPr>
      </p:sp>
      <p:sp>
        <p:nvSpPr>
          <p:cNvPr id="95" name="diagram-keyword-1"/>
          <p:cNvSpPr>
            <a:spLocks noGrp="1"/>
          </p:cNvSpPr>
          <p:nvPr/>
        </p:nvSpPr>
        <p:spPr>
          <a:xfrm>
            <a:off x="4524375" y="1857375"/>
            <a:ext cx="1143000" cy="190500"/>
          </a:xfrm>
          <a:prstGeom prst="rect">
            <a:avLst/>
          </a:prstGeom>
          <a:noFill/>
          <a:ln w="0">
            <a:noFill/>
            <a:prstDash val="solid"/>
          </a:ln>
        </p:spPr>
        <p:txBody>
          <a:bodyPr wrap="none" lIns="0" tIns="0" rIns="0" bIns="0" anchor="ctr">
            <a:normAutofit fontScale="90833" lnSpcReduction="20000"/>
          </a:bodyPr>
          <a:lstStyle/>
          <a:p>
            <a:pPr algn="l">
              <a:defRPr sz="1500" b="0">
                <a:solidFill>
                  <a:srgbClr val="242A30"/>
                </a:solidFill>
                <a:latin typeface="微软雅黑" panose="020B0503020204020204" charset="-122"/>
                <a:ea typeface="微软雅黑" panose="020B0503020204020204" charset="-122"/>
                <a:cs typeface="微软雅黑" panose="020B0503020204020204" charset="-122"/>
              </a:defRPr>
            </a:pPr>
            <a:r>
              <a:rPr sz="1500" b="0">
                <a:solidFill>
                  <a:srgbClr val="242A30"/>
                </a:solidFill>
                <a:latin typeface="微软雅黑" panose="020B0503020204020204" charset="-122"/>
                <a:ea typeface="微软雅黑" panose="020B0503020204020204" charset="-122"/>
                <a:cs typeface="微软雅黑" panose="020B0503020204020204" charset="-122"/>
              </a:rPr>
              <a:t>Metadata</a:t>
            </a:r>
          </a:p>
        </p:txBody>
      </p:sp>
      <p:sp>
        <p:nvSpPr>
          <p:cNvPr id="96" name="diagram-keyword-dot-2"/>
          <p:cNvSpPr>
            <a:spLocks noGrp="1"/>
          </p:cNvSpPr>
          <p:nvPr/>
        </p:nvSpPr>
        <p:spPr>
          <a:xfrm>
            <a:off x="4352925" y="2095500"/>
            <a:ext cx="57150" cy="57150"/>
          </a:xfrm>
          <a:prstGeom prst="ellipse">
            <a:avLst/>
          </a:prstGeom>
          <a:solidFill>
            <a:srgbClr val="557A96"/>
          </a:solidFill>
          <a:ln w="0">
            <a:solidFill>
              <a:srgbClr val="557A96"/>
            </a:solidFill>
            <a:prstDash val="solid"/>
          </a:ln>
        </p:spPr>
      </p:sp>
      <p:sp>
        <p:nvSpPr>
          <p:cNvPr id="97" name="diagram-keyword-2"/>
          <p:cNvSpPr>
            <a:spLocks noGrp="1"/>
          </p:cNvSpPr>
          <p:nvPr/>
        </p:nvSpPr>
        <p:spPr>
          <a:xfrm>
            <a:off x="4524375" y="2047875"/>
            <a:ext cx="1143000" cy="190500"/>
          </a:xfrm>
          <a:prstGeom prst="rect">
            <a:avLst/>
          </a:prstGeom>
          <a:noFill/>
          <a:ln w="0">
            <a:noFill/>
            <a:prstDash val="solid"/>
          </a:ln>
        </p:spPr>
        <p:txBody>
          <a:bodyPr wrap="none" lIns="0" tIns="0" rIns="0" bIns="0" anchor="ctr">
            <a:normAutofit fontScale="90833" lnSpcReduction="20000"/>
          </a:bodyPr>
          <a:lstStyle/>
          <a:p>
            <a:pPr algn="l">
              <a:defRPr sz="1500" b="0">
                <a:solidFill>
                  <a:srgbClr val="242A30"/>
                </a:solidFill>
                <a:latin typeface="微软雅黑" panose="020B0503020204020204" charset="-122"/>
                <a:ea typeface="微软雅黑" panose="020B0503020204020204" charset="-122"/>
                <a:cs typeface="微软雅黑" panose="020B0503020204020204" charset="-122"/>
              </a:defRPr>
            </a:pPr>
            <a:r>
              <a:rPr sz="1500" b="0">
                <a:solidFill>
                  <a:srgbClr val="242A30"/>
                </a:solidFill>
                <a:latin typeface="微软雅黑" panose="020B0503020204020204" charset="-122"/>
                <a:ea typeface="微软雅黑" panose="020B0503020204020204" charset="-122"/>
                <a:cs typeface="微软雅黑" panose="020B0503020204020204" charset="-122"/>
              </a:rPr>
              <a:t>Workflow</a:t>
            </a:r>
          </a:p>
        </p:txBody>
      </p:sp>
      <p:sp>
        <p:nvSpPr>
          <p:cNvPr id="98" name="diagram-keyword-dot-3"/>
          <p:cNvSpPr>
            <a:spLocks noGrp="1"/>
          </p:cNvSpPr>
          <p:nvPr/>
        </p:nvSpPr>
        <p:spPr>
          <a:xfrm>
            <a:off x="4352925" y="2286000"/>
            <a:ext cx="57150" cy="57150"/>
          </a:xfrm>
          <a:prstGeom prst="ellipse">
            <a:avLst/>
          </a:prstGeom>
          <a:solidFill>
            <a:srgbClr val="557A96"/>
          </a:solidFill>
          <a:ln w="0">
            <a:solidFill>
              <a:srgbClr val="557A96"/>
            </a:solidFill>
            <a:prstDash val="solid"/>
          </a:ln>
        </p:spPr>
      </p:sp>
      <p:sp>
        <p:nvSpPr>
          <p:cNvPr id="99" name="diagram-keyword-3"/>
          <p:cNvSpPr>
            <a:spLocks noGrp="1"/>
          </p:cNvSpPr>
          <p:nvPr/>
        </p:nvSpPr>
        <p:spPr>
          <a:xfrm>
            <a:off x="4524375" y="2238375"/>
            <a:ext cx="1143000" cy="190500"/>
          </a:xfrm>
          <a:prstGeom prst="rect">
            <a:avLst/>
          </a:prstGeom>
          <a:noFill/>
          <a:ln w="0">
            <a:noFill/>
            <a:prstDash val="solid"/>
          </a:ln>
        </p:spPr>
        <p:txBody>
          <a:bodyPr wrap="none" lIns="0" tIns="0" rIns="0" bIns="0" anchor="ctr">
            <a:normAutofit fontScale="90833" lnSpcReduction="20000"/>
          </a:bodyPr>
          <a:lstStyle/>
          <a:p>
            <a:pPr algn="l">
              <a:defRPr sz="1500" b="0">
                <a:solidFill>
                  <a:srgbClr val="242A30"/>
                </a:solidFill>
                <a:latin typeface="微软雅黑" panose="020B0503020204020204" charset="-122"/>
                <a:ea typeface="微软雅黑" panose="020B0503020204020204" charset="-122"/>
                <a:cs typeface="微软雅黑" panose="020B0503020204020204" charset="-122"/>
              </a:defRPr>
            </a:pPr>
            <a:r>
              <a:rPr sz="1500" b="0">
                <a:solidFill>
                  <a:srgbClr val="242A30"/>
                </a:solidFill>
                <a:latin typeface="微软雅黑" panose="020B0503020204020204" charset="-122"/>
                <a:ea typeface="微软雅黑" panose="020B0503020204020204" charset="-122"/>
                <a:cs typeface="微软雅黑" panose="020B0503020204020204" charset="-122"/>
              </a:rPr>
              <a:t>Contract</a:t>
            </a:r>
          </a:p>
        </p:txBody>
      </p:sp>
      <p:sp>
        <p:nvSpPr>
          <p:cNvPr id="100" name="diagram-keyword-dot-4"/>
          <p:cNvSpPr>
            <a:spLocks noGrp="1"/>
          </p:cNvSpPr>
          <p:nvPr/>
        </p:nvSpPr>
        <p:spPr>
          <a:xfrm>
            <a:off x="4352925" y="2476500"/>
            <a:ext cx="57150" cy="57150"/>
          </a:xfrm>
          <a:prstGeom prst="ellipse">
            <a:avLst/>
          </a:prstGeom>
          <a:solidFill>
            <a:srgbClr val="557A96"/>
          </a:solidFill>
          <a:ln w="0">
            <a:solidFill>
              <a:srgbClr val="557A96"/>
            </a:solidFill>
            <a:prstDash val="solid"/>
          </a:ln>
        </p:spPr>
      </p:sp>
      <p:sp>
        <p:nvSpPr>
          <p:cNvPr id="101" name="diagram-keyword-4"/>
          <p:cNvSpPr>
            <a:spLocks noGrp="1"/>
          </p:cNvSpPr>
          <p:nvPr/>
        </p:nvSpPr>
        <p:spPr>
          <a:xfrm>
            <a:off x="4524375" y="2428875"/>
            <a:ext cx="1143000" cy="190500"/>
          </a:xfrm>
          <a:prstGeom prst="rect">
            <a:avLst/>
          </a:prstGeom>
          <a:noFill/>
          <a:ln w="0">
            <a:noFill/>
            <a:prstDash val="solid"/>
          </a:ln>
        </p:spPr>
        <p:txBody>
          <a:bodyPr wrap="none" lIns="0" tIns="0" rIns="0" bIns="0" anchor="ctr">
            <a:normAutofit fontScale="90833" lnSpcReduction="20000"/>
          </a:bodyPr>
          <a:lstStyle/>
          <a:p>
            <a:pPr algn="l">
              <a:defRPr sz="1500" b="0">
                <a:solidFill>
                  <a:srgbClr val="242A30"/>
                </a:solidFill>
                <a:latin typeface="微软雅黑" panose="020B0503020204020204" charset="-122"/>
                <a:ea typeface="微软雅黑" panose="020B0503020204020204" charset="-122"/>
                <a:cs typeface="微软雅黑" panose="020B0503020204020204" charset="-122"/>
              </a:defRPr>
            </a:pPr>
            <a:r>
              <a:rPr sz="1500" b="0">
                <a:solidFill>
                  <a:srgbClr val="242A30"/>
                </a:solidFill>
                <a:latin typeface="微软雅黑" panose="020B0503020204020204" charset="-122"/>
                <a:ea typeface="微软雅黑" panose="020B0503020204020204" charset="-122"/>
                <a:cs typeface="微软雅黑" panose="020B0503020204020204" charset="-122"/>
              </a:rPr>
              <a:t>Gate</a:t>
            </a:r>
          </a:p>
        </p:txBody>
      </p:sp>
      <p:sp>
        <p:nvSpPr>
          <p:cNvPr id="102" name="diagram-keyword-dot-5"/>
          <p:cNvSpPr>
            <a:spLocks noGrp="1"/>
          </p:cNvSpPr>
          <p:nvPr/>
        </p:nvSpPr>
        <p:spPr>
          <a:xfrm>
            <a:off x="4352925" y="2667000"/>
            <a:ext cx="57150" cy="57150"/>
          </a:xfrm>
          <a:prstGeom prst="ellipse">
            <a:avLst/>
          </a:prstGeom>
          <a:solidFill>
            <a:srgbClr val="557A96"/>
          </a:solidFill>
          <a:ln w="0">
            <a:solidFill>
              <a:srgbClr val="557A96"/>
            </a:solidFill>
            <a:prstDash val="solid"/>
          </a:ln>
        </p:spPr>
      </p:sp>
      <p:sp>
        <p:nvSpPr>
          <p:cNvPr id="103" name="diagram-keyword-5"/>
          <p:cNvSpPr>
            <a:spLocks noGrp="1"/>
          </p:cNvSpPr>
          <p:nvPr/>
        </p:nvSpPr>
        <p:spPr>
          <a:xfrm>
            <a:off x="4524375" y="2619375"/>
            <a:ext cx="1143000" cy="190500"/>
          </a:xfrm>
          <a:prstGeom prst="rect">
            <a:avLst/>
          </a:prstGeom>
          <a:noFill/>
          <a:ln w="0">
            <a:noFill/>
            <a:prstDash val="solid"/>
          </a:ln>
        </p:spPr>
        <p:txBody>
          <a:bodyPr wrap="none" lIns="0" tIns="0" rIns="0" bIns="0" anchor="ctr">
            <a:normAutofit fontScale="90833" lnSpcReduction="20000"/>
          </a:bodyPr>
          <a:lstStyle/>
          <a:p>
            <a:pPr algn="l">
              <a:defRPr sz="1500" b="0">
                <a:solidFill>
                  <a:srgbClr val="242A30"/>
                </a:solidFill>
                <a:latin typeface="微软雅黑" panose="020B0503020204020204" charset="-122"/>
                <a:ea typeface="微软雅黑" panose="020B0503020204020204" charset="-122"/>
                <a:cs typeface="微软雅黑" panose="020B0503020204020204" charset="-122"/>
              </a:defRPr>
            </a:pPr>
            <a:r>
              <a:rPr sz="1500" b="0">
                <a:solidFill>
                  <a:srgbClr val="242A30"/>
                </a:solidFill>
                <a:latin typeface="微软雅黑" panose="020B0503020204020204" charset="-122"/>
                <a:ea typeface="微软雅黑" panose="020B0503020204020204" charset="-122"/>
                <a:cs typeface="微软雅黑" panose="020B0503020204020204" charset="-122"/>
              </a:rPr>
              <a:t>Routing</a:t>
            </a:r>
          </a:p>
        </p:txBody>
      </p:sp>
      <p:sp>
        <p:nvSpPr>
          <p:cNvPr id="104" name="diagram-keyword-dot-6"/>
          <p:cNvSpPr>
            <a:spLocks noGrp="1"/>
          </p:cNvSpPr>
          <p:nvPr/>
        </p:nvSpPr>
        <p:spPr>
          <a:xfrm>
            <a:off x="4352925" y="2857500"/>
            <a:ext cx="57150" cy="57150"/>
          </a:xfrm>
          <a:prstGeom prst="ellipse">
            <a:avLst/>
          </a:prstGeom>
          <a:solidFill>
            <a:srgbClr val="557A96"/>
          </a:solidFill>
          <a:ln w="0">
            <a:solidFill>
              <a:srgbClr val="557A96"/>
            </a:solidFill>
            <a:prstDash val="solid"/>
          </a:ln>
        </p:spPr>
      </p:sp>
      <p:sp>
        <p:nvSpPr>
          <p:cNvPr id="105" name="diagram-keyword-6"/>
          <p:cNvSpPr>
            <a:spLocks noGrp="1"/>
          </p:cNvSpPr>
          <p:nvPr/>
        </p:nvSpPr>
        <p:spPr>
          <a:xfrm>
            <a:off x="4524375" y="2809875"/>
            <a:ext cx="1143000" cy="190500"/>
          </a:xfrm>
          <a:prstGeom prst="rect">
            <a:avLst/>
          </a:prstGeom>
          <a:noFill/>
          <a:ln w="0">
            <a:noFill/>
            <a:prstDash val="solid"/>
          </a:ln>
        </p:spPr>
        <p:txBody>
          <a:bodyPr wrap="none" lIns="0" tIns="0" rIns="0" bIns="0" anchor="ctr">
            <a:normAutofit fontScale="90833" lnSpcReduction="20000"/>
          </a:bodyPr>
          <a:lstStyle/>
          <a:p>
            <a:pPr algn="l">
              <a:defRPr sz="1500" b="0">
                <a:solidFill>
                  <a:srgbClr val="242A30"/>
                </a:solidFill>
                <a:latin typeface="微软雅黑" panose="020B0503020204020204" charset="-122"/>
                <a:ea typeface="微软雅黑" panose="020B0503020204020204" charset="-122"/>
                <a:cs typeface="微软雅黑" panose="020B0503020204020204" charset="-122"/>
              </a:defRPr>
            </a:pPr>
            <a:r>
              <a:rPr sz="1500" b="0">
                <a:solidFill>
                  <a:srgbClr val="242A30"/>
                </a:solidFill>
                <a:latin typeface="微软雅黑" panose="020B0503020204020204" charset="-122"/>
                <a:ea typeface="微软雅黑" panose="020B0503020204020204" charset="-122"/>
                <a:cs typeface="微软雅黑" panose="020B0503020204020204" charset="-122"/>
              </a:rPr>
              <a:t>Skill Call</a:t>
            </a:r>
          </a:p>
        </p:txBody>
      </p:sp>
      <p:sp>
        <p:nvSpPr>
          <p:cNvPr id="106" name="diagram-keyword-dot-7"/>
          <p:cNvSpPr>
            <a:spLocks noGrp="1"/>
          </p:cNvSpPr>
          <p:nvPr/>
        </p:nvSpPr>
        <p:spPr>
          <a:xfrm>
            <a:off x="4352925" y="3048000"/>
            <a:ext cx="57150" cy="57150"/>
          </a:xfrm>
          <a:prstGeom prst="ellipse">
            <a:avLst/>
          </a:prstGeom>
          <a:solidFill>
            <a:srgbClr val="557A96"/>
          </a:solidFill>
          <a:ln w="0">
            <a:solidFill>
              <a:srgbClr val="557A96"/>
            </a:solidFill>
            <a:prstDash val="solid"/>
          </a:ln>
        </p:spPr>
      </p:sp>
      <p:sp>
        <p:nvSpPr>
          <p:cNvPr id="107" name="diagram-keyword-7"/>
          <p:cNvSpPr>
            <a:spLocks noGrp="1"/>
          </p:cNvSpPr>
          <p:nvPr/>
        </p:nvSpPr>
        <p:spPr>
          <a:xfrm>
            <a:off x="4524375" y="3000375"/>
            <a:ext cx="1143000" cy="190500"/>
          </a:xfrm>
          <a:prstGeom prst="rect">
            <a:avLst/>
          </a:prstGeom>
          <a:noFill/>
          <a:ln w="0">
            <a:noFill/>
            <a:prstDash val="solid"/>
          </a:ln>
        </p:spPr>
        <p:txBody>
          <a:bodyPr wrap="none" lIns="0" tIns="0" rIns="0" bIns="0" anchor="ctr">
            <a:normAutofit fontScale="90833" lnSpcReduction="20000"/>
          </a:bodyPr>
          <a:lstStyle/>
          <a:p>
            <a:pPr algn="l">
              <a:defRPr sz="1500" b="0">
                <a:solidFill>
                  <a:srgbClr val="242A30"/>
                </a:solidFill>
                <a:latin typeface="微软雅黑" panose="020B0503020204020204" charset="-122"/>
                <a:ea typeface="微软雅黑" panose="020B0503020204020204" charset="-122"/>
                <a:cs typeface="微软雅黑" panose="020B0503020204020204" charset="-122"/>
              </a:defRPr>
            </a:pPr>
            <a:r>
              <a:rPr sz="1500" b="0">
                <a:solidFill>
                  <a:srgbClr val="242A30"/>
                </a:solidFill>
                <a:latin typeface="微软雅黑" panose="020B0503020204020204" charset="-122"/>
                <a:ea typeface="微软雅黑" panose="020B0503020204020204" charset="-122"/>
                <a:cs typeface="微软雅黑" panose="020B0503020204020204" charset="-122"/>
              </a:rPr>
              <a:t>Handoff</a:t>
            </a:r>
          </a:p>
        </p:txBody>
      </p:sp>
      <p:sp>
        <p:nvSpPr>
          <p:cNvPr id="108" name="slide-1-title"/>
          <p:cNvSpPr>
            <a:spLocks noGrp="1"/>
          </p:cNvSpPr>
          <p:nvPr/>
        </p:nvSpPr>
        <p:spPr>
          <a:xfrm>
            <a:off x="342900" y="223460"/>
            <a:ext cx="635000" cy="495300"/>
          </a:xfrm>
          <a:prstGeom prst="rect">
            <a:avLst/>
          </a:prstGeom>
          <a:noFill/>
          <a:ln w="0">
            <a:noFill/>
            <a:prstDash val="solid"/>
          </a:ln>
          <a:effectLst/>
        </p:spPr>
        <p:txBody>
          <a:bodyPr wrap="square" lIns="0" tIns="0" rIns="0" bIns="0" anchor="t">
            <a:noAutofit/>
          </a:bodyPr>
          <a:lstStyle/>
          <a:p>
            <a:pPr>
              <a:buNone/>
              <a:defRPr sz="3000" b="1">
                <a:solidFill>
                  <a:srgbClr val="072A67"/>
                </a:solidFill>
                <a:latin typeface="微软雅黑" panose="020B0503020204020204" charset="-122"/>
                <a:ea typeface="微软雅黑" panose="020B0503020204020204" charset="-122"/>
                <a:cs typeface="微软雅黑" panose="020B0503020204020204" charset="-122"/>
              </a:defRPr>
            </a:pPr>
            <a:r>
              <a:rPr lang="en-US" sz="3000" b="1" dirty="0">
                <a:solidFill>
                  <a:srgbClr val="243B53"/>
                </a:solidFill>
                <a:latin typeface="Arial" panose="020B0604020202020204" pitchFamily="34" charset="0"/>
                <a:ea typeface="微软雅黑" panose="020B0503020204020204" charset="-122"/>
                <a:cs typeface="微软雅黑" panose="020B0503020204020204" charset="-122"/>
              </a:rPr>
              <a:t>1</a:t>
            </a:r>
            <a:r>
              <a:rPr lang="en-US" sz="3000" b="1" dirty="0" smtClean="0">
                <a:solidFill>
                  <a:srgbClr val="243B53"/>
                </a:solidFill>
                <a:latin typeface="Arial" panose="020B0604020202020204" pitchFamily="34" charset="0"/>
                <a:ea typeface="微软雅黑" panose="020B0503020204020204" charset="-122"/>
                <a:cs typeface="微软雅黑" panose="020B0503020204020204" charset="-122"/>
              </a:rPr>
              <a:t>.1</a:t>
            </a:r>
            <a:endParaRPr sz="3000" b="1" dirty="0">
              <a:solidFill>
                <a:srgbClr val="243B53"/>
              </a:solidFill>
              <a:latin typeface="Arial" panose="020B0604020202020204" pitchFamily="34" charset="0"/>
              <a:ea typeface="微软雅黑" panose="020B0503020204020204" charset="-122"/>
              <a:cs typeface="微软雅黑" panose="020B0503020204020204" charset="-122"/>
            </a:endParaRPr>
          </a:p>
        </p:txBody>
      </p:sp>
      <p:sp>
        <p:nvSpPr>
          <p:cNvPr id="109" name="s13-title-rule"/>
          <p:cNvSpPr>
            <a:spLocks noGrp="1"/>
          </p:cNvSpPr>
          <p:nvPr/>
        </p:nvSpPr>
        <p:spPr>
          <a:xfrm>
            <a:off x="247650" y="714375"/>
            <a:ext cx="11734800" cy="19050"/>
          </a:xfrm>
          <a:prstGeom prst="rect">
            <a:avLst/>
          </a:prstGeom>
          <a:solidFill>
            <a:srgbClr val="5B7188"/>
          </a:solidFill>
          <a:ln w="0">
            <a:solidFill>
              <a:srgbClr val="294A6D"/>
            </a:solidFill>
            <a:prstDash val="solid"/>
          </a:ln>
          <a:effectLst/>
        </p:spPr>
      </p:sp>
      <p:sp>
        <p:nvSpPr>
          <p:cNvPr id="110" name="slide-7-page-number"/>
          <p:cNvSpPr>
            <a:spLocks noGrp="1"/>
          </p:cNvSpPr>
          <p:nvPr/>
        </p:nvSpPr>
        <p:spPr>
          <a:xfrm>
            <a:off x="11366500" y="317500"/>
            <a:ext cx="330200" cy="279400"/>
          </a:xfrm>
          <a:prstGeom prst="roundRect">
            <a:avLst>
              <a:gd name="adj" fmla="val 14706"/>
            </a:avLst>
          </a:prstGeom>
          <a:noFill/>
          <a:ln w="9525">
            <a:noFill/>
            <a:prstDash val="solid"/>
          </a:ln>
          <a:effectLst/>
          <a:extLst>
            <a:ext uri="{909E8E84-426E-40DD-AFC4-6F175D3DCCD1}">
              <a14:hiddenFill xmlns:a14="http://schemas.microsoft.com/office/drawing/2010/main">
                <a:solidFill>
                  <a:srgbClr val="294A6D"/>
                </a:solidFill>
              </a14:hiddenFill>
            </a:ext>
            <a:ext uri="{91240B29-F687-4F45-9708-019B960494DF}">
              <a14:hiddenLine xmlns:a14="http://schemas.microsoft.com/office/drawing/2010/main" w="9525">
                <a:solidFill>
                  <a:srgbClr val="294A6D"/>
                </a:solidFill>
                <a:prstDash val="solid"/>
              </a14:hiddenLine>
            </a:ext>
          </a:extLst>
        </p:spPr>
        <p:txBody>
          <a:bodyPr wrap="square" lIns="0" tIns="0" rIns="0" bIns="0" anchor="ctr">
            <a:noAutofit/>
          </a:bodyPr>
          <a:lstStyle/>
          <a:p>
            <a:pPr algn="ctr">
              <a:buNone/>
              <a:defRPr sz="1200" b="1">
                <a:solidFill>
                  <a:srgbClr val="FFFFFF"/>
                </a:solidFill>
                <a:latin typeface="微软雅黑" panose="020B0503020204020204" charset="-122"/>
                <a:ea typeface="微软雅黑" panose="020B0503020204020204" charset="-122"/>
                <a:cs typeface="微软雅黑" panose="020B0503020204020204" charset="-122"/>
              </a:defRPr>
            </a:pPr>
            <a:r>
              <a:rPr lang="en-US" sz="1200" b="1" dirty="0">
                <a:solidFill>
                  <a:srgbClr val="66737F"/>
                </a:solidFill>
                <a:latin typeface="Arial" panose="020B0604020202020204" pitchFamily="34" charset="0"/>
                <a:ea typeface="微软雅黑" panose="020B0503020204020204" charset="-122"/>
                <a:cs typeface="微软雅黑" panose="020B0503020204020204" charset="-122"/>
              </a:rPr>
              <a:t>1</a:t>
            </a:r>
          </a:p>
        </p:txBody>
      </p:sp>
    </p:spTree>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lumn-divider"/>
          <p:cNvSpPr>
            <a:spLocks noGrp="1"/>
          </p:cNvSpPr>
          <p:nvPr/>
        </p:nvSpPr>
        <p:spPr>
          <a:xfrm>
            <a:off x="4781550" y="1295400"/>
            <a:ext cx="0" cy="4610100"/>
          </a:xfrm>
          <a:prstGeom prst="line">
            <a:avLst/>
          </a:prstGeom>
          <a:noFill/>
          <a:ln w="9525">
            <a:solidFill>
              <a:srgbClr val="D8DEE3"/>
            </a:solidFill>
            <a:prstDash val="solid"/>
          </a:ln>
        </p:spPr>
      </p:sp>
      <p:sp>
        <p:nvSpPr>
          <p:cNvPr id="4" name="left-heading-rule"/>
          <p:cNvSpPr>
            <a:spLocks noGrp="1"/>
          </p:cNvSpPr>
          <p:nvPr/>
        </p:nvSpPr>
        <p:spPr>
          <a:xfrm>
            <a:off x="609600" y="1524000"/>
            <a:ext cx="4000500" cy="0"/>
          </a:xfrm>
          <a:prstGeom prst="line">
            <a:avLst/>
          </a:prstGeom>
          <a:noFill/>
          <a:ln w="9525">
            <a:solidFill>
              <a:srgbClr val="D8DEE3"/>
            </a:solidFill>
            <a:prstDash val="solid"/>
          </a:ln>
        </p:spPr>
      </p:sp>
      <p:sp>
        <p:nvSpPr>
          <p:cNvPr id="5" name="right-heading-rule"/>
          <p:cNvSpPr>
            <a:spLocks noGrp="1"/>
          </p:cNvSpPr>
          <p:nvPr/>
        </p:nvSpPr>
        <p:spPr>
          <a:xfrm>
            <a:off x="4953000" y="1917733"/>
            <a:ext cx="6629400" cy="0"/>
          </a:xfrm>
          <a:prstGeom prst="line">
            <a:avLst/>
          </a:prstGeom>
          <a:noFill/>
          <a:ln w="9525">
            <a:solidFill>
              <a:srgbClr val="D8DEE3"/>
            </a:solidFill>
            <a:prstDash val="solid"/>
          </a:ln>
        </p:spPr>
      </p:sp>
      <p:sp>
        <p:nvSpPr>
          <p:cNvPr id="6" name="slide-title"/>
          <p:cNvSpPr>
            <a:spLocks noGrp="1"/>
          </p:cNvSpPr>
          <p:nvPr/>
        </p:nvSpPr>
        <p:spPr>
          <a:xfrm>
            <a:off x="977900" y="190122"/>
            <a:ext cx="8096250" cy="561975"/>
          </a:xfrm>
          <a:prstGeom prst="rect">
            <a:avLst/>
          </a:prstGeom>
          <a:noFill/>
          <a:ln w="0">
            <a:noFill/>
            <a:prstDash val="solid"/>
          </a:ln>
        </p:spPr>
        <p:txBody>
          <a:bodyPr wrap="none" lIns="0" tIns="0" rIns="0" bIns="0" anchor="ctr">
            <a:normAutofit/>
          </a:bodyPr>
          <a:lstStyle/>
          <a:p>
            <a:pPr algn="l">
              <a:defRPr sz="3450" b="1">
                <a:solidFill>
                  <a:srgbClr val="252B31"/>
                </a:solidFill>
                <a:latin typeface="微软雅黑" panose="020B0503020204020204" charset="-122"/>
                <a:ea typeface="微软雅黑" panose="020B0503020204020204" charset="-122"/>
                <a:cs typeface="微软雅黑" panose="020B0503020204020204" charset="-122"/>
              </a:defRPr>
            </a:pPr>
            <a:r>
              <a:rPr sz="2700" b="1" dirty="0" err="1">
                <a:solidFill>
                  <a:srgbClr val="243B53"/>
                </a:solidFill>
                <a:latin typeface="Arial" panose="020B0604020202020204" pitchFamily="34" charset="0"/>
                <a:ea typeface="微软雅黑" panose="020B0503020204020204" charset="-122"/>
                <a:cs typeface="微软雅黑" panose="020B0503020204020204" charset="-122"/>
              </a:rPr>
              <a:t>SKILL.md：Skill</a:t>
            </a:r>
            <a:r>
              <a:rPr sz="2700" b="1" dirty="0">
                <a:solidFill>
                  <a:srgbClr val="243B53"/>
                </a:solidFill>
                <a:latin typeface="Arial" panose="020B0604020202020204" pitchFamily="34" charset="0"/>
                <a:ea typeface="微软雅黑" panose="020B0503020204020204" charset="-122"/>
                <a:cs typeface="微软雅黑" panose="020B0503020204020204" charset="-122"/>
              </a:rPr>
              <a:t> </a:t>
            </a:r>
            <a:r>
              <a:rPr sz="2700" b="1" dirty="0" err="1">
                <a:solidFill>
                  <a:srgbClr val="243B53"/>
                </a:solidFill>
                <a:latin typeface="Arial" panose="020B0604020202020204" pitchFamily="34" charset="0"/>
                <a:ea typeface="微软雅黑" panose="020B0503020204020204" charset="-122"/>
                <a:cs typeface="微软雅黑" panose="020B0503020204020204" charset="-122"/>
              </a:rPr>
              <a:t>的核心控制文档</a:t>
            </a:r>
            <a:endParaRPr sz="2700" b="1" dirty="0">
              <a:solidFill>
                <a:srgbClr val="243B53"/>
              </a:solidFill>
              <a:latin typeface="Arial" panose="020B0604020202020204" pitchFamily="34" charset="0"/>
              <a:ea typeface="微软雅黑" panose="020B0503020204020204" charset="-122"/>
              <a:cs typeface="微软雅黑" panose="020B0503020204020204" charset="-122"/>
            </a:endParaRPr>
          </a:p>
        </p:txBody>
      </p:sp>
      <p:sp>
        <p:nvSpPr>
          <p:cNvPr id="8" name="left-heading"/>
          <p:cNvSpPr>
            <a:spLocks noGrp="1"/>
          </p:cNvSpPr>
          <p:nvPr/>
        </p:nvSpPr>
        <p:spPr>
          <a:xfrm>
            <a:off x="609600" y="1209675"/>
            <a:ext cx="2667000" cy="285750"/>
          </a:xfrm>
          <a:prstGeom prst="rect">
            <a:avLst/>
          </a:prstGeom>
          <a:noFill/>
          <a:ln w="0">
            <a:noFill/>
            <a:prstDash val="solid"/>
          </a:ln>
        </p:spPr>
        <p:txBody>
          <a:bodyPr wrap="none" lIns="0" tIns="0" rIns="0" bIns="0" anchor="ctr">
            <a:normAutofit/>
          </a:bodyPr>
          <a:lstStyle/>
          <a:p>
            <a:pPr algn="l">
              <a:defRPr sz="1875" b="1">
                <a:solidFill>
                  <a:srgbClr val="252B31"/>
                </a:solidFill>
                <a:latin typeface="微软雅黑" panose="020B0503020204020204" charset="-122"/>
                <a:ea typeface="微软雅黑" panose="020B0503020204020204" charset="-122"/>
                <a:cs typeface="微软雅黑" panose="020B0503020204020204" charset="-122"/>
              </a:defRPr>
            </a:pPr>
            <a:r>
              <a:rPr lang="en-US" altLang="zh-CN" sz="1875" b="1" dirty="0" smtClean="0">
                <a:solidFill>
                  <a:srgbClr val="252B31"/>
                </a:solidFill>
                <a:latin typeface="微软雅黑" panose="020B0503020204020204" charset="-122"/>
                <a:ea typeface="微软雅黑" panose="020B0503020204020204" charset="-122"/>
                <a:cs typeface="微软雅黑" panose="020B0503020204020204" charset="-122"/>
              </a:rPr>
              <a:t>Skill.md </a:t>
            </a:r>
            <a:r>
              <a:rPr lang="zh-CN" altLang="en-US" sz="1875" b="1" dirty="0" smtClean="0">
                <a:solidFill>
                  <a:srgbClr val="252B31"/>
                </a:solidFill>
                <a:latin typeface="微软雅黑" panose="020B0503020204020204" charset="-122"/>
                <a:ea typeface="微软雅黑" panose="020B0503020204020204" charset="-122"/>
                <a:cs typeface="微软雅黑" panose="020B0503020204020204" charset="-122"/>
              </a:rPr>
              <a:t>核心框架</a:t>
            </a:r>
            <a:endParaRPr sz="1875" b="1" dirty="0">
              <a:solidFill>
                <a:srgbClr val="252B31"/>
              </a:solidFill>
              <a:latin typeface="微软雅黑" panose="020B0503020204020204" charset="-122"/>
              <a:ea typeface="微软雅黑" panose="020B0503020204020204" charset="-122"/>
              <a:cs typeface="微软雅黑" panose="020B0503020204020204" charset="-122"/>
            </a:endParaRPr>
          </a:p>
        </p:txBody>
      </p:sp>
      <p:sp>
        <p:nvSpPr>
          <p:cNvPr id="9" name="right-heading"/>
          <p:cNvSpPr>
            <a:spLocks noGrp="1"/>
          </p:cNvSpPr>
          <p:nvPr/>
        </p:nvSpPr>
        <p:spPr>
          <a:xfrm>
            <a:off x="4953000" y="1209675"/>
            <a:ext cx="2952750" cy="285750"/>
          </a:xfrm>
          <a:prstGeom prst="rect">
            <a:avLst/>
          </a:prstGeom>
          <a:noFill/>
          <a:ln w="0">
            <a:noFill/>
            <a:prstDash val="solid"/>
          </a:ln>
        </p:spPr>
        <p:txBody>
          <a:bodyPr wrap="none" lIns="0" tIns="0" rIns="0" bIns="0" anchor="ctr">
            <a:normAutofit/>
          </a:bodyPr>
          <a:lstStyle/>
          <a:p>
            <a:pPr algn="l">
              <a:defRPr sz="1875" b="1">
                <a:solidFill>
                  <a:srgbClr val="252B31"/>
                </a:solidFill>
                <a:latin typeface="微软雅黑" panose="020B0503020204020204" charset="-122"/>
                <a:ea typeface="微软雅黑" panose="020B0503020204020204" charset="-122"/>
                <a:cs typeface="微软雅黑" panose="020B0503020204020204" charset="-122"/>
              </a:defRPr>
            </a:pPr>
            <a:r>
              <a:rPr lang="zh-CN" altLang="en-US" sz="1875" b="1" dirty="0" smtClean="0">
                <a:solidFill>
                  <a:srgbClr val="252B31"/>
                </a:solidFill>
                <a:latin typeface="微软雅黑" panose="020B0503020204020204" charset="-122"/>
                <a:ea typeface="微软雅黑" panose="020B0503020204020204" charset="-122"/>
                <a:cs typeface="微软雅黑" panose="020B0503020204020204" charset="-122"/>
              </a:rPr>
              <a:t>这些结构是干嘛的</a:t>
            </a:r>
            <a:endParaRPr sz="1875" b="1" dirty="0">
              <a:solidFill>
                <a:srgbClr val="252B31"/>
              </a:solidFill>
              <a:latin typeface="微软雅黑" panose="020B0503020204020204" charset="-122"/>
              <a:ea typeface="微软雅黑" panose="020B0503020204020204" charset="-122"/>
              <a:cs typeface="微软雅黑" panose="020B0503020204020204" charset="-122"/>
            </a:endParaRPr>
          </a:p>
        </p:txBody>
      </p:sp>
      <p:sp>
        <p:nvSpPr>
          <p:cNvPr id="10" name="editor-frame"/>
          <p:cNvSpPr>
            <a:spLocks noGrp="1"/>
          </p:cNvSpPr>
          <p:nvPr/>
        </p:nvSpPr>
        <p:spPr>
          <a:xfrm>
            <a:off x="609600" y="1600200"/>
            <a:ext cx="4000500" cy="4286250"/>
          </a:xfrm>
          <a:prstGeom prst="rect">
            <a:avLst/>
          </a:prstGeom>
          <a:solidFill>
            <a:srgbClr val="FFFFFF"/>
          </a:solidFill>
          <a:ln w="9525">
            <a:solidFill>
              <a:srgbClr val="D8DEE3"/>
            </a:solidFill>
            <a:prstDash val="solid"/>
          </a:ln>
        </p:spPr>
      </p:sp>
      <p:sp>
        <p:nvSpPr>
          <p:cNvPr id="11" name="editor-header"/>
          <p:cNvSpPr>
            <a:spLocks noGrp="1"/>
          </p:cNvSpPr>
          <p:nvPr/>
        </p:nvSpPr>
        <p:spPr>
          <a:xfrm>
            <a:off x="609600" y="1600200"/>
            <a:ext cx="4000500" cy="323850"/>
          </a:xfrm>
          <a:prstGeom prst="rect">
            <a:avLst/>
          </a:prstGeom>
          <a:solidFill>
            <a:srgbClr val="F3F4F5"/>
          </a:solidFill>
          <a:ln w="9525">
            <a:solidFill>
              <a:srgbClr val="D8DEE3"/>
            </a:solidFill>
            <a:prstDash val="solid"/>
          </a:ln>
        </p:spPr>
      </p:sp>
      <p:sp>
        <p:nvSpPr>
          <p:cNvPr id="12" name="editor-label"/>
          <p:cNvSpPr>
            <a:spLocks noGrp="1"/>
          </p:cNvSpPr>
          <p:nvPr/>
        </p:nvSpPr>
        <p:spPr>
          <a:xfrm>
            <a:off x="781050" y="1647825"/>
            <a:ext cx="3333750" cy="228600"/>
          </a:xfrm>
          <a:prstGeom prst="rect">
            <a:avLst/>
          </a:prstGeom>
          <a:noFill/>
          <a:ln w="0">
            <a:noFill/>
            <a:prstDash val="solid"/>
          </a:ln>
        </p:spPr>
        <p:txBody>
          <a:bodyPr wrap="none" lIns="0" tIns="0" rIns="0" bIns="0" anchor="ctr">
            <a:normAutofit/>
          </a:bodyPr>
          <a:lstStyle/>
          <a:p>
            <a:pPr algn="l">
              <a:defRPr sz="1350" b="1">
                <a:solidFill>
                  <a:srgbClr val="252B31"/>
                </a:solidFill>
                <a:latin typeface="Consolas" panose="020B0609020204030204"/>
                <a:ea typeface="Consolas" panose="020B0609020204030204"/>
                <a:cs typeface="Consolas" panose="020B0609020204030204"/>
              </a:defRPr>
            </a:pPr>
            <a:r>
              <a:rPr sz="1350" b="1" dirty="0">
                <a:solidFill>
                  <a:srgbClr val="252B31"/>
                </a:solidFill>
                <a:latin typeface="Consolas" panose="020B0609020204030204"/>
                <a:ea typeface="Consolas" panose="020B0609020204030204"/>
                <a:cs typeface="Consolas" panose="020B0609020204030204"/>
              </a:rPr>
              <a:t>SKILL.md </a:t>
            </a:r>
          </a:p>
        </p:txBody>
      </p:sp>
      <p:sp>
        <p:nvSpPr>
          <p:cNvPr id="13" name="code-metadata-block"/>
          <p:cNvSpPr>
            <a:spLocks noGrp="1"/>
          </p:cNvSpPr>
          <p:nvPr/>
        </p:nvSpPr>
        <p:spPr>
          <a:xfrm>
            <a:off x="742950" y="2009775"/>
            <a:ext cx="3733800" cy="742950"/>
          </a:xfrm>
          <a:prstGeom prst="rect">
            <a:avLst/>
          </a:prstGeom>
          <a:solidFill>
            <a:srgbClr val="F7F9FA"/>
          </a:solidFill>
          <a:ln w="5715">
            <a:solidFill>
              <a:srgbClr val="D8DEE3"/>
            </a:solidFill>
            <a:prstDash val="solid"/>
          </a:ln>
        </p:spPr>
      </p:sp>
      <p:sp>
        <p:nvSpPr>
          <p:cNvPr id="14" name="code-metadata-accent"/>
          <p:cNvSpPr>
            <a:spLocks noGrp="1"/>
          </p:cNvSpPr>
          <p:nvPr/>
        </p:nvSpPr>
        <p:spPr>
          <a:xfrm>
            <a:off x="742950" y="2009775"/>
            <a:ext cx="28575" cy="742950"/>
          </a:xfrm>
          <a:prstGeom prst="rect">
            <a:avLst/>
          </a:prstGeom>
          <a:solidFill>
            <a:srgbClr val="557A96"/>
          </a:solidFill>
          <a:ln w="0">
            <a:noFill/>
            <a:prstDash val="solid"/>
          </a:ln>
        </p:spPr>
      </p:sp>
      <p:sp>
        <p:nvSpPr>
          <p:cNvPr id="15" name="code-metadata-text"/>
          <p:cNvSpPr>
            <a:spLocks noGrp="1"/>
          </p:cNvSpPr>
          <p:nvPr/>
        </p:nvSpPr>
        <p:spPr>
          <a:xfrm>
            <a:off x="895350" y="2047875"/>
            <a:ext cx="3429000" cy="666750"/>
          </a:xfrm>
          <a:prstGeom prst="rect">
            <a:avLst/>
          </a:prstGeom>
          <a:noFill/>
          <a:ln w="0">
            <a:noFill/>
            <a:prstDash val="solid"/>
          </a:ln>
        </p:spPr>
        <p:txBody>
          <a:bodyPr wrap="none" lIns="0" tIns="0" rIns="0" bIns="0" anchor="t">
            <a:normAutofit fontScale="90802" lnSpcReduction="10000"/>
          </a:bodyPr>
          <a:lstStyle/>
          <a:p>
            <a:pPr algn="l">
              <a:defRPr sz="1315" b="0">
                <a:solidFill>
                  <a:srgbClr val="414951"/>
                </a:solidFill>
                <a:latin typeface="Consolas" panose="020B0609020204030204"/>
                <a:ea typeface="Consolas" panose="020B0609020204030204"/>
                <a:cs typeface="Consolas" panose="020B0609020204030204"/>
              </a:defRPr>
            </a:pPr>
            <a:r>
              <a:rPr sz="1315" b="0" dirty="0">
                <a:solidFill>
                  <a:srgbClr val="414951"/>
                </a:solidFill>
                <a:latin typeface="Consolas" panose="020B0609020204030204"/>
                <a:ea typeface="Consolas" panose="020B0609020204030204"/>
                <a:cs typeface="Consolas" panose="020B0609020204030204"/>
              </a:rPr>
              <a:t>---</a:t>
            </a:r>
          </a:p>
          <a:p>
            <a:pPr algn="l">
              <a:defRPr sz="1315" b="0">
                <a:solidFill>
                  <a:srgbClr val="414951"/>
                </a:solidFill>
                <a:latin typeface="Consolas" panose="020B0609020204030204"/>
                <a:ea typeface="Consolas" panose="020B0609020204030204"/>
                <a:cs typeface="Consolas" panose="020B0609020204030204"/>
              </a:defRPr>
            </a:pPr>
            <a:r>
              <a:rPr sz="1315" b="0" dirty="0">
                <a:solidFill>
                  <a:srgbClr val="FF0000"/>
                </a:solidFill>
                <a:latin typeface="Consolas" panose="020B0609020204030204"/>
                <a:ea typeface="Consolas" panose="020B0609020204030204"/>
                <a:cs typeface="Consolas" panose="020B0609020204030204"/>
              </a:rPr>
              <a:t>name</a:t>
            </a:r>
            <a:r>
              <a:rPr sz="1315" b="0" dirty="0">
                <a:solidFill>
                  <a:srgbClr val="414951"/>
                </a:solidFill>
                <a:latin typeface="Consolas" panose="020B0609020204030204"/>
                <a:ea typeface="Consolas" panose="020B0609020204030204"/>
                <a:cs typeface="Consolas" panose="020B0609020204030204"/>
              </a:rPr>
              <a:t>: example-skill</a:t>
            </a:r>
          </a:p>
          <a:p>
            <a:pPr algn="l">
              <a:defRPr sz="1315" b="0">
                <a:solidFill>
                  <a:srgbClr val="414951"/>
                </a:solidFill>
                <a:latin typeface="Consolas" panose="020B0609020204030204"/>
                <a:ea typeface="Consolas" panose="020B0609020204030204"/>
                <a:cs typeface="Consolas" panose="020B0609020204030204"/>
              </a:defRPr>
            </a:pPr>
            <a:r>
              <a:rPr sz="1315" b="0" dirty="0">
                <a:solidFill>
                  <a:srgbClr val="414951"/>
                </a:solidFill>
                <a:latin typeface="Consolas" panose="020B0609020204030204"/>
                <a:ea typeface="Consolas" panose="020B0609020204030204"/>
                <a:cs typeface="Consolas" panose="020B0609020204030204"/>
              </a:rPr>
              <a:t>description: ...</a:t>
            </a:r>
          </a:p>
          <a:p>
            <a:pPr algn="l">
              <a:defRPr sz="1315" b="0">
                <a:solidFill>
                  <a:srgbClr val="414951"/>
                </a:solidFill>
                <a:latin typeface="Consolas" panose="020B0609020204030204"/>
                <a:ea typeface="Consolas" panose="020B0609020204030204"/>
                <a:cs typeface="Consolas" panose="020B0609020204030204"/>
              </a:defRPr>
            </a:pPr>
            <a:r>
              <a:rPr sz="1315" b="0" dirty="0">
                <a:solidFill>
                  <a:srgbClr val="414951"/>
                </a:solidFill>
                <a:latin typeface="Consolas" panose="020B0609020204030204"/>
                <a:ea typeface="Consolas" panose="020B0609020204030204"/>
                <a:cs typeface="Consolas" panose="020B0609020204030204"/>
              </a:rPr>
              <a:t>---</a:t>
            </a:r>
          </a:p>
        </p:txBody>
      </p:sp>
      <p:sp>
        <p:nvSpPr>
          <p:cNvPr id="16" name="code-overview-block"/>
          <p:cNvSpPr>
            <a:spLocks noGrp="1"/>
          </p:cNvSpPr>
          <p:nvPr/>
        </p:nvSpPr>
        <p:spPr>
          <a:xfrm>
            <a:off x="742950" y="2819400"/>
            <a:ext cx="3733800" cy="495300"/>
          </a:xfrm>
          <a:prstGeom prst="rect">
            <a:avLst/>
          </a:prstGeom>
          <a:solidFill>
            <a:srgbClr val="F7F9FA"/>
          </a:solidFill>
          <a:ln w="5715">
            <a:solidFill>
              <a:srgbClr val="D8DEE3"/>
            </a:solidFill>
            <a:prstDash val="solid"/>
          </a:ln>
        </p:spPr>
      </p:sp>
      <p:sp>
        <p:nvSpPr>
          <p:cNvPr id="17" name="code-overview-accent"/>
          <p:cNvSpPr>
            <a:spLocks noGrp="1"/>
          </p:cNvSpPr>
          <p:nvPr/>
        </p:nvSpPr>
        <p:spPr>
          <a:xfrm>
            <a:off x="742950" y="2819400"/>
            <a:ext cx="28575" cy="495300"/>
          </a:xfrm>
          <a:prstGeom prst="rect">
            <a:avLst/>
          </a:prstGeom>
          <a:solidFill>
            <a:srgbClr val="557A96"/>
          </a:solidFill>
          <a:ln w="0">
            <a:noFill/>
            <a:prstDash val="solid"/>
          </a:ln>
        </p:spPr>
      </p:sp>
      <p:sp>
        <p:nvSpPr>
          <p:cNvPr id="18" name="code-overview-text"/>
          <p:cNvSpPr>
            <a:spLocks noGrp="1"/>
          </p:cNvSpPr>
          <p:nvPr/>
        </p:nvSpPr>
        <p:spPr>
          <a:xfrm>
            <a:off x="895350" y="2857500"/>
            <a:ext cx="3429000" cy="419100"/>
          </a:xfrm>
          <a:prstGeom prst="rect">
            <a:avLst/>
          </a:prstGeom>
          <a:noFill/>
          <a:ln w="0">
            <a:noFill/>
            <a:prstDash val="solid"/>
          </a:ln>
        </p:spPr>
        <p:txBody>
          <a:bodyPr wrap="none" lIns="0" tIns="0" rIns="0" bIns="0" anchor="t">
            <a:normAutofit/>
          </a:bodyPr>
          <a:lstStyle/>
          <a:p>
            <a:pPr algn="l">
              <a:defRPr sz="1315" b="0">
                <a:solidFill>
                  <a:srgbClr val="414951"/>
                </a:solidFill>
                <a:latin typeface="Consolas" panose="020B0609020204030204"/>
                <a:ea typeface="Consolas" panose="020B0609020204030204"/>
                <a:cs typeface="Consolas" panose="020B0609020204030204"/>
              </a:defRPr>
            </a:pPr>
            <a:r>
              <a:rPr sz="1315" b="0" dirty="0">
                <a:solidFill>
                  <a:srgbClr val="414951"/>
                </a:solidFill>
                <a:latin typeface="Consolas" panose="020B0609020204030204"/>
                <a:ea typeface="Consolas" panose="020B0609020204030204"/>
                <a:cs typeface="Consolas" panose="020B0609020204030204"/>
              </a:rPr>
              <a:t># </a:t>
            </a:r>
            <a:r>
              <a:rPr sz="1315" b="0" dirty="0">
                <a:solidFill>
                  <a:srgbClr val="FF0000"/>
                </a:solidFill>
                <a:latin typeface="Consolas" panose="020B0609020204030204"/>
                <a:ea typeface="Consolas" panose="020B0609020204030204"/>
                <a:cs typeface="Consolas" panose="020B0609020204030204"/>
              </a:rPr>
              <a:t>Overview</a:t>
            </a:r>
          </a:p>
          <a:p>
            <a:pPr algn="l">
              <a:defRPr sz="1315" b="0">
                <a:solidFill>
                  <a:srgbClr val="414951"/>
                </a:solidFill>
                <a:latin typeface="Consolas" panose="020B0609020204030204"/>
                <a:ea typeface="Consolas" panose="020B0609020204030204"/>
                <a:cs typeface="Consolas" panose="020B0609020204030204"/>
              </a:defRPr>
            </a:pPr>
            <a:r>
              <a:rPr sz="1315" b="0" dirty="0">
                <a:solidFill>
                  <a:srgbClr val="414951"/>
                </a:solidFill>
                <a:latin typeface="Consolas" panose="020B0609020204030204"/>
                <a:ea typeface="Consolas" panose="020B0609020204030204"/>
                <a:cs typeface="Consolas" panose="020B0609020204030204"/>
              </a:rPr>
              <a:t>...</a:t>
            </a:r>
          </a:p>
        </p:txBody>
      </p:sp>
      <p:sp>
        <p:nvSpPr>
          <p:cNvPr id="19" name="code-policy-block"/>
          <p:cNvSpPr>
            <a:spLocks noGrp="1"/>
          </p:cNvSpPr>
          <p:nvPr/>
        </p:nvSpPr>
        <p:spPr>
          <a:xfrm>
            <a:off x="742950" y="3381375"/>
            <a:ext cx="3733800" cy="495300"/>
          </a:xfrm>
          <a:prstGeom prst="rect">
            <a:avLst/>
          </a:prstGeom>
          <a:solidFill>
            <a:srgbClr val="F7F9FA"/>
          </a:solidFill>
          <a:ln w="5715">
            <a:solidFill>
              <a:srgbClr val="D8DEE3"/>
            </a:solidFill>
            <a:prstDash val="solid"/>
          </a:ln>
        </p:spPr>
      </p:sp>
      <p:sp>
        <p:nvSpPr>
          <p:cNvPr id="20" name="code-policy-accent"/>
          <p:cNvSpPr>
            <a:spLocks noGrp="1"/>
          </p:cNvSpPr>
          <p:nvPr/>
        </p:nvSpPr>
        <p:spPr>
          <a:xfrm>
            <a:off x="742950" y="3381375"/>
            <a:ext cx="28575" cy="495300"/>
          </a:xfrm>
          <a:prstGeom prst="rect">
            <a:avLst/>
          </a:prstGeom>
          <a:solidFill>
            <a:srgbClr val="557A96"/>
          </a:solidFill>
          <a:ln w="0">
            <a:noFill/>
            <a:prstDash val="solid"/>
          </a:ln>
        </p:spPr>
      </p:sp>
      <p:sp>
        <p:nvSpPr>
          <p:cNvPr id="21" name="code-policy-text"/>
          <p:cNvSpPr>
            <a:spLocks noGrp="1"/>
          </p:cNvSpPr>
          <p:nvPr/>
        </p:nvSpPr>
        <p:spPr>
          <a:xfrm>
            <a:off x="895350" y="3419475"/>
            <a:ext cx="3429000" cy="419100"/>
          </a:xfrm>
          <a:prstGeom prst="rect">
            <a:avLst/>
          </a:prstGeom>
          <a:noFill/>
          <a:ln w="0">
            <a:noFill/>
            <a:prstDash val="solid"/>
          </a:ln>
        </p:spPr>
        <p:txBody>
          <a:bodyPr wrap="none" lIns="0" tIns="0" rIns="0" bIns="0" anchor="t">
            <a:normAutofit/>
          </a:bodyPr>
          <a:lstStyle/>
          <a:p>
            <a:pPr algn="l">
              <a:defRPr sz="1315" b="0">
                <a:solidFill>
                  <a:srgbClr val="414951"/>
                </a:solidFill>
                <a:latin typeface="Consolas" panose="020B0609020204030204"/>
                <a:ea typeface="Consolas" panose="020B0609020204030204"/>
                <a:cs typeface="Consolas" panose="020B0609020204030204"/>
              </a:defRPr>
            </a:pPr>
            <a:r>
              <a:rPr sz="1315" b="0" dirty="0">
                <a:solidFill>
                  <a:srgbClr val="414951"/>
                </a:solidFill>
                <a:latin typeface="Consolas" panose="020B0609020204030204"/>
                <a:ea typeface="Consolas" panose="020B0609020204030204"/>
                <a:cs typeface="Consolas" panose="020B0609020204030204"/>
              </a:rPr>
              <a:t># </a:t>
            </a:r>
            <a:r>
              <a:rPr sz="1315" b="0" dirty="0">
                <a:solidFill>
                  <a:srgbClr val="FF0000"/>
                </a:solidFill>
                <a:latin typeface="Consolas" panose="020B0609020204030204"/>
                <a:ea typeface="Consolas" panose="020B0609020204030204"/>
                <a:cs typeface="Consolas" panose="020B0609020204030204"/>
              </a:rPr>
              <a:t>Execution Policy</a:t>
            </a:r>
          </a:p>
          <a:p>
            <a:pPr algn="l">
              <a:defRPr sz="1315" b="0">
                <a:solidFill>
                  <a:srgbClr val="414951"/>
                </a:solidFill>
                <a:latin typeface="Consolas" panose="020B0609020204030204"/>
                <a:ea typeface="Consolas" panose="020B0609020204030204"/>
                <a:cs typeface="Consolas" panose="020B0609020204030204"/>
              </a:defRPr>
            </a:pPr>
            <a:r>
              <a:rPr sz="1315" b="0" dirty="0">
                <a:solidFill>
                  <a:srgbClr val="414951"/>
                </a:solidFill>
                <a:latin typeface="Consolas" panose="020B0609020204030204"/>
                <a:ea typeface="Consolas" panose="020B0609020204030204"/>
                <a:cs typeface="Consolas" panose="020B0609020204030204"/>
              </a:rPr>
              <a:t>...</a:t>
            </a:r>
          </a:p>
        </p:txBody>
      </p:sp>
      <p:sp>
        <p:nvSpPr>
          <p:cNvPr id="22" name="code-contract-block"/>
          <p:cNvSpPr>
            <a:spLocks noGrp="1"/>
          </p:cNvSpPr>
          <p:nvPr/>
        </p:nvSpPr>
        <p:spPr>
          <a:xfrm>
            <a:off x="742950" y="3943350"/>
            <a:ext cx="3733800" cy="495300"/>
          </a:xfrm>
          <a:prstGeom prst="rect">
            <a:avLst/>
          </a:prstGeom>
          <a:solidFill>
            <a:srgbClr val="F7F9FA"/>
          </a:solidFill>
          <a:ln w="5715">
            <a:solidFill>
              <a:srgbClr val="D8DEE3"/>
            </a:solidFill>
            <a:prstDash val="solid"/>
          </a:ln>
        </p:spPr>
      </p:sp>
      <p:sp>
        <p:nvSpPr>
          <p:cNvPr id="23" name="code-contract-accent"/>
          <p:cNvSpPr>
            <a:spLocks noGrp="1"/>
          </p:cNvSpPr>
          <p:nvPr/>
        </p:nvSpPr>
        <p:spPr>
          <a:xfrm>
            <a:off x="742950" y="3943350"/>
            <a:ext cx="28575" cy="495300"/>
          </a:xfrm>
          <a:prstGeom prst="rect">
            <a:avLst/>
          </a:prstGeom>
          <a:solidFill>
            <a:srgbClr val="557A96"/>
          </a:solidFill>
          <a:ln w="0">
            <a:noFill/>
            <a:prstDash val="solid"/>
          </a:ln>
        </p:spPr>
      </p:sp>
      <p:sp>
        <p:nvSpPr>
          <p:cNvPr id="24" name="code-contract-text"/>
          <p:cNvSpPr>
            <a:spLocks noGrp="1"/>
          </p:cNvSpPr>
          <p:nvPr/>
        </p:nvSpPr>
        <p:spPr>
          <a:xfrm>
            <a:off x="895350" y="3981450"/>
            <a:ext cx="3429000" cy="419100"/>
          </a:xfrm>
          <a:prstGeom prst="rect">
            <a:avLst/>
          </a:prstGeom>
          <a:noFill/>
          <a:ln w="0">
            <a:noFill/>
            <a:prstDash val="solid"/>
          </a:ln>
        </p:spPr>
        <p:txBody>
          <a:bodyPr wrap="none" lIns="0" tIns="0" rIns="0" bIns="0" anchor="t">
            <a:normAutofit/>
          </a:bodyPr>
          <a:lstStyle/>
          <a:p>
            <a:pPr algn="l">
              <a:defRPr sz="1315" b="0">
                <a:solidFill>
                  <a:srgbClr val="414951"/>
                </a:solidFill>
                <a:latin typeface="Consolas" panose="020B0609020204030204"/>
                <a:ea typeface="Consolas" panose="020B0609020204030204"/>
                <a:cs typeface="Consolas" panose="020B0609020204030204"/>
              </a:defRPr>
            </a:pPr>
            <a:r>
              <a:rPr sz="1315" b="0" dirty="0">
                <a:solidFill>
                  <a:srgbClr val="414951"/>
                </a:solidFill>
                <a:latin typeface="Consolas" panose="020B0609020204030204"/>
                <a:ea typeface="Consolas" panose="020B0609020204030204"/>
                <a:cs typeface="Consolas" panose="020B0609020204030204"/>
              </a:rPr>
              <a:t># </a:t>
            </a:r>
            <a:r>
              <a:rPr sz="1315" b="0" dirty="0">
                <a:solidFill>
                  <a:srgbClr val="FF0000"/>
                </a:solidFill>
                <a:latin typeface="Consolas" panose="020B0609020204030204"/>
                <a:ea typeface="Consolas" panose="020B0609020204030204"/>
                <a:cs typeface="Consolas" panose="020B0609020204030204"/>
              </a:rPr>
              <a:t>Input / Output Contract</a:t>
            </a:r>
          </a:p>
          <a:p>
            <a:pPr algn="l">
              <a:defRPr sz="1315" b="0">
                <a:solidFill>
                  <a:srgbClr val="414951"/>
                </a:solidFill>
                <a:latin typeface="Consolas" panose="020B0609020204030204"/>
                <a:ea typeface="Consolas" panose="020B0609020204030204"/>
                <a:cs typeface="Consolas" panose="020B0609020204030204"/>
              </a:defRPr>
            </a:pPr>
            <a:r>
              <a:rPr sz="1315" b="0" dirty="0">
                <a:solidFill>
                  <a:srgbClr val="414951"/>
                </a:solidFill>
                <a:latin typeface="Consolas" panose="020B0609020204030204"/>
                <a:ea typeface="Consolas" panose="020B0609020204030204"/>
                <a:cs typeface="Consolas" panose="020B0609020204030204"/>
              </a:rPr>
              <a:t>...</a:t>
            </a:r>
          </a:p>
        </p:txBody>
      </p:sp>
      <p:sp>
        <p:nvSpPr>
          <p:cNvPr id="25" name="code-workflow-block"/>
          <p:cNvSpPr>
            <a:spLocks noGrp="1"/>
          </p:cNvSpPr>
          <p:nvPr/>
        </p:nvSpPr>
        <p:spPr>
          <a:xfrm>
            <a:off x="742950" y="4505325"/>
            <a:ext cx="3733800" cy="971550"/>
          </a:xfrm>
          <a:prstGeom prst="rect">
            <a:avLst/>
          </a:prstGeom>
          <a:solidFill>
            <a:srgbClr val="F7F9FA"/>
          </a:solidFill>
          <a:ln w="5715">
            <a:solidFill>
              <a:srgbClr val="D8DEE3"/>
            </a:solidFill>
            <a:prstDash val="solid"/>
          </a:ln>
        </p:spPr>
      </p:sp>
      <p:sp>
        <p:nvSpPr>
          <p:cNvPr id="26" name="code-workflow-accent"/>
          <p:cNvSpPr>
            <a:spLocks noGrp="1"/>
          </p:cNvSpPr>
          <p:nvPr/>
        </p:nvSpPr>
        <p:spPr>
          <a:xfrm>
            <a:off x="742950" y="4505325"/>
            <a:ext cx="28575" cy="971550"/>
          </a:xfrm>
          <a:prstGeom prst="rect">
            <a:avLst/>
          </a:prstGeom>
          <a:solidFill>
            <a:srgbClr val="557A96"/>
          </a:solidFill>
          <a:ln w="0">
            <a:noFill/>
            <a:prstDash val="solid"/>
          </a:ln>
        </p:spPr>
      </p:sp>
      <p:sp>
        <p:nvSpPr>
          <p:cNvPr id="27" name="code-workflow-text"/>
          <p:cNvSpPr>
            <a:spLocks noGrp="1"/>
          </p:cNvSpPr>
          <p:nvPr/>
        </p:nvSpPr>
        <p:spPr>
          <a:xfrm>
            <a:off x="895350" y="4543425"/>
            <a:ext cx="3429000" cy="895350"/>
          </a:xfrm>
          <a:prstGeom prst="rect">
            <a:avLst/>
          </a:prstGeom>
          <a:noFill/>
          <a:ln w="0">
            <a:noFill/>
            <a:prstDash val="solid"/>
          </a:ln>
        </p:spPr>
        <p:txBody>
          <a:bodyPr wrap="none" lIns="0" tIns="0" rIns="0" bIns="0" anchor="t">
            <a:normAutofit fontScale="89490" lnSpcReduction="10000"/>
          </a:bodyPr>
          <a:lstStyle/>
          <a:p>
            <a:pPr algn="l">
              <a:defRPr sz="1315" b="0">
                <a:solidFill>
                  <a:srgbClr val="414951"/>
                </a:solidFill>
                <a:latin typeface="Consolas" panose="020B0609020204030204"/>
                <a:ea typeface="Consolas" panose="020B0609020204030204"/>
                <a:cs typeface="Consolas" panose="020B0609020204030204"/>
              </a:defRPr>
            </a:pPr>
            <a:r>
              <a:rPr sz="1315" b="0">
                <a:solidFill>
                  <a:srgbClr val="414951"/>
                </a:solidFill>
                <a:latin typeface="Consolas" panose="020B0609020204030204"/>
                <a:ea typeface="Consolas" panose="020B0609020204030204"/>
                <a:cs typeface="Consolas" panose="020B0609020204030204"/>
              </a:rPr>
              <a:t># Workflow</a:t>
            </a:r>
          </a:p>
          <a:p>
            <a:pPr algn="l">
              <a:defRPr sz="1315" b="0">
                <a:solidFill>
                  <a:srgbClr val="414951"/>
                </a:solidFill>
                <a:latin typeface="Consolas" panose="020B0609020204030204"/>
                <a:ea typeface="Consolas" panose="020B0609020204030204"/>
                <a:cs typeface="Consolas" panose="020B0609020204030204"/>
              </a:defRPr>
            </a:pPr>
            <a:r>
              <a:rPr sz="1315" b="0">
                <a:solidFill>
                  <a:srgbClr val="414951"/>
                </a:solidFill>
                <a:latin typeface="Consolas" panose="020B0609020204030204"/>
                <a:ea typeface="Consolas" panose="020B0609020204030204"/>
                <a:cs typeface="Consolas" panose="020B0609020204030204"/>
              </a:rPr>
              <a:t>## Stage 1</a:t>
            </a:r>
          </a:p>
          <a:p>
            <a:pPr algn="l">
              <a:defRPr sz="1315" b="0">
                <a:solidFill>
                  <a:srgbClr val="414951"/>
                </a:solidFill>
                <a:latin typeface="Consolas" panose="020B0609020204030204"/>
                <a:ea typeface="Consolas" panose="020B0609020204030204"/>
                <a:cs typeface="Consolas" panose="020B0609020204030204"/>
              </a:defRPr>
            </a:pPr>
            <a:r>
              <a:rPr sz="1315" b="0">
                <a:solidFill>
                  <a:srgbClr val="414951"/>
                </a:solidFill>
                <a:latin typeface="Consolas" panose="020B0609020204030204"/>
                <a:ea typeface="Consolas" panose="020B0609020204030204"/>
                <a:cs typeface="Consolas" panose="020B0609020204030204"/>
              </a:rPr>
              <a:t>...</a:t>
            </a:r>
          </a:p>
          <a:p>
            <a:pPr algn="l">
              <a:defRPr sz="1315" b="0">
                <a:solidFill>
                  <a:srgbClr val="414951"/>
                </a:solidFill>
                <a:latin typeface="Consolas" panose="020B0609020204030204"/>
                <a:ea typeface="Consolas" panose="020B0609020204030204"/>
                <a:cs typeface="Consolas" panose="020B0609020204030204"/>
              </a:defRPr>
            </a:pPr>
            <a:r>
              <a:rPr sz="1315" b="0">
                <a:solidFill>
                  <a:srgbClr val="414951"/>
                </a:solidFill>
                <a:latin typeface="Consolas" panose="020B0609020204030204"/>
                <a:ea typeface="Consolas" panose="020B0609020204030204"/>
                <a:cs typeface="Consolas" panose="020B0609020204030204"/>
              </a:rPr>
              <a:t>## Stage 2</a:t>
            </a:r>
          </a:p>
          <a:p>
            <a:pPr algn="l">
              <a:defRPr sz="1315" b="0">
                <a:solidFill>
                  <a:srgbClr val="414951"/>
                </a:solidFill>
                <a:latin typeface="Consolas" panose="020B0609020204030204"/>
                <a:ea typeface="Consolas" panose="020B0609020204030204"/>
                <a:cs typeface="Consolas" panose="020B0609020204030204"/>
              </a:defRPr>
            </a:pPr>
            <a:r>
              <a:rPr sz="1315" b="0">
                <a:solidFill>
                  <a:srgbClr val="414951"/>
                </a:solidFill>
                <a:latin typeface="Consolas" panose="020B0609020204030204"/>
                <a:ea typeface="Consolas" panose="020B0609020204030204"/>
                <a:cs typeface="Consolas" panose="020B0609020204030204"/>
              </a:rPr>
              <a:t>...</a:t>
            </a:r>
          </a:p>
        </p:txBody>
      </p:sp>
      <p:sp>
        <p:nvSpPr>
          <p:cNvPr id="29" name="metadata-card"/>
          <p:cNvSpPr>
            <a:spLocks noGrp="1"/>
          </p:cNvSpPr>
          <p:nvPr/>
        </p:nvSpPr>
        <p:spPr>
          <a:xfrm>
            <a:off x="4953000" y="1993933"/>
            <a:ext cx="3238500" cy="1638300"/>
          </a:xfrm>
          <a:prstGeom prst="roundRect">
            <a:avLst>
              <a:gd name="adj" fmla="val 4070"/>
            </a:avLst>
          </a:prstGeom>
          <a:solidFill>
            <a:srgbClr val="FFFFFF"/>
          </a:solidFill>
          <a:ln w="9525">
            <a:solidFill>
              <a:srgbClr val="D8DEE3"/>
            </a:solidFill>
            <a:prstDash val="solid"/>
          </a:ln>
        </p:spPr>
      </p:sp>
      <p:sp>
        <p:nvSpPr>
          <p:cNvPr id="30" name="metadata-accent"/>
          <p:cNvSpPr>
            <a:spLocks noGrp="1"/>
          </p:cNvSpPr>
          <p:nvPr/>
        </p:nvSpPr>
        <p:spPr>
          <a:xfrm>
            <a:off x="4953000" y="1993933"/>
            <a:ext cx="3238500" cy="28575"/>
          </a:xfrm>
          <a:prstGeom prst="rect">
            <a:avLst/>
          </a:prstGeom>
          <a:solidFill>
            <a:srgbClr val="557A96"/>
          </a:solidFill>
          <a:ln w="0">
            <a:noFill/>
            <a:prstDash val="solid"/>
          </a:ln>
        </p:spPr>
      </p:sp>
      <p:sp>
        <p:nvSpPr>
          <p:cNvPr id="31" name="metadata-number"/>
          <p:cNvSpPr>
            <a:spLocks noGrp="1"/>
          </p:cNvSpPr>
          <p:nvPr/>
        </p:nvSpPr>
        <p:spPr>
          <a:xfrm>
            <a:off x="5105400" y="2108233"/>
            <a:ext cx="323850" cy="238125"/>
          </a:xfrm>
          <a:prstGeom prst="rect">
            <a:avLst/>
          </a:prstGeom>
          <a:noFill/>
          <a:ln w="0">
            <a:noFill/>
            <a:prstDash val="solid"/>
          </a:ln>
        </p:spPr>
        <p:txBody>
          <a:bodyPr wrap="none" lIns="0" tIns="0" rIns="0" bIns="0" anchor="ctr">
            <a:normAutofit/>
          </a:bodyPr>
          <a:lstStyle/>
          <a:p>
            <a:pPr algn="l">
              <a:defRPr sz="1350" b="1">
                <a:solidFill>
                  <a:srgbClr val="557A96"/>
                </a:solidFill>
                <a:latin typeface="微软雅黑" panose="020B0503020204020204" charset="-122"/>
                <a:ea typeface="微软雅黑" panose="020B0503020204020204" charset="-122"/>
                <a:cs typeface="微软雅黑" panose="020B0503020204020204" charset="-122"/>
              </a:defRPr>
            </a:pPr>
            <a:r>
              <a:rPr sz="1350" b="1" dirty="0">
                <a:solidFill>
                  <a:srgbClr val="557A96"/>
                </a:solidFill>
                <a:latin typeface="微软雅黑" panose="020B0503020204020204" charset="-122"/>
                <a:ea typeface="微软雅黑" panose="020B0503020204020204" charset="-122"/>
                <a:cs typeface="微软雅黑" panose="020B0503020204020204" charset="-122"/>
              </a:rPr>
              <a:t>01</a:t>
            </a:r>
          </a:p>
        </p:txBody>
      </p:sp>
      <p:sp>
        <p:nvSpPr>
          <p:cNvPr id="32" name="metadata-title"/>
          <p:cNvSpPr>
            <a:spLocks noGrp="1"/>
          </p:cNvSpPr>
          <p:nvPr/>
        </p:nvSpPr>
        <p:spPr>
          <a:xfrm>
            <a:off x="5467350" y="2089183"/>
            <a:ext cx="1381125" cy="276225"/>
          </a:xfrm>
          <a:prstGeom prst="rect">
            <a:avLst/>
          </a:prstGeom>
          <a:noFill/>
          <a:ln w="0">
            <a:noFill/>
            <a:prstDash val="solid"/>
          </a:ln>
        </p:spPr>
        <p:txBody>
          <a:bodyPr wrap="none" lIns="0" tIns="0" rIns="0" bIns="0" anchor="ctr">
            <a:normAutofit/>
          </a:bodyPr>
          <a:lstStyle/>
          <a:p>
            <a:pPr algn="l">
              <a:defRPr sz="1800" b="1">
                <a:solidFill>
                  <a:srgbClr val="252B31"/>
                </a:solidFill>
                <a:latin typeface="微软雅黑" panose="020B0503020204020204" charset="-122"/>
                <a:ea typeface="微软雅黑" panose="020B0503020204020204" charset="-122"/>
                <a:cs typeface="微软雅黑" panose="020B0503020204020204" charset="-122"/>
              </a:defRPr>
            </a:pPr>
            <a:r>
              <a:rPr sz="1800" b="1">
                <a:solidFill>
                  <a:srgbClr val="252B31"/>
                </a:solidFill>
                <a:latin typeface="微软雅黑" panose="020B0503020204020204" charset="-122"/>
                <a:ea typeface="微软雅黑" panose="020B0503020204020204" charset="-122"/>
                <a:cs typeface="微软雅黑" panose="020B0503020204020204" charset="-122"/>
              </a:rPr>
              <a:t>Metadata</a:t>
            </a:r>
          </a:p>
        </p:txBody>
      </p:sp>
      <p:sp>
        <p:nvSpPr>
          <p:cNvPr id="33" name="metadata-subtitle"/>
          <p:cNvSpPr>
            <a:spLocks noGrp="1"/>
          </p:cNvSpPr>
          <p:nvPr/>
        </p:nvSpPr>
        <p:spPr>
          <a:xfrm>
            <a:off x="6877050" y="2108233"/>
            <a:ext cx="1162050" cy="238125"/>
          </a:xfrm>
          <a:prstGeom prst="rect">
            <a:avLst/>
          </a:prstGeom>
          <a:noFill/>
          <a:ln w="0">
            <a:noFill/>
            <a:prstDash val="solid"/>
          </a:ln>
        </p:spPr>
        <p:txBody>
          <a:bodyPr wrap="none" lIns="0" tIns="0" rIns="0" bIns="0" anchor="ctr">
            <a:normAutofit/>
          </a:bodyPr>
          <a:lstStyle/>
          <a:p>
            <a:pPr algn="r">
              <a:defRPr sz="1350" b="1">
                <a:solidFill>
                  <a:srgbClr val="557A96"/>
                </a:solidFill>
                <a:latin typeface="微软雅黑" panose="020B0503020204020204" charset="-122"/>
                <a:ea typeface="微软雅黑" panose="020B0503020204020204" charset="-122"/>
                <a:cs typeface="微软雅黑" panose="020B0503020204020204" charset="-122"/>
              </a:defRPr>
            </a:pPr>
            <a:r>
              <a:rPr sz="1350" b="1" dirty="0" err="1">
                <a:solidFill>
                  <a:srgbClr val="557A96"/>
                </a:solidFill>
                <a:latin typeface="微软雅黑" panose="020B0503020204020204" charset="-122"/>
                <a:ea typeface="微软雅黑" panose="020B0503020204020204" charset="-122"/>
                <a:cs typeface="微软雅黑" panose="020B0503020204020204" charset="-122"/>
              </a:rPr>
              <a:t>身份与触发</a:t>
            </a:r>
            <a:endParaRPr sz="1350" b="1" dirty="0">
              <a:solidFill>
                <a:srgbClr val="557A96"/>
              </a:solidFill>
              <a:latin typeface="微软雅黑" panose="020B0503020204020204" charset="-122"/>
              <a:ea typeface="微软雅黑" panose="020B0503020204020204" charset="-122"/>
              <a:cs typeface="微软雅黑" panose="020B0503020204020204" charset="-122"/>
            </a:endParaRPr>
          </a:p>
        </p:txBody>
      </p:sp>
      <p:sp>
        <p:nvSpPr>
          <p:cNvPr id="34" name="metadata-name"/>
          <p:cNvSpPr>
            <a:spLocks noGrp="1"/>
          </p:cNvSpPr>
          <p:nvPr/>
        </p:nvSpPr>
        <p:spPr>
          <a:xfrm>
            <a:off x="5124450" y="2432083"/>
            <a:ext cx="876300" cy="228600"/>
          </a:xfrm>
          <a:prstGeom prst="rect">
            <a:avLst/>
          </a:prstGeom>
          <a:noFill/>
          <a:ln w="0">
            <a:noFill/>
            <a:prstDash val="solid"/>
          </a:ln>
        </p:spPr>
        <p:txBody>
          <a:bodyPr wrap="none" lIns="0" tIns="0" rIns="0" bIns="0" anchor="ctr">
            <a:normAutofit/>
          </a:bodyPr>
          <a:lstStyle/>
          <a:p>
            <a:pPr algn="l">
              <a:defRPr sz="1425" b="1">
                <a:solidFill>
                  <a:srgbClr val="252B31"/>
                </a:solidFill>
                <a:latin typeface="微软雅黑" panose="020B0503020204020204" charset="-122"/>
                <a:ea typeface="微软雅黑" panose="020B0503020204020204" charset="-122"/>
                <a:cs typeface="微软雅黑" panose="020B0503020204020204" charset="-122"/>
              </a:defRPr>
            </a:pPr>
            <a:r>
              <a:rPr sz="1425" b="1">
                <a:solidFill>
                  <a:srgbClr val="252B31"/>
                </a:solidFill>
                <a:latin typeface="微软雅黑" panose="020B0503020204020204" charset="-122"/>
                <a:ea typeface="微软雅黑" panose="020B0503020204020204" charset="-122"/>
                <a:cs typeface="微软雅黑" panose="020B0503020204020204" charset="-122"/>
              </a:rPr>
              <a:t>name</a:t>
            </a:r>
          </a:p>
        </p:txBody>
      </p:sp>
      <p:sp>
        <p:nvSpPr>
          <p:cNvPr id="35" name="metadata-name-path"/>
          <p:cNvSpPr>
            <a:spLocks noGrp="1"/>
          </p:cNvSpPr>
          <p:nvPr/>
        </p:nvSpPr>
        <p:spPr>
          <a:xfrm>
            <a:off x="5981700" y="2432083"/>
            <a:ext cx="1981200" cy="228600"/>
          </a:xfrm>
          <a:prstGeom prst="rect">
            <a:avLst/>
          </a:prstGeom>
          <a:noFill/>
          <a:ln w="0">
            <a:noFill/>
            <a:prstDash val="solid"/>
          </a:ln>
        </p:spPr>
        <p:txBody>
          <a:bodyPr wrap="none" lIns="0" tIns="0" rIns="0" bIns="0" anchor="ctr">
            <a:normAutofit/>
          </a:bodyPr>
          <a:lstStyle/>
          <a:p>
            <a:pPr algn="l">
              <a:defRPr sz="1390" b="0">
                <a:solidFill>
                  <a:srgbClr val="414951"/>
                </a:solidFill>
                <a:latin typeface="微软雅黑" panose="020B0503020204020204" charset="-122"/>
                <a:ea typeface="微软雅黑" panose="020B0503020204020204" charset="-122"/>
                <a:cs typeface="微软雅黑" panose="020B0503020204020204" charset="-122"/>
              </a:defRPr>
            </a:pPr>
            <a:r>
              <a:rPr sz="1390" b="0" dirty="0">
                <a:solidFill>
                  <a:srgbClr val="414951"/>
                </a:solidFill>
                <a:latin typeface="微软雅黑" panose="020B0503020204020204" charset="-122"/>
                <a:ea typeface="微软雅黑" panose="020B0503020204020204" charset="-122"/>
                <a:cs typeface="微软雅黑" panose="020B0503020204020204" charset="-122"/>
              </a:rPr>
              <a:t>→  /name </a:t>
            </a:r>
            <a:r>
              <a:rPr sz="1390" b="0" dirty="0" err="1">
                <a:solidFill>
                  <a:srgbClr val="414951"/>
                </a:solidFill>
                <a:latin typeface="微软雅黑" panose="020B0503020204020204" charset="-122"/>
                <a:ea typeface="微软雅黑" panose="020B0503020204020204" charset="-122"/>
                <a:cs typeface="微软雅黑" panose="020B0503020204020204" charset="-122"/>
              </a:rPr>
              <a:t>显式调用</a:t>
            </a:r>
            <a:endParaRPr sz="1390" b="0" dirty="0">
              <a:solidFill>
                <a:srgbClr val="414951"/>
              </a:solidFill>
              <a:latin typeface="微软雅黑" panose="020B0503020204020204" charset="-122"/>
              <a:ea typeface="微软雅黑" panose="020B0503020204020204" charset="-122"/>
              <a:cs typeface="微软雅黑" panose="020B0503020204020204" charset="-122"/>
            </a:endParaRPr>
          </a:p>
        </p:txBody>
      </p:sp>
      <p:sp>
        <p:nvSpPr>
          <p:cNvPr id="36" name="metadata-description"/>
          <p:cNvSpPr>
            <a:spLocks noGrp="1"/>
          </p:cNvSpPr>
          <p:nvPr/>
        </p:nvSpPr>
        <p:spPr>
          <a:xfrm>
            <a:off x="5124450" y="2746408"/>
            <a:ext cx="1104900" cy="228600"/>
          </a:xfrm>
          <a:prstGeom prst="rect">
            <a:avLst/>
          </a:prstGeom>
          <a:noFill/>
          <a:ln w="0">
            <a:noFill/>
            <a:prstDash val="solid"/>
          </a:ln>
        </p:spPr>
        <p:txBody>
          <a:bodyPr wrap="none" lIns="0" tIns="0" rIns="0" bIns="0" anchor="ctr">
            <a:normAutofit/>
          </a:bodyPr>
          <a:lstStyle/>
          <a:p>
            <a:pPr algn="l">
              <a:defRPr sz="1425" b="1">
                <a:solidFill>
                  <a:srgbClr val="252B31"/>
                </a:solidFill>
                <a:latin typeface="微软雅黑" panose="020B0503020204020204" charset="-122"/>
                <a:ea typeface="微软雅黑" panose="020B0503020204020204" charset="-122"/>
                <a:cs typeface="微软雅黑" panose="020B0503020204020204" charset="-122"/>
              </a:defRPr>
            </a:pPr>
            <a:r>
              <a:rPr sz="1425" b="1">
                <a:solidFill>
                  <a:srgbClr val="252B31"/>
                </a:solidFill>
                <a:latin typeface="微软雅黑" panose="020B0503020204020204" charset="-122"/>
                <a:ea typeface="微软雅黑" panose="020B0503020204020204" charset="-122"/>
                <a:cs typeface="微软雅黑" panose="020B0503020204020204" charset="-122"/>
              </a:rPr>
              <a:t>description</a:t>
            </a:r>
          </a:p>
        </p:txBody>
      </p:sp>
      <p:sp>
        <p:nvSpPr>
          <p:cNvPr id="37" name="metadata-description-path"/>
          <p:cNvSpPr>
            <a:spLocks noGrp="1"/>
          </p:cNvSpPr>
          <p:nvPr/>
        </p:nvSpPr>
        <p:spPr>
          <a:xfrm>
            <a:off x="6200775" y="2603533"/>
            <a:ext cx="1809750" cy="571500"/>
          </a:xfrm>
          <a:prstGeom prst="rect">
            <a:avLst/>
          </a:prstGeom>
          <a:noFill/>
          <a:ln w="0">
            <a:noFill/>
            <a:prstDash val="solid"/>
          </a:ln>
        </p:spPr>
        <p:txBody>
          <a:bodyPr wrap="none" lIns="0" tIns="0" rIns="0" bIns="0" anchor="ctr">
            <a:normAutofit fontScale="98468"/>
          </a:bodyPr>
          <a:lstStyle/>
          <a:p>
            <a:pPr algn="l">
              <a:defRPr sz="1275" b="0">
                <a:solidFill>
                  <a:srgbClr val="414951"/>
                </a:solidFill>
                <a:latin typeface="微软雅黑" panose="020B0503020204020204" charset="-122"/>
                <a:ea typeface="微软雅黑" panose="020B0503020204020204" charset="-122"/>
                <a:cs typeface="微软雅黑" panose="020B0503020204020204" charset="-122"/>
              </a:defRPr>
            </a:pPr>
            <a:r>
              <a:rPr sz="1275" b="0" dirty="0" smtClean="0">
                <a:solidFill>
                  <a:srgbClr val="414951"/>
                </a:solidFill>
                <a:latin typeface="微软雅黑" panose="020B0503020204020204" charset="-122"/>
                <a:ea typeface="微软雅黑" panose="020B0503020204020204" charset="-122"/>
                <a:cs typeface="微软雅黑" panose="020B0503020204020204" charset="-122"/>
              </a:rPr>
              <a:t>→ </a:t>
            </a:r>
            <a:r>
              <a:rPr sz="1275" b="0" dirty="0">
                <a:solidFill>
                  <a:srgbClr val="414951"/>
                </a:solidFill>
                <a:latin typeface="微软雅黑" panose="020B0503020204020204" charset="-122"/>
                <a:ea typeface="微软雅黑" panose="020B0503020204020204" charset="-122"/>
                <a:cs typeface="微软雅黑" panose="020B0503020204020204" charset="-122"/>
              </a:rPr>
              <a:t>Agent </a:t>
            </a:r>
            <a:r>
              <a:rPr lang="zh-CN" altLang="en-US" sz="1275" b="0" dirty="0" smtClean="0">
                <a:solidFill>
                  <a:srgbClr val="414951"/>
                </a:solidFill>
                <a:latin typeface="微软雅黑" panose="020B0503020204020204" charset="-122"/>
                <a:ea typeface="微软雅黑" panose="020B0503020204020204" charset="-122"/>
                <a:cs typeface="微软雅黑" panose="020B0503020204020204" charset="-122"/>
              </a:rPr>
              <a:t>自动</a:t>
            </a:r>
            <a:r>
              <a:rPr sz="1275" b="0" dirty="0" err="1" smtClean="0">
                <a:solidFill>
                  <a:srgbClr val="414951"/>
                </a:solidFill>
                <a:latin typeface="微软雅黑" panose="020B0503020204020204" charset="-122"/>
                <a:ea typeface="微软雅黑" panose="020B0503020204020204" charset="-122"/>
                <a:cs typeface="微软雅黑" panose="020B0503020204020204" charset="-122"/>
              </a:rPr>
              <a:t>匹配</a:t>
            </a:r>
            <a:endParaRPr sz="1275" b="0" dirty="0">
              <a:solidFill>
                <a:srgbClr val="414951"/>
              </a:solidFill>
              <a:latin typeface="微软雅黑" panose="020B0503020204020204" charset="-122"/>
              <a:ea typeface="微软雅黑" panose="020B0503020204020204" charset="-122"/>
              <a:cs typeface="微软雅黑" panose="020B0503020204020204" charset="-122"/>
            </a:endParaRPr>
          </a:p>
        </p:txBody>
      </p:sp>
      <p:sp>
        <p:nvSpPr>
          <p:cNvPr id="38" name="metadata-answer-band"/>
          <p:cNvSpPr>
            <a:spLocks noGrp="1"/>
          </p:cNvSpPr>
          <p:nvPr/>
        </p:nvSpPr>
        <p:spPr>
          <a:xfrm>
            <a:off x="5067300" y="3289333"/>
            <a:ext cx="3009900" cy="238125"/>
          </a:xfrm>
          <a:prstGeom prst="rect">
            <a:avLst/>
          </a:prstGeom>
          <a:solidFill>
            <a:srgbClr val="F2F6F8"/>
          </a:solidFill>
          <a:ln w="0">
            <a:noFill/>
            <a:prstDash val="solid"/>
          </a:ln>
        </p:spPr>
      </p:sp>
      <p:sp>
        <p:nvSpPr>
          <p:cNvPr id="39" name="metadata-answer"/>
          <p:cNvSpPr>
            <a:spLocks noGrp="1"/>
          </p:cNvSpPr>
          <p:nvPr/>
        </p:nvSpPr>
        <p:spPr>
          <a:xfrm>
            <a:off x="5181600" y="3298858"/>
            <a:ext cx="2781300" cy="219075"/>
          </a:xfrm>
          <a:prstGeom prst="rect">
            <a:avLst/>
          </a:prstGeom>
          <a:noFill/>
          <a:ln w="0">
            <a:noFill/>
            <a:prstDash val="solid"/>
          </a:ln>
        </p:spPr>
        <p:txBody>
          <a:bodyPr wrap="none" lIns="0" tIns="0" rIns="0" bIns="0" anchor="ctr">
            <a:normAutofit/>
          </a:bodyPr>
          <a:lstStyle/>
          <a:p>
            <a:pPr algn="l">
              <a:defRPr sz="1275" b="1">
                <a:solidFill>
                  <a:srgbClr val="557A96"/>
                </a:solidFill>
                <a:latin typeface="微软雅黑" panose="020B0503020204020204" charset="-122"/>
                <a:ea typeface="微软雅黑" panose="020B0503020204020204" charset="-122"/>
                <a:cs typeface="微软雅黑" panose="020B0503020204020204" charset="-122"/>
              </a:defRPr>
            </a:pPr>
            <a:r>
              <a:rPr lang="zh-CN" altLang="en-US" sz="1275" b="1" dirty="0">
                <a:solidFill>
                  <a:srgbClr val="557A96"/>
                </a:solidFill>
                <a:latin typeface="微软雅黑" panose="020B0503020204020204" charset="-122"/>
                <a:ea typeface="微软雅黑" panose="020B0503020204020204" charset="-122"/>
                <a:cs typeface="微软雅黑" panose="020B0503020204020204" charset="-122"/>
              </a:rPr>
              <a:t>定义</a:t>
            </a:r>
            <a:r>
              <a:rPr sz="1275" b="1" dirty="0" smtClean="0">
                <a:solidFill>
                  <a:srgbClr val="557A96"/>
                </a:solidFill>
                <a:latin typeface="微软雅黑" panose="020B0503020204020204" charset="-122"/>
                <a:ea typeface="微软雅黑" panose="020B0503020204020204" charset="-122"/>
                <a:cs typeface="微软雅黑" panose="020B0503020204020204" charset="-122"/>
              </a:rPr>
              <a:t>：</a:t>
            </a:r>
            <a:r>
              <a:rPr lang="en-US" altLang="zh-CN" sz="1275" b="1" dirty="0" smtClean="0">
                <a:solidFill>
                  <a:srgbClr val="557A96"/>
                </a:solidFill>
                <a:latin typeface="微软雅黑" panose="020B0503020204020204" charset="-122"/>
                <a:ea typeface="微软雅黑" panose="020B0503020204020204" charset="-122"/>
                <a:cs typeface="微软雅黑" panose="020B0503020204020204" charset="-122"/>
              </a:rPr>
              <a:t>skill</a:t>
            </a:r>
            <a:r>
              <a:rPr lang="zh-CN" altLang="en-US" sz="1275" b="1" dirty="0" smtClean="0">
                <a:solidFill>
                  <a:srgbClr val="557A96"/>
                </a:solidFill>
                <a:latin typeface="微软雅黑" panose="020B0503020204020204" charset="-122"/>
                <a:ea typeface="微软雅黑" panose="020B0503020204020204" charset="-122"/>
                <a:cs typeface="微软雅黑" panose="020B0503020204020204" charset="-122"/>
              </a:rPr>
              <a:t>名字</a:t>
            </a:r>
            <a:r>
              <a:rPr lang="zh-CN" altLang="en-US" sz="1275" b="1" dirty="0">
                <a:solidFill>
                  <a:srgbClr val="557A96"/>
                </a:solidFill>
                <a:latin typeface="微软雅黑" panose="020B0503020204020204" charset="-122"/>
                <a:ea typeface="微软雅黑" panose="020B0503020204020204" charset="-122"/>
                <a:cs typeface="微软雅黑" panose="020B0503020204020204" charset="-122"/>
              </a:rPr>
              <a:t> </a:t>
            </a:r>
            <a:r>
              <a:rPr sz="1275" b="1" dirty="0" err="1" smtClean="0">
                <a:solidFill>
                  <a:srgbClr val="557A96"/>
                </a:solidFill>
                <a:latin typeface="微软雅黑" panose="020B0503020204020204" charset="-122"/>
                <a:ea typeface="微软雅黑" panose="020B0503020204020204" charset="-122"/>
                <a:cs typeface="微软雅黑" panose="020B0503020204020204" charset="-122"/>
              </a:rPr>
              <a:t>什么时候调用</a:t>
            </a:r>
            <a:r>
              <a:rPr lang="en-US" altLang="zh-CN" sz="1275" b="1" dirty="0" err="1" smtClean="0">
                <a:solidFill>
                  <a:srgbClr val="557A96"/>
                </a:solidFill>
                <a:latin typeface="微软雅黑" panose="020B0503020204020204" charset="-122"/>
                <a:ea typeface="微软雅黑" panose="020B0503020204020204" charset="-122"/>
                <a:cs typeface="微软雅黑" panose="020B0503020204020204" charset="-122"/>
              </a:rPr>
              <a:t>skill</a:t>
            </a:r>
            <a:endParaRPr sz="1275" b="1" dirty="0">
              <a:solidFill>
                <a:srgbClr val="557A96"/>
              </a:solidFill>
              <a:latin typeface="微软雅黑" panose="020B0503020204020204" charset="-122"/>
              <a:ea typeface="微软雅黑" panose="020B0503020204020204" charset="-122"/>
              <a:cs typeface="微软雅黑" panose="020B0503020204020204" charset="-122"/>
            </a:endParaRPr>
          </a:p>
        </p:txBody>
      </p:sp>
      <p:sp>
        <p:nvSpPr>
          <p:cNvPr id="40" name="overview-card"/>
          <p:cNvSpPr>
            <a:spLocks noGrp="1"/>
          </p:cNvSpPr>
          <p:nvPr/>
        </p:nvSpPr>
        <p:spPr>
          <a:xfrm>
            <a:off x="8343900" y="1993933"/>
            <a:ext cx="3238500" cy="1638300"/>
          </a:xfrm>
          <a:prstGeom prst="roundRect">
            <a:avLst>
              <a:gd name="adj" fmla="val 4070"/>
            </a:avLst>
          </a:prstGeom>
          <a:solidFill>
            <a:srgbClr val="FFFFFF"/>
          </a:solidFill>
          <a:ln w="9525">
            <a:solidFill>
              <a:srgbClr val="D8DEE3"/>
            </a:solidFill>
            <a:prstDash val="solid"/>
          </a:ln>
        </p:spPr>
      </p:sp>
      <p:sp>
        <p:nvSpPr>
          <p:cNvPr id="41" name="overview-accent"/>
          <p:cNvSpPr>
            <a:spLocks noGrp="1"/>
          </p:cNvSpPr>
          <p:nvPr/>
        </p:nvSpPr>
        <p:spPr>
          <a:xfrm>
            <a:off x="8343900" y="1993933"/>
            <a:ext cx="3238500" cy="28575"/>
          </a:xfrm>
          <a:prstGeom prst="rect">
            <a:avLst/>
          </a:prstGeom>
          <a:solidFill>
            <a:srgbClr val="557A96"/>
          </a:solidFill>
          <a:ln w="0">
            <a:noFill/>
            <a:prstDash val="solid"/>
          </a:ln>
        </p:spPr>
      </p:sp>
      <p:sp>
        <p:nvSpPr>
          <p:cNvPr id="42" name="overview-number"/>
          <p:cNvSpPr>
            <a:spLocks noGrp="1"/>
          </p:cNvSpPr>
          <p:nvPr/>
        </p:nvSpPr>
        <p:spPr>
          <a:xfrm>
            <a:off x="8496300" y="2108233"/>
            <a:ext cx="323850" cy="238125"/>
          </a:xfrm>
          <a:prstGeom prst="rect">
            <a:avLst/>
          </a:prstGeom>
          <a:noFill/>
          <a:ln w="0">
            <a:noFill/>
            <a:prstDash val="solid"/>
          </a:ln>
        </p:spPr>
        <p:txBody>
          <a:bodyPr wrap="none" lIns="0" tIns="0" rIns="0" bIns="0" anchor="ctr">
            <a:normAutofit/>
          </a:bodyPr>
          <a:lstStyle/>
          <a:p>
            <a:pPr algn="l">
              <a:defRPr sz="1350" b="1">
                <a:solidFill>
                  <a:srgbClr val="557A96"/>
                </a:solidFill>
                <a:latin typeface="微软雅黑" panose="020B0503020204020204" charset="-122"/>
                <a:ea typeface="微软雅黑" panose="020B0503020204020204" charset="-122"/>
                <a:cs typeface="微软雅黑" panose="020B0503020204020204" charset="-122"/>
              </a:defRPr>
            </a:pPr>
            <a:r>
              <a:rPr sz="1350" b="1">
                <a:solidFill>
                  <a:srgbClr val="557A96"/>
                </a:solidFill>
                <a:latin typeface="微软雅黑" panose="020B0503020204020204" charset="-122"/>
                <a:ea typeface="微软雅黑" panose="020B0503020204020204" charset="-122"/>
                <a:cs typeface="微软雅黑" panose="020B0503020204020204" charset="-122"/>
              </a:rPr>
              <a:t>02</a:t>
            </a:r>
          </a:p>
        </p:txBody>
      </p:sp>
      <p:sp>
        <p:nvSpPr>
          <p:cNvPr id="43" name="overview-title"/>
          <p:cNvSpPr>
            <a:spLocks noGrp="1"/>
          </p:cNvSpPr>
          <p:nvPr/>
        </p:nvSpPr>
        <p:spPr>
          <a:xfrm>
            <a:off x="8858250" y="2089183"/>
            <a:ext cx="1381125" cy="276225"/>
          </a:xfrm>
          <a:prstGeom prst="rect">
            <a:avLst/>
          </a:prstGeom>
          <a:noFill/>
          <a:ln w="0">
            <a:noFill/>
            <a:prstDash val="solid"/>
          </a:ln>
        </p:spPr>
        <p:txBody>
          <a:bodyPr wrap="none" lIns="0" tIns="0" rIns="0" bIns="0" anchor="ctr">
            <a:normAutofit/>
          </a:bodyPr>
          <a:lstStyle/>
          <a:p>
            <a:pPr algn="l">
              <a:defRPr sz="1800" b="1">
                <a:solidFill>
                  <a:srgbClr val="252B31"/>
                </a:solidFill>
                <a:latin typeface="微软雅黑" panose="020B0503020204020204" charset="-122"/>
                <a:ea typeface="微软雅黑" panose="020B0503020204020204" charset="-122"/>
                <a:cs typeface="微软雅黑" panose="020B0503020204020204" charset="-122"/>
              </a:defRPr>
            </a:pPr>
            <a:r>
              <a:rPr sz="1800" b="1">
                <a:solidFill>
                  <a:srgbClr val="252B31"/>
                </a:solidFill>
                <a:latin typeface="微软雅黑" panose="020B0503020204020204" charset="-122"/>
                <a:ea typeface="微软雅黑" panose="020B0503020204020204" charset="-122"/>
                <a:cs typeface="微软雅黑" panose="020B0503020204020204" charset="-122"/>
              </a:rPr>
              <a:t>Overview</a:t>
            </a:r>
          </a:p>
        </p:txBody>
      </p:sp>
      <p:sp>
        <p:nvSpPr>
          <p:cNvPr id="44" name="overview-subtitle"/>
          <p:cNvSpPr>
            <a:spLocks noGrp="1"/>
          </p:cNvSpPr>
          <p:nvPr/>
        </p:nvSpPr>
        <p:spPr>
          <a:xfrm>
            <a:off x="10267950" y="2108233"/>
            <a:ext cx="1162050" cy="238125"/>
          </a:xfrm>
          <a:prstGeom prst="rect">
            <a:avLst/>
          </a:prstGeom>
          <a:noFill/>
          <a:ln w="0">
            <a:noFill/>
            <a:prstDash val="solid"/>
          </a:ln>
        </p:spPr>
        <p:txBody>
          <a:bodyPr wrap="none" lIns="0" tIns="0" rIns="0" bIns="0" anchor="ctr">
            <a:normAutofit/>
          </a:bodyPr>
          <a:lstStyle/>
          <a:p>
            <a:pPr algn="r">
              <a:defRPr sz="1350" b="1">
                <a:solidFill>
                  <a:srgbClr val="557A96"/>
                </a:solidFill>
                <a:latin typeface="微软雅黑" panose="020B0503020204020204" charset="-122"/>
                <a:ea typeface="微软雅黑" panose="020B0503020204020204" charset="-122"/>
                <a:cs typeface="微软雅黑" panose="020B0503020204020204" charset="-122"/>
              </a:defRPr>
            </a:pPr>
            <a:r>
              <a:rPr sz="1350" b="1">
                <a:solidFill>
                  <a:srgbClr val="557A96"/>
                </a:solidFill>
                <a:latin typeface="微软雅黑" panose="020B0503020204020204" charset="-122"/>
                <a:ea typeface="微软雅黑" panose="020B0503020204020204" charset="-122"/>
                <a:cs typeface="微软雅黑" panose="020B0503020204020204" charset="-122"/>
              </a:rPr>
              <a:t>能力边界</a:t>
            </a:r>
          </a:p>
        </p:txBody>
      </p:sp>
      <p:sp>
        <p:nvSpPr>
          <p:cNvPr id="45" name="overview-key-0"/>
          <p:cNvSpPr>
            <a:spLocks noGrp="1"/>
          </p:cNvSpPr>
          <p:nvPr/>
        </p:nvSpPr>
        <p:spPr>
          <a:xfrm>
            <a:off x="8515350" y="2422558"/>
            <a:ext cx="781050" cy="209550"/>
          </a:xfrm>
          <a:prstGeom prst="rect">
            <a:avLst/>
          </a:prstGeom>
          <a:noFill/>
          <a:ln w="0">
            <a:noFill/>
            <a:prstDash val="solid"/>
          </a:ln>
        </p:spPr>
        <p:txBody>
          <a:bodyPr wrap="none" lIns="0" tIns="0" rIns="0" bIns="0" anchor="ctr">
            <a:normAutofit/>
          </a:bodyPr>
          <a:lstStyle/>
          <a:p>
            <a:pPr algn="l">
              <a:defRPr sz="1315" b="1">
                <a:solidFill>
                  <a:srgbClr val="252B31"/>
                </a:solidFill>
                <a:latin typeface="微软雅黑" panose="020B0503020204020204" charset="-122"/>
                <a:ea typeface="微软雅黑" panose="020B0503020204020204" charset="-122"/>
                <a:cs typeface="微软雅黑" panose="020B0503020204020204" charset="-122"/>
              </a:defRPr>
            </a:pPr>
            <a:r>
              <a:rPr sz="1315" b="1">
                <a:solidFill>
                  <a:srgbClr val="252B31"/>
                </a:solidFill>
                <a:latin typeface="微软雅黑" panose="020B0503020204020204" charset="-122"/>
                <a:ea typeface="微软雅黑" panose="020B0503020204020204" charset="-122"/>
                <a:cs typeface="微软雅黑" panose="020B0503020204020204" charset="-122"/>
              </a:rPr>
              <a:t>负责什么</a:t>
            </a:r>
          </a:p>
        </p:txBody>
      </p:sp>
      <p:sp>
        <p:nvSpPr>
          <p:cNvPr id="46" name="overview-value-0"/>
          <p:cNvSpPr>
            <a:spLocks noGrp="1"/>
          </p:cNvSpPr>
          <p:nvPr/>
        </p:nvSpPr>
        <p:spPr>
          <a:xfrm>
            <a:off x="9315450" y="2422558"/>
            <a:ext cx="2095500" cy="209550"/>
          </a:xfrm>
          <a:prstGeom prst="rect">
            <a:avLst/>
          </a:prstGeom>
          <a:noFill/>
          <a:ln w="0">
            <a:noFill/>
            <a:prstDash val="solid"/>
          </a:ln>
        </p:spPr>
        <p:txBody>
          <a:bodyPr wrap="none" lIns="0" tIns="0" rIns="0" bIns="0" anchor="ctr">
            <a:normAutofit/>
          </a:bodyPr>
          <a:lstStyle/>
          <a:p>
            <a:pPr algn="l">
              <a:defRPr sz="1315" b="0">
                <a:solidFill>
                  <a:srgbClr val="414951"/>
                </a:solidFill>
                <a:latin typeface="微软雅黑" panose="020B0503020204020204" charset="-122"/>
                <a:ea typeface="微软雅黑" panose="020B0503020204020204" charset="-122"/>
                <a:cs typeface="微软雅黑" panose="020B0503020204020204" charset="-122"/>
              </a:defRPr>
            </a:pPr>
            <a:r>
              <a:rPr sz="1315" b="0">
                <a:solidFill>
                  <a:srgbClr val="414951"/>
                </a:solidFill>
                <a:latin typeface="微软雅黑" panose="020B0503020204020204" charset="-122"/>
                <a:ea typeface="微软雅黑" panose="020B0503020204020204" charset="-122"/>
                <a:cs typeface="微软雅黑" panose="020B0503020204020204" charset="-122"/>
              </a:rPr>
              <a:t>→ Skill 的任务范围</a:t>
            </a:r>
          </a:p>
        </p:txBody>
      </p:sp>
      <p:sp>
        <p:nvSpPr>
          <p:cNvPr id="47" name="overview-key-1"/>
          <p:cNvSpPr>
            <a:spLocks noGrp="1"/>
          </p:cNvSpPr>
          <p:nvPr/>
        </p:nvSpPr>
        <p:spPr>
          <a:xfrm>
            <a:off x="8515350" y="2651158"/>
            <a:ext cx="781050" cy="209550"/>
          </a:xfrm>
          <a:prstGeom prst="rect">
            <a:avLst/>
          </a:prstGeom>
          <a:noFill/>
          <a:ln w="0">
            <a:noFill/>
            <a:prstDash val="solid"/>
          </a:ln>
        </p:spPr>
        <p:txBody>
          <a:bodyPr wrap="none" lIns="0" tIns="0" rIns="0" bIns="0" anchor="ctr">
            <a:normAutofit fontScale="93750"/>
          </a:bodyPr>
          <a:lstStyle/>
          <a:p>
            <a:pPr algn="l">
              <a:defRPr sz="1315" b="1">
                <a:solidFill>
                  <a:srgbClr val="252B31"/>
                </a:solidFill>
                <a:latin typeface="微软雅黑" panose="020B0503020204020204" charset="-122"/>
                <a:ea typeface="微软雅黑" panose="020B0503020204020204" charset="-122"/>
                <a:cs typeface="微软雅黑" panose="020B0503020204020204" charset="-122"/>
              </a:defRPr>
            </a:pPr>
            <a:r>
              <a:rPr sz="1315" b="1">
                <a:solidFill>
                  <a:srgbClr val="252B31"/>
                </a:solidFill>
                <a:latin typeface="微软雅黑" panose="020B0503020204020204" charset="-122"/>
                <a:ea typeface="微软雅黑" panose="020B0503020204020204" charset="-122"/>
                <a:cs typeface="微软雅黑" panose="020B0503020204020204" charset="-122"/>
              </a:rPr>
              <a:t>有哪些阶段</a:t>
            </a:r>
          </a:p>
        </p:txBody>
      </p:sp>
      <p:sp>
        <p:nvSpPr>
          <p:cNvPr id="48" name="overview-value-1"/>
          <p:cNvSpPr>
            <a:spLocks noGrp="1"/>
          </p:cNvSpPr>
          <p:nvPr/>
        </p:nvSpPr>
        <p:spPr>
          <a:xfrm>
            <a:off x="9315450" y="2651158"/>
            <a:ext cx="2095500" cy="209550"/>
          </a:xfrm>
          <a:prstGeom prst="rect">
            <a:avLst/>
          </a:prstGeom>
          <a:noFill/>
          <a:ln w="0">
            <a:noFill/>
            <a:prstDash val="solid"/>
          </a:ln>
        </p:spPr>
        <p:txBody>
          <a:bodyPr wrap="none" lIns="0" tIns="0" rIns="0" bIns="0" anchor="ctr">
            <a:normAutofit/>
          </a:bodyPr>
          <a:lstStyle/>
          <a:p>
            <a:pPr algn="l">
              <a:defRPr sz="1315" b="0">
                <a:solidFill>
                  <a:srgbClr val="414951"/>
                </a:solidFill>
                <a:latin typeface="微软雅黑" panose="020B0503020204020204" charset="-122"/>
                <a:ea typeface="微软雅黑" panose="020B0503020204020204" charset="-122"/>
                <a:cs typeface="微软雅黑" panose="020B0503020204020204" charset="-122"/>
              </a:defRPr>
            </a:pPr>
            <a:r>
              <a:rPr sz="1315" b="0">
                <a:solidFill>
                  <a:srgbClr val="414951"/>
                </a:solidFill>
                <a:latin typeface="微软雅黑" panose="020B0503020204020204" charset="-122"/>
                <a:ea typeface="微软雅黑" panose="020B0503020204020204" charset="-122"/>
                <a:cs typeface="微软雅黑" panose="020B0503020204020204" charset="-122"/>
              </a:rPr>
              <a:t>→ 整体执行框架</a:t>
            </a:r>
          </a:p>
        </p:txBody>
      </p:sp>
      <p:sp>
        <p:nvSpPr>
          <p:cNvPr id="49" name="overview-key-2"/>
          <p:cNvSpPr>
            <a:spLocks noGrp="1"/>
          </p:cNvSpPr>
          <p:nvPr/>
        </p:nvSpPr>
        <p:spPr>
          <a:xfrm>
            <a:off x="8515350" y="2879758"/>
            <a:ext cx="781050" cy="209550"/>
          </a:xfrm>
          <a:prstGeom prst="rect">
            <a:avLst/>
          </a:prstGeom>
          <a:noFill/>
          <a:ln w="0">
            <a:noFill/>
            <a:prstDash val="solid"/>
          </a:ln>
        </p:spPr>
        <p:txBody>
          <a:bodyPr wrap="none" lIns="0" tIns="0" rIns="0" bIns="0" anchor="ctr">
            <a:normAutofit/>
          </a:bodyPr>
          <a:lstStyle/>
          <a:p>
            <a:pPr algn="l">
              <a:defRPr sz="1315" b="1">
                <a:solidFill>
                  <a:srgbClr val="252B31"/>
                </a:solidFill>
                <a:latin typeface="微软雅黑" panose="020B0503020204020204" charset="-122"/>
                <a:ea typeface="微软雅黑" panose="020B0503020204020204" charset="-122"/>
                <a:cs typeface="微软雅黑" panose="020B0503020204020204" charset="-122"/>
              </a:defRPr>
            </a:pPr>
            <a:r>
              <a:rPr sz="1315" b="1">
                <a:solidFill>
                  <a:srgbClr val="252B31"/>
                </a:solidFill>
                <a:latin typeface="微软雅黑" panose="020B0503020204020204" charset="-122"/>
                <a:ea typeface="微软雅黑" panose="020B0503020204020204" charset="-122"/>
                <a:cs typeface="微软雅黑" panose="020B0503020204020204" charset="-122"/>
              </a:rPr>
              <a:t>与谁协作</a:t>
            </a:r>
          </a:p>
        </p:txBody>
      </p:sp>
      <p:sp>
        <p:nvSpPr>
          <p:cNvPr id="50" name="overview-value-2"/>
          <p:cNvSpPr>
            <a:spLocks noGrp="1"/>
          </p:cNvSpPr>
          <p:nvPr/>
        </p:nvSpPr>
        <p:spPr>
          <a:xfrm>
            <a:off x="9315450" y="2879758"/>
            <a:ext cx="2095500" cy="209550"/>
          </a:xfrm>
          <a:prstGeom prst="rect">
            <a:avLst/>
          </a:prstGeom>
          <a:noFill/>
          <a:ln w="0">
            <a:noFill/>
            <a:prstDash val="solid"/>
          </a:ln>
        </p:spPr>
        <p:txBody>
          <a:bodyPr wrap="none" lIns="0" tIns="0" rIns="0" bIns="0" anchor="ctr">
            <a:normAutofit/>
          </a:bodyPr>
          <a:lstStyle/>
          <a:p>
            <a:pPr algn="l">
              <a:defRPr sz="1315" b="0">
                <a:solidFill>
                  <a:srgbClr val="414951"/>
                </a:solidFill>
                <a:latin typeface="微软雅黑" panose="020B0503020204020204" charset="-122"/>
                <a:ea typeface="微软雅黑" panose="020B0503020204020204" charset="-122"/>
                <a:cs typeface="微软雅黑" panose="020B0503020204020204" charset="-122"/>
              </a:defRPr>
            </a:pPr>
            <a:r>
              <a:rPr sz="1315" b="0">
                <a:solidFill>
                  <a:srgbClr val="414951"/>
                </a:solidFill>
                <a:latin typeface="微软雅黑" panose="020B0503020204020204" charset="-122"/>
                <a:ea typeface="微软雅黑" panose="020B0503020204020204" charset="-122"/>
                <a:cs typeface="微软雅黑" panose="020B0503020204020204" charset="-122"/>
              </a:rPr>
              <a:t>→ 模块 / 能力关系</a:t>
            </a:r>
          </a:p>
        </p:txBody>
      </p:sp>
      <p:sp>
        <p:nvSpPr>
          <p:cNvPr id="53" name="overview-answer-band"/>
          <p:cNvSpPr>
            <a:spLocks noGrp="1"/>
          </p:cNvSpPr>
          <p:nvPr/>
        </p:nvSpPr>
        <p:spPr>
          <a:xfrm>
            <a:off x="8458200" y="3365533"/>
            <a:ext cx="3009900" cy="190500"/>
          </a:xfrm>
          <a:prstGeom prst="rect">
            <a:avLst/>
          </a:prstGeom>
          <a:solidFill>
            <a:srgbClr val="F2F6F8"/>
          </a:solidFill>
          <a:ln w="0">
            <a:noFill/>
            <a:prstDash val="solid"/>
          </a:ln>
        </p:spPr>
      </p:sp>
      <p:sp>
        <p:nvSpPr>
          <p:cNvPr id="54" name="overview-answer"/>
          <p:cNvSpPr>
            <a:spLocks noGrp="1"/>
          </p:cNvSpPr>
          <p:nvPr/>
        </p:nvSpPr>
        <p:spPr>
          <a:xfrm>
            <a:off x="8572500" y="3365533"/>
            <a:ext cx="2781300" cy="190500"/>
          </a:xfrm>
          <a:prstGeom prst="rect">
            <a:avLst/>
          </a:prstGeom>
          <a:noFill/>
          <a:ln w="0">
            <a:noFill/>
            <a:prstDash val="solid"/>
          </a:ln>
        </p:spPr>
        <p:txBody>
          <a:bodyPr wrap="none" lIns="0" tIns="0" rIns="0" bIns="0" anchor="ctr">
            <a:normAutofit/>
          </a:bodyPr>
          <a:lstStyle/>
          <a:p>
            <a:pPr algn="l">
              <a:defRPr sz="1240" b="1">
                <a:solidFill>
                  <a:srgbClr val="557A96"/>
                </a:solidFill>
                <a:latin typeface="微软雅黑" panose="020B0503020204020204" charset="-122"/>
                <a:ea typeface="微软雅黑" panose="020B0503020204020204" charset="-122"/>
                <a:cs typeface="微软雅黑" panose="020B0503020204020204" charset="-122"/>
              </a:defRPr>
            </a:pPr>
            <a:r>
              <a:rPr lang="zh-CN" altLang="en-US" sz="1240" b="1" dirty="0">
                <a:solidFill>
                  <a:srgbClr val="557A96"/>
                </a:solidFill>
                <a:latin typeface="微软雅黑" panose="020B0503020204020204" charset="-122"/>
                <a:ea typeface="微软雅黑" panose="020B0503020204020204" charset="-122"/>
                <a:cs typeface="微软雅黑" panose="020B0503020204020204" charset="-122"/>
              </a:rPr>
              <a:t>定义</a:t>
            </a:r>
            <a:r>
              <a:rPr sz="1240" b="1" dirty="0" smtClean="0">
                <a:solidFill>
                  <a:srgbClr val="557A96"/>
                </a:solidFill>
                <a:latin typeface="微软雅黑" panose="020B0503020204020204" charset="-122"/>
                <a:ea typeface="微软雅黑" panose="020B0503020204020204" charset="-122"/>
                <a:cs typeface="微软雅黑" panose="020B0503020204020204" charset="-122"/>
              </a:rPr>
              <a:t>：</a:t>
            </a:r>
            <a:r>
              <a:rPr sz="1240" b="1" dirty="0" err="1">
                <a:solidFill>
                  <a:srgbClr val="557A96"/>
                </a:solidFill>
                <a:latin typeface="微软雅黑" panose="020B0503020204020204" charset="-122"/>
                <a:ea typeface="微软雅黑" panose="020B0503020204020204" charset="-122"/>
                <a:cs typeface="微软雅黑" panose="020B0503020204020204" charset="-122"/>
              </a:rPr>
              <a:t>整体负责什么、</a:t>
            </a:r>
            <a:r>
              <a:rPr sz="1240" b="1" dirty="0" err="1" smtClean="0">
                <a:solidFill>
                  <a:srgbClr val="557A96"/>
                </a:solidFill>
                <a:latin typeface="微软雅黑" panose="020B0503020204020204" charset="-122"/>
                <a:ea typeface="微软雅黑" panose="020B0503020204020204" charset="-122"/>
                <a:cs typeface="微软雅黑" panose="020B0503020204020204" charset="-122"/>
              </a:rPr>
              <a:t>怎么运转</a:t>
            </a:r>
            <a:endParaRPr sz="1240" b="1" dirty="0">
              <a:solidFill>
                <a:srgbClr val="557A96"/>
              </a:solidFill>
              <a:latin typeface="微软雅黑" panose="020B0503020204020204" charset="-122"/>
              <a:ea typeface="微软雅黑" panose="020B0503020204020204" charset="-122"/>
              <a:cs typeface="微软雅黑" panose="020B0503020204020204" charset="-122"/>
            </a:endParaRPr>
          </a:p>
        </p:txBody>
      </p:sp>
      <p:sp>
        <p:nvSpPr>
          <p:cNvPr id="55" name="policy-card"/>
          <p:cNvSpPr>
            <a:spLocks noGrp="1"/>
          </p:cNvSpPr>
          <p:nvPr/>
        </p:nvSpPr>
        <p:spPr>
          <a:xfrm>
            <a:off x="4953000" y="3765583"/>
            <a:ext cx="3238500" cy="1924050"/>
          </a:xfrm>
          <a:prstGeom prst="roundRect">
            <a:avLst>
              <a:gd name="adj" fmla="val 3465"/>
            </a:avLst>
          </a:prstGeom>
          <a:solidFill>
            <a:srgbClr val="FFFFFF"/>
          </a:solidFill>
          <a:ln w="9525">
            <a:solidFill>
              <a:srgbClr val="D8DEE3"/>
            </a:solidFill>
            <a:prstDash val="solid"/>
          </a:ln>
        </p:spPr>
      </p:sp>
      <p:sp>
        <p:nvSpPr>
          <p:cNvPr id="56" name="policy-accent"/>
          <p:cNvSpPr>
            <a:spLocks noGrp="1"/>
          </p:cNvSpPr>
          <p:nvPr/>
        </p:nvSpPr>
        <p:spPr>
          <a:xfrm>
            <a:off x="4953000" y="3765583"/>
            <a:ext cx="3238500" cy="28575"/>
          </a:xfrm>
          <a:prstGeom prst="rect">
            <a:avLst/>
          </a:prstGeom>
          <a:solidFill>
            <a:srgbClr val="557A96"/>
          </a:solidFill>
          <a:ln w="0">
            <a:noFill/>
            <a:prstDash val="solid"/>
          </a:ln>
        </p:spPr>
      </p:sp>
      <p:sp>
        <p:nvSpPr>
          <p:cNvPr id="57" name="policy-number"/>
          <p:cNvSpPr>
            <a:spLocks noGrp="1"/>
          </p:cNvSpPr>
          <p:nvPr/>
        </p:nvSpPr>
        <p:spPr>
          <a:xfrm>
            <a:off x="5105400" y="3879883"/>
            <a:ext cx="323850" cy="238125"/>
          </a:xfrm>
          <a:prstGeom prst="rect">
            <a:avLst/>
          </a:prstGeom>
          <a:noFill/>
          <a:ln w="0">
            <a:noFill/>
            <a:prstDash val="solid"/>
          </a:ln>
        </p:spPr>
        <p:txBody>
          <a:bodyPr wrap="none" lIns="0" tIns="0" rIns="0" bIns="0" anchor="ctr">
            <a:normAutofit/>
          </a:bodyPr>
          <a:lstStyle/>
          <a:p>
            <a:pPr algn="l">
              <a:defRPr sz="1350" b="1">
                <a:solidFill>
                  <a:srgbClr val="557A96"/>
                </a:solidFill>
                <a:latin typeface="微软雅黑" panose="020B0503020204020204" charset="-122"/>
                <a:ea typeface="微软雅黑" panose="020B0503020204020204" charset="-122"/>
                <a:cs typeface="微软雅黑" panose="020B0503020204020204" charset="-122"/>
              </a:defRPr>
            </a:pPr>
            <a:r>
              <a:rPr sz="1350" b="1">
                <a:solidFill>
                  <a:srgbClr val="557A96"/>
                </a:solidFill>
                <a:latin typeface="微软雅黑" panose="020B0503020204020204" charset="-122"/>
                <a:ea typeface="微软雅黑" panose="020B0503020204020204" charset="-122"/>
                <a:cs typeface="微软雅黑" panose="020B0503020204020204" charset="-122"/>
              </a:rPr>
              <a:t>03</a:t>
            </a:r>
          </a:p>
        </p:txBody>
      </p:sp>
      <p:sp>
        <p:nvSpPr>
          <p:cNvPr id="58" name="policy-title"/>
          <p:cNvSpPr>
            <a:spLocks noGrp="1"/>
          </p:cNvSpPr>
          <p:nvPr/>
        </p:nvSpPr>
        <p:spPr>
          <a:xfrm>
            <a:off x="5467350" y="3860833"/>
            <a:ext cx="1524000" cy="276225"/>
          </a:xfrm>
          <a:prstGeom prst="rect">
            <a:avLst/>
          </a:prstGeom>
          <a:noFill/>
          <a:ln w="0">
            <a:noFill/>
            <a:prstDash val="solid"/>
          </a:ln>
        </p:spPr>
        <p:txBody>
          <a:bodyPr wrap="none" lIns="0" tIns="0" rIns="0" bIns="0" anchor="ctr">
            <a:normAutofit fontScale="93250"/>
          </a:bodyPr>
          <a:lstStyle/>
          <a:p>
            <a:pPr algn="l">
              <a:defRPr sz="1575" b="1">
                <a:solidFill>
                  <a:srgbClr val="252B31"/>
                </a:solidFill>
                <a:latin typeface="微软雅黑" panose="020B0503020204020204" charset="-122"/>
                <a:ea typeface="微软雅黑" panose="020B0503020204020204" charset="-122"/>
                <a:cs typeface="微软雅黑" panose="020B0503020204020204" charset="-122"/>
              </a:defRPr>
            </a:pPr>
            <a:r>
              <a:rPr sz="1575" b="1">
                <a:solidFill>
                  <a:srgbClr val="252B31"/>
                </a:solidFill>
                <a:latin typeface="微软雅黑" panose="020B0503020204020204" charset="-122"/>
                <a:ea typeface="微软雅黑" panose="020B0503020204020204" charset="-122"/>
                <a:cs typeface="微软雅黑" panose="020B0503020204020204" charset="-122"/>
              </a:rPr>
              <a:t>Execution Policy</a:t>
            </a:r>
          </a:p>
        </p:txBody>
      </p:sp>
      <p:sp>
        <p:nvSpPr>
          <p:cNvPr id="59" name="policy-subtitle"/>
          <p:cNvSpPr>
            <a:spLocks noGrp="1"/>
          </p:cNvSpPr>
          <p:nvPr/>
        </p:nvSpPr>
        <p:spPr>
          <a:xfrm>
            <a:off x="7124700" y="3879883"/>
            <a:ext cx="914400" cy="238125"/>
          </a:xfrm>
          <a:prstGeom prst="rect">
            <a:avLst/>
          </a:prstGeom>
          <a:noFill/>
          <a:ln w="0">
            <a:noFill/>
            <a:prstDash val="solid"/>
          </a:ln>
        </p:spPr>
        <p:txBody>
          <a:bodyPr wrap="none" lIns="0" tIns="0" rIns="0" bIns="0" anchor="ctr">
            <a:normAutofit/>
          </a:bodyPr>
          <a:lstStyle/>
          <a:p>
            <a:pPr algn="r">
              <a:defRPr sz="1315" b="1">
                <a:solidFill>
                  <a:srgbClr val="557A96"/>
                </a:solidFill>
                <a:latin typeface="微软雅黑" panose="020B0503020204020204" charset="-122"/>
                <a:ea typeface="微软雅黑" panose="020B0503020204020204" charset="-122"/>
                <a:cs typeface="微软雅黑" panose="020B0503020204020204" charset="-122"/>
              </a:defRPr>
            </a:pPr>
            <a:r>
              <a:rPr sz="1315" b="1">
                <a:solidFill>
                  <a:srgbClr val="557A96"/>
                </a:solidFill>
                <a:latin typeface="微软雅黑" panose="020B0503020204020204" charset="-122"/>
                <a:ea typeface="微软雅黑" panose="020B0503020204020204" charset="-122"/>
                <a:cs typeface="微软雅黑" panose="020B0503020204020204" charset="-122"/>
              </a:rPr>
              <a:t>策略与约束</a:t>
            </a:r>
          </a:p>
        </p:txBody>
      </p:sp>
      <p:sp>
        <p:nvSpPr>
          <p:cNvPr id="60" name="policy-intro"/>
          <p:cNvSpPr>
            <a:spLocks noGrp="1"/>
          </p:cNvSpPr>
          <p:nvPr/>
        </p:nvSpPr>
        <p:spPr>
          <a:xfrm>
            <a:off x="5124450" y="4194208"/>
            <a:ext cx="2895600" cy="219075"/>
          </a:xfrm>
          <a:prstGeom prst="rect">
            <a:avLst/>
          </a:prstGeom>
          <a:noFill/>
          <a:ln w="0">
            <a:noFill/>
            <a:prstDash val="solid"/>
          </a:ln>
        </p:spPr>
        <p:txBody>
          <a:bodyPr wrap="none" lIns="0" tIns="0" rIns="0" bIns="0" anchor="ctr">
            <a:normAutofit/>
          </a:bodyPr>
          <a:lstStyle/>
          <a:p>
            <a:pPr algn="l">
              <a:defRPr sz="1350" b="1">
                <a:solidFill>
                  <a:srgbClr val="68727B"/>
                </a:solidFill>
                <a:latin typeface="微软雅黑" panose="020B0503020204020204" charset="-122"/>
                <a:ea typeface="微软雅黑" panose="020B0503020204020204" charset="-122"/>
                <a:cs typeface="微软雅黑" panose="020B0503020204020204" charset="-122"/>
              </a:defRPr>
            </a:pPr>
            <a:r>
              <a:rPr sz="1350" b="1" dirty="0" err="1">
                <a:solidFill>
                  <a:srgbClr val="68727B"/>
                </a:solidFill>
                <a:latin typeface="微软雅黑" panose="020B0503020204020204" charset="-122"/>
                <a:ea typeface="微软雅黑" panose="020B0503020204020204" charset="-122"/>
                <a:cs typeface="微软雅黑" panose="020B0503020204020204" charset="-122"/>
              </a:rPr>
              <a:t>执行时始终需要遵守的全局规则</a:t>
            </a:r>
            <a:endParaRPr sz="1350" b="1" dirty="0">
              <a:solidFill>
                <a:srgbClr val="68727B"/>
              </a:solidFill>
              <a:latin typeface="微软雅黑" panose="020B0503020204020204" charset="-122"/>
              <a:ea typeface="微软雅黑" panose="020B0503020204020204" charset="-122"/>
              <a:cs typeface="微软雅黑" panose="020B0503020204020204" charset="-122"/>
            </a:endParaRPr>
          </a:p>
        </p:txBody>
      </p:sp>
      <p:sp>
        <p:nvSpPr>
          <p:cNvPr id="61" name="policy-bullet-1-dot"/>
          <p:cNvSpPr>
            <a:spLocks noGrp="1"/>
          </p:cNvSpPr>
          <p:nvPr/>
        </p:nvSpPr>
        <p:spPr>
          <a:xfrm>
            <a:off x="5143500" y="4537108"/>
            <a:ext cx="47625" cy="47625"/>
          </a:xfrm>
          <a:prstGeom prst="ellipse">
            <a:avLst/>
          </a:prstGeom>
          <a:solidFill>
            <a:srgbClr val="557A96"/>
          </a:solidFill>
          <a:ln w="0">
            <a:solidFill>
              <a:srgbClr val="557A96"/>
            </a:solidFill>
            <a:prstDash val="solid"/>
          </a:ln>
        </p:spPr>
      </p:sp>
      <p:sp>
        <p:nvSpPr>
          <p:cNvPr id="62" name="policy-bullet-1"/>
          <p:cNvSpPr>
            <a:spLocks noGrp="1"/>
          </p:cNvSpPr>
          <p:nvPr/>
        </p:nvSpPr>
        <p:spPr>
          <a:xfrm>
            <a:off x="5276850" y="4460908"/>
            <a:ext cx="2781300" cy="209550"/>
          </a:xfrm>
          <a:prstGeom prst="rect">
            <a:avLst/>
          </a:prstGeom>
          <a:noFill/>
          <a:ln w="0">
            <a:noFill/>
            <a:prstDash val="solid"/>
          </a:ln>
        </p:spPr>
        <p:txBody>
          <a:bodyPr wrap="none" lIns="0" tIns="0" rIns="0" bIns="0" anchor="ctr">
            <a:normAutofit/>
          </a:bodyPr>
          <a:lstStyle/>
          <a:p>
            <a:pPr algn="l">
              <a:defRPr sz="1315" b="0">
                <a:solidFill>
                  <a:srgbClr val="414951"/>
                </a:solidFill>
                <a:latin typeface="微软雅黑" panose="020B0503020204020204" charset="-122"/>
                <a:ea typeface="微软雅黑" panose="020B0503020204020204" charset="-122"/>
                <a:cs typeface="微软雅黑" panose="020B0503020204020204" charset="-122"/>
              </a:defRPr>
            </a:pPr>
            <a:r>
              <a:rPr sz="1315" b="0">
                <a:solidFill>
                  <a:srgbClr val="414951"/>
                </a:solidFill>
                <a:latin typeface="微软雅黑" panose="020B0503020204020204" charset="-122"/>
                <a:ea typeface="微软雅黑" panose="020B0503020204020204" charset="-122"/>
                <a:cs typeface="微软雅黑" panose="020B0503020204020204" charset="-122"/>
              </a:rPr>
              <a:t>任务按指定顺序执行</a:t>
            </a:r>
          </a:p>
        </p:txBody>
      </p:sp>
      <p:sp>
        <p:nvSpPr>
          <p:cNvPr id="63" name="policy-bullet-2-dot"/>
          <p:cNvSpPr>
            <a:spLocks noGrp="1"/>
          </p:cNvSpPr>
          <p:nvPr/>
        </p:nvSpPr>
        <p:spPr>
          <a:xfrm>
            <a:off x="5143500" y="4756183"/>
            <a:ext cx="47625" cy="47625"/>
          </a:xfrm>
          <a:prstGeom prst="ellipse">
            <a:avLst/>
          </a:prstGeom>
          <a:solidFill>
            <a:srgbClr val="557A96"/>
          </a:solidFill>
          <a:ln w="0">
            <a:solidFill>
              <a:srgbClr val="557A96"/>
            </a:solidFill>
            <a:prstDash val="solid"/>
          </a:ln>
        </p:spPr>
      </p:sp>
      <p:sp>
        <p:nvSpPr>
          <p:cNvPr id="64" name="policy-bullet-2"/>
          <p:cNvSpPr>
            <a:spLocks noGrp="1"/>
          </p:cNvSpPr>
          <p:nvPr/>
        </p:nvSpPr>
        <p:spPr>
          <a:xfrm>
            <a:off x="5276850" y="4679983"/>
            <a:ext cx="2781300" cy="209550"/>
          </a:xfrm>
          <a:prstGeom prst="rect">
            <a:avLst/>
          </a:prstGeom>
          <a:noFill/>
          <a:ln w="0">
            <a:noFill/>
            <a:prstDash val="solid"/>
          </a:ln>
        </p:spPr>
        <p:txBody>
          <a:bodyPr wrap="none" lIns="0" tIns="0" rIns="0" bIns="0" anchor="ctr">
            <a:normAutofit/>
          </a:bodyPr>
          <a:lstStyle/>
          <a:p>
            <a:pPr algn="l">
              <a:defRPr sz="1315" b="0">
                <a:solidFill>
                  <a:srgbClr val="414951"/>
                </a:solidFill>
                <a:latin typeface="微软雅黑" panose="020B0503020204020204" charset="-122"/>
                <a:ea typeface="微软雅黑" panose="020B0503020204020204" charset="-122"/>
                <a:cs typeface="微软雅黑" panose="020B0503020204020204" charset="-122"/>
              </a:defRPr>
            </a:pPr>
            <a:r>
              <a:rPr sz="1315" b="0" dirty="0" err="1">
                <a:solidFill>
                  <a:srgbClr val="414951"/>
                </a:solidFill>
                <a:latin typeface="微软雅黑" panose="020B0503020204020204" charset="-122"/>
                <a:ea typeface="微软雅黑" panose="020B0503020204020204" charset="-122"/>
                <a:cs typeface="微软雅黑" panose="020B0503020204020204" charset="-122"/>
              </a:rPr>
              <a:t>委派任务需阻塞等待</a:t>
            </a:r>
            <a:endParaRPr sz="1315" b="0" dirty="0">
              <a:solidFill>
                <a:srgbClr val="414951"/>
              </a:solidFill>
              <a:latin typeface="微软雅黑" panose="020B0503020204020204" charset="-122"/>
              <a:ea typeface="微软雅黑" panose="020B0503020204020204" charset="-122"/>
              <a:cs typeface="微软雅黑" panose="020B0503020204020204" charset="-122"/>
            </a:endParaRPr>
          </a:p>
        </p:txBody>
      </p:sp>
      <p:sp>
        <p:nvSpPr>
          <p:cNvPr id="65" name="policy-bullet-3-dot"/>
          <p:cNvSpPr>
            <a:spLocks noGrp="1"/>
          </p:cNvSpPr>
          <p:nvPr/>
        </p:nvSpPr>
        <p:spPr>
          <a:xfrm>
            <a:off x="5143500" y="4975258"/>
            <a:ext cx="47625" cy="47625"/>
          </a:xfrm>
          <a:prstGeom prst="ellipse">
            <a:avLst/>
          </a:prstGeom>
          <a:solidFill>
            <a:srgbClr val="557A96"/>
          </a:solidFill>
          <a:ln w="0">
            <a:solidFill>
              <a:srgbClr val="557A96"/>
            </a:solidFill>
            <a:prstDash val="solid"/>
          </a:ln>
        </p:spPr>
      </p:sp>
      <p:sp>
        <p:nvSpPr>
          <p:cNvPr id="66" name="policy-bullet-3"/>
          <p:cNvSpPr>
            <a:spLocks noGrp="1"/>
          </p:cNvSpPr>
          <p:nvPr/>
        </p:nvSpPr>
        <p:spPr>
          <a:xfrm>
            <a:off x="5276850" y="4899058"/>
            <a:ext cx="2781300" cy="209550"/>
          </a:xfrm>
          <a:prstGeom prst="rect">
            <a:avLst/>
          </a:prstGeom>
          <a:noFill/>
          <a:ln w="0">
            <a:noFill/>
            <a:prstDash val="solid"/>
          </a:ln>
        </p:spPr>
        <p:txBody>
          <a:bodyPr wrap="none" lIns="0" tIns="0" rIns="0" bIns="0" anchor="ctr">
            <a:normAutofit/>
          </a:bodyPr>
          <a:lstStyle/>
          <a:p>
            <a:pPr algn="l">
              <a:defRPr sz="1315" b="0">
                <a:solidFill>
                  <a:srgbClr val="414951"/>
                </a:solidFill>
                <a:latin typeface="微软雅黑" panose="020B0503020204020204" charset="-122"/>
                <a:ea typeface="微软雅黑" panose="020B0503020204020204" charset="-122"/>
                <a:cs typeface="微软雅黑" panose="020B0503020204020204" charset="-122"/>
              </a:defRPr>
            </a:pPr>
            <a:r>
              <a:rPr sz="1315" b="0" dirty="0" err="1">
                <a:solidFill>
                  <a:srgbClr val="414951"/>
                </a:solidFill>
                <a:latin typeface="微软雅黑" panose="020B0503020204020204" charset="-122"/>
                <a:ea typeface="微软雅黑" panose="020B0503020204020204" charset="-122"/>
                <a:cs typeface="微软雅黑" panose="020B0503020204020204" charset="-122"/>
              </a:rPr>
              <a:t>禁止主流程越权接管专门任务</a:t>
            </a:r>
            <a:endParaRPr sz="1315" b="0" dirty="0">
              <a:solidFill>
                <a:srgbClr val="414951"/>
              </a:solidFill>
              <a:latin typeface="微软雅黑" panose="020B0503020204020204" charset="-122"/>
              <a:ea typeface="微软雅黑" panose="020B0503020204020204" charset="-122"/>
              <a:cs typeface="微软雅黑" panose="020B0503020204020204" charset="-122"/>
            </a:endParaRPr>
          </a:p>
        </p:txBody>
      </p:sp>
      <p:sp>
        <p:nvSpPr>
          <p:cNvPr id="69" name="policy-answer-band"/>
          <p:cNvSpPr>
            <a:spLocks noGrp="1"/>
          </p:cNvSpPr>
          <p:nvPr/>
        </p:nvSpPr>
        <p:spPr>
          <a:xfrm>
            <a:off x="5067300" y="5365783"/>
            <a:ext cx="3009900" cy="238125"/>
          </a:xfrm>
          <a:prstGeom prst="rect">
            <a:avLst/>
          </a:prstGeom>
          <a:solidFill>
            <a:srgbClr val="F2F6F8"/>
          </a:solidFill>
          <a:ln w="0">
            <a:noFill/>
            <a:prstDash val="solid"/>
          </a:ln>
        </p:spPr>
      </p:sp>
      <p:sp>
        <p:nvSpPr>
          <p:cNvPr id="70" name="policy-answer"/>
          <p:cNvSpPr>
            <a:spLocks noGrp="1"/>
          </p:cNvSpPr>
          <p:nvPr/>
        </p:nvSpPr>
        <p:spPr>
          <a:xfrm>
            <a:off x="5153025" y="5375308"/>
            <a:ext cx="2857500" cy="219075"/>
          </a:xfrm>
          <a:prstGeom prst="rect">
            <a:avLst/>
          </a:prstGeom>
          <a:noFill/>
          <a:ln w="0">
            <a:noFill/>
            <a:prstDash val="solid"/>
          </a:ln>
        </p:spPr>
        <p:txBody>
          <a:bodyPr wrap="none" lIns="0" tIns="0" rIns="0" bIns="0" anchor="ctr">
            <a:normAutofit fontScale="98351"/>
          </a:bodyPr>
          <a:lstStyle/>
          <a:p>
            <a:pPr algn="ctr">
              <a:defRPr sz="1240" b="1">
                <a:solidFill>
                  <a:srgbClr val="557A96"/>
                </a:solidFill>
                <a:latin typeface="微软雅黑" panose="020B0503020204020204" charset="-122"/>
                <a:ea typeface="微软雅黑" panose="020B0503020204020204" charset="-122"/>
                <a:cs typeface="微软雅黑" panose="020B0503020204020204" charset="-122"/>
              </a:defRPr>
            </a:pPr>
            <a:endParaRPr sz="1240" b="1" dirty="0">
              <a:solidFill>
                <a:srgbClr val="557A96"/>
              </a:solidFill>
              <a:latin typeface="微软雅黑" panose="020B0503020204020204" charset="-122"/>
              <a:ea typeface="微软雅黑" panose="020B0503020204020204" charset="-122"/>
              <a:cs typeface="微软雅黑" panose="020B0503020204020204" charset="-122"/>
            </a:endParaRPr>
          </a:p>
        </p:txBody>
      </p:sp>
      <p:sp>
        <p:nvSpPr>
          <p:cNvPr id="71" name="contract-card"/>
          <p:cNvSpPr>
            <a:spLocks noGrp="1"/>
          </p:cNvSpPr>
          <p:nvPr/>
        </p:nvSpPr>
        <p:spPr>
          <a:xfrm>
            <a:off x="8343900" y="3765583"/>
            <a:ext cx="3238500" cy="1924050"/>
          </a:xfrm>
          <a:prstGeom prst="roundRect">
            <a:avLst>
              <a:gd name="adj" fmla="val 3465"/>
            </a:avLst>
          </a:prstGeom>
          <a:solidFill>
            <a:srgbClr val="FFFFFF"/>
          </a:solidFill>
          <a:ln w="9525">
            <a:solidFill>
              <a:srgbClr val="D8DEE3"/>
            </a:solidFill>
            <a:prstDash val="solid"/>
          </a:ln>
        </p:spPr>
      </p:sp>
      <p:sp>
        <p:nvSpPr>
          <p:cNvPr id="72" name="contract-accent"/>
          <p:cNvSpPr>
            <a:spLocks noGrp="1"/>
          </p:cNvSpPr>
          <p:nvPr/>
        </p:nvSpPr>
        <p:spPr>
          <a:xfrm>
            <a:off x="8343900" y="3765583"/>
            <a:ext cx="3238500" cy="28575"/>
          </a:xfrm>
          <a:prstGeom prst="rect">
            <a:avLst/>
          </a:prstGeom>
          <a:solidFill>
            <a:srgbClr val="557A96"/>
          </a:solidFill>
          <a:ln w="0">
            <a:noFill/>
            <a:prstDash val="solid"/>
          </a:ln>
        </p:spPr>
      </p:sp>
      <p:sp>
        <p:nvSpPr>
          <p:cNvPr id="73" name="contract-number"/>
          <p:cNvSpPr>
            <a:spLocks noGrp="1"/>
          </p:cNvSpPr>
          <p:nvPr/>
        </p:nvSpPr>
        <p:spPr>
          <a:xfrm>
            <a:off x="8496300" y="3879883"/>
            <a:ext cx="323850" cy="238125"/>
          </a:xfrm>
          <a:prstGeom prst="rect">
            <a:avLst/>
          </a:prstGeom>
          <a:noFill/>
          <a:ln w="0">
            <a:noFill/>
            <a:prstDash val="solid"/>
          </a:ln>
        </p:spPr>
        <p:txBody>
          <a:bodyPr wrap="none" lIns="0" tIns="0" rIns="0" bIns="0" anchor="ctr">
            <a:normAutofit/>
          </a:bodyPr>
          <a:lstStyle/>
          <a:p>
            <a:pPr algn="l">
              <a:defRPr sz="1350" b="1">
                <a:solidFill>
                  <a:srgbClr val="557A96"/>
                </a:solidFill>
                <a:latin typeface="微软雅黑" panose="020B0503020204020204" charset="-122"/>
                <a:ea typeface="微软雅黑" panose="020B0503020204020204" charset="-122"/>
                <a:cs typeface="微软雅黑" panose="020B0503020204020204" charset="-122"/>
              </a:defRPr>
            </a:pPr>
            <a:r>
              <a:rPr sz="1350" b="1">
                <a:solidFill>
                  <a:srgbClr val="557A96"/>
                </a:solidFill>
                <a:latin typeface="微软雅黑" panose="020B0503020204020204" charset="-122"/>
                <a:ea typeface="微软雅黑" panose="020B0503020204020204" charset="-122"/>
                <a:cs typeface="微软雅黑" panose="020B0503020204020204" charset="-122"/>
              </a:rPr>
              <a:t>04</a:t>
            </a:r>
          </a:p>
        </p:txBody>
      </p:sp>
      <p:sp>
        <p:nvSpPr>
          <p:cNvPr id="74" name="contract-title"/>
          <p:cNvSpPr>
            <a:spLocks noGrp="1"/>
          </p:cNvSpPr>
          <p:nvPr/>
        </p:nvSpPr>
        <p:spPr>
          <a:xfrm>
            <a:off x="8858250" y="3860833"/>
            <a:ext cx="1381125" cy="276225"/>
          </a:xfrm>
          <a:prstGeom prst="rect">
            <a:avLst/>
          </a:prstGeom>
          <a:noFill/>
          <a:ln w="0">
            <a:noFill/>
            <a:prstDash val="solid"/>
          </a:ln>
        </p:spPr>
        <p:txBody>
          <a:bodyPr wrap="none" lIns="0" tIns="0" rIns="0" bIns="0" anchor="ctr">
            <a:normAutofit/>
          </a:bodyPr>
          <a:lstStyle/>
          <a:p>
            <a:pPr algn="l">
              <a:defRPr sz="1800" b="1">
                <a:solidFill>
                  <a:srgbClr val="252B31"/>
                </a:solidFill>
                <a:latin typeface="微软雅黑" panose="020B0503020204020204" charset="-122"/>
                <a:ea typeface="微软雅黑" panose="020B0503020204020204" charset="-122"/>
                <a:cs typeface="微软雅黑" panose="020B0503020204020204" charset="-122"/>
              </a:defRPr>
            </a:pPr>
            <a:r>
              <a:rPr sz="1800" b="1">
                <a:solidFill>
                  <a:srgbClr val="252B31"/>
                </a:solidFill>
                <a:latin typeface="微软雅黑" panose="020B0503020204020204" charset="-122"/>
                <a:ea typeface="微软雅黑" panose="020B0503020204020204" charset="-122"/>
                <a:cs typeface="微软雅黑" panose="020B0503020204020204" charset="-122"/>
              </a:rPr>
              <a:t>Contract</a:t>
            </a:r>
          </a:p>
        </p:txBody>
      </p:sp>
      <p:sp>
        <p:nvSpPr>
          <p:cNvPr id="75" name="contract-subtitle"/>
          <p:cNvSpPr>
            <a:spLocks noGrp="1"/>
          </p:cNvSpPr>
          <p:nvPr/>
        </p:nvSpPr>
        <p:spPr>
          <a:xfrm>
            <a:off x="10267950" y="3879883"/>
            <a:ext cx="1162050" cy="238125"/>
          </a:xfrm>
          <a:prstGeom prst="rect">
            <a:avLst/>
          </a:prstGeom>
          <a:noFill/>
          <a:ln w="0">
            <a:noFill/>
            <a:prstDash val="solid"/>
          </a:ln>
        </p:spPr>
        <p:txBody>
          <a:bodyPr wrap="none" lIns="0" tIns="0" rIns="0" bIns="0" anchor="ctr">
            <a:normAutofit fontScale="95875"/>
          </a:bodyPr>
          <a:lstStyle/>
          <a:p>
            <a:pPr algn="r">
              <a:defRPr sz="1350" b="1">
                <a:solidFill>
                  <a:srgbClr val="557A96"/>
                </a:solidFill>
                <a:latin typeface="微软雅黑" panose="020B0503020204020204" charset="-122"/>
                <a:ea typeface="微软雅黑" panose="020B0503020204020204" charset="-122"/>
                <a:cs typeface="微软雅黑" panose="020B0503020204020204" charset="-122"/>
              </a:defRPr>
            </a:pPr>
            <a:r>
              <a:rPr sz="1350" b="1">
                <a:solidFill>
                  <a:srgbClr val="557A96"/>
                </a:solidFill>
                <a:latin typeface="微软雅黑" panose="020B0503020204020204" charset="-122"/>
                <a:ea typeface="微软雅黑" panose="020B0503020204020204" charset="-122"/>
                <a:cs typeface="微软雅黑" panose="020B0503020204020204" charset="-122"/>
              </a:rPr>
              <a:t>输入 / 输出契约</a:t>
            </a:r>
          </a:p>
        </p:txBody>
      </p:sp>
      <p:sp>
        <p:nvSpPr>
          <p:cNvPr id="76" name="contract-input-title"/>
          <p:cNvSpPr>
            <a:spLocks noGrp="1"/>
          </p:cNvSpPr>
          <p:nvPr/>
        </p:nvSpPr>
        <p:spPr>
          <a:xfrm>
            <a:off x="8515350" y="4194208"/>
            <a:ext cx="1219200" cy="209550"/>
          </a:xfrm>
          <a:prstGeom prst="rect">
            <a:avLst/>
          </a:prstGeom>
          <a:noFill/>
          <a:ln w="0">
            <a:noFill/>
            <a:prstDash val="solid"/>
          </a:ln>
        </p:spPr>
        <p:txBody>
          <a:bodyPr wrap="none" lIns="0" tIns="0" rIns="0" bIns="0" anchor="ctr">
            <a:normAutofit fontScale="97164"/>
          </a:bodyPr>
          <a:lstStyle/>
          <a:p>
            <a:pPr algn="l">
              <a:defRPr sz="1350" b="1">
                <a:solidFill>
                  <a:srgbClr val="557A96"/>
                </a:solidFill>
                <a:latin typeface="微软雅黑" panose="020B0503020204020204" charset="-122"/>
                <a:ea typeface="微软雅黑" panose="020B0503020204020204" charset="-122"/>
                <a:cs typeface="微软雅黑" panose="020B0503020204020204" charset="-122"/>
              </a:defRPr>
            </a:pPr>
            <a:r>
              <a:rPr sz="1350" b="1">
                <a:solidFill>
                  <a:srgbClr val="557A96"/>
                </a:solidFill>
                <a:latin typeface="微软雅黑" panose="020B0503020204020204" charset="-122"/>
                <a:ea typeface="微软雅黑" panose="020B0503020204020204" charset="-122"/>
                <a:cs typeface="微软雅黑" panose="020B0503020204020204" charset="-122"/>
              </a:rPr>
              <a:t>Input Contract</a:t>
            </a:r>
          </a:p>
        </p:txBody>
      </p:sp>
      <p:sp>
        <p:nvSpPr>
          <p:cNvPr id="77" name="contract-input-flow"/>
          <p:cNvSpPr>
            <a:spLocks noGrp="1"/>
          </p:cNvSpPr>
          <p:nvPr/>
        </p:nvSpPr>
        <p:spPr>
          <a:xfrm>
            <a:off x="9753600" y="4194208"/>
            <a:ext cx="1581150" cy="209550"/>
          </a:xfrm>
          <a:prstGeom prst="rect">
            <a:avLst/>
          </a:prstGeom>
          <a:noFill/>
          <a:ln w="0">
            <a:noFill/>
            <a:prstDash val="solid"/>
          </a:ln>
        </p:spPr>
        <p:txBody>
          <a:bodyPr wrap="none" lIns="0" tIns="0" rIns="0" bIns="0" anchor="ctr">
            <a:normAutofit fontScale="96491" lnSpcReduction="10000"/>
          </a:bodyPr>
          <a:lstStyle/>
          <a:p>
            <a:pPr algn="ctr">
              <a:defRPr sz="1425" b="1">
                <a:solidFill>
                  <a:srgbClr val="252B31"/>
                </a:solidFill>
                <a:latin typeface="微软雅黑" panose="020B0503020204020204" charset="-122"/>
                <a:ea typeface="微软雅黑" panose="020B0503020204020204" charset="-122"/>
                <a:cs typeface="微软雅黑" panose="020B0503020204020204" charset="-122"/>
              </a:defRPr>
            </a:pPr>
            <a:r>
              <a:rPr sz="1425" b="1">
                <a:solidFill>
                  <a:srgbClr val="252B31"/>
                </a:solidFill>
                <a:latin typeface="微软雅黑" panose="020B0503020204020204" charset="-122"/>
                <a:ea typeface="微软雅黑" panose="020B0503020204020204" charset="-122"/>
                <a:cs typeface="微软雅黑" panose="020B0503020204020204" charset="-122"/>
              </a:rPr>
              <a:t>User   →   Skill</a:t>
            </a:r>
          </a:p>
        </p:txBody>
      </p:sp>
      <p:sp>
        <p:nvSpPr>
          <p:cNvPr id="78" name="contract-input-items"/>
          <p:cNvSpPr>
            <a:spLocks noGrp="1"/>
          </p:cNvSpPr>
          <p:nvPr/>
        </p:nvSpPr>
        <p:spPr>
          <a:xfrm>
            <a:off x="8515350" y="4441858"/>
            <a:ext cx="2838450" cy="200025"/>
          </a:xfrm>
          <a:prstGeom prst="rect">
            <a:avLst/>
          </a:prstGeom>
          <a:noFill/>
          <a:ln w="0">
            <a:noFill/>
            <a:prstDash val="solid"/>
          </a:ln>
        </p:spPr>
        <p:txBody>
          <a:bodyPr wrap="none" lIns="0" tIns="0" rIns="0" bIns="0" anchor="ctr">
            <a:normAutofit/>
          </a:bodyPr>
          <a:lstStyle/>
          <a:p>
            <a:pPr algn="l">
              <a:defRPr sz="1275" b="0">
                <a:solidFill>
                  <a:srgbClr val="68727B"/>
                </a:solidFill>
                <a:latin typeface="微软雅黑" panose="020B0503020204020204" charset="-122"/>
                <a:ea typeface="微软雅黑" panose="020B0503020204020204" charset="-122"/>
                <a:cs typeface="微软雅黑" panose="020B0503020204020204" charset="-122"/>
              </a:defRPr>
            </a:pPr>
            <a:r>
              <a:rPr sz="1275" b="0">
                <a:solidFill>
                  <a:srgbClr val="68727B"/>
                </a:solidFill>
                <a:latin typeface="微软雅黑" panose="020B0503020204020204" charset="-122"/>
                <a:ea typeface="微软雅黑" panose="020B0503020204020204" charset="-122"/>
                <a:cs typeface="微软雅黑" panose="020B0503020204020204" charset="-122"/>
              </a:rPr>
              <a:t>需求 / 参数 / 文件 / Code</a:t>
            </a:r>
          </a:p>
        </p:txBody>
      </p:sp>
      <p:sp>
        <p:nvSpPr>
          <p:cNvPr id="79" name="contract-divider"/>
          <p:cNvSpPr>
            <a:spLocks noGrp="1"/>
          </p:cNvSpPr>
          <p:nvPr/>
        </p:nvSpPr>
        <p:spPr>
          <a:xfrm>
            <a:off x="8515350" y="4699033"/>
            <a:ext cx="2838450" cy="0"/>
          </a:xfrm>
          <a:prstGeom prst="line">
            <a:avLst/>
          </a:prstGeom>
          <a:noFill/>
          <a:ln w="9525">
            <a:solidFill>
              <a:srgbClr val="D8DEE3"/>
            </a:solidFill>
            <a:prstDash val="solid"/>
          </a:ln>
        </p:spPr>
      </p:sp>
      <p:sp>
        <p:nvSpPr>
          <p:cNvPr id="80" name="contract-output-title"/>
          <p:cNvSpPr>
            <a:spLocks noGrp="1"/>
          </p:cNvSpPr>
          <p:nvPr/>
        </p:nvSpPr>
        <p:spPr>
          <a:xfrm>
            <a:off x="8515350" y="4756183"/>
            <a:ext cx="1314450" cy="209550"/>
          </a:xfrm>
          <a:prstGeom prst="rect">
            <a:avLst/>
          </a:prstGeom>
          <a:noFill/>
          <a:ln w="0">
            <a:noFill/>
            <a:prstDash val="solid"/>
          </a:ln>
        </p:spPr>
        <p:txBody>
          <a:bodyPr wrap="none" lIns="0" tIns="0" rIns="0" bIns="0" anchor="ctr">
            <a:normAutofit fontScale="92892"/>
          </a:bodyPr>
          <a:lstStyle/>
          <a:p>
            <a:pPr algn="l">
              <a:defRPr sz="1350" b="1">
                <a:solidFill>
                  <a:srgbClr val="557A96"/>
                </a:solidFill>
                <a:latin typeface="微软雅黑" panose="020B0503020204020204" charset="-122"/>
                <a:ea typeface="微软雅黑" panose="020B0503020204020204" charset="-122"/>
                <a:cs typeface="微软雅黑" panose="020B0503020204020204" charset="-122"/>
              </a:defRPr>
            </a:pPr>
            <a:r>
              <a:rPr sz="1350" b="1">
                <a:solidFill>
                  <a:srgbClr val="557A96"/>
                </a:solidFill>
                <a:latin typeface="微软雅黑" panose="020B0503020204020204" charset="-122"/>
                <a:ea typeface="微软雅黑" panose="020B0503020204020204" charset="-122"/>
                <a:cs typeface="微软雅黑" panose="020B0503020204020204" charset="-122"/>
              </a:rPr>
              <a:t>Output Contract</a:t>
            </a:r>
          </a:p>
        </p:txBody>
      </p:sp>
      <p:sp>
        <p:nvSpPr>
          <p:cNvPr id="81" name="contract-output-flow"/>
          <p:cNvSpPr>
            <a:spLocks noGrp="1"/>
          </p:cNvSpPr>
          <p:nvPr/>
        </p:nvSpPr>
        <p:spPr>
          <a:xfrm>
            <a:off x="10096500" y="4765708"/>
            <a:ext cx="1371600" cy="209550"/>
          </a:xfrm>
          <a:prstGeom prst="rect">
            <a:avLst/>
          </a:prstGeom>
          <a:noFill/>
          <a:ln w="0">
            <a:noFill/>
            <a:prstDash val="solid"/>
          </a:ln>
        </p:spPr>
        <p:txBody>
          <a:bodyPr wrap="none" lIns="0" tIns="0" rIns="0" bIns="0" anchor="ctr">
            <a:normAutofit fontScale="99702" lnSpcReduction="10000"/>
          </a:bodyPr>
          <a:lstStyle/>
          <a:p>
            <a:pPr algn="r">
              <a:defRPr sz="1390" b="1">
                <a:solidFill>
                  <a:srgbClr val="252B31"/>
                </a:solidFill>
                <a:latin typeface="微软雅黑" panose="020B0503020204020204" charset="-122"/>
                <a:ea typeface="微软雅黑" panose="020B0503020204020204" charset="-122"/>
                <a:cs typeface="微软雅黑" panose="020B0503020204020204" charset="-122"/>
              </a:defRPr>
            </a:pPr>
            <a:r>
              <a:rPr sz="1390" b="1" dirty="0">
                <a:solidFill>
                  <a:srgbClr val="252B31"/>
                </a:solidFill>
                <a:latin typeface="微软雅黑" panose="020B0503020204020204" charset="-122"/>
                <a:ea typeface="微软雅黑" panose="020B0503020204020204" charset="-122"/>
                <a:cs typeface="微软雅黑" panose="020B0503020204020204" charset="-122"/>
              </a:rPr>
              <a:t>Skill   →   Output</a:t>
            </a:r>
          </a:p>
        </p:txBody>
      </p:sp>
      <p:sp>
        <p:nvSpPr>
          <p:cNvPr id="82" name="contract-output-items"/>
          <p:cNvSpPr>
            <a:spLocks noGrp="1"/>
          </p:cNvSpPr>
          <p:nvPr/>
        </p:nvSpPr>
        <p:spPr>
          <a:xfrm>
            <a:off x="8515350" y="5003833"/>
            <a:ext cx="2838450" cy="200025"/>
          </a:xfrm>
          <a:prstGeom prst="rect">
            <a:avLst/>
          </a:prstGeom>
          <a:noFill/>
          <a:ln w="0">
            <a:noFill/>
            <a:prstDash val="solid"/>
          </a:ln>
        </p:spPr>
        <p:txBody>
          <a:bodyPr wrap="none" lIns="0" tIns="0" rIns="0" bIns="0" anchor="ctr">
            <a:normAutofit/>
          </a:bodyPr>
          <a:lstStyle/>
          <a:p>
            <a:pPr algn="l">
              <a:defRPr sz="1275" b="0">
                <a:solidFill>
                  <a:srgbClr val="68727B"/>
                </a:solidFill>
                <a:latin typeface="微软雅黑" panose="020B0503020204020204" charset="-122"/>
                <a:ea typeface="微软雅黑" panose="020B0503020204020204" charset="-122"/>
                <a:cs typeface="微软雅黑" panose="020B0503020204020204" charset="-122"/>
              </a:defRPr>
            </a:pPr>
            <a:r>
              <a:rPr sz="1275" b="0">
                <a:solidFill>
                  <a:srgbClr val="68727B"/>
                </a:solidFill>
                <a:latin typeface="微软雅黑" panose="020B0503020204020204" charset="-122"/>
                <a:ea typeface="微软雅黑" panose="020B0503020204020204" charset="-122"/>
                <a:cs typeface="微软雅黑" panose="020B0503020204020204" charset="-122"/>
              </a:rPr>
              <a:t>文件 / Code / 报告 / Result</a:t>
            </a:r>
          </a:p>
        </p:txBody>
      </p:sp>
      <p:sp>
        <p:nvSpPr>
          <p:cNvPr id="83" name="contract-hook-band"/>
          <p:cNvSpPr>
            <a:spLocks noGrp="1"/>
          </p:cNvSpPr>
          <p:nvPr/>
        </p:nvSpPr>
        <p:spPr>
          <a:xfrm>
            <a:off x="8458200" y="5365783"/>
            <a:ext cx="3009900" cy="238125"/>
          </a:xfrm>
          <a:prstGeom prst="rect">
            <a:avLst/>
          </a:prstGeom>
          <a:solidFill>
            <a:srgbClr val="F2F6F8"/>
          </a:solidFill>
          <a:ln w="0">
            <a:noFill/>
            <a:prstDash val="solid"/>
          </a:ln>
        </p:spPr>
      </p:sp>
      <p:sp>
        <p:nvSpPr>
          <p:cNvPr id="84" name="contract-hook"/>
          <p:cNvSpPr>
            <a:spLocks noGrp="1"/>
          </p:cNvSpPr>
          <p:nvPr/>
        </p:nvSpPr>
        <p:spPr>
          <a:xfrm>
            <a:off x="8553450" y="5375308"/>
            <a:ext cx="2819400" cy="219075"/>
          </a:xfrm>
          <a:prstGeom prst="rect">
            <a:avLst/>
          </a:prstGeom>
          <a:noFill/>
          <a:ln w="0">
            <a:noFill/>
            <a:prstDash val="solid"/>
          </a:ln>
        </p:spPr>
        <p:txBody>
          <a:bodyPr wrap="none" lIns="0" tIns="0" rIns="0" bIns="0" anchor="ctr">
            <a:normAutofit fontScale="94634"/>
          </a:bodyPr>
          <a:lstStyle/>
          <a:p>
            <a:pPr algn="ctr">
              <a:defRPr sz="1200" b="1">
                <a:solidFill>
                  <a:srgbClr val="557A96"/>
                </a:solidFill>
                <a:latin typeface="微软雅黑" panose="020B0503020204020204" charset="-122"/>
                <a:ea typeface="微软雅黑" panose="020B0503020204020204" charset="-122"/>
                <a:cs typeface="微软雅黑" panose="020B0503020204020204" charset="-122"/>
              </a:defRPr>
            </a:pPr>
            <a:r>
              <a:rPr sz="1200" b="1" dirty="0" err="1" smtClean="0">
                <a:solidFill>
                  <a:srgbClr val="557A96"/>
                </a:solidFill>
                <a:latin typeface="微软雅黑" panose="020B0503020204020204" charset="-122"/>
                <a:ea typeface="微软雅黑" panose="020B0503020204020204" charset="-122"/>
                <a:cs typeface="微软雅黑" panose="020B0503020204020204" charset="-122"/>
              </a:rPr>
              <a:t>阶段间契约将在下一页结合</a:t>
            </a:r>
            <a:r>
              <a:rPr sz="1200" b="1" dirty="0" smtClean="0">
                <a:solidFill>
                  <a:srgbClr val="557A96"/>
                </a:solidFill>
                <a:latin typeface="微软雅黑" panose="020B0503020204020204" charset="-122"/>
                <a:ea typeface="微软雅黑" panose="020B0503020204020204" charset="-122"/>
                <a:cs typeface="微软雅黑" panose="020B0503020204020204" charset="-122"/>
              </a:rPr>
              <a:t> </a:t>
            </a:r>
            <a:r>
              <a:rPr sz="1200" b="1" dirty="0">
                <a:solidFill>
                  <a:srgbClr val="557A96"/>
                </a:solidFill>
                <a:latin typeface="微软雅黑" panose="020B0503020204020204" charset="-122"/>
                <a:ea typeface="微软雅黑" panose="020B0503020204020204" charset="-122"/>
                <a:cs typeface="微软雅黑" panose="020B0503020204020204" charset="-122"/>
              </a:rPr>
              <a:t>Workflow </a:t>
            </a:r>
            <a:r>
              <a:rPr sz="1200" b="1" dirty="0" err="1">
                <a:solidFill>
                  <a:srgbClr val="557A96"/>
                </a:solidFill>
                <a:latin typeface="微软雅黑" panose="020B0503020204020204" charset="-122"/>
                <a:ea typeface="微软雅黑" panose="020B0503020204020204" charset="-122"/>
                <a:cs typeface="微软雅黑" panose="020B0503020204020204" charset="-122"/>
              </a:rPr>
              <a:t>展开</a:t>
            </a:r>
            <a:endParaRPr sz="1200" b="1" dirty="0">
              <a:solidFill>
                <a:srgbClr val="557A96"/>
              </a:solidFill>
              <a:latin typeface="微软雅黑" panose="020B0503020204020204" charset="-122"/>
              <a:ea typeface="微软雅黑" panose="020B0503020204020204" charset="-122"/>
              <a:cs typeface="微软雅黑" panose="020B0503020204020204" charset="-122"/>
            </a:endParaRPr>
          </a:p>
        </p:txBody>
      </p:sp>
      <p:sp>
        <p:nvSpPr>
          <p:cNvPr id="90" name="summary-band"/>
          <p:cNvSpPr>
            <a:spLocks noGrp="1"/>
          </p:cNvSpPr>
          <p:nvPr/>
        </p:nvSpPr>
        <p:spPr>
          <a:xfrm>
            <a:off x="609600" y="6191250"/>
            <a:ext cx="10972800" cy="419100"/>
          </a:xfrm>
          <a:prstGeom prst="rect">
            <a:avLst/>
          </a:prstGeom>
          <a:solidFill>
            <a:srgbClr val="F3F4F5"/>
          </a:solidFill>
          <a:ln w="0">
            <a:noFill/>
            <a:prstDash val="solid"/>
          </a:ln>
        </p:spPr>
      </p:sp>
      <p:sp>
        <p:nvSpPr>
          <p:cNvPr id="91" name="summary-accent"/>
          <p:cNvSpPr>
            <a:spLocks noGrp="1"/>
          </p:cNvSpPr>
          <p:nvPr/>
        </p:nvSpPr>
        <p:spPr>
          <a:xfrm>
            <a:off x="609600" y="6191250"/>
            <a:ext cx="38100" cy="419100"/>
          </a:xfrm>
          <a:prstGeom prst="rect">
            <a:avLst/>
          </a:prstGeom>
          <a:solidFill>
            <a:srgbClr val="557A96"/>
          </a:solidFill>
          <a:ln w="0">
            <a:noFill/>
            <a:prstDash val="solid"/>
          </a:ln>
        </p:spPr>
      </p:sp>
      <p:sp>
        <p:nvSpPr>
          <p:cNvPr id="92" name="summary-text"/>
          <p:cNvSpPr>
            <a:spLocks noGrp="1"/>
          </p:cNvSpPr>
          <p:nvPr/>
        </p:nvSpPr>
        <p:spPr>
          <a:xfrm>
            <a:off x="819150" y="6229350"/>
            <a:ext cx="10534650" cy="342900"/>
          </a:xfrm>
          <a:prstGeom prst="rect">
            <a:avLst/>
          </a:prstGeom>
          <a:noFill/>
          <a:ln w="0">
            <a:noFill/>
            <a:prstDash val="solid"/>
          </a:ln>
        </p:spPr>
        <p:txBody>
          <a:bodyPr wrap="none" lIns="0" tIns="0" rIns="0" bIns="0" anchor="ctr">
            <a:normAutofit fontScale="95266"/>
          </a:bodyPr>
          <a:lstStyle/>
          <a:p>
            <a:pPr algn="ctr">
              <a:defRPr sz="1390" b="1">
                <a:solidFill>
                  <a:srgbClr val="414951"/>
                </a:solidFill>
                <a:latin typeface="微软雅黑" panose="020B0503020204020204" charset="-122"/>
                <a:ea typeface="微软雅黑" panose="020B0503020204020204" charset="-122"/>
                <a:cs typeface="微软雅黑" panose="020B0503020204020204" charset="-122"/>
              </a:defRPr>
            </a:pPr>
            <a:r>
              <a:rPr sz="1390" b="1" dirty="0">
                <a:solidFill>
                  <a:srgbClr val="414951"/>
                </a:solidFill>
                <a:latin typeface="微软雅黑" panose="020B0503020204020204" charset="-122"/>
                <a:ea typeface="微软雅黑" panose="020B0503020204020204" charset="-122"/>
                <a:cs typeface="微软雅黑" panose="020B0503020204020204" charset="-122"/>
              </a:rPr>
              <a:t>SKILL.md </a:t>
            </a:r>
            <a:r>
              <a:rPr sz="1390" b="1" dirty="0" smtClean="0">
                <a:solidFill>
                  <a:srgbClr val="414951"/>
                </a:solidFill>
                <a:latin typeface="微软雅黑" panose="020B0503020204020204" charset="-122"/>
                <a:ea typeface="微软雅黑" panose="020B0503020204020204" charset="-122"/>
                <a:cs typeface="微软雅黑" panose="020B0503020204020204" charset="-122"/>
              </a:rPr>
              <a:t>：</a:t>
            </a:r>
            <a:r>
              <a:rPr sz="1390" b="1" dirty="0">
                <a:solidFill>
                  <a:srgbClr val="414951"/>
                </a:solidFill>
                <a:latin typeface="微软雅黑" panose="020B0503020204020204" charset="-122"/>
                <a:ea typeface="微软雅黑" panose="020B0503020204020204" charset="-122"/>
                <a:cs typeface="微软雅黑" panose="020B0503020204020204" charset="-122"/>
              </a:rPr>
              <a:t>定义“</a:t>
            </a:r>
            <a:r>
              <a:rPr sz="1390" b="1" dirty="0" err="1">
                <a:solidFill>
                  <a:srgbClr val="414951"/>
                </a:solidFill>
                <a:latin typeface="微软雅黑" panose="020B0503020204020204" charset="-122"/>
                <a:ea typeface="微软雅黑" panose="020B0503020204020204" charset="-122"/>
                <a:cs typeface="微软雅黑" panose="020B0503020204020204" charset="-122"/>
              </a:rPr>
              <a:t>我是谁、负责什么、遵守什么规则、接受和产出什么</a:t>
            </a:r>
            <a:r>
              <a:rPr sz="1390" b="1" dirty="0">
                <a:solidFill>
                  <a:srgbClr val="414951"/>
                </a:solidFill>
                <a:latin typeface="微软雅黑" panose="020B0503020204020204" charset="-122"/>
                <a:ea typeface="微软雅黑" panose="020B0503020204020204" charset="-122"/>
                <a:cs typeface="微软雅黑" panose="020B0503020204020204" charset="-122"/>
              </a:rPr>
              <a:t>”，</a:t>
            </a:r>
            <a:r>
              <a:rPr sz="1390" b="1" dirty="0" err="1">
                <a:solidFill>
                  <a:srgbClr val="414951"/>
                </a:solidFill>
                <a:latin typeface="微软雅黑" panose="020B0503020204020204" charset="-122"/>
                <a:ea typeface="微软雅黑" panose="020B0503020204020204" charset="-122"/>
                <a:cs typeface="微软雅黑" panose="020B0503020204020204" charset="-122"/>
              </a:rPr>
              <a:t>并通过</a:t>
            </a:r>
            <a:r>
              <a:rPr sz="1390" b="1" dirty="0">
                <a:solidFill>
                  <a:srgbClr val="414951"/>
                </a:solidFill>
                <a:latin typeface="微软雅黑" panose="020B0503020204020204" charset="-122"/>
                <a:ea typeface="微软雅黑" panose="020B0503020204020204" charset="-122"/>
                <a:cs typeface="微软雅黑" panose="020B0503020204020204" charset="-122"/>
              </a:rPr>
              <a:t> Workflow </a:t>
            </a:r>
            <a:r>
              <a:rPr sz="1390" b="1" dirty="0" err="1">
                <a:solidFill>
                  <a:srgbClr val="414951"/>
                </a:solidFill>
                <a:latin typeface="微软雅黑" panose="020B0503020204020204" charset="-122"/>
                <a:ea typeface="微软雅黑" panose="020B0503020204020204" charset="-122"/>
                <a:cs typeface="微软雅黑" panose="020B0503020204020204" charset="-122"/>
              </a:rPr>
              <a:t>将这些定义组织成实际执行流程</a:t>
            </a:r>
            <a:r>
              <a:rPr sz="1390" b="1" dirty="0">
                <a:solidFill>
                  <a:srgbClr val="414951"/>
                </a:solidFill>
                <a:latin typeface="微软雅黑" panose="020B0503020204020204" charset="-122"/>
                <a:ea typeface="微软雅黑" panose="020B0503020204020204" charset="-122"/>
                <a:cs typeface="微软雅黑" panose="020B0503020204020204" charset="-122"/>
              </a:rPr>
              <a:t>。</a:t>
            </a:r>
          </a:p>
        </p:txBody>
      </p:sp>
      <p:sp>
        <p:nvSpPr>
          <p:cNvPr id="94" name="stage-number"/>
          <p:cNvSpPr>
            <a:spLocks noGrp="1"/>
          </p:cNvSpPr>
          <p:nvPr/>
        </p:nvSpPr>
        <p:spPr>
          <a:xfrm>
            <a:off x="3889721" y="2290763"/>
            <a:ext cx="323850" cy="238125"/>
          </a:xfrm>
          <a:prstGeom prst="rect">
            <a:avLst/>
          </a:prstGeom>
          <a:noFill/>
          <a:ln w="0">
            <a:noFill/>
            <a:prstDash val="solid"/>
          </a:ln>
        </p:spPr>
        <p:txBody>
          <a:bodyPr wrap="none" lIns="0" tIns="0" rIns="0" bIns="0" anchor="ctr">
            <a:normAutofit/>
          </a:bodyPr>
          <a:lstStyle/>
          <a:p>
            <a:pPr algn="l">
              <a:defRPr sz="1350" b="1">
                <a:solidFill>
                  <a:srgbClr val="557A96"/>
                </a:solidFill>
                <a:latin typeface="微软雅黑" panose="020B0503020204020204" charset="-122"/>
                <a:ea typeface="微软雅黑" panose="020B0503020204020204" charset="-122"/>
                <a:cs typeface="微软雅黑" panose="020B0503020204020204" charset="-122"/>
              </a:defRPr>
            </a:pPr>
            <a:r>
              <a:rPr sz="1350" b="1" dirty="0">
                <a:solidFill>
                  <a:srgbClr val="557A96"/>
                </a:solidFill>
                <a:latin typeface="微软雅黑" panose="020B0503020204020204" charset="-122"/>
                <a:ea typeface="微软雅黑" panose="020B0503020204020204" charset="-122"/>
                <a:cs typeface="微软雅黑" panose="020B0503020204020204" charset="-122"/>
              </a:rPr>
              <a:t>01</a:t>
            </a:r>
          </a:p>
        </p:txBody>
      </p:sp>
      <p:sp>
        <p:nvSpPr>
          <p:cNvPr id="95" name="stage-number"/>
          <p:cNvSpPr>
            <a:spLocks noGrp="1"/>
          </p:cNvSpPr>
          <p:nvPr/>
        </p:nvSpPr>
        <p:spPr>
          <a:xfrm>
            <a:off x="3895725" y="2970246"/>
            <a:ext cx="323850" cy="238125"/>
          </a:xfrm>
          <a:prstGeom prst="rect">
            <a:avLst/>
          </a:prstGeom>
          <a:noFill/>
          <a:ln w="0">
            <a:noFill/>
            <a:prstDash val="solid"/>
          </a:ln>
        </p:spPr>
        <p:txBody>
          <a:bodyPr wrap="none" lIns="0" tIns="0" rIns="0" bIns="0" anchor="ctr">
            <a:normAutofit/>
          </a:bodyPr>
          <a:lstStyle/>
          <a:p>
            <a:pPr algn="l">
              <a:defRPr sz="1350" b="1">
                <a:solidFill>
                  <a:srgbClr val="557A96"/>
                </a:solidFill>
                <a:latin typeface="微软雅黑" panose="020B0503020204020204" charset="-122"/>
                <a:ea typeface="微软雅黑" panose="020B0503020204020204" charset="-122"/>
                <a:cs typeface="微软雅黑" panose="020B0503020204020204" charset="-122"/>
              </a:defRPr>
            </a:pPr>
            <a:r>
              <a:rPr sz="1350" b="1" dirty="0" smtClean="0">
                <a:solidFill>
                  <a:srgbClr val="557A96"/>
                </a:solidFill>
                <a:latin typeface="微软雅黑" panose="020B0503020204020204" charset="-122"/>
                <a:ea typeface="微软雅黑" panose="020B0503020204020204" charset="-122"/>
                <a:cs typeface="微软雅黑" panose="020B0503020204020204" charset="-122"/>
              </a:rPr>
              <a:t>0</a:t>
            </a:r>
            <a:r>
              <a:rPr lang="en-US" sz="1350" b="1" dirty="0" smtClean="0">
                <a:solidFill>
                  <a:srgbClr val="557A96"/>
                </a:solidFill>
                <a:latin typeface="微软雅黑" panose="020B0503020204020204" charset="-122"/>
                <a:ea typeface="微软雅黑" panose="020B0503020204020204" charset="-122"/>
                <a:cs typeface="微软雅黑" panose="020B0503020204020204" charset="-122"/>
              </a:rPr>
              <a:t>2</a:t>
            </a:r>
            <a:endParaRPr sz="1350" b="1" dirty="0">
              <a:solidFill>
                <a:srgbClr val="557A96"/>
              </a:solidFill>
              <a:latin typeface="微软雅黑" panose="020B0503020204020204" charset="-122"/>
              <a:ea typeface="微软雅黑" panose="020B0503020204020204" charset="-122"/>
              <a:cs typeface="微软雅黑" panose="020B0503020204020204" charset="-122"/>
            </a:endParaRPr>
          </a:p>
        </p:txBody>
      </p:sp>
      <p:sp>
        <p:nvSpPr>
          <p:cNvPr id="96" name="stage-number"/>
          <p:cNvSpPr>
            <a:spLocks noGrp="1"/>
          </p:cNvSpPr>
          <p:nvPr/>
        </p:nvSpPr>
        <p:spPr>
          <a:xfrm>
            <a:off x="3900280" y="4065726"/>
            <a:ext cx="323850" cy="238125"/>
          </a:xfrm>
          <a:prstGeom prst="rect">
            <a:avLst/>
          </a:prstGeom>
          <a:noFill/>
          <a:ln w="0">
            <a:noFill/>
            <a:prstDash val="solid"/>
          </a:ln>
        </p:spPr>
        <p:txBody>
          <a:bodyPr wrap="none" lIns="0" tIns="0" rIns="0" bIns="0" anchor="ctr">
            <a:normAutofit/>
          </a:bodyPr>
          <a:lstStyle/>
          <a:p>
            <a:pPr algn="l">
              <a:defRPr sz="1350" b="1">
                <a:solidFill>
                  <a:srgbClr val="557A96"/>
                </a:solidFill>
                <a:latin typeface="微软雅黑" panose="020B0503020204020204" charset="-122"/>
                <a:ea typeface="微软雅黑" panose="020B0503020204020204" charset="-122"/>
                <a:cs typeface="微软雅黑" panose="020B0503020204020204" charset="-122"/>
              </a:defRPr>
            </a:pPr>
            <a:r>
              <a:rPr sz="1350" b="1" dirty="0" smtClean="0">
                <a:solidFill>
                  <a:srgbClr val="557A96"/>
                </a:solidFill>
                <a:latin typeface="微软雅黑" panose="020B0503020204020204" charset="-122"/>
                <a:ea typeface="微软雅黑" panose="020B0503020204020204" charset="-122"/>
                <a:cs typeface="微软雅黑" panose="020B0503020204020204" charset="-122"/>
              </a:rPr>
              <a:t>0</a:t>
            </a:r>
            <a:r>
              <a:rPr lang="en-US" sz="1350" b="1" dirty="0">
                <a:solidFill>
                  <a:srgbClr val="557A96"/>
                </a:solidFill>
                <a:latin typeface="微软雅黑" panose="020B0503020204020204" charset="-122"/>
                <a:ea typeface="微软雅黑" panose="020B0503020204020204" charset="-122"/>
                <a:cs typeface="微软雅黑" panose="020B0503020204020204" charset="-122"/>
              </a:rPr>
              <a:t>4</a:t>
            </a:r>
            <a:endParaRPr sz="1350" b="1" dirty="0">
              <a:solidFill>
                <a:srgbClr val="557A96"/>
              </a:solidFill>
              <a:latin typeface="微软雅黑" panose="020B0503020204020204" charset="-122"/>
              <a:ea typeface="微软雅黑" panose="020B0503020204020204" charset="-122"/>
              <a:cs typeface="微软雅黑" panose="020B0503020204020204" charset="-122"/>
            </a:endParaRPr>
          </a:p>
        </p:txBody>
      </p:sp>
      <p:sp>
        <p:nvSpPr>
          <p:cNvPr id="97" name="stage-number"/>
          <p:cNvSpPr>
            <a:spLocks noGrp="1"/>
          </p:cNvSpPr>
          <p:nvPr/>
        </p:nvSpPr>
        <p:spPr>
          <a:xfrm>
            <a:off x="3901937" y="3522801"/>
            <a:ext cx="323850" cy="238125"/>
          </a:xfrm>
          <a:prstGeom prst="rect">
            <a:avLst/>
          </a:prstGeom>
          <a:noFill/>
          <a:ln w="0">
            <a:noFill/>
            <a:prstDash val="solid"/>
          </a:ln>
        </p:spPr>
        <p:txBody>
          <a:bodyPr wrap="none" lIns="0" tIns="0" rIns="0" bIns="0" anchor="ctr">
            <a:normAutofit/>
          </a:bodyPr>
          <a:lstStyle/>
          <a:p>
            <a:pPr algn="l">
              <a:defRPr sz="1350" b="1">
                <a:solidFill>
                  <a:srgbClr val="557A96"/>
                </a:solidFill>
                <a:latin typeface="微软雅黑" panose="020B0503020204020204" charset="-122"/>
                <a:ea typeface="微软雅黑" panose="020B0503020204020204" charset="-122"/>
                <a:cs typeface="微软雅黑" panose="020B0503020204020204" charset="-122"/>
              </a:defRPr>
            </a:pPr>
            <a:r>
              <a:rPr sz="1350" b="1" dirty="0" smtClean="0">
                <a:solidFill>
                  <a:srgbClr val="557A96"/>
                </a:solidFill>
                <a:latin typeface="微软雅黑" panose="020B0503020204020204" charset="-122"/>
                <a:ea typeface="微软雅黑" panose="020B0503020204020204" charset="-122"/>
                <a:cs typeface="微软雅黑" panose="020B0503020204020204" charset="-122"/>
              </a:rPr>
              <a:t>0</a:t>
            </a:r>
            <a:r>
              <a:rPr lang="en-US" sz="1350" b="1" dirty="0" smtClean="0">
                <a:solidFill>
                  <a:srgbClr val="557A96"/>
                </a:solidFill>
                <a:latin typeface="微软雅黑" panose="020B0503020204020204" charset="-122"/>
                <a:ea typeface="微软雅黑" panose="020B0503020204020204" charset="-122"/>
                <a:cs typeface="微软雅黑" panose="020B0503020204020204" charset="-122"/>
              </a:rPr>
              <a:t>3</a:t>
            </a:r>
            <a:endParaRPr sz="1350" b="1" dirty="0">
              <a:solidFill>
                <a:srgbClr val="557A96"/>
              </a:solidFill>
              <a:latin typeface="微软雅黑" panose="020B0503020204020204" charset="-122"/>
              <a:ea typeface="微软雅黑" panose="020B0503020204020204" charset="-122"/>
              <a:cs typeface="微软雅黑" panose="020B0503020204020204" charset="-122"/>
            </a:endParaRPr>
          </a:p>
        </p:txBody>
      </p:sp>
      <p:sp>
        <p:nvSpPr>
          <p:cNvPr id="98" name="stage-number"/>
          <p:cNvSpPr>
            <a:spLocks noGrp="1"/>
          </p:cNvSpPr>
          <p:nvPr/>
        </p:nvSpPr>
        <p:spPr>
          <a:xfrm>
            <a:off x="3895725" y="4848225"/>
            <a:ext cx="323850" cy="238125"/>
          </a:xfrm>
          <a:prstGeom prst="rect">
            <a:avLst/>
          </a:prstGeom>
          <a:noFill/>
          <a:ln w="0">
            <a:noFill/>
            <a:prstDash val="solid"/>
          </a:ln>
        </p:spPr>
        <p:txBody>
          <a:bodyPr wrap="none" lIns="0" tIns="0" rIns="0" bIns="0" anchor="ctr">
            <a:normAutofit/>
          </a:bodyPr>
          <a:lstStyle/>
          <a:p>
            <a:pPr algn="l">
              <a:defRPr sz="1350" b="1">
                <a:solidFill>
                  <a:srgbClr val="557A96"/>
                </a:solidFill>
                <a:latin typeface="微软雅黑" panose="020B0503020204020204" charset="-122"/>
                <a:ea typeface="微软雅黑" panose="020B0503020204020204" charset="-122"/>
                <a:cs typeface="微软雅黑" panose="020B0503020204020204" charset="-122"/>
              </a:defRPr>
            </a:pPr>
            <a:r>
              <a:rPr sz="1350" b="1" dirty="0" smtClean="0">
                <a:solidFill>
                  <a:srgbClr val="557A96"/>
                </a:solidFill>
                <a:latin typeface="微软雅黑" panose="020B0503020204020204" charset="-122"/>
                <a:ea typeface="微软雅黑" panose="020B0503020204020204" charset="-122"/>
                <a:cs typeface="微软雅黑" panose="020B0503020204020204" charset="-122"/>
              </a:rPr>
              <a:t>0</a:t>
            </a:r>
            <a:r>
              <a:rPr lang="en-US" sz="1350" b="1" dirty="0" smtClean="0">
                <a:solidFill>
                  <a:srgbClr val="557A96"/>
                </a:solidFill>
                <a:latin typeface="微软雅黑" panose="020B0503020204020204" charset="-122"/>
                <a:ea typeface="微软雅黑" panose="020B0503020204020204" charset="-122"/>
                <a:cs typeface="微软雅黑" panose="020B0503020204020204" charset="-122"/>
              </a:rPr>
              <a:t>5</a:t>
            </a:r>
            <a:endParaRPr sz="1350" b="1" dirty="0">
              <a:solidFill>
                <a:srgbClr val="557A96"/>
              </a:solidFill>
              <a:latin typeface="微软雅黑" panose="020B0503020204020204" charset="-122"/>
              <a:ea typeface="微软雅黑" panose="020B0503020204020204" charset="-122"/>
              <a:cs typeface="微软雅黑" panose="020B0503020204020204" charset="-122"/>
            </a:endParaRPr>
          </a:p>
        </p:txBody>
      </p:sp>
      <p:sp>
        <p:nvSpPr>
          <p:cNvPr id="99" name="s13-title-rule"/>
          <p:cNvSpPr>
            <a:spLocks noGrp="1"/>
          </p:cNvSpPr>
          <p:nvPr/>
        </p:nvSpPr>
        <p:spPr>
          <a:xfrm>
            <a:off x="247650" y="714375"/>
            <a:ext cx="11734800" cy="19050"/>
          </a:xfrm>
          <a:prstGeom prst="rect">
            <a:avLst/>
          </a:prstGeom>
          <a:solidFill>
            <a:srgbClr val="5B7188"/>
          </a:solidFill>
          <a:ln w="0">
            <a:solidFill>
              <a:srgbClr val="294A6D"/>
            </a:solidFill>
            <a:prstDash val="solid"/>
          </a:ln>
          <a:effectLst/>
        </p:spPr>
      </p:sp>
      <p:sp>
        <p:nvSpPr>
          <p:cNvPr id="100" name="slide-1-title"/>
          <p:cNvSpPr>
            <a:spLocks noGrp="1"/>
          </p:cNvSpPr>
          <p:nvPr/>
        </p:nvSpPr>
        <p:spPr>
          <a:xfrm>
            <a:off x="342900" y="223460"/>
            <a:ext cx="635000" cy="495300"/>
          </a:xfrm>
          <a:prstGeom prst="rect">
            <a:avLst/>
          </a:prstGeom>
          <a:noFill/>
          <a:ln w="0">
            <a:noFill/>
            <a:prstDash val="solid"/>
          </a:ln>
          <a:effectLst/>
        </p:spPr>
        <p:txBody>
          <a:bodyPr wrap="square" lIns="0" tIns="0" rIns="0" bIns="0" anchor="t">
            <a:noAutofit/>
          </a:bodyPr>
          <a:lstStyle/>
          <a:p>
            <a:pPr>
              <a:buNone/>
              <a:defRPr sz="3000" b="1">
                <a:solidFill>
                  <a:srgbClr val="072A67"/>
                </a:solidFill>
                <a:latin typeface="微软雅黑" panose="020B0503020204020204" charset="-122"/>
                <a:ea typeface="微软雅黑" panose="020B0503020204020204" charset="-122"/>
                <a:cs typeface="微软雅黑" panose="020B0503020204020204" charset="-122"/>
              </a:defRPr>
            </a:pPr>
            <a:r>
              <a:rPr lang="en-US" sz="3000" b="1" dirty="0" smtClean="0">
                <a:solidFill>
                  <a:srgbClr val="243B53"/>
                </a:solidFill>
                <a:latin typeface="Arial" panose="020B0604020202020204" pitchFamily="34" charset="0"/>
                <a:ea typeface="微软雅黑" panose="020B0503020204020204" charset="-122"/>
                <a:cs typeface="微软雅黑" panose="020B0503020204020204" charset="-122"/>
              </a:rPr>
              <a:t>1.2</a:t>
            </a:r>
            <a:endParaRPr sz="3000" b="1" dirty="0">
              <a:solidFill>
                <a:srgbClr val="243B53"/>
              </a:solidFill>
              <a:latin typeface="Arial" panose="020B0604020202020204" pitchFamily="34" charset="0"/>
              <a:ea typeface="微软雅黑" panose="020B0503020204020204" charset="-122"/>
              <a:cs typeface="微软雅黑" panose="020B0503020204020204" charset="-122"/>
            </a:endParaRPr>
          </a:p>
        </p:txBody>
      </p:sp>
      <p:sp>
        <p:nvSpPr>
          <p:cNvPr id="101" name="slide-7-page-number"/>
          <p:cNvSpPr>
            <a:spLocks noGrp="1"/>
          </p:cNvSpPr>
          <p:nvPr/>
        </p:nvSpPr>
        <p:spPr>
          <a:xfrm>
            <a:off x="11366500" y="317500"/>
            <a:ext cx="330200" cy="279400"/>
          </a:xfrm>
          <a:prstGeom prst="roundRect">
            <a:avLst>
              <a:gd name="adj" fmla="val 14706"/>
            </a:avLst>
          </a:prstGeom>
          <a:noFill/>
          <a:ln w="9525">
            <a:noFill/>
            <a:prstDash val="solid"/>
          </a:ln>
          <a:effectLst/>
          <a:extLst>
            <a:ext uri="{909E8E84-426E-40DD-AFC4-6F175D3DCCD1}">
              <a14:hiddenFill xmlns:a14="http://schemas.microsoft.com/office/drawing/2010/main">
                <a:solidFill>
                  <a:srgbClr val="294A6D"/>
                </a:solidFill>
              </a14:hiddenFill>
            </a:ext>
            <a:ext uri="{91240B29-F687-4F45-9708-019B960494DF}">
              <a14:hiddenLine xmlns:a14="http://schemas.microsoft.com/office/drawing/2010/main" w="9525">
                <a:solidFill>
                  <a:srgbClr val="294A6D"/>
                </a:solidFill>
                <a:prstDash val="solid"/>
              </a14:hiddenLine>
            </a:ext>
          </a:extLst>
        </p:spPr>
        <p:txBody>
          <a:bodyPr wrap="square" lIns="0" tIns="0" rIns="0" bIns="0" anchor="ctr">
            <a:noAutofit/>
          </a:bodyPr>
          <a:lstStyle/>
          <a:p>
            <a:pPr algn="ctr">
              <a:buNone/>
              <a:defRPr sz="1200" b="1">
                <a:solidFill>
                  <a:srgbClr val="FFFFFF"/>
                </a:solidFill>
                <a:latin typeface="微软雅黑" panose="020B0503020204020204" charset="-122"/>
                <a:ea typeface="微软雅黑" panose="020B0503020204020204" charset="-122"/>
                <a:cs typeface="微软雅黑" panose="020B0503020204020204" charset="-122"/>
              </a:defRPr>
            </a:pPr>
            <a:r>
              <a:rPr lang="en-US" sz="1200" b="1" dirty="0">
                <a:solidFill>
                  <a:srgbClr val="66737F"/>
                </a:solidFill>
                <a:latin typeface="Arial" panose="020B0604020202020204" pitchFamily="34" charset="0"/>
                <a:ea typeface="微软雅黑" panose="020B0503020204020204" charset="-122"/>
                <a:cs typeface="微软雅黑" panose="020B0503020204020204" charset="-122"/>
              </a:rPr>
              <a:t>2</a:t>
            </a:r>
          </a:p>
        </p:txBody>
      </p:sp>
      <p:sp>
        <p:nvSpPr>
          <p:cNvPr id="89" name="文本框 88"/>
          <p:cNvSpPr txBox="1"/>
          <p:nvPr/>
        </p:nvSpPr>
        <p:spPr>
          <a:xfrm>
            <a:off x="5552925" y="5355878"/>
            <a:ext cx="2876850" cy="461665"/>
          </a:xfrm>
          <a:prstGeom prst="rect">
            <a:avLst/>
          </a:prstGeom>
          <a:noFill/>
        </p:spPr>
        <p:txBody>
          <a:bodyPr wrap="square" rtlCol="0">
            <a:spAutoFit/>
          </a:bodyPr>
          <a:lstStyle/>
          <a:p>
            <a:r>
              <a:rPr lang="en-US" altLang="zh-CN" sz="1200" b="1" dirty="0">
                <a:solidFill>
                  <a:srgbClr val="557A96"/>
                </a:solidFill>
                <a:latin typeface="微软雅黑" panose="020B0503020204020204" charset="-122"/>
                <a:ea typeface="微软雅黑" panose="020B0503020204020204" charset="-122"/>
                <a:cs typeface="微软雅黑" panose="020B0503020204020204" charset="-122"/>
              </a:rPr>
              <a:t>Policy </a:t>
            </a:r>
            <a:r>
              <a:rPr lang="zh-CN" altLang="en-US" sz="1200" b="1" dirty="0">
                <a:solidFill>
                  <a:srgbClr val="557A96"/>
                </a:solidFill>
                <a:latin typeface="微软雅黑" panose="020B0503020204020204" charset="-122"/>
                <a:ea typeface="微软雅黑" panose="020B0503020204020204" charset="-122"/>
                <a:cs typeface="微软雅黑" panose="020B0503020204020204" charset="-122"/>
              </a:rPr>
              <a:t>定义</a:t>
            </a:r>
            <a:r>
              <a:rPr lang="zh-CN" altLang="en-US" sz="1200" b="1" dirty="0" smtClean="0">
                <a:solidFill>
                  <a:srgbClr val="557A96"/>
                </a:solidFill>
                <a:latin typeface="微软雅黑" panose="020B0503020204020204" charset="-122"/>
                <a:ea typeface="微软雅黑" panose="020B0503020204020204" charset="-122"/>
                <a:cs typeface="微软雅黑" panose="020B0503020204020204" charset="-122"/>
              </a:rPr>
              <a:t>“必须如何做”</a:t>
            </a:r>
            <a:endParaRPr lang="zh-CN" altLang="en-US" sz="1200" b="1" dirty="0">
              <a:solidFill>
                <a:srgbClr val="557A96"/>
              </a:solidFill>
              <a:latin typeface="微软雅黑" panose="020B0503020204020204" charset="-122"/>
              <a:ea typeface="微软雅黑" panose="020B0503020204020204" charset="-122"/>
              <a:cs typeface="微软雅黑" panose="020B0503020204020204" charset="-122"/>
            </a:endParaRPr>
          </a:p>
          <a:p>
            <a:endParaRPr lang="zh-CN" altLang="en-US" sz="1200" dirty="0"/>
          </a:p>
        </p:txBody>
      </p:sp>
    </p:spTree>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lumn-divider"/>
          <p:cNvSpPr>
            <a:spLocks noGrp="1"/>
          </p:cNvSpPr>
          <p:nvPr/>
        </p:nvSpPr>
        <p:spPr>
          <a:xfrm>
            <a:off x="4781550" y="1295400"/>
            <a:ext cx="0" cy="4610100"/>
          </a:xfrm>
          <a:prstGeom prst="line">
            <a:avLst/>
          </a:prstGeom>
          <a:noFill/>
          <a:ln w="9525">
            <a:solidFill>
              <a:srgbClr val="D8DEE3"/>
            </a:solidFill>
            <a:prstDash val="solid"/>
          </a:ln>
        </p:spPr>
      </p:sp>
      <p:sp>
        <p:nvSpPr>
          <p:cNvPr id="4" name="left-heading-rule"/>
          <p:cNvSpPr>
            <a:spLocks noGrp="1"/>
          </p:cNvSpPr>
          <p:nvPr/>
        </p:nvSpPr>
        <p:spPr>
          <a:xfrm>
            <a:off x="609600" y="1524000"/>
            <a:ext cx="4000500" cy="0"/>
          </a:xfrm>
          <a:prstGeom prst="line">
            <a:avLst/>
          </a:prstGeom>
          <a:noFill/>
          <a:ln w="9525">
            <a:solidFill>
              <a:srgbClr val="D8DEE3"/>
            </a:solidFill>
            <a:prstDash val="solid"/>
          </a:ln>
        </p:spPr>
      </p:sp>
      <p:sp>
        <p:nvSpPr>
          <p:cNvPr id="5" name="right-heading-rule"/>
          <p:cNvSpPr>
            <a:spLocks noGrp="1"/>
          </p:cNvSpPr>
          <p:nvPr/>
        </p:nvSpPr>
        <p:spPr>
          <a:xfrm>
            <a:off x="4953000" y="1524000"/>
            <a:ext cx="6629400" cy="0"/>
          </a:xfrm>
          <a:prstGeom prst="line">
            <a:avLst/>
          </a:prstGeom>
          <a:noFill/>
          <a:ln w="9525">
            <a:solidFill>
              <a:srgbClr val="D8DEE3"/>
            </a:solidFill>
            <a:prstDash val="solid"/>
          </a:ln>
        </p:spPr>
      </p:sp>
      <p:sp>
        <p:nvSpPr>
          <p:cNvPr id="6" name="slide-title"/>
          <p:cNvSpPr>
            <a:spLocks noGrp="1"/>
          </p:cNvSpPr>
          <p:nvPr/>
        </p:nvSpPr>
        <p:spPr>
          <a:xfrm>
            <a:off x="1095375" y="190500"/>
            <a:ext cx="9810750" cy="561975"/>
          </a:xfrm>
          <a:prstGeom prst="rect">
            <a:avLst/>
          </a:prstGeom>
          <a:noFill/>
          <a:ln w="0">
            <a:noFill/>
            <a:prstDash val="solid"/>
          </a:ln>
        </p:spPr>
        <p:txBody>
          <a:bodyPr wrap="none" lIns="0" tIns="0" rIns="0" bIns="0" anchor="ctr">
            <a:normAutofit/>
          </a:bodyPr>
          <a:lstStyle/>
          <a:p>
            <a:pPr algn="l">
              <a:defRPr sz="3300" b="1">
                <a:solidFill>
                  <a:srgbClr val="252B31"/>
                </a:solidFill>
                <a:latin typeface="微软雅黑" panose="020B0503020204020204" charset="-122"/>
                <a:ea typeface="微软雅黑" panose="020B0503020204020204" charset="-122"/>
                <a:cs typeface="微软雅黑" panose="020B0503020204020204" charset="-122"/>
              </a:defRPr>
            </a:pPr>
            <a:r>
              <a:rPr sz="2700" b="1" dirty="0" err="1">
                <a:solidFill>
                  <a:srgbClr val="243B53"/>
                </a:solidFill>
                <a:latin typeface="Arial" panose="020B0604020202020204" pitchFamily="34" charset="0"/>
                <a:ea typeface="微软雅黑" panose="020B0503020204020204" charset="-122"/>
                <a:cs typeface="微软雅黑" panose="020B0503020204020204" charset="-122"/>
              </a:rPr>
              <a:t>Workflow：如何控制任务一步步向前推进</a:t>
            </a:r>
            <a:endParaRPr sz="2700" b="1" dirty="0">
              <a:solidFill>
                <a:srgbClr val="243B53"/>
              </a:solidFill>
              <a:latin typeface="Arial" panose="020B0604020202020204" pitchFamily="34" charset="0"/>
              <a:ea typeface="微软雅黑" panose="020B0503020204020204" charset="-122"/>
              <a:cs typeface="微软雅黑" panose="020B0503020204020204" charset="-122"/>
            </a:endParaRPr>
          </a:p>
        </p:txBody>
      </p:sp>
      <p:sp>
        <p:nvSpPr>
          <p:cNvPr id="8" name="left-heading"/>
          <p:cNvSpPr>
            <a:spLocks noGrp="1"/>
          </p:cNvSpPr>
          <p:nvPr/>
        </p:nvSpPr>
        <p:spPr>
          <a:xfrm>
            <a:off x="609600" y="1209675"/>
            <a:ext cx="3695700" cy="285750"/>
          </a:xfrm>
          <a:prstGeom prst="rect">
            <a:avLst/>
          </a:prstGeom>
          <a:noFill/>
          <a:ln w="0">
            <a:noFill/>
            <a:prstDash val="solid"/>
          </a:ln>
        </p:spPr>
        <p:txBody>
          <a:bodyPr wrap="none" lIns="0" tIns="0" rIns="0" bIns="0" anchor="ctr">
            <a:normAutofit fontScale="99760"/>
          </a:bodyPr>
          <a:lstStyle/>
          <a:p>
            <a:pPr algn="l">
              <a:defRPr sz="1800" b="1">
                <a:solidFill>
                  <a:srgbClr val="252B31"/>
                </a:solidFill>
                <a:latin typeface="微软雅黑" panose="020B0503020204020204" charset="-122"/>
                <a:ea typeface="微软雅黑" panose="020B0503020204020204" charset="-122"/>
                <a:cs typeface="微软雅黑" panose="020B0503020204020204" charset="-122"/>
              </a:defRPr>
            </a:pPr>
            <a:r>
              <a:rPr sz="1800" b="1">
                <a:solidFill>
                  <a:srgbClr val="252B31"/>
                </a:solidFill>
                <a:latin typeface="微软雅黑" panose="020B0503020204020204" charset="-122"/>
                <a:ea typeface="微软雅黑" panose="020B0503020204020204" charset="-122"/>
                <a:cs typeface="微软雅黑" panose="020B0503020204020204" charset="-122"/>
              </a:rPr>
              <a:t>SKILL.md 示例（Workflow 展开）</a:t>
            </a:r>
          </a:p>
        </p:txBody>
      </p:sp>
      <p:sp>
        <p:nvSpPr>
          <p:cNvPr id="9" name="right-heading"/>
          <p:cNvSpPr>
            <a:spLocks noGrp="1"/>
          </p:cNvSpPr>
          <p:nvPr/>
        </p:nvSpPr>
        <p:spPr>
          <a:xfrm>
            <a:off x="4953000" y="1209675"/>
            <a:ext cx="2952750" cy="285750"/>
          </a:xfrm>
          <a:prstGeom prst="rect">
            <a:avLst/>
          </a:prstGeom>
          <a:noFill/>
          <a:ln w="0">
            <a:noFill/>
            <a:prstDash val="solid"/>
          </a:ln>
        </p:spPr>
        <p:txBody>
          <a:bodyPr wrap="none" lIns="0" tIns="0" rIns="0" bIns="0" anchor="ctr">
            <a:normAutofit/>
          </a:bodyPr>
          <a:lstStyle/>
          <a:p>
            <a:pPr algn="l">
              <a:defRPr sz="1875" b="1">
                <a:solidFill>
                  <a:srgbClr val="252B31"/>
                </a:solidFill>
                <a:latin typeface="微软雅黑" panose="020B0503020204020204" charset="-122"/>
                <a:ea typeface="微软雅黑" panose="020B0503020204020204" charset="-122"/>
                <a:cs typeface="微软雅黑" panose="020B0503020204020204" charset="-122"/>
              </a:defRPr>
            </a:pPr>
            <a:r>
              <a:rPr sz="1875" b="1">
                <a:solidFill>
                  <a:srgbClr val="252B31"/>
                </a:solidFill>
                <a:latin typeface="微软雅黑" panose="020B0503020204020204" charset="-122"/>
                <a:ea typeface="微软雅黑" panose="020B0503020204020204" charset="-122"/>
                <a:cs typeface="微软雅黑" panose="020B0503020204020204" charset="-122"/>
              </a:rPr>
              <a:t>Workflow 内部结构</a:t>
            </a:r>
          </a:p>
        </p:txBody>
      </p:sp>
      <p:sp>
        <p:nvSpPr>
          <p:cNvPr id="10" name="editor-frame"/>
          <p:cNvSpPr>
            <a:spLocks noGrp="1"/>
          </p:cNvSpPr>
          <p:nvPr/>
        </p:nvSpPr>
        <p:spPr>
          <a:xfrm>
            <a:off x="609600" y="1600200"/>
            <a:ext cx="4000500" cy="4286250"/>
          </a:xfrm>
          <a:prstGeom prst="rect">
            <a:avLst/>
          </a:prstGeom>
          <a:solidFill>
            <a:srgbClr val="FFFFFF"/>
          </a:solidFill>
          <a:ln w="9525">
            <a:solidFill>
              <a:srgbClr val="D8DEE3"/>
            </a:solidFill>
            <a:prstDash val="solid"/>
          </a:ln>
        </p:spPr>
      </p:sp>
      <p:sp>
        <p:nvSpPr>
          <p:cNvPr id="11" name="editor-header"/>
          <p:cNvSpPr>
            <a:spLocks noGrp="1"/>
          </p:cNvSpPr>
          <p:nvPr/>
        </p:nvSpPr>
        <p:spPr>
          <a:xfrm>
            <a:off x="609600" y="1600200"/>
            <a:ext cx="4000500" cy="323850"/>
          </a:xfrm>
          <a:prstGeom prst="rect">
            <a:avLst/>
          </a:prstGeom>
          <a:solidFill>
            <a:srgbClr val="F3F4F5"/>
          </a:solidFill>
          <a:ln w="9525">
            <a:solidFill>
              <a:srgbClr val="D8DEE3"/>
            </a:solidFill>
            <a:prstDash val="solid"/>
          </a:ln>
        </p:spPr>
      </p:sp>
      <p:sp>
        <p:nvSpPr>
          <p:cNvPr id="12" name="editor-label"/>
          <p:cNvSpPr>
            <a:spLocks noGrp="1"/>
          </p:cNvSpPr>
          <p:nvPr/>
        </p:nvSpPr>
        <p:spPr>
          <a:xfrm>
            <a:off x="781050" y="1647825"/>
            <a:ext cx="3238500" cy="228600"/>
          </a:xfrm>
          <a:prstGeom prst="rect">
            <a:avLst/>
          </a:prstGeom>
          <a:noFill/>
          <a:ln w="0">
            <a:noFill/>
            <a:prstDash val="solid"/>
          </a:ln>
        </p:spPr>
        <p:txBody>
          <a:bodyPr wrap="none" lIns="0" tIns="0" rIns="0" bIns="0" anchor="ctr">
            <a:normAutofit/>
          </a:bodyPr>
          <a:lstStyle/>
          <a:p>
            <a:pPr algn="l">
              <a:defRPr sz="1350" b="1">
                <a:solidFill>
                  <a:srgbClr val="252B31"/>
                </a:solidFill>
                <a:latin typeface="Consolas" panose="020B0609020204030204"/>
                <a:ea typeface="Consolas" panose="020B0609020204030204"/>
                <a:cs typeface="Consolas" panose="020B0609020204030204"/>
              </a:defRPr>
            </a:pPr>
            <a:r>
              <a:rPr sz="1350" b="1" dirty="0" smtClean="0">
                <a:solidFill>
                  <a:srgbClr val="252B31"/>
                </a:solidFill>
                <a:latin typeface="Consolas" panose="020B0609020204030204"/>
                <a:ea typeface="Consolas" panose="020B0609020204030204"/>
                <a:cs typeface="Consolas" panose="020B0609020204030204"/>
              </a:rPr>
              <a:t>SKILL.md</a:t>
            </a:r>
            <a:endParaRPr sz="1350" b="1" dirty="0">
              <a:solidFill>
                <a:srgbClr val="252B31"/>
              </a:solidFill>
              <a:latin typeface="Consolas" panose="020B0609020204030204"/>
              <a:ea typeface="Consolas" panose="020B0609020204030204"/>
              <a:cs typeface="Consolas" panose="020B0609020204030204"/>
            </a:endParaRPr>
          </a:p>
        </p:txBody>
      </p:sp>
      <p:sp>
        <p:nvSpPr>
          <p:cNvPr id="13" name="compressed-sections"/>
          <p:cNvSpPr>
            <a:spLocks noGrp="1"/>
          </p:cNvSpPr>
          <p:nvPr/>
        </p:nvSpPr>
        <p:spPr>
          <a:xfrm>
            <a:off x="742950" y="2009775"/>
            <a:ext cx="3733800" cy="876300"/>
          </a:xfrm>
          <a:prstGeom prst="rect">
            <a:avLst/>
          </a:prstGeom>
          <a:solidFill>
            <a:srgbClr val="F7F9FA"/>
          </a:solidFill>
          <a:ln w="6668">
            <a:solidFill>
              <a:srgbClr val="D8DEE3"/>
            </a:solidFill>
            <a:prstDash val="solid"/>
          </a:ln>
        </p:spPr>
      </p:sp>
      <p:sp>
        <p:nvSpPr>
          <p:cNvPr id="14" name="compressed-accent"/>
          <p:cNvSpPr>
            <a:spLocks noGrp="1"/>
          </p:cNvSpPr>
          <p:nvPr/>
        </p:nvSpPr>
        <p:spPr>
          <a:xfrm>
            <a:off x="742950" y="2009775"/>
            <a:ext cx="28575" cy="876300"/>
          </a:xfrm>
          <a:prstGeom prst="rect">
            <a:avLst/>
          </a:prstGeom>
          <a:solidFill>
            <a:srgbClr val="7F9DB2"/>
          </a:solidFill>
          <a:ln w="0">
            <a:noFill/>
            <a:prstDash val="solid"/>
          </a:ln>
        </p:spPr>
      </p:sp>
      <p:sp>
        <p:nvSpPr>
          <p:cNvPr id="15" name="compact-0-label"/>
          <p:cNvSpPr>
            <a:spLocks noGrp="1"/>
          </p:cNvSpPr>
          <p:nvPr/>
        </p:nvSpPr>
        <p:spPr>
          <a:xfrm>
            <a:off x="895350" y="2066925"/>
            <a:ext cx="2524125" cy="180975"/>
          </a:xfrm>
          <a:prstGeom prst="rect">
            <a:avLst/>
          </a:prstGeom>
          <a:noFill/>
          <a:ln w="0">
            <a:noFill/>
            <a:prstDash val="solid"/>
          </a:ln>
        </p:spPr>
        <p:txBody>
          <a:bodyPr wrap="none" lIns="0" tIns="0" rIns="0" bIns="0" anchor="ctr">
            <a:normAutofit fontScale="95921" lnSpcReduction="10000"/>
          </a:bodyPr>
          <a:lstStyle/>
          <a:p>
            <a:pPr algn="l">
              <a:defRPr sz="1240" b="0">
                <a:solidFill>
                  <a:srgbClr val="68727B"/>
                </a:solidFill>
                <a:latin typeface="Consolas" panose="020B0609020204030204"/>
                <a:ea typeface="Consolas" panose="020B0609020204030204"/>
                <a:cs typeface="Consolas" panose="020B0609020204030204"/>
              </a:defRPr>
            </a:pPr>
            <a:r>
              <a:rPr sz="1240" b="0">
                <a:solidFill>
                  <a:srgbClr val="68727B"/>
                </a:solidFill>
                <a:latin typeface="Consolas" panose="020B0609020204030204"/>
                <a:ea typeface="Consolas" panose="020B0609020204030204"/>
                <a:cs typeface="Consolas" panose="020B0609020204030204"/>
              </a:rPr>
              <a:t>Metadata</a:t>
            </a:r>
          </a:p>
        </p:txBody>
      </p:sp>
      <p:sp>
        <p:nvSpPr>
          <p:cNvPr id="16" name="compact-0-dots"/>
          <p:cNvSpPr>
            <a:spLocks noGrp="1"/>
          </p:cNvSpPr>
          <p:nvPr/>
        </p:nvSpPr>
        <p:spPr>
          <a:xfrm>
            <a:off x="3886200" y="2066925"/>
            <a:ext cx="400050" cy="180975"/>
          </a:xfrm>
          <a:prstGeom prst="rect">
            <a:avLst/>
          </a:prstGeom>
          <a:noFill/>
          <a:ln w="0">
            <a:noFill/>
            <a:prstDash val="solid"/>
          </a:ln>
        </p:spPr>
        <p:txBody>
          <a:bodyPr wrap="none" lIns="0" tIns="0" rIns="0" bIns="0" anchor="ctr">
            <a:normAutofit fontScale="95921" lnSpcReduction="10000"/>
          </a:bodyPr>
          <a:lstStyle/>
          <a:p>
            <a:pPr algn="r">
              <a:defRPr sz="1240" b="1">
                <a:solidFill>
                  <a:srgbClr val="68727B"/>
                </a:solidFill>
                <a:latin typeface="微软雅黑" panose="020B0503020204020204" charset="-122"/>
                <a:ea typeface="微软雅黑" panose="020B0503020204020204" charset="-122"/>
                <a:cs typeface="微软雅黑" panose="020B0503020204020204" charset="-122"/>
              </a:defRPr>
            </a:pPr>
            <a:r>
              <a:rPr sz="1240" b="1" dirty="0">
                <a:solidFill>
                  <a:srgbClr val="68727B"/>
                </a:solidFill>
                <a:latin typeface="微软雅黑" panose="020B0503020204020204" charset="-122"/>
                <a:ea typeface="微软雅黑" panose="020B0503020204020204" charset="-122"/>
                <a:cs typeface="微软雅黑" panose="020B0503020204020204" charset="-122"/>
              </a:rPr>
              <a:t>···</a:t>
            </a:r>
          </a:p>
        </p:txBody>
      </p:sp>
      <p:sp>
        <p:nvSpPr>
          <p:cNvPr id="17" name="compact-1-label"/>
          <p:cNvSpPr>
            <a:spLocks noGrp="1"/>
          </p:cNvSpPr>
          <p:nvPr/>
        </p:nvSpPr>
        <p:spPr>
          <a:xfrm>
            <a:off x="895350" y="2257425"/>
            <a:ext cx="2524125" cy="180975"/>
          </a:xfrm>
          <a:prstGeom prst="rect">
            <a:avLst/>
          </a:prstGeom>
          <a:noFill/>
          <a:ln w="0">
            <a:noFill/>
            <a:prstDash val="solid"/>
          </a:ln>
        </p:spPr>
        <p:txBody>
          <a:bodyPr wrap="none" lIns="0" tIns="0" rIns="0" bIns="0" anchor="ctr">
            <a:normAutofit fontScale="95921" lnSpcReduction="10000"/>
          </a:bodyPr>
          <a:lstStyle/>
          <a:p>
            <a:pPr algn="l">
              <a:defRPr sz="1240" b="0">
                <a:solidFill>
                  <a:srgbClr val="68727B"/>
                </a:solidFill>
                <a:latin typeface="Consolas" panose="020B0609020204030204"/>
                <a:ea typeface="Consolas" panose="020B0609020204030204"/>
                <a:cs typeface="Consolas" panose="020B0609020204030204"/>
              </a:defRPr>
            </a:pPr>
            <a:r>
              <a:rPr sz="1240" b="0">
                <a:solidFill>
                  <a:srgbClr val="68727B"/>
                </a:solidFill>
                <a:latin typeface="Consolas" panose="020B0609020204030204"/>
                <a:ea typeface="Consolas" panose="020B0609020204030204"/>
                <a:cs typeface="Consolas" panose="020B0609020204030204"/>
              </a:rPr>
              <a:t>Overview</a:t>
            </a:r>
          </a:p>
        </p:txBody>
      </p:sp>
      <p:sp>
        <p:nvSpPr>
          <p:cNvPr id="18" name="compact-1-dots"/>
          <p:cNvSpPr>
            <a:spLocks noGrp="1"/>
          </p:cNvSpPr>
          <p:nvPr/>
        </p:nvSpPr>
        <p:spPr>
          <a:xfrm>
            <a:off x="3886200" y="2257425"/>
            <a:ext cx="400050" cy="180975"/>
          </a:xfrm>
          <a:prstGeom prst="rect">
            <a:avLst/>
          </a:prstGeom>
          <a:noFill/>
          <a:ln w="0">
            <a:noFill/>
            <a:prstDash val="solid"/>
          </a:ln>
        </p:spPr>
        <p:txBody>
          <a:bodyPr wrap="none" lIns="0" tIns="0" rIns="0" bIns="0" anchor="ctr">
            <a:normAutofit fontScale="95921" lnSpcReduction="10000"/>
          </a:bodyPr>
          <a:lstStyle/>
          <a:p>
            <a:pPr algn="r">
              <a:defRPr sz="1240" b="1">
                <a:solidFill>
                  <a:srgbClr val="68727B"/>
                </a:solidFill>
                <a:latin typeface="微软雅黑" panose="020B0503020204020204" charset="-122"/>
                <a:ea typeface="微软雅黑" panose="020B0503020204020204" charset="-122"/>
                <a:cs typeface="微软雅黑" panose="020B0503020204020204" charset="-122"/>
              </a:defRPr>
            </a:pPr>
            <a:r>
              <a:rPr sz="1240" b="1">
                <a:solidFill>
                  <a:srgbClr val="68727B"/>
                </a:solidFill>
                <a:latin typeface="微软雅黑" panose="020B0503020204020204" charset="-122"/>
                <a:ea typeface="微软雅黑" panose="020B0503020204020204" charset="-122"/>
                <a:cs typeface="微软雅黑" panose="020B0503020204020204" charset="-122"/>
              </a:rPr>
              <a:t>···</a:t>
            </a:r>
          </a:p>
        </p:txBody>
      </p:sp>
      <p:sp>
        <p:nvSpPr>
          <p:cNvPr id="19" name="compact-2-label"/>
          <p:cNvSpPr>
            <a:spLocks noGrp="1"/>
          </p:cNvSpPr>
          <p:nvPr/>
        </p:nvSpPr>
        <p:spPr>
          <a:xfrm>
            <a:off x="895350" y="2447925"/>
            <a:ext cx="2524125" cy="180975"/>
          </a:xfrm>
          <a:prstGeom prst="rect">
            <a:avLst/>
          </a:prstGeom>
          <a:noFill/>
          <a:ln w="0">
            <a:noFill/>
            <a:prstDash val="solid"/>
          </a:ln>
        </p:spPr>
        <p:txBody>
          <a:bodyPr wrap="none" lIns="0" tIns="0" rIns="0" bIns="0" anchor="ctr">
            <a:normAutofit fontScale="95921" lnSpcReduction="10000"/>
          </a:bodyPr>
          <a:lstStyle/>
          <a:p>
            <a:pPr algn="l">
              <a:defRPr sz="1240" b="0">
                <a:solidFill>
                  <a:srgbClr val="68727B"/>
                </a:solidFill>
                <a:latin typeface="Consolas" panose="020B0609020204030204"/>
                <a:ea typeface="Consolas" panose="020B0609020204030204"/>
                <a:cs typeface="Consolas" panose="020B0609020204030204"/>
              </a:defRPr>
            </a:pPr>
            <a:r>
              <a:rPr sz="1240" b="0">
                <a:solidFill>
                  <a:srgbClr val="68727B"/>
                </a:solidFill>
                <a:latin typeface="Consolas" panose="020B0609020204030204"/>
                <a:ea typeface="Consolas" panose="020B0609020204030204"/>
                <a:cs typeface="Consolas" panose="020B0609020204030204"/>
              </a:rPr>
              <a:t>Execution Policy</a:t>
            </a:r>
          </a:p>
        </p:txBody>
      </p:sp>
      <p:sp>
        <p:nvSpPr>
          <p:cNvPr id="20" name="compact-2-dots"/>
          <p:cNvSpPr>
            <a:spLocks noGrp="1"/>
          </p:cNvSpPr>
          <p:nvPr/>
        </p:nvSpPr>
        <p:spPr>
          <a:xfrm>
            <a:off x="3886200" y="2447925"/>
            <a:ext cx="400050" cy="180975"/>
          </a:xfrm>
          <a:prstGeom prst="rect">
            <a:avLst/>
          </a:prstGeom>
          <a:noFill/>
          <a:ln w="0">
            <a:noFill/>
            <a:prstDash val="solid"/>
          </a:ln>
        </p:spPr>
        <p:txBody>
          <a:bodyPr wrap="none" lIns="0" tIns="0" rIns="0" bIns="0" anchor="ctr">
            <a:normAutofit fontScale="95921" lnSpcReduction="10000"/>
          </a:bodyPr>
          <a:lstStyle/>
          <a:p>
            <a:pPr algn="r">
              <a:defRPr sz="1240" b="1">
                <a:solidFill>
                  <a:srgbClr val="68727B"/>
                </a:solidFill>
                <a:latin typeface="微软雅黑" panose="020B0503020204020204" charset="-122"/>
                <a:ea typeface="微软雅黑" panose="020B0503020204020204" charset="-122"/>
                <a:cs typeface="微软雅黑" panose="020B0503020204020204" charset="-122"/>
              </a:defRPr>
            </a:pPr>
            <a:r>
              <a:rPr sz="1240" b="1">
                <a:solidFill>
                  <a:srgbClr val="68727B"/>
                </a:solidFill>
                <a:latin typeface="微软雅黑" panose="020B0503020204020204" charset="-122"/>
                <a:ea typeface="微软雅黑" panose="020B0503020204020204" charset="-122"/>
                <a:cs typeface="微软雅黑" panose="020B0503020204020204" charset="-122"/>
              </a:rPr>
              <a:t>···</a:t>
            </a:r>
          </a:p>
        </p:txBody>
      </p:sp>
      <p:sp>
        <p:nvSpPr>
          <p:cNvPr id="21" name="compact-3-label"/>
          <p:cNvSpPr>
            <a:spLocks noGrp="1"/>
          </p:cNvSpPr>
          <p:nvPr/>
        </p:nvSpPr>
        <p:spPr>
          <a:xfrm>
            <a:off x="895350" y="2638425"/>
            <a:ext cx="2524125" cy="180975"/>
          </a:xfrm>
          <a:prstGeom prst="rect">
            <a:avLst/>
          </a:prstGeom>
          <a:noFill/>
          <a:ln w="0">
            <a:noFill/>
            <a:prstDash val="solid"/>
          </a:ln>
        </p:spPr>
        <p:txBody>
          <a:bodyPr wrap="none" lIns="0" tIns="0" rIns="0" bIns="0" anchor="ctr">
            <a:normAutofit fontScale="95921" lnSpcReduction="10000"/>
          </a:bodyPr>
          <a:lstStyle/>
          <a:p>
            <a:pPr algn="l">
              <a:defRPr sz="1240" b="0">
                <a:solidFill>
                  <a:srgbClr val="68727B"/>
                </a:solidFill>
                <a:latin typeface="Consolas" panose="020B0609020204030204"/>
                <a:ea typeface="Consolas" panose="020B0609020204030204"/>
                <a:cs typeface="Consolas" panose="020B0609020204030204"/>
              </a:defRPr>
            </a:pPr>
            <a:r>
              <a:rPr sz="1240" b="0">
                <a:solidFill>
                  <a:srgbClr val="68727B"/>
                </a:solidFill>
                <a:latin typeface="Consolas" panose="020B0609020204030204"/>
                <a:ea typeface="Consolas" panose="020B0609020204030204"/>
                <a:cs typeface="Consolas" panose="020B0609020204030204"/>
              </a:rPr>
              <a:t>Input / Output Contract</a:t>
            </a:r>
          </a:p>
        </p:txBody>
      </p:sp>
      <p:sp>
        <p:nvSpPr>
          <p:cNvPr id="22" name="compact-3-dots"/>
          <p:cNvSpPr>
            <a:spLocks noGrp="1"/>
          </p:cNvSpPr>
          <p:nvPr/>
        </p:nvSpPr>
        <p:spPr>
          <a:xfrm>
            <a:off x="3886200" y="2638425"/>
            <a:ext cx="400050" cy="180975"/>
          </a:xfrm>
          <a:prstGeom prst="rect">
            <a:avLst/>
          </a:prstGeom>
          <a:noFill/>
          <a:ln w="0">
            <a:noFill/>
            <a:prstDash val="solid"/>
          </a:ln>
        </p:spPr>
        <p:txBody>
          <a:bodyPr wrap="none" lIns="0" tIns="0" rIns="0" bIns="0" anchor="ctr">
            <a:normAutofit fontScale="95921" lnSpcReduction="10000"/>
          </a:bodyPr>
          <a:lstStyle/>
          <a:p>
            <a:pPr algn="r">
              <a:defRPr sz="1240" b="1">
                <a:solidFill>
                  <a:srgbClr val="68727B"/>
                </a:solidFill>
                <a:latin typeface="微软雅黑" panose="020B0503020204020204" charset="-122"/>
                <a:ea typeface="微软雅黑" panose="020B0503020204020204" charset="-122"/>
                <a:cs typeface="微软雅黑" panose="020B0503020204020204" charset="-122"/>
              </a:defRPr>
            </a:pPr>
            <a:r>
              <a:rPr sz="1240" b="1">
                <a:solidFill>
                  <a:srgbClr val="68727B"/>
                </a:solidFill>
                <a:latin typeface="微软雅黑" panose="020B0503020204020204" charset="-122"/>
                <a:ea typeface="微软雅黑" panose="020B0503020204020204" charset="-122"/>
                <a:cs typeface="微软雅黑" panose="020B0503020204020204" charset="-122"/>
              </a:rPr>
              <a:t>···</a:t>
            </a:r>
          </a:p>
        </p:txBody>
      </p:sp>
      <p:sp>
        <p:nvSpPr>
          <p:cNvPr id="23" name="workflow-section-divider"/>
          <p:cNvSpPr>
            <a:spLocks noGrp="1"/>
          </p:cNvSpPr>
          <p:nvPr/>
        </p:nvSpPr>
        <p:spPr>
          <a:xfrm>
            <a:off x="895350" y="2971800"/>
            <a:ext cx="3276600" cy="0"/>
          </a:xfrm>
          <a:prstGeom prst="line">
            <a:avLst/>
          </a:prstGeom>
          <a:noFill/>
          <a:ln w="9525">
            <a:solidFill>
              <a:srgbClr val="D8DEE3"/>
            </a:solidFill>
            <a:prstDash val="solid"/>
          </a:ln>
        </p:spPr>
      </p:sp>
      <p:sp>
        <p:nvSpPr>
          <p:cNvPr id="24" name="workflow-code-block"/>
          <p:cNvSpPr>
            <a:spLocks noGrp="1"/>
          </p:cNvSpPr>
          <p:nvPr/>
        </p:nvSpPr>
        <p:spPr>
          <a:xfrm>
            <a:off x="742950" y="3067050"/>
            <a:ext cx="3733800" cy="2686050"/>
          </a:xfrm>
          <a:prstGeom prst="rect">
            <a:avLst/>
          </a:prstGeom>
          <a:solidFill>
            <a:srgbClr val="F2F6F8"/>
          </a:solidFill>
          <a:ln w="9525">
            <a:solidFill>
              <a:srgbClr val="7F9DB2"/>
            </a:solidFill>
            <a:prstDash val="solid"/>
          </a:ln>
        </p:spPr>
      </p:sp>
      <p:sp>
        <p:nvSpPr>
          <p:cNvPr id="25" name="workflow-code-accent"/>
          <p:cNvSpPr>
            <a:spLocks noGrp="1"/>
          </p:cNvSpPr>
          <p:nvPr/>
        </p:nvSpPr>
        <p:spPr>
          <a:xfrm>
            <a:off x="742950" y="3067050"/>
            <a:ext cx="38100" cy="2686050"/>
          </a:xfrm>
          <a:prstGeom prst="rect">
            <a:avLst/>
          </a:prstGeom>
          <a:solidFill>
            <a:srgbClr val="557A96"/>
          </a:solidFill>
          <a:ln w="0">
            <a:noFill/>
            <a:prstDash val="solid"/>
          </a:ln>
        </p:spPr>
      </p:sp>
      <p:sp>
        <p:nvSpPr>
          <p:cNvPr id="26" name="workflow-code"/>
          <p:cNvSpPr>
            <a:spLocks noGrp="1"/>
          </p:cNvSpPr>
          <p:nvPr/>
        </p:nvSpPr>
        <p:spPr>
          <a:xfrm>
            <a:off x="914400" y="3143250"/>
            <a:ext cx="3333750" cy="2514600"/>
          </a:xfrm>
          <a:prstGeom prst="rect">
            <a:avLst/>
          </a:prstGeom>
          <a:noFill/>
          <a:ln w="0">
            <a:noFill/>
            <a:prstDash val="solid"/>
          </a:ln>
        </p:spPr>
        <p:txBody>
          <a:bodyPr wrap="none" lIns="0" tIns="0" rIns="0" bIns="0" anchor="t">
            <a:normAutofit/>
          </a:bodyPr>
          <a:lstStyle/>
          <a:p>
            <a:pPr algn="l">
              <a:defRPr sz="1090" b="0">
                <a:solidFill>
                  <a:srgbClr val="414951"/>
                </a:solidFill>
                <a:latin typeface="Consolas" panose="020B0609020204030204"/>
                <a:ea typeface="Consolas" panose="020B0609020204030204"/>
                <a:cs typeface="Consolas" panose="020B0609020204030204"/>
              </a:defRPr>
            </a:pPr>
            <a:r>
              <a:rPr sz="1090" b="0" dirty="0">
                <a:solidFill>
                  <a:srgbClr val="414951"/>
                </a:solidFill>
                <a:latin typeface="Consolas" panose="020B0609020204030204"/>
                <a:ea typeface="Consolas" panose="020B0609020204030204"/>
                <a:cs typeface="Consolas" panose="020B0609020204030204"/>
              </a:rPr>
              <a:t># Workflow</a:t>
            </a:r>
          </a:p>
          <a:p>
            <a:pPr algn="l">
              <a:defRPr sz="1090" b="0">
                <a:solidFill>
                  <a:srgbClr val="414951"/>
                </a:solidFill>
                <a:latin typeface="Consolas" panose="020B0609020204030204"/>
                <a:ea typeface="Consolas" panose="020B0609020204030204"/>
                <a:cs typeface="Consolas" panose="020B0609020204030204"/>
              </a:defRPr>
            </a:pPr>
            <a:r>
              <a:rPr sz="1090" b="0" dirty="0">
                <a:solidFill>
                  <a:srgbClr val="414951"/>
                </a:solidFill>
                <a:latin typeface="Consolas" panose="020B0609020204030204"/>
                <a:ea typeface="Consolas" panose="020B0609020204030204"/>
                <a:cs typeface="Consolas" panose="020B0609020204030204"/>
              </a:rPr>
              <a:t>## </a:t>
            </a:r>
            <a:r>
              <a:rPr sz="1090" b="0" dirty="0">
                <a:solidFill>
                  <a:srgbClr val="FF0000"/>
                </a:solidFill>
                <a:latin typeface="Consolas" panose="020B0609020204030204"/>
                <a:ea typeface="Consolas" panose="020B0609020204030204"/>
                <a:cs typeface="Consolas" panose="020B0609020204030204"/>
              </a:rPr>
              <a:t>Stage</a:t>
            </a:r>
            <a:r>
              <a:rPr sz="1090" b="0" dirty="0">
                <a:solidFill>
                  <a:srgbClr val="414951"/>
                </a:solidFill>
                <a:latin typeface="Consolas" panose="020B0609020204030204"/>
                <a:ea typeface="Consolas" panose="020B0609020204030204"/>
                <a:cs typeface="Consolas" panose="020B0609020204030204"/>
              </a:rPr>
              <a:t> 1</a:t>
            </a:r>
          </a:p>
          <a:p>
            <a:pPr algn="l">
              <a:defRPr sz="1090" b="0">
                <a:solidFill>
                  <a:srgbClr val="414951"/>
                </a:solidFill>
                <a:latin typeface="Consolas" panose="020B0609020204030204"/>
                <a:ea typeface="Consolas" panose="020B0609020204030204"/>
                <a:cs typeface="Consolas" panose="020B0609020204030204"/>
              </a:defRPr>
            </a:pPr>
            <a:r>
              <a:rPr sz="1090" b="0" dirty="0">
                <a:solidFill>
                  <a:srgbClr val="414951"/>
                </a:solidFill>
                <a:latin typeface="Consolas" panose="020B0609020204030204"/>
                <a:ea typeface="Consolas" panose="020B0609020204030204"/>
                <a:cs typeface="Consolas" panose="020B0609020204030204"/>
              </a:rPr>
              <a:t>Input: ...</a:t>
            </a:r>
          </a:p>
          <a:p>
            <a:pPr algn="l">
              <a:defRPr sz="1090" b="0">
                <a:solidFill>
                  <a:srgbClr val="414951"/>
                </a:solidFill>
                <a:latin typeface="Consolas" panose="020B0609020204030204"/>
                <a:ea typeface="Consolas" panose="020B0609020204030204"/>
                <a:cs typeface="Consolas" panose="020B0609020204030204"/>
              </a:defRPr>
            </a:pPr>
            <a:r>
              <a:rPr sz="1090" b="0" dirty="0">
                <a:solidFill>
                  <a:srgbClr val="414951"/>
                </a:solidFill>
                <a:latin typeface="Consolas" panose="020B0609020204030204"/>
                <a:ea typeface="Consolas" panose="020B0609020204030204"/>
                <a:cs typeface="Consolas" panose="020B0609020204030204"/>
              </a:rPr>
              <a:t>Action: ...</a:t>
            </a:r>
          </a:p>
          <a:p>
            <a:pPr algn="l">
              <a:defRPr sz="1090" b="0">
                <a:solidFill>
                  <a:srgbClr val="414951"/>
                </a:solidFill>
                <a:latin typeface="Consolas" panose="020B0609020204030204"/>
                <a:ea typeface="Consolas" panose="020B0609020204030204"/>
                <a:cs typeface="Consolas" panose="020B0609020204030204"/>
              </a:defRPr>
            </a:pPr>
            <a:r>
              <a:rPr sz="1090" b="0" dirty="0">
                <a:solidFill>
                  <a:srgbClr val="FF0000"/>
                </a:solidFill>
                <a:latin typeface="Consolas" panose="020B0609020204030204"/>
                <a:ea typeface="Consolas" panose="020B0609020204030204"/>
                <a:cs typeface="Consolas" panose="020B0609020204030204"/>
              </a:rPr>
              <a:t>Output</a:t>
            </a:r>
            <a:r>
              <a:rPr sz="1090" b="0" dirty="0">
                <a:solidFill>
                  <a:srgbClr val="414951"/>
                </a:solidFill>
                <a:latin typeface="Consolas" panose="020B0609020204030204"/>
                <a:ea typeface="Consolas" panose="020B0609020204030204"/>
                <a:cs typeface="Consolas" panose="020B0609020204030204"/>
              </a:rPr>
              <a:t>: </a:t>
            </a:r>
            <a:r>
              <a:rPr sz="1090" b="0" dirty="0" err="1">
                <a:solidFill>
                  <a:srgbClr val="414951"/>
                </a:solidFill>
                <a:latin typeface="Consolas" panose="020B0609020204030204"/>
                <a:ea typeface="Consolas" panose="020B0609020204030204"/>
                <a:cs typeface="Consolas" panose="020B0609020204030204"/>
              </a:rPr>
              <a:t>artifact_A</a:t>
            </a:r>
            <a:endParaRPr sz="1090" b="0" dirty="0">
              <a:solidFill>
                <a:srgbClr val="414951"/>
              </a:solidFill>
              <a:latin typeface="Consolas" panose="020B0609020204030204"/>
              <a:ea typeface="Consolas" panose="020B0609020204030204"/>
              <a:cs typeface="Consolas" panose="020B0609020204030204"/>
            </a:endParaRPr>
          </a:p>
          <a:p>
            <a:pPr algn="l">
              <a:defRPr sz="1090" b="0">
                <a:solidFill>
                  <a:srgbClr val="414951"/>
                </a:solidFill>
                <a:latin typeface="Consolas" panose="020B0609020204030204"/>
                <a:ea typeface="Consolas" panose="020B0609020204030204"/>
                <a:cs typeface="Consolas" panose="020B0609020204030204"/>
              </a:defRPr>
            </a:pPr>
            <a:r>
              <a:rPr sz="1090" b="0" dirty="0">
                <a:solidFill>
                  <a:srgbClr val="414951"/>
                </a:solidFill>
                <a:latin typeface="Consolas" panose="020B0609020204030204"/>
                <a:ea typeface="Consolas" panose="020B0609020204030204"/>
                <a:cs typeface="Consolas" panose="020B0609020204030204"/>
              </a:rPr>
              <a:t>## </a:t>
            </a:r>
            <a:r>
              <a:rPr sz="1090" b="0" dirty="0">
                <a:solidFill>
                  <a:srgbClr val="FF0000"/>
                </a:solidFill>
                <a:latin typeface="Consolas" panose="020B0609020204030204"/>
                <a:ea typeface="Consolas" panose="020B0609020204030204"/>
                <a:cs typeface="Consolas" panose="020B0609020204030204"/>
              </a:rPr>
              <a:t>Gate</a:t>
            </a:r>
          </a:p>
          <a:p>
            <a:pPr algn="l">
              <a:defRPr sz="1090" b="0">
                <a:solidFill>
                  <a:srgbClr val="414951"/>
                </a:solidFill>
                <a:latin typeface="Consolas" panose="020B0609020204030204"/>
                <a:ea typeface="Consolas" panose="020B0609020204030204"/>
                <a:cs typeface="Consolas" panose="020B0609020204030204"/>
              </a:defRPr>
            </a:pPr>
            <a:r>
              <a:rPr sz="1090" b="0" dirty="0">
                <a:solidFill>
                  <a:srgbClr val="414951"/>
                </a:solidFill>
                <a:latin typeface="Consolas" panose="020B0609020204030204"/>
                <a:ea typeface="Consolas" panose="020B0609020204030204"/>
                <a:cs typeface="Consolas" panose="020B0609020204030204"/>
              </a:rPr>
              <a:t>Condition: ...</a:t>
            </a:r>
          </a:p>
          <a:p>
            <a:pPr algn="l">
              <a:defRPr sz="1090" b="0">
                <a:solidFill>
                  <a:srgbClr val="414951"/>
                </a:solidFill>
                <a:latin typeface="Consolas" panose="020B0609020204030204"/>
                <a:ea typeface="Consolas" panose="020B0609020204030204"/>
                <a:cs typeface="Consolas" panose="020B0609020204030204"/>
              </a:defRPr>
            </a:pPr>
            <a:r>
              <a:rPr sz="1090" b="0" dirty="0">
                <a:solidFill>
                  <a:srgbClr val="414951"/>
                </a:solidFill>
                <a:latin typeface="Consolas" panose="020B0609020204030204"/>
                <a:ea typeface="Consolas" panose="020B0609020204030204"/>
                <a:cs typeface="Consolas" panose="020B0609020204030204"/>
              </a:rPr>
              <a:t>## Stage 2</a:t>
            </a:r>
          </a:p>
          <a:p>
            <a:pPr algn="l">
              <a:defRPr sz="1090" b="0">
                <a:solidFill>
                  <a:srgbClr val="414951"/>
                </a:solidFill>
                <a:latin typeface="Consolas" panose="020B0609020204030204"/>
                <a:ea typeface="Consolas" panose="020B0609020204030204"/>
                <a:cs typeface="Consolas" panose="020B0609020204030204"/>
              </a:defRPr>
            </a:pPr>
            <a:r>
              <a:rPr sz="1090" b="0" dirty="0">
                <a:solidFill>
                  <a:srgbClr val="414951"/>
                </a:solidFill>
                <a:latin typeface="Consolas" panose="020B0609020204030204"/>
                <a:ea typeface="Consolas" panose="020B0609020204030204"/>
                <a:cs typeface="Consolas" panose="020B0609020204030204"/>
              </a:rPr>
              <a:t>Input: </a:t>
            </a:r>
            <a:r>
              <a:rPr sz="1090" b="0" dirty="0" err="1">
                <a:solidFill>
                  <a:srgbClr val="414951"/>
                </a:solidFill>
                <a:latin typeface="Consolas" panose="020B0609020204030204"/>
                <a:ea typeface="Consolas" panose="020B0609020204030204"/>
                <a:cs typeface="Consolas" panose="020B0609020204030204"/>
              </a:rPr>
              <a:t>artifact_A</a:t>
            </a:r>
            <a:endParaRPr sz="1090" b="0" dirty="0">
              <a:solidFill>
                <a:srgbClr val="414951"/>
              </a:solidFill>
              <a:latin typeface="Consolas" panose="020B0609020204030204"/>
              <a:ea typeface="Consolas" panose="020B0609020204030204"/>
              <a:cs typeface="Consolas" panose="020B0609020204030204"/>
            </a:endParaRPr>
          </a:p>
          <a:p>
            <a:pPr algn="l">
              <a:defRPr sz="1090" b="0">
                <a:solidFill>
                  <a:srgbClr val="414951"/>
                </a:solidFill>
                <a:latin typeface="Consolas" panose="020B0609020204030204"/>
                <a:ea typeface="Consolas" panose="020B0609020204030204"/>
                <a:cs typeface="Consolas" panose="020B0609020204030204"/>
              </a:defRPr>
            </a:pPr>
            <a:r>
              <a:rPr sz="1090" b="0" dirty="0">
                <a:solidFill>
                  <a:srgbClr val="414951"/>
                </a:solidFill>
                <a:latin typeface="Consolas" panose="020B0609020204030204"/>
                <a:ea typeface="Consolas" panose="020B0609020204030204"/>
                <a:cs typeface="Consolas" panose="020B0609020204030204"/>
              </a:rPr>
              <a:t>Action: ...</a:t>
            </a:r>
          </a:p>
          <a:p>
            <a:pPr algn="l">
              <a:defRPr sz="1090" b="0">
                <a:solidFill>
                  <a:srgbClr val="414951"/>
                </a:solidFill>
                <a:latin typeface="Consolas" panose="020B0609020204030204"/>
                <a:ea typeface="Consolas" panose="020B0609020204030204"/>
                <a:cs typeface="Consolas" panose="020B0609020204030204"/>
              </a:defRPr>
            </a:pPr>
            <a:r>
              <a:rPr sz="1090" b="0" dirty="0">
                <a:solidFill>
                  <a:srgbClr val="414951"/>
                </a:solidFill>
                <a:latin typeface="Consolas" panose="020B0609020204030204"/>
                <a:ea typeface="Consolas" panose="020B0609020204030204"/>
                <a:cs typeface="Consolas" panose="020B0609020204030204"/>
              </a:rPr>
              <a:t>Output: </a:t>
            </a:r>
            <a:r>
              <a:rPr sz="1090" b="0" dirty="0" err="1">
                <a:solidFill>
                  <a:srgbClr val="414951"/>
                </a:solidFill>
                <a:latin typeface="Consolas" panose="020B0609020204030204"/>
                <a:ea typeface="Consolas" panose="020B0609020204030204"/>
                <a:cs typeface="Consolas" panose="020B0609020204030204"/>
              </a:rPr>
              <a:t>artifact_B</a:t>
            </a:r>
            <a:endParaRPr sz="1090" b="0" dirty="0">
              <a:solidFill>
                <a:srgbClr val="414951"/>
              </a:solidFill>
              <a:latin typeface="Consolas" panose="020B0609020204030204"/>
              <a:ea typeface="Consolas" panose="020B0609020204030204"/>
              <a:cs typeface="Consolas" panose="020B0609020204030204"/>
            </a:endParaRPr>
          </a:p>
          <a:p>
            <a:pPr algn="l">
              <a:defRPr sz="1090" b="0">
                <a:solidFill>
                  <a:srgbClr val="414951"/>
                </a:solidFill>
                <a:latin typeface="Consolas" panose="020B0609020204030204"/>
                <a:ea typeface="Consolas" panose="020B0609020204030204"/>
                <a:cs typeface="Consolas" panose="020B0609020204030204"/>
              </a:defRPr>
            </a:pPr>
            <a:r>
              <a:rPr sz="1090" b="0" dirty="0">
                <a:solidFill>
                  <a:srgbClr val="414951"/>
                </a:solidFill>
                <a:latin typeface="Consolas" panose="020B0609020204030204"/>
                <a:ea typeface="Consolas" panose="020B0609020204030204"/>
                <a:cs typeface="Consolas" panose="020B0609020204030204"/>
              </a:rPr>
              <a:t>## Routing</a:t>
            </a:r>
          </a:p>
          <a:p>
            <a:pPr algn="l">
              <a:defRPr sz="1090" b="0">
                <a:solidFill>
                  <a:srgbClr val="414951"/>
                </a:solidFill>
                <a:latin typeface="Consolas" panose="020B0609020204030204"/>
                <a:ea typeface="Consolas" panose="020B0609020204030204"/>
                <a:cs typeface="Consolas" panose="020B0609020204030204"/>
              </a:defRPr>
            </a:pPr>
            <a:r>
              <a:rPr sz="1090" b="0" dirty="0">
                <a:solidFill>
                  <a:srgbClr val="414951"/>
                </a:solidFill>
                <a:latin typeface="Consolas" panose="020B0609020204030204"/>
                <a:ea typeface="Consolas" panose="020B0609020204030204"/>
                <a:cs typeface="Consolas" panose="020B0609020204030204"/>
              </a:rPr>
              <a:t>...</a:t>
            </a:r>
          </a:p>
          <a:p>
            <a:pPr algn="l">
              <a:defRPr sz="1090" b="0">
                <a:solidFill>
                  <a:srgbClr val="414951"/>
                </a:solidFill>
                <a:latin typeface="Consolas" panose="020B0609020204030204"/>
                <a:ea typeface="Consolas" panose="020B0609020204030204"/>
                <a:cs typeface="Consolas" panose="020B0609020204030204"/>
              </a:defRPr>
            </a:pPr>
            <a:r>
              <a:rPr sz="1090" b="0" dirty="0">
                <a:solidFill>
                  <a:srgbClr val="414951"/>
                </a:solidFill>
                <a:latin typeface="Consolas" panose="020B0609020204030204"/>
                <a:ea typeface="Consolas" panose="020B0609020204030204"/>
                <a:cs typeface="Consolas" panose="020B0609020204030204"/>
              </a:rPr>
              <a:t>## </a:t>
            </a:r>
            <a:r>
              <a:rPr sz="1090" b="0" dirty="0">
                <a:solidFill>
                  <a:srgbClr val="FF0000"/>
                </a:solidFill>
                <a:latin typeface="Consolas" panose="020B0609020204030204"/>
                <a:ea typeface="Consolas" panose="020B0609020204030204"/>
                <a:cs typeface="Consolas" panose="020B0609020204030204"/>
              </a:rPr>
              <a:t>Retry / Fallback</a:t>
            </a:r>
            <a:r>
              <a:rPr sz="1090" b="0" dirty="0">
                <a:solidFill>
                  <a:srgbClr val="414951"/>
                </a:solidFill>
                <a:latin typeface="Consolas" panose="020B0609020204030204"/>
                <a:ea typeface="Consolas" panose="020B0609020204030204"/>
                <a:cs typeface="Consolas" panose="020B0609020204030204"/>
              </a:rPr>
              <a:t>: ...</a:t>
            </a:r>
          </a:p>
        </p:txBody>
      </p:sp>
      <p:sp>
        <p:nvSpPr>
          <p:cNvPr id="27" name="stage-card"/>
          <p:cNvSpPr>
            <a:spLocks noGrp="1"/>
          </p:cNvSpPr>
          <p:nvPr/>
        </p:nvSpPr>
        <p:spPr>
          <a:xfrm>
            <a:off x="4921526" y="1590675"/>
            <a:ext cx="3048000" cy="1809750"/>
          </a:xfrm>
          <a:prstGeom prst="roundRect">
            <a:avLst>
              <a:gd name="adj" fmla="val 3684"/>
            </a:avLst>
          </a:prstGeom>
          <a:solidFill>
            <a:srgbClr val="FFFFFF"/>
          </a:solidFill>
          <a:ln w="9525">
            <a:solidFill>
              <a:srgbClr val="D8DEE3"/>
            </a:solidFill>
            <a:prstDash val="solid"/>
          </a:ln>
        </p:spPr>
      </p:sp>
      <p:sp>
        <p:nvSpPr>
          <p:cNvPr id="28" name="stage-accent"/>
          <p:cNvSpPr>
            <a:spLocks noGrp="1"/>
          </p:cNvSpPr>
          <p:nvPr/>
        </p:nvSpPr>
        <p:spPr>
          <a:xfrm>
            <a:off x="4953000" y="1600200"/>
            <a:ext cx="3048000" cy="28575"/>
          </a:xfrm>
          <a:prstGeom prst="rect">
            <a:avLst/>
          </a:prstGeom>
          <a:solidFill>
            <a:srgbClr val="557A96"/>
          </a:solidFill>
          <a:ln w="0">
            <a:noFill/>
            <a:prstDash val="solid"/>
          </a:ln>
        </p:spPr>
      </p:sp>
      <p:sp>
        <p:nvSpPr>
          <p:cNvPr id="29" name="stage-number"/>
          <p:cNvSpPr>
            <a:spLocks noGrp="1"/>
          </p:cNvSpPr>
          <p:nvPr/>
        </p:nvSpPr>
        <p:spPr>
          <a:xfrm>
            <a:off x="5105400" y="1704975"/>
            <a:ext cx="323850" cy="238125"/>
          </a:xfrm>
          <a:prstGeom prst="rect">
            <a:avLst/>
          </a:prstGeom>
          <a:noFill/>
          <a:ln w="0">
            <a:noFill/>
            <a:prstDash val="solid"/>
          </a:ln>
        </p:spPr>
        <p:txBody>
          <a:bodyPr wrap="none" lIns="0" tIns="0" rIns="0" bIns="0" anchor="ctr">
            <a:normAutofit/>
          </a:bodyPr>
          <a:lstStyle/>
          <a:p>
            <a:pPr algn="l">
              <a:defRPr sz="1350" b="1">
                <a:solidFill>
                  <a:srgbClr val="557A96"/>
                </a:solidFill>
                <a:latin typeface="微软雅黑" panose="020B0503020204020204" charset="-122"/>
                <a:ea typeface="微软雅黑" panose="020B0503020204020204" charset="-122"/>
                <a:cs typeface="微软雅黑" panose="020B0503020204020204" charset="-122"/>
              </a:defRPr>
            </a:pPr>
            <a:r>
              <a:rPr sz="1350" b="1" dirty="0">
                <a:solidFill>
                  <a:srgbClr val="557A96"/>
                </a:solidFill>
                <a:latin typeface="微软雅黑" panose="020B0503020204020204" charset="-122"/>
                <a:ea typeface="微软雅黑" panose="020B0503020204020204" charset="-122"/>
                <a:cs typeface="微软雅黑" panose="020B0503020204020204" charset="-122"/>
              </a:rPr>
              <a:t>01</a:t>
            </a:r>
          </a:p>
        </p:txBody>
      </p:sp>
      <p:sp>
        <p:nvSpPr>
          <p:cNvPr id="30" name="stage-title"/>
          <p:cNvSpPr>
            <a:spLocks noGrp="1"/>
          </p:cNvSpPr>
          <p:nvPr/>
        </p:nvSpPr>
        <p:spPr>
          <a:xfrm>
            <a:off x="5467350" y="1685925"/>
            <a:ext cx="876300" cy="276225"/>
          </a:xfrm>
          <a:prstGeom prst="rect">
            <a:avLst/>
          </a:prstGeom>
          <a:noFill/>
          <a:ln w="0">
            <a:noFill/>
            <a:prstDash val="solid"/>
          </a:ln>
        </p:spPr>
        <p:txBody>
          <a:bodyPr wrap="none" lIns="0" tIns="0" rIns="0" bIns="0" anchor="ctr">
            <a:normAutofit/>
          </a:bodyPr>
          <a:lstStyle/>
          <a:p>
            <a:pPr algn="l">
              <a:defRPr sz="1800" b="1">
                <a:solidFill>
                  <a:srgbClr val="252B31"/>
                </a:solidFill>
                <a:latin typeface="微软雅黑" panose="020B0503020204020204" charset="-122"/>
                <a:ea typeface="微软雅黑" panose="020B0503020204020204" charset="-122"/>
                <a:cs typeface="微软雅黑" panose="020B0503020204020204" charset="-122"/>
              </a:defRPr>
            </a:pPr>
            <a:r>
              <a:rPr sz="1800" b="1">
                <a:solidFill>
                  <a:srgbClr val="252B31"/>
                </a:solidFill>
                <a:latin typeface="微软雅黑" panose="020B0503020204020204" charset="-122"/>
                <a:ea typeface="微软雅黑" panose="020B0503020204020204" charset="-122"/>
                <a:cs typeface="微软雅黑" panose="020B0503020204020204" charset="-122"/>
              </a:rPr>
              <a:t>Stage</a:t>
            </a:r>
          </a:p>
        </p:txBody>
      </p:sp>
      <p:sp>
        <p:nvSpPr>
          <p:cNvPr id="31" name="stage-subtitle"/>
          <p:cNvSpPr>
            <a:spLocks noGrp="1"/>
          </p:cNvSpPr>
          <p:nvPr/>
        </p:nvSpPr>
        <p:spPr>
          <a:xfrm>
            <a:off x="6452980" y="1785314"/>
            <a:ext cx="1009650" cy="238125"/>
          </a:xfrm>
          <a:prstGeom prst="rect">
            <a:avLst/>
          </a:prstGeom>
          <a:noFill/>
          <a:ln w="0">
            <a:noFill/>
            <a:prstDash val="solid"/>
          </a:ln>
        </p:spPr>
        <p:txBody>
          <a:bodyPr wrap="none" lIns="0" tIns="0" rIns="0" bIns="0" anchor="ctr">
            <a:normAutofit/>
          </a:bodyPr>
          <a:lstStyle/>
          <a:p>
            <a:pPr algn="r">
              <a:defRPr sz="1315" b="1">
                <a:solidFill>
                  <a:srgbClr val="557A96"/>
                </a:solidFill>
                <a:latin typeface="微软雅黑" panose="020B0503020204020204" charset="-122"/>
                <a:ea typeface="微软雅黑" panose="020B0503020204020204" charset="-122"/>
                <a:cs typeface="微软雅黑" panose="020B0503020204020204" charset="-122"/>
              </a:defRPr>
            </a:pPr>
            <a:r>
              <a:rPr sz="1315" b="1" dirty="0" err="1">
                <a:solidFill>
                  <a:srgbClr val="557A96"/>
                </a:solidFill>
                <a:latin typeface="微软雅黑" panose="020B0503020204020204" charset="-122"/>
                <a:ea typeface="微软雅黑" panose="020B0503020204020204" charset="-122"/>
                <a:cs typeface="微软雅黑" panose="020B0503020204020204" charset="-122"/>
              </a:rPr>
              <a:t>阶段拆分</a:t>
            </a:r>
            <a:endParaRPr sz="1315" b="1" dirty="0">
              <a:solidFill>
                <a:srgbClr val="557A96"/>
              </a:solidFill>
              <a:latin typeface="微软雅黑" panose="020B0503020204020204" charset="-122"/>
              <a:ea typeface="微软雅黑" panose="020B0503020204020204" charset="-122"/>
              <a:cs typeface="微软雅黑" panose="020B0503020204020204" charset="-122"/>
            </a:endParaRPr>
          </a:p>
        </p:txBody>
      </p:sp>
      <p:sp>
        <p:nvSpPr>
          <p:cNvPr id="32" name="contract-card"/>
          <p:cNvSpPr>
            <a:spLocks noGrp="1"/>
          </p:cNvSpPr>
          <p:nvPr/>
        </p:nvSpPr>
        <p:spPr>
          <a:xfrm>
            <a:off x="8134350" y="1628775"/>
            <a:ext cx="3429000" cy="1809750"/>
          </a:xfrm>
          <a:prstGeom prst="roundRect">
            <a:avLst>
              <a:gd name="adj" fmla="val 3684"/>
            </a:avLst>
          </a:prstGeom>
          <a:solidFill>
            <a:srgbClr val="FFFFFF"/>
          </a:solidFill>
          <a:ln w="9525">
            <a:solidFill>
              <a:srgbClr val="D8DEE3"/>
            </a:solidFill>
            <a:prstDash val="solid"/>
          </a:ln>
        </p:spPr>
      </p:sp>
      <p:sp>
        <p:nvSpPr>
          <p:cNvPr id="33" name="contract-accent"/>
          <p:cNvSpPr>
            <a:spLocks noGrp="1"/>
          </p:cNvSpPr>
          <p:nvPr/>
        </p:nvSpPr>
        <p:spPr>
          <a:xfrm>
            <a:off x="8153400" y="1600200"/>
            <a:ext cx="3429000" cy="28575"/>
          </a:xfrm>
          <a:prstGeom prst="rect">
            <a:avLst/>
          </a:prstGeom>
          <a:solidFill>
            <a:srgbClr val="557A96"/>
          </a:solidFill>
          <a:ln w="0">
            <a:noFill/>
            <a:prstDash val="solid"/>
          </a:ln>
        </p:spPr>
      </p:sp>
      <p:sp>
        <p:nvSpPr>
          <p:cNvPr id="34" name="contract-number"/>
          <p:cNvSpPr>
            <a:spLocks noGrp="1"/>
          </p:cNvSpPr>
          <p:nvPr/>
        </p:nvSpPr>
        <p:spPr>
          <a:xfrm>
            <a:off x="8305800" y="1704975"/>
            <a:ext cx="323850" cy="238125"/>
          </a:xfrm>
          <a:prstGeom prst="rect">
            <a:avLst/>
          </a:prstGeom>
          <a:noFill/>
          <a:ln w="0">
            <a:noFill/>
            <a:prstDash val="solid"/>
          </a:ln>
        </p:spPr>
        <p:txBody>
          <a:bodyPr wrap="none" lIns="0" tIns="0" rIns="0" bIns="0" anchor="ctr">
            <a:normAutofit/>
          </a:bodyPr>
          <a:lstStyle/>
          <a:p>
            <a:pPr algn="l">
              <a:defRPr sz="1350" b="1">
                <a:solidFill>
                  <a:srgbClr val="557A96"/>
                </a:solidFill>
                <a:latin typeface="微软雅黑" panose="020B0503020204020204" charset="-122"/>
                <a:ea typeface="微软雅黑" panose="020B0503020204020204" charset="-122"/>
                <a:cs typeface="微软雅黑" panose="020B0503020204020204" charset="-122"/>
              </a:defRPr>
            </a:pPr>
            <a:r>
              <a:rPr sz="1350" b="1">
                <a:solidFill>
                  <a:srgbClr val="557A96"/>
                </a:solidFill>
                <a:latin typeface="微软雅黑" panose="020B0503020204020204" charset="-122"/>
                <a:ea typeface="微软雅黑" panose="020B0503020204020204" charset="-122"/>
                <a:cs typeface="微软雅黑" panose="020B0503020204020204" charset="-122"/>
              </a:rPr>
              <a:t>02</a:t>
            </a:r>
          </a:p>
        </p:txBody>
      </p:sp>
      <p:sp>
        <p:nvSpPr>
          <p:cNvPr id="35" name="contract-title"/>
          <p:cNvSpPr>
            <a:spLocks noGrp="1"/>
          </p:cNvSpPr>
          <p:nvPr/>
        </p:nvSpPr>
        <p:spPr>
          <a:xfrm>
            <a:off x="8667750" y="1685925"/>
            <a:ext cx="1752600" cy="276225"/>
          </a:xfrm>
          <a:prstGeom prst="rect">
            <a:avLst/>
          </a:prstGeom>
          <a:noFill/>
          <a:ln w="0">
            <a:noFill/>
            <a:prstDash val="solid"/>
          </a:ln>
        </p:spPr>
        <p:txBody>
          <a:bodyPr wrap="none" lIns="0" tIns="0" rIns="0" bIns="0" anchor="ctr">
            <a:normAutofit fontScale="97151"/>
          </a:bodyPr>
          <a:lstStyle/>
          <a:p>
            <a:pPr algn="l">
              <a:defRPr sz="1540" b="1">
                <a:solidFill>
                  <a:srgbClr val="252B31"/>
                </a:solidFill>
                <a:latin typeface="微软雅黑" panose="020B0503020204020204" charset="-122"/>
                <a:ea typeface="微软雅黑" panose="020B0503020204020204" charset="-122"/>
                <a:cs typeface="微软雅黑" panose="020B0503020204020204" charset="-122"/>
              </a:defRPr>
            </a:pPr>
            <a:r>
              <a:rPr sz="1540" b="1">
                <a:solidFill>
                  <a:srgbClr val="252B31"/>
                </a:solidFill>
                <a:latin typeface="微软雅黑" panose="020B0503020204020204" charset="-122"/>
                <a:ea typeface="微软雅黑" panose="020B0503020204020204" charset="-122"/>
                <a:cs typeface="微软雅黑" panose="020B0503020204020204" charset="-122"/>
              </a:rPr>
              <a:t>Contract &amp; Handoff</a:t>
            </a:r>
          </a:p>
        </p:txBody>
      </p:sp>
      <p:sp>
        <p:nvSpPr>
          <p:cNvPr id="36" name="contract-subtitle"/>
          <p:cNvSpPr>
            <a:spLocks noGrp="1"/>
          </p:cNvSpPr>
          <p:nvPr/>
        </p:nvSpPr>
        <p:spPr>
          <a:xfrm>
            <a:off x="10496550" y="1704975"/>
            <a:ext cx="933450" cy="238125"/>
          </a:xfrm>
          <a:prstGeom prst="rect">
            <a:avLst/>
          </a:prstGeom>
          <a:noFill/>
          <a:ln w="0">
            <a:noFill/>
            <a:prstDash val="solid"/>
          </a:ln>
        </p:spPr>
        <p:txBody>
          <a:bodyPr wrap="none" lIns="0" tIns="0" rIns="0" bIns="0" anchor="ctr">
            <a:normAutofit/>
          </a:bodyPr>
          <a:lstStyle/>
          <a:p>
            <a:pPr algn="r">
              <a:defRPr sz="1240" b="1">
                <a:solidFill>
                  <a:srgbClr val="557A96"/>
                </a:solidFill>
                <a:latin typeface="微软雅黑" panose="020B0503020204020204" charset="-122"/>
                <a:ea typeface="微软雅黑" panose="020B0503020204020204" charset="-122"/>
                <a:cs typeface="微软雅黑" panose="020B0503020204020204" charset="-122"/>
              </a:defRPr>
            </a:pPr>
            <a:r>
              <a:rPr sz="1240" b="1">
                <a:solidFill>
                  <a:srgbClr val="557A96"/>
                </a:solidFill>
                <a:latin typeface="微软雅黑" panose="020B0503020204020204" charset="-122"/>
                <a:ea typeface="微软雅黑" panose="020B0503020204020204" charset="-122"/>
                <a:cs typeface="微软雅黑" panose="020B0503020204020204" charset="-122"/>
              </a:rPr>
              <a:t>契约与交接</a:t>
            </a:r>
          </a:p>
        </p:txBody>
      </p:sp>
      <p:sp>
        <p:nvSpPr>
          <p:cNvPr id="37" name="gate-card"/>
          <p:cNvSpPr>
            <a:spLocks noGrp="1"/>
          </p:cNvSpPr>
          <p:nvPr/>
        </p:nvSpPr>
        <p:spPr>
          <a:xfrm>
            <a:off x="4953000" y="3543300"/>
            <a:ext cx="3048000" cy="2362200"/>
          </a:xfrm>
          <a:prstGeom prst="roundRect">
            <a:avLst>
              <a:gd name="adj" fmla="val 2823"/>
            </a:avLst>
          </a:prstGeom>
          <a:solidFill>
            <a:srgbClr val="FFFFFF"/>
          </a:solidFill>
          <a:ln w="9525">
            <a:solidFill>
              <a:srgbClr val="D8DEE3"/>
            </a:solidFill>
            <a:prstDash val="solid"/>
          </a:ln>
        </p:spPr>
      </p:sp>
      <p:sp>
        <p:nvSpPr>
          <p:cNvPr id="38" name="gate-accent"/>
          <p:cNvSpPr>
            <a:spLocks noGrp="1"/>
          </p:cNvSpPr>
          <p:nvPr/>
        </p:nvSpPr>
        <p:spPr>
          <a:xfrm>
            <a:off x="4953000" y="3543300"/>
            <a:ext cx="3048000" cy="28575"/>
          </a:xfrm>
          <a:prstGeom prst="rect">
            <a:avLst/>
          </a:prstGeom>
          <a:solidFill>
            <a:srgbClr val="557A96"/>
          </a:solidFill>
          <a:ln w="0">
            <a:noFill/>
            <a:prstDash val="solid"/>
          </a:ln>
        </p:spPr>
      </p:sp>
      <p:sp>
        <p:nvSpPr>
          <p:cNvPr id="39" name="gate-number"/>
          <p:cNvSpPr>
            <a:spLocks noGrp="1"/>
          </p:cNvSpPr>
          <p:nvPr/>
        </p:nvSpPr>
        <p:spPr>
          <a:xfrm>
            <a:off x="5105400" y="3648075"/>
            <a:ext cx="323850" cy="238125"/>
          </a:xfrm>
          <a:prstGeom prst="rect">
            <a:avLst/>
          </a:prstGeom>
          <a:noFill/>
          <a:ln w="0">
            <a:noFill/>
            <a:prstDash val="solid"/>
          </a:ln>
        </p:spPr>
        <p:txBody>
          <a:bodyPr wrap="none" lIns="0" tIns="0" rIns="0" bIns="0" anchor="ctr">
            <a:normAutofit/>
          </a:bodyPr>
          <a:lstStyle/>
          <a:p>
            <a:pPr algn="l">
              <a:defRPr sz="1350" b="1">
                <a:solidFill>
                  <a:srgbClr val="557A96"/>
                </a:solidFill>
                <a:latin typeface="微软雅黑" panose="020B0503020204020204" charset="-122"/>
                <a:ea typeface="微软雅黑" panose="020B0503020204020204" charset="-122"/>
                <a:cs typeface="微软雅黑" panose="020B0503020204020204" charset="-122"/>
              </a:defRPr>
            </a:pPr>
            <a:r>
              <a:rPr sz="1350" b="1">
                <a:solidFill>
                  <a:srgbClr val="557A96"/>
                </a:solidFill>
                <a:latin typeface="微软雅黑" panose="020B0503020204020204" charset="-122"/>
                <a:ea typeface="微软雅黑" panose="020B0503020204020204" charset="-122"/>
                <a:cs typeface="微软雅黑" panose="020B0503020204020204" charset="-122"/>
              </a:rPr>
              <a:t>03</a:t>
            </a:r>
          </a:p>
        </p:txBody>
      </p:sp>
      <p:sp>
        <p:nvSpPr>
          <p:cNvPr id="40" name="gate-title"/>
          <p:cNvSpPr>
            <a:spLocks noGrp="1"/>
          </p:cNvSpPr>
          <p:nvPr/>
        </p:nvSpPr>
        <p:spPr>
          <a:xfrm>
            <a:off x="5467350" y="3629025"/>
            <a:ext cx="838200" cy="276225"/>
          </a:xfrm>
          <a:prstGeom prst="rect">
            <a:avLst/>
          </a:prstGeom>
          <a:noFill/>
          <a:ln w="0">
            <a:noFill/>
            <a:prstDash val="solid"/>
          </a:ln>
        </p:spPr>
        <p:txBody>
          <a:bodyPr wrap="none" lIns="0" tIns="0" rIns="0" bIns="0" anchor="ctr">
            <a:normAutofit/>
          </a:bodyPr>
          <a:lstStyle/>
          <a:p>
            <a:pPr algn="l">
              <a:defRPr sz="1800" b="1">
                <a:solidFill>
                  <a:srgbClr val="252B31"/>
                </a:solidFill>
                <a:latin typeface="微软雅黑" panose="020B0503020204020204" charset="-122"/>
                <a:ea typeface="微软雅黑" panose="020B0503020204020204" charset="-122"/>
                <a:cs typeface="微软雅黑" panose="020B0503020204020204" charset="-122"/>
              </a:defRPr>
            </a:pPr>
            <a:r>
              <a:rPr sz="1800" b="1">
                <a:solidFill>
                  <a:srgbClr val="252B31"/>
                </a:solidFill>
                <a:latin typeface="微软雅黑" panose="020B0503020204020204" charset="-122"/>
                <a:ea typeface="微软雅黑" panose="020B0503020204020204" charset="-122"/>
                <a:cs typeface="微软雅黑" panose="020B0503020204020204" charset="-122"/>
              </a:rPr>
              <a:t>Gate</a:t>
            </a:r>
          </a:p>
        </p:txBody>
      </p:sp>
      <p:sp>
        <p:nvSpPr>
          <p:cNvPr id="41" name="gate-subtitle"/>
          <p:cNvSpPr>
            <a:spLocks noGrp="1"/>
          </p:cNvSpPr>
          <p:nvPr/>
        </p:nvSpPr>
        <p:spPr>
          <a:xfrm>
            <a:off x="6838950" y="3648075"/>
            <a:ext cx="1009650" cy="238125"/>
          </a:xfrm>
          <a:prstGeom prst="rect">
            <a:avLst/>
          </a:prstGeom>
          <a:noFill/>
          <a:ln w="0">
            <a:noFill/>
            <a:prstDash val="solid"/>
          </a:ln>
        </p:spPr>
        <p:txBody>
          <a:bodyPr wrap="none" lIns="0" tIns="0" rIns="0" bIns="0" anchor="ctr">
            <a:normAutofit/>
          </a:bodyPr>
          <a:lstStyle/>
          <a:p>
            <a:pPr algn="r">
              <a:defRPr sz="1315" b="1">
                <a:solidFill>
                  <a:srgbClr val="557A96"/>
                </a:solidFill>
                <a:latin typeface="微软雅黑" panose="020B0503020204020204" charset="-122"/>
                <a:ea typeface="微软雅黑" panose="020B0503020204020204" charset="-122"/>
                <a:cs typeface="微软雅黑" panose="020B0503020204020204" charset="-122"/>
              </a:defRPr>
            </a:pPr>
            <a:r>
              <a:rPr sz="1315" b="1">
                <a:solidFill>
                  <a:srgbClr val="557A96"/>
                </a:solidFill>
                <a:latin typeface="微软雅黑" panose="020B0503020204020204" charset="-122"/>
                <a:ea typeface="微软雅黑" panose="020B0503020204020204" charset="-122"/>
                <a:cs typeface="微软雅黑" panose="020B0503020204020204" charset="-122"/>
              </a:rPr>
              <a:t>阶段门禁</a:t>
            </a:r>
          </a:p>
        </p:txBody>
      </p:sp>
      <p:sp>
        <p:nvSpPr>
          <p:cNvPr id="42" name="flow-card"/>
          <p:cNvSpPr>
            <a:spLocks noGrp="1"/>
          </p:cNvSpPr>
          <p:nvPr/>
        </p:nvSpPr>
        <p:spPr>
          <a:xfrm>
            <a:off x="8153400" y="3543300"/>
            <a:ext cx="3429000" cy="2362200"/>
          </a:xfrm>
          <a:prstGeom prst="roundRect">
            <a:avLst>
              <a:gd name="adj" fmla="val 2823"/>
            </a:avLst>
          </a:prstGeom>
          <a:solidFill>
            <a:srgbClr val="FFFFFF"/>
          </a:solidFill>
          <a:ln w="9525">
            <a:solidFill>
              <a:srgbClr val="D8DEE3"/>
            </a:solidFill>
            <a:prstDash val="solid"/>
          </a:ln>
        </p:spPr>
      </p:sp>
      <p:sp>
        <p:nvSpPr>
          <p:cNvPr id="43" name="flow-accent"/>
          <p:cNvSpPr>
            <a:spLocks noGrp="1"/>
          </p:cNvSpPr>
          <p:nvPr/>
        </p:nvSpPr>
        <p:spPr>
          <a:xfrm>
            <a:off x="8153400" y="3543300"/>
            <a:ext cx="3429000" cy="28575"/>
          </a:xfrm>
          <a:prstGeom prst="rect">
            <a:avLst/>
          </a:prstGeom>
          <a:solidFill>
            <a:srgbClr val="557A96"/>
          </a:solidFill>
          <a:ln w="0">
            <a:noFill/>
            <a:prstDash val="solid"/>
          </a:ln>
        </p:spPr>
      </p:sp>
      <p:sp>
        <p:nvSpPr>
          <p:cNvPr id="44" name="flow-number"/>
          <p:cNvSpPr>
            <a:spLocks noGrp="1"/>
          </p:cNvSpPr>
          <p:nvPr/>
        </p:nvSpPr>
        <p:spPr>
          <a:xfrm>
            <a:off x="8305800" y="3648075"/>
            <a:ext cx="323850" cy="238125"/>
          </a:xfrm>
          <a:prstGeom prst="rect">
            <a:avLst/>
          </a:prstGeom>
          <a:noFill/>
          <a:ln w="0">
            <a:noFill/>
            <a:prstDash val="solid"/>
          </a:ln>
        </p:spPr>
        <p:txBody>
          <a:bodyPr wrap="none" lIns="0" tIns="0" rIns="0" bIns="0" anchor="ctr">
            <a:normAutofit/>
          </a:bodyPr>
          <a:lstStyle/>
          <a:p>
            <a:pPr algn="l">
              <a:defRPr sz="1350" b="1">
                <a:solidFill>
                  <a:srgbClr val="557A96"/>
                </a:solidFill>
                <a:latin typeface="微软雅黑" panose="020B0503020204020204" charset="-122"/>
                <a:ea typeface="微软雅黑" panose="020B0503020204020204" charset="-122"/>
                <a:cs typeface="微软雅黑" panose="020B0503020204020204" charset="-122"/>
              </a:defRPr>
            </a:pPr>
            <a:r>
              <a:rPr sz="1350" b="1">
                <a:solidFill>
                  <a:srgbClr val="557A96"/>
                </a:solidFill>
                <a:latin typeface="微软雅黑" panose="020B0503020204020204" charset="-122"/>
                <a:ea typeface="微软雅黑" panose="020B0503020204020204" charset="-122"/>
                <a:cs typeface="微软雅黑" panose="020B0503020204020204" charset="-122"/>
              </a:rPr>
              <a:t>04</a:t>
            </a:r>
          </a:p>
        </p:txBody>
      </p:sp>
      <p:sp>
        <p:nvSpPr>
          <p:cNvPr id="45" name="flow-title"/>
          <p:cNvSpPr>
            <a:spLocks noGrp="1"/>
          </p:cNvSpPr>
          <p:nvPr/>
        </p:nvSpPr>
        <p:spPr>
          <a:xfrm>
            <a:off x="8667750" y="3629025"/>
            <a:ext cx="1314450" cy="276225"/>
          </a:xfrm>
          <a:prstGeom prst="rect">
            <a:avLst/>
          </a:prstGeom>
          <a:noFill/>
          <a:ln w="0">
            <a:noFill/>
            <a:prstDash val="solid"/>
          </a:ln>
        </p:spPr>
        <p:txBody>
          <a:bodyPr wrap="none" lIns="0" tIns="0" rIns="0" bIns="0" anchor="ctr">
            <a:normAutofit/>
          </a:bodyPr>
          <a:lstStyle/>
          <a:p>
            <a:pPr algn="l">
              <a:defRPr sz="1575" b="1">
                <a:solidFill>
                  <a:srgbClr val="252B31"/>
                </a:solidFill>
                <a:latin typeface="微软雅黑" panose="020B0503020204020204" charset="-122"/>
                <a:ea typeface="微软雅黑" panose="020B0503020204020204" charset="-122"/>
                <a:cs typeface="微软雅黑" panose="020B0503020204020204" charset="-122"/>
              </a:defRPr>
            </a:pPr>
            <a:r>
              <a:rPr lang="zh-CN" altLang="en-US" sz="1575" b="1" dirty="0" smtClean="0">
                <a:solidFill>
                  <a:srgbClr val="252B31"/>
                </a:solidFill>
                <a:latin typeface="微软雅黑" panose="020B0503020204020204" charset="-122"/>
                <a:ea typeface="微软雅黑" panose="020B0503020204020204" charset="-122"/>
                <a:cs typeface="微软雅黑" panose="020B0503020204020204" charset="-122"/>
              </a:rPr>
              <a:t>流程控制</a:t>
            </a:r>
            <a:endParaRPr sz="1575" b="1" dirty="0">
              <a:solidFill>
                <a:srgbClr val="252B31"/>
              </a:solidFill>
              <a:latin typeface="微软雅黑" panose="020B0503020204020204" charset="-122"/>
              <a:ea typeface="微软雅黑" panose="020B0503020204020204" charset="-122"/>
              <a:cs typeface="微软雅黑" panose="020B0503020204020204" charset="-122"/>
            </a:endParaRPr>
          </a:p>
        </p:txBody>
      </p:sp>
      <p:sp>
        <p:nvSpPr>
          <p:cNvPr id="47" name="stage-input-line"/>
          <p:cNvSpPr>
            <a:spLocks noGrp="1"/>
          </p:cNvSpPr>
          <p:nvPr/>
        </p:nvSpPr>
        <p:spPr>
          <a:xfrm>
            <a:off x="5657850" y="2254112"/>
            <a:ext cx="0" cy="114300"/>
          </a:xfrm>
          <a:prstGeom prst="line">
            <a:avLst/>
          </a:prstGeom>
          <a:noFill/>
          <a:ln w="12383">
            <a:solidFill>
              <a:srgbClr val="557A96"/>
            </a:solidFill>
            <a:prstDash val="solid"/>
          </a:ln>
        </p:spPr>
      </p:sp>
      <p:sp>
        <p:nvSpPr>
          <p:cNvPr id="48" name="stage-input-arrow"/>
          <p:cNvSpPr>
            <a:spLocks noGrp="1"/>
          </p:cNvSpPr>
          <p:nvPr/>
        </p:nvSpPr>
        <p:spPr>
          <a:xfrm rot="10800000">
            <a:off x="5619750" y="2330312"/>
            <a:ext cx="76200" cy="76200"/>
          </a:xfrm>
          <a:prstGeom prst="triangle">
            <a:avLst/>
          </a:prstGeom>
          <a:solidFill>
            <a:srgbClr val="557A96"/>
          </a:solidFill>
          <a:ln w="0">
            <a:solidFill>
              <a:srgbClr val="557A96"/>
            </a:solidFill>
            <a:prstDash val="solid"/>
          </a:ln>
        </p:spPr>
      </p:sp>
      <p:sp>
        <p:nvSpPr>
          <p:cNvPr id="49" name="stage-a-b-line"/>
          <p:cNvSpPr>
            <a:spLocks noGrp="1"/>
          </p:cNvSpPr>
          <p:nvPr/>
        </p:nvSpPr>
        <p:spPr>
          <a:xfrm>
            <a:off x="5657850" y="2625587"/>
            <a:ext cx="0" cy="142875"/>
          </a:xfrm>
          <a:prstGeom prst="line">
            <a:avLst/>
          </a:prstGeom>
          <a:noFill/>
          <a:ln w="12383">
            <a:solidFill>
              <a:srgbClr val="557A96"/>
            </a:solidFill>
            <a:prstDash val="solid"/>
          </a:ln>
        </p:spPr>
      </p:sp>
      <p:sp>
        <p:nvSpPr>
          <p:cNvPr id="50" name="stage-a-b-arrow"/>
          <p:cNvSpPr>
            <a:spLocks noGrp="1"/>
          </p:cNvSpPr>
          <p:nvPr/>
        </p:nvSpPr>
        <p:spPr>
          <a:xfrm rot="10800000">
            <a:off x="5619750" y="2730362"/>
            <a:ext cx="76200" cy="76200"/>
          </a:xfrm>
          <a:prstGeom prst="triangle">
            <a:avLst/>
          </a:prstGeom>
          <a:solidFill>
            <a:srgbClr val="557A96"/>
          </a:solidFill>
          <a:ln w="0">
            <a:solidFill>
              <a:srgbClr val="557A96"/>
            </a:solidFill>
            <a:prstDash val="solid"/>
          </a:ln>
        </p:spPr>
      </p:sp>
      <p:sp>
        <p:nvSpPr>
          <p:cNvPr id="53" name="stage-input"/>
          <p:cNvSpPr>
            <a:spLocks noGrp="1"/>
          </p:cNvSpPr>
          <p:nvPr/>
        </p:nvSpPr>
        <p:spPr>
          <a:xfrm>
            <a:off x="5362575" y="2101712"/>
            <a:ext cx="590550" cy="190500"/>
          </a:xfrm>
          <a:prstGeom prst="rect">
            <a:avLst/>
          </a:prstGeom>
          <a:noFill/>
          <a:ln w="0">
            <a:noFill/>
            <a:prstDash val="solid"/>
          </a:ln>
        </p:spPr>
        <p:txBody>
          <a:bodyPr wrap="none" lIns="0" tIns="0" rIns="0" bIns="0" anchor="ctr">
            <a:normAutofit/>
          </a:bodyPr>
          <a:lstStyle/>
          <a:p>
            <a:pPr algn="ctr">
              <a:defRPr sz="1200" b="1">
                <a:solidFill>
                  <a:srgbClr val="68727B"/>
                </a:solidFill>
                <a:latin typeface="微软雅黑" panose="020B0503020204020204" charset="-122"/>
                <a:ea typeface="微软雅黑" panose="020B0503020204020204" charset="-122"/>
                <a:cs typeface="微软雅黑" panose="020B0503020204020204" charset="-122"/>
              </a:defRPr>
            </a:pPr>
            <a:r>
              <a:rPr sz="1200" b="1">
                <a:solidFill>
                  <a:srgbClr val="68727B"/>
                </a:solidFill>
                <a:latin typeface="微软雅黑" panose="020B0503020204020204" charset="-122"/>
                <a:ea typeface="微软雅黑" panose="020B0503020204020204" charset="-122"/>
                <a:cs typeface="微软雅黑" panose="020B0503020204020204" charset="-122"/>
              </a:rPr>
              <a:t>Input</a:t>
            </a:r>
          </a:p>
        </p:txBody>
      </p:sp>
      <p:sp>
        <p:nvSpPr>
          <p:cNvPr id="54" name="stage-a-box"/>
          <p:cNvSpPr>
            <a:spLocks noGrp="1"/>
          </p:cNvSpPr>
          <p:nvPr/>
        </p:nvSpPr>
        <p:spPr>
          <a:xfrm>
            <a:off x="5210175" y="2368412"/>
            <a:ext cx="895350" cy="257175"/>
          </a:xfrm>
          <a:prstGeom prst="roundRect">
            <a:avLst>
              <a:gd name="adj" fmla="val 18519"/>
            </a:avLst>
          </a:prstGeom>
          <a:solidFill>
            <a:srgbClr val="F7F9FA"/>
          </a:solidFill>
          <a:ln w="9525">
            <a:solidFill>
              <a:srgbClr val="7F9DB2"/>
            </a:solidFill>
            <a:prstDash val="solid"/>
          </a:ln>
        </p:spPr>
      </p:sp>
      <p:sp>
        <p:nvSpPr>
          <p:cNvPr id="55" name="stage-a-text"/>
          <p:cNvSpPr>
            <a:spLocks noGrp="1"/>
          </p:cNvSpPr>
          <p:nvPr/>
        </p:nvSpPr>
        <p:spPr>
          <a:xfrm>
            <a:off x="5257800" y="2387462"/>
            <a:ext cx="800100" cy="219075"/>
          </a:xfrm>
          <a:prstGeom prst="rect">
            <a:avLst/>
          </a:prstGeom>
          <a:noFill/>
          <a:ln w="0">
            <a:noFill/>
            <a:prstDash val="solid"/>
          </a:ln>
        </p:spPr>
        <p:txBody>
          <a:bodyPr wrap="none" lIns="0" tIns="0" rIns="0" bIns="0" anchor="ctr">
            <a:normAutofit/>
          </a:bodyPr>
          <a:lstStyle/>
          <a:p>
            <a:pPr algn="ctr">
              <a:defRPr sz="1275" b="1">
                <a:solidFill>
                  <a:srgbClr val="252B31"/>
                </a:solidFill>
                <a:latin typeface="微软雅黑" panose="020B0503020204020204" charset="-122"/>
                <a:ea typeface="微软雅黑" panose="020B0503020204020204" charset="-122"/>
                <a:cs typeface="微软雅黑" panose="020B0503020204020204" charset="-122"/>
              </a:defRPr>
            </a:pPr>
            <a:r>
              <a:rPr sz="1275" b="1">
                <a:solidFill>
                  <a:srgbClr val="252B31"/>
                </a:solidFill>
                <a:latin typeface="微软雅黑" panose="020B0503020204020204" charset="-122"/>
                <a:ea typeface="微软雅黑" panose="020B0503020204020204" charset="-122"/>
                <a:cs typeface="微软雅黑" panose="020B0503020204020204" charset="-122"/>
              </a:rPr>
              <a:t>Stage A</a:t>
            </a:r>
          </a:p>
        </p:txBody>
      </p:sp>
      <p:sp>
        <p:nvSpPr>
          <p:cNvPr id="56" name="stage-b-box"/>
          <p:cNvSpPr>
            <a:spLocks noGrp="1"/>
          </p:cNvSpPr>
          <p:nvPr/>
        </p:nvSpPr>
        <p:spPr>
          <a:xfrm>
            <a:off x="5210175" y="2739887"/>
            <a:ext cx="895350" cy="257175"/>
          </a:xfrm>
          <a:prstGeom prst="roundRect">
            <a:avLst>
              <a:gd name="adj" fmla="val 18519"/>
            </a:avLst>
          </a:prstGeom>
          <a:solidFill>
            <a:srgbClr val="F7F9FA"/>
          </a:solidFill>
          <a:ln w="9525">
            <a:solidFill>
              <a:srgbClr val="7F9DB2"/>
            </a:solidFill>
            <a:prstDash val="solid"/>
          </a:ln>
        </p:spPr>
      </p:sp>
      <p:sp>
        <p:nvSpPr>
          <p:cNvPr id="57" name="stage-b-text"/>
          <p:cNvSpPr>
            <a:spLocks noGrp="1"/>
          </p:cNvSpPr>
          <p:nvPr/>
        </p:nvSpPr>
        <p:spPr>
          <a:xfrm>
            <a:off x="5257800" y="2758937"/>
            <a:ext cx="800100" cy="219075"/>
          </a:xfrm>
          <a:prstGeom prst="rect">
            <a:avLst/>
          </a:prstGeom>
          <a:noFill/>
          <a:ln w="0">
            <a:noFill/>
            <a:prstDash val="solid"/>
          </a:ln>
        </p:spPr>
        <p:txBody>
          <a:bodyPr wrap="none" lIns="0" tIns="0" rIns="0" bIns="0" anchor="ctr">
            <a:normAutofit/>
          </a:bodyPr>
          <a:lstStyle/>
          <a:p>
            <a:pPr algn="ctr">
              <a:defRPr sz="1275" b="1">
                <a:solidFill>
                  <a:srgbClr val="252B31"/>
                </a:solidFill>
                <a:latin typeface="微软雅黑" panose="020B0503020204020204" charset="-122"/>
                <a:ea typeface="微软雅黑" panose="020B0503020204020204" charset="-122"/>
                <a:cs typeface="微软雅黑" panose="020B0503020204020204" charset="-122"/>
              </a:defRPr>
            </a:pPr>
            <a:r>
              <a:rPr sz="1275" b="1">
                <a:solidFill>
                  <a:srgbClr val="252B31"/>
                </a:solidFill>
                <a:latin typeface="微软雅黑" panose="020B0503020204020204" charset="-122"/>
                <a:ea typeface="微软雅黑" panose="020B0503020204020204" charset="-122"/>
                <a:cs typeface="微软雅黑" panose="020B0503020204020204" charset="-122"/>
              </a:rPr>
              <a:t>Stage B</a:t>
            </a:r>
          </a:p>
        </p:txBody>
      </p:sp>
      <p:sp>
        <p:nvSpPr>
          <p:cNvPr id="60" name="stage-definition"/>
          <p:cNvSpPr>
            <a:spLocks noGrp="1"/>
          </p:cNvSpPr>
          <p:nvPr/>
        </p:nvSpPr>
        <p:spPr>
          <a:xfrm>
            <a:off x="6286500" y="2333625"/>
            <a:ext cx="1524000" cy="552450"/>
          </a:xfrm>
          <a:prstGeom prst="rect">
            <a:avLst/>
          </a:prstGeom>
          <a:noFill/>
          <a:ln w="0">
            <a:noFill/>
            <a:prstDash val="solid"/>
          </a:ln>
        </p:spPr>
        <p:txBody>
          <a:bodyPr wrap="square" lIns="0" tIns="0" rIns="0" bIns="0" anchor="t">
            <a:normAutofit fontScale="94771"/>
          </a:bodyPr>
          <a:lstStyle/>
          <a:p>
            <a:pPr algn="l">
              <a:defRPr sz="1275" b="1">
                <a:solidFill>
                  <a:srgbClr val="414951"/>
                </a:solidFill>
                <a:latin typeface="微软雅黑" panose="020B0503020204020204" charset="-122"/>
                <a:ea typeface="微软雅黑" panose="020B0503020204020204" charset="-122"/>
                <a:cs typeface="微软雅黑" panose="020B0503020204020204" charset="-122"/>
              </a:defRPr>
            </a:pPr>
            <a:r>
              <a:rPr sz="1275" b="1" dirty="0" err="1">
                <a:solidFill>
                  <a:srgbClr val="414951"/>
                </a:solidFill>
                <a:latin typeface="微软雅黑" panose="020B0503020204020204" charset="-122"/>
                <a:ea typeface="微软雅黑" panose="020B0503020204020204" charset="-122"/>
                <a:cs typeface="微软雅黑" panose="020B0503020204020204" charset="-122"/>
              </a:rPr>
              <a:t>将复杂任务拆成职责明确、顺序可控的执行阶段</a:t>
            </a:r>
            <a:r>
              <a:rPr sz="1275" b="1" dirty="0">
                <a:solidFill>
                  <a:srgbClr val="414951"/>
                </a:solidFill>
                <a:latin typeface="微软雅黑" panose="020B0503020204020204" charset="-122"/>
                <a:ea typeface="微软雅黑" panose="020B0503020204020204" charset="-122"/>
                <a:cs typeface="微软雅黑" panose="020B0503020204020204" charset="-122"/>
              </a:rPr>
              <a:t>。</a:t>
            </a:r>
          </a:p>
        </p:txBody>
      </p:sp>
      <p:sp>
        <p:nvSpPr>
          <p:cNvPr id="61" name="stage-keywords"/>
          <p:cNvSpPr>
            <a:spLocks noGrp="1"/>
          </p:cNvSpPr>
          <p:nvPr/>
        </p:nvSpPr>
        <p:spPr>
          <a:xfrm>
            <a:off x="6286500" y="2676525"/>
            <a:ext cx="1333500" cy="495300"/>
          </a:xfrm>
          <a:prstGeom prst="rect">
            <a:avLst/>
          </a:prstGeom>
          <a:noFill/>
          <a:ln w="0">
            <a:noFill/>
            <a:prstDash val="solid"/>
          </a:ln>
        </p:spPr>
        <p:txBody>
          <a:bodyPr wrap="none" lIns="0" tIns="0" rIns="0" bIns="0" anchor="t">
            <a:normAutofit fontScale="95007"/>
          </a:bodyPr>
          <a:lstStyle/>
          <a:p>
            <a:pPr algn="l">
              <a:defRPr sz="1240" b="1">
                <a:solidFill>
                  <a:srgbClr val="557A96"/>
                </a:solidFill>
                <a:latin typeface="微软雅黑" panose="020B0503020204020204" charset="-122"/>
                <a:ea typeface="微软雅黑" panose="020B0503020204020204" charset="-122"/>
                <a:cs typeface="微软雅黑" panose="020B0503020204020204" charset="-122"/>
              </a:defRPr>
            </a:pPr>
            <a:endParaRPr sz="1240" b="1" dirty="0">
              <a:solidFill>
                <a:srgbClr val="557A96"/>
              </a:solidFill>
              <a:latin typeface="微软雅黑" panose="020B0503020204020204" charset="-122"/>
              <a:ea typeface="微软雅黑" panose="020B0503020204020204" charset="-122"/>
              <a:cs typeface="微软雅黑" panose="020B0503020204020204" charset="-122"/>
            </a:endParaRPr>
          </a:p>
        </p:txBody>
      </p:sp>
      <p:sp>
        <p:nvSpPr>
          <p:cNvPr id="62" name="stage-answer-band"/>
          <p:cNvSpPr>
            <a:spLocks noGrp="1"/>
          </p:cNvSpPr>
          <p:nvPr/>
        </p:nvSpPr>
        <p:spPr>
          <a:xfrm>
            <a:off x="5067300" y="3209925"/>
            <a:ext cx="2819400" cy="152400"/>
          </a:xfrm>
          <a:prstGeom prst="rect">
            <a:avLst/>
          </a:prstGeom>
          <a:solidFill>
            <a:srgbClr val="F2F6F8"/>
          </a:solidFill>
          <a:ln w="0">
            <a:noFill/>
            <a:prstDash val="solid"/>
          </a:ln>
        </p:spPr>
      </p:sp>
      <p:sp>
        <p:nvSpPr>
          <p:cNvPr id="63" name="stage-answer"/>
          <p:cNvSpPr>
            <a:spLocks noGrp="1"/>
          </p:cNvSpPr>
          <p:nvPr/>
        </p:nvSpPr>
        <p:spPr>
          <a:xfrm>
            <a:off x="5181600" y="3209925"/>
            <a:ext cx="2590800" cy="152400"/>
          </a:xfrm>
          <a:prstGeom prst="rect">
            <a:avLst/>
          </a:prstGeom>
          <a:noFill/>
          <a:ln w="0">
            <a:noFill/>
            <a:prstDash val="solid"/>
          </a:ln>
        </p:spPr>
        <p:txBody>
          <a:bodyPr wrap="none" lIns="0" tIns="0" rIns="0" bIns="0" anchor="ctr">
            <a:normAutofit fontScale="96389" lnSpcReduction="10000"/>
          </a:bodyPr>
          <a:lstStyle/>
          <a:p>
            <a:pPr algn="l">
              <a:defRPr sz="1125" b="1">
                <a:solidFill>
                  <a:srgbClr val="557A96"/>
                </a:solidFill>
                <a:latin typeface="微软雅黑" panose="020B0503020204020204" charset="-122"/>
                <a:ea typeface="微软雅黑" panose="020B0503020204020204" charset="-122"/>
                <a:cs typeface="微软雅黑" panose="020B0503020204020204" charset="-122"/>
              </a:defRPr>
            </a:pPr>
            <a:r>
              <a:rPr sz="1125" b="1">
                <a:solidFill>
                  <a:srgbClr val="557A96"/>
                </a:solidFill>
                <a:latin typeface="微软雅黑" panose="020B0503020204020204" charset="-122"/>
                <a:ea typeface="微软雅黑" panose="020B0503020204020204" charset="-122"/>
                <a:cs typeface="微软雅黑" panose="020B0503020204020204" charset="-122"/>
              </a:rPr>
              <a:t>回答：任务怎么拆？</a:t>
            </a:r>
          </a:p>
        </p:txBody>
      </p:sp>
      <p:sp>
        <p:nvSpPr>
          <p:cNvPr id="64" name="contract-a-artifact-line"/>
          <p:cNvSpPr>
            <a:spLocks noGrp="1"/>
          </p:cNvSpPr>
          <p:nvPr/>
        </p:nvSpPr>
        <p:spPr>
          <a:xfrm>
            <a:off x="9188726" y="2453515"/>
            <a:ext cx="238125" cy="0"/>
          </a:xfrm>
          <a:prstGeom prst="line">
            <a:avLst/>
          </a:prstGeom>
          <a:noFill/>
          <a:ln w="12383">
            <a:solidFill>
              <a:srgbClr val="557A96"/>
            </a:solidFill>
            <a:prstDash val="solid"/>
          </a:ln>
        </p:spPr>
      </p:sp>
      <p:sp>
        <p:nvSpPr>
          <p:cNvPr id="65" name="contract-a-artifact-arrow"/>
          <p:cNvSpPr>
            <a:spLocks noGrp="1"/>
          </p:cNvSpPr>
          <p:nvPr/>
        </p:nvSpPr>
        <p:spPr>
          <a:xfrm rot="5400000">
            <a:off x="9388751" y="2415415"/>
            <a:ext cx="76200" cy="76200"/>
          </a:xfrm>
          <a:prstGeom prst="triangle">
            <a:avLst/>
          </a:prstGeom>
          <a:solidFill>
            <a:srgbClr val="557A96"/>
          </a:solidFill>
          <a:ln w="0">
            <a:solidFill>
              <a:srgbClr val="557A96"/>
            </a:solidFill>
            <a:prstDash val="solid"/>
          </a:ln>
        </p:spPr>
      </p:sp>
      <p:sp>
        <p:nvSpPr>
          <p:cNvPr id="66" name="contract-artifact-b-line"/>
          <p:cNvSpPr>
            <a:spLocks noGrp="1"/>
          </p:cNvSpPr>
          <p:nvPr/>
        </p:nvSpPr>
        <p:spPr>
          <a:xfrm>
            <a:off x="10388876" y="2453515"/>
            <a:ext cx="209550" cy="0"/>
          </a:xfrm>
          <a:prstGeom prst="line">
            <a:avLst/>
          </a:prstGeom>
          <a:noFill/>
          <a:ln w="12383">
            <a:solidFill>
              <a:srgbClr val="557A96"/>
            </a:solidFill>
            <a:prstDash val="solid"/>
          </a:ln>
        </p:spPr>
      </p:sp>
      <p:sp>
        <p:nvSpPr>
          <p:cNvPr id="67" name="contract-artifact-b-arrow"/>
          <p:cNvSpPr>
            <a:spLocks noGrp="1"/>
          </p:cNvSpPr>
          <p:nvPr/>
        </p:nvSpPr>
        <p:spPr>
          <a:xfrm rot="5400000">
            <a:off x="10560326" y="2415415"/>
            <a:ext cx="76200" cy="76200"/>
          </a:xfrm>
          <a:prstGeom prst="triangle">
            <a:avLst/>
          </a:prstGeom>
          <a:solidFill>
            <a:srgbClr val="557A96"/>
          </a:solidFill>
          <a:ln w="0">
            <a:solidFill>
              <a:srgbClr val="557A96"/>
            </a:solidFill>
            <a:prstDash val="solid"/>
          </a:ln>
        </p:spPr>
      </p:sp>
      <p:sp>
        <p:nvSpPr>
          <p:cNvPr id="68" name="output-contract-label"/>
          <p:cNvSpPr>
            <a:spLocks noGrp="1"/>
          </p:cNvSpPr>
          <p:nvPr/>
        </p:nvSpPr>
        <p:spPr>
          <a:xfrm>
            <a:off x="8950601" y="2129665"/>
            <a:ext cx="1047750" cy="171450"/>
          </a:xfrm>
          <a:prstGeom prst="rect">
            <a:avLst/>
          </a:prstGeom>
          <a:noFill/>
          <a:ln w="0">
            <a:noFill/>
            <a:prstDash val="solid"/>
          </a:ln>
        </p:spPr>
        <p:txBody>
          <a:bodyPr wrap="none" lIns="0" tIns="0" rIns="0" bIns="0" anchor="ctr">
            <a:normAutofit/>
          </a:bodyPr>
          <a:lstStyle/>
          <a:p>
            <a:pPr algn="ctr">
              <a:defRPr sz="1015" b="0">
                <a:solidFill>
                  <a:srgbClr val="68727B"/>
                </a:solidFill>
                <a:latin typeface="微软雅黑" panose="020B0503020204020204" charset="-122"/>
                <a:ea typeface="微软雅黑" panose="020B0503020204020204" charset="-122"/>
                <a:cs typeface="微软雅黑" panose="020B0503020204020204" charset="-122"/>
              </a:defRPr>
            </a:pPr>
            <a:r>
              <a:rPr sz="1015" b="0">
                <a:solidFill>
                  <a:srgbClr val="68727B"/>
                </a:solidFill>
                <a:latin typeface="微软雅黑" panose="020B0503020204020204" charset="-122"/>
                <a:ea typeface="微软雅黑" panose="020B0503020204020204" charset="-122"/>
                <a:cs typeface="微软雅黑" panose="020B0503020204020204" charset="-122"/>
              </a:rPr>
              <a:t>Output Contract</a:t>
            </a:r>
          </a:p>
        </p:txBody>
      </p:sp>
      <p:sp>
        <p:nvSpPr>
          <p:cNvPr id="69" name="input-contract-label"/>
          <p:cNvSpPr>
            <a:spLocks noGrp="1"/>
          </p:cNvSpPr>
          <p:nvPr/>
        </p:nvSpPr>
        <p:spPr>
          <a:xfrm>
            <a:off x="10122176" y="2129665"/>
            <a:ext cx="1000125" cy="171450"/>
          </a:xfrm>
          <a:prstGeom prst="rect">
            <a:avLst/>
          </a:prstGeom>
          <a:noFill/>
          <a:ln w="0">
            <a:noFill/>
            <a:prstDash val="solid"/>
          </a:ln>
        </p:spPr>
        <p:txBody>
          <a:bodyPr wrap="none" lIns="0" tIns="0" rIns="0" bIns="0" anchor="ctr">
            <a:normAutofit/>
          </a:bodyPr>
          <a:lstStyle/>
          <a:p>
            <a:pPr algn="ctr">
              <a:defRPr sz="1015" b="0">
                <a:solidFill>
                  <a:srgbClr val="68727B"/>
                </a:solidFill>
                <a:latin typeface="微软雅黑" panose="020B0503020204020204" charset="-122"/>
                <a:ea typeface="微软雅黑" panose="020B0503020204020204" charset="-122"/>
                <a:cs typeface="微软雅黑" panose="020B0503020204020204" charset="-122"/>
              </a:defRPr>
            </a:pPr>
            <a:r>
              <a:rPr sz="1015" b="0">
                <a:solidFill>
                  <a:srgbClr val="68727B"/>
                </a:solidFill>
                <a:latin typeface="微软雅黑" panose="020B0503020204020204" charset="-122"/>
                <a:ea typeface="微软雅黑" panose="020B0503020204020204" charset="-122"/>
                <a:cs typeface="微软雅黑" panose="020B0503020204020204" charset="-122"/>
              </a:rPr>
              <a:t>Input Contract</a:t>
            </a:r>
          </a:p>
        </p:txBody>
      </p:sp>
      <p:sp>
        <p:nvSpPr>
          <p:cNvPr id="70" name="contract-stage-a-box"/>
          <p:cNvSpPr>
            <a:spLocks noGrp="1"/>
          </p:cNvSpPr>
          <p:nvPr/>
        </p:nvSpPr>
        <p:spPr>
          <a:xfrm>
            <a:off x="8331476" y="2282065"/>
            <a:ext cx="857250" cy="457200"/>
          </a:xfrm>
          <a:prstGeom prst="roundRect">
            <a:avLst>
              <a:gd name="adj" fmla="val 10417"/>
            </a:avLst>
          </a:prstGeom>
          <a:solidFill>
            <a:srgbClr val="F7F9FA"/>
          </a:solidFill>
          <a:ln w="9525">
            <a:solidFill>
              <a:srgbClr val="7F9DB2"/>
            </a:solidFill>
            <a:prstDash val="solid"/>
          </a:ln>
        </p:spPr>
      </p:sp>
      <p:sp>
        <p:nvSpPr>
          <p:cNvPr id="71" name="contract-stage-a-text"/>
          <p:cNvSpPr>
            <a:spLocks noGrp="1"/>
          </p:cNvSpPr>
          <p:nvPr/>
        </p:nvSpPr>
        <p:spPr>
          <a:xfrm>
            <a:off x="8379101" y="2301115"/>
            <a:ext cx="762000" cy="419100"/>
          </a:xfrm>
          <a:prstGeom prst="rect">
            <a:avLst/>
          </a:prstGeom>
          <a:noFill/>
          <a:ln w="0">
            <a:noFill/>
            <a:prstDash val="solid"/>
          </a:ln>
        </p:spPr>
        <p:txBody>
          <a:bodyPr wrap="none" lIns="0" tIns="0" rIns="0" bIns="0" anchor="ctr">
            <a:normAutofit fontScale="99951"/>
          </a:bodyPr>
          <a:lstStyle/>
          <a:p>
            <a:pPr algn="ctr">
              <a:defRPr sz="1090" b="1">
                <a:solidFill>
                  <a:srgbClr val="252B31"/>
                </a:solidFill>
                <a:latin typeface="微软雅黑" panose="020B0503020204020204" charset="-122"/>
                <a:ea typeface="微软雅黑" panose="020B0503020204020204" charset="-122"/>
                <a:cs typeface="微软雅黑" panose="020B0503020204020204" charset="-122"/>
              </a:defRPr>
            </a:pPr>
            <a:r>
              <a:rPr sz="1090" b="1" dirty="0" smtClean="0">
                <a:solidFill>
                  <a:srgbClr val="252B31"/>
                </a:solidFill>
                <a:latin typeface="微软雅黑" panose="020B0503020204020204" charset="-122"/>
                <a:ea typeface="微软雅黑" panose="020B0503020204020204" charset="-122"/>
                <a:cs typeface="微软雅黑" panose="020B0503020204020204" charset="-122"/>
              </a:rPr>
              <a:t>Stage A</a:t>
            </a:r>
          </a:p>
        </p:txBody>
      </p:sp>
      <p:sp>
        <p:nvSpPr>
          <p:cNvPr id="72" name="contract-artifact-box"/>
          <p:cNvSpPr>
            <a:spLocks noGrp="1"/>
          </p:cNvSpPr>
          <p:nvPr/>
        </p:nvSpPr>
        <p:spPr>
          <a:xfrm>
            <a:off x="9436376" y="2282065"/>
            <a:ext cx="952500" cy="457200"/>
          </a:xfrm>
          <a:prstGeom prst="roundRect">
            <a:avLst>
              <a:gd name="adj" fmla="val 10417"/>
            </a:avLst>
          </a:prstGeom>
          <a:solidFill>
            <a:srgbClr val="F2F6F8"/>
          </a:solidFill>
          <a:ln w="9525">
            <a:solidFill>
              <a:srgbClr val="7F9DB2"/>
            </a:solidFill>
            <a:prstDash val="solid"/>
          </a:ln>
        </p:spPr>
      </p:sp>
      <p:sp>
        <p:nvSpPr>
          <p:cNvPr id="73" name="contract-artifact-text"/>
          <p:cNvSpPr>
            <a:spLocks noGrp="1"/>
          </p:cNvSpPr>
          <p:nvPr/>
        </p:nvSpPr>
        <p:spPr>
          <a:xfrm>
            <a:off x="9484001" y="2301115"/>
            <a:ext cx="857250" cy="419100"/>
          </a:xfrm>
          <a:prstGeom prst="rect">
            <a:avLst/>
          </a:prstGeom>
          <a:noFill/>
          <a:ln w="0">
            <a:noFill/>
            <a:prstDash val="solid"/>
          </a:ln>
        </p:spPr>
        <p:txBody>
          <a:bodyPr wrap="none" lIns="0" tIns="0" rIns="0" bIns="0" anchor="ctr">
            <a:normAutofit fontScale="98158"/>
          </a:bodyPr>
          <a:lstStyle/>
          <a:p>
            <a:pPr algn="ctr">
              <a:defRPr sz="1090" b="1">
                <a:solidFill>
                  <a:srgbClr val="557A96"/>
                </a:solidFill>
                <a:latin typeface="微软雅黑" panose="020B0503020204020204" charset="-122"/>
                <a:ea typeface="微软雅黑" panose="020B0503020204020204" charset="-122"/>
                <a:cs typeface="微软雅黑" panose="020B0503020204020204" charset="-122"/>
              </a:defRPr>
            </a:pPr>
            <a:r>
              <a:rPr sz="1090" b="1" dirty="0">
                <a:solidFill>
                  <a:srgbClr val="557A96"/>
                </a:solidFill>
                <a:latin typeface="微软雅黑" panose="020B0503020204020204" charset="-122"/>
                <a:ea typeface="微软雅黑" panose="020B0503020204020204" charset="-122"/>
                <a:cs typeface="微软雅黑" panose="020B0503020204020204" charset="-122"/>
              </a:rPr>
              <a:t>Artifact</a:t>
            </a:r>
          </a:p>
          <a:p>
            <a:pPr algn="ctr">
              <a:defRPr sz="1090" b="1">
                <a:solidFill>
                  <a:srgbClr val="557A96"/>
                </a:solidFill>
                <a:latin typeface="微软雅黑" panose="020B0503020204020204" charset="-122"/>
                <a:ea typeface="微软雅黑" panose="020B0503020204020204" charset="-122"/>
                <a:cs typeface="微软雅黑" panose="020B0503020204020204" charset="-122"/>
              </a:defRPr>
            </a:pPr>
            <a:r>
              <a:rPr sz="1090" b="1" dirty="0">
                <a:solidFill>
                  <a:srgbClr val="557A96"/>
                </a:solidFill>
                <a:latin typeface="微软雅黑" panose="020B0503020204020204" charset="-122"/>
                <a:ea typeface="微软雅黑" panose="020B0503020204020204" charset="-122"/>
                <a:cs typeface="微软雅黑" panose="020B0503020204020204" charset="-122"/>
              </a:rPr>
              <a:t>file </a:t>
            </a:r>
            <a:r>
              <a:rPr sz="1090" b="1" dirty="0" smtClean="0">
                <a:solidFill>
                  <a:srgbClr val="557A96"/>
                </a:solidFill>
                <a:latin typeface="微软雅黑" panose="020B0503020204020204" charset="-122"/>
                <a:ea typeface="微软雅黑" panose="020B0503020204020204" charset="-122"/>
                <a:cs typeface="微软雅黑" panose="020B0503020204020204" charset="-122"/>
              </a:rPr>
              <a:t>· </a:t>
            </a:r>
            <a:r>
              <a:rPr sz="1090" b="1" dirty="0">
                <a:solidFill>
                  <a:srgbClr val="557A96"/>
                </a:solidFill>
                <a:latin typeface="微软雅黑" panose="020B0503020204020204" charset="-122"/>
                <a:ea typeface="微软雅黑" panose="020B0503020204020204" charset="-122"/>
                <a:cs typeface="微软雅黑" panose="020B0503020204020204" charset="-122"/>
              </a:rPr>
              <a:t>code</a:t>
            </a:r>
          </a:p>
        </p:txBody>
      </p:sp>
      <p:sp>
        <p:nvSpPr>
          <p:cNvPr id="74" name="contract-stage-b-box"/>
          <p:cNvSpPr>
            <a:spLocks noGrp="1"/>
          </p:cNvSpPr>
          <p:nvPr/>
        </p:nvSpPr>
        <p:spPr>
          <a:xfrm>
            <a:off x="10617476" y="2282065"/>
            <a:ext cx="742950" cy="457200"/>
          </a:xfrm>
          <a:prstGeom prst="roundRect">
            <a:avLst>
              <a:gd name="adj" fmla="val 10417"/>
            </a:avLst>
          </a:prstGeom>
          <a:solidFill>
            <a:srgbClr val="F7F9FA"/>
          </a:solidFill>
          <a:ln w="9525">
            <a:solidFill>
              <a:srgbClr val="7F9DB2"/>
            </a:solidFill>
            <a:prstDash val="solid"/>
          </a:ln>
        </p:spPr>
      </p:sp>
      <p:sp>
        <p:nvSpPr>
          <p:cNvPr id="75" name="contract-stage-b-text"/>
          <p:cNvSpPr>
            <a:spLocks noGrp="1"/>
          </p:cNvSpPr>
          <p:nvPr/>
        </p:nvSpPr>
        <p:spPr>
          <a:xfrm>
            <a:off x="10665101" y="2301115"/>
            <a:ext cx="647700" cy="419100"/>
          </a:xfrm>
          <a:prstGeom prst="rect">
            <a:avLst/>
          </a:prstGeom>
          <a:noFill/>
          <a:ln w="0">
            <a:noFill/>
            <a:prstDash val="solid"/>
          </a:ln>
        </p:spPr>
        <p:txBody>
          <a:bodyPr wrap="none" lIns="0" tIns="0" rIns="0" bIns="0" anchor="ctr">
            <a:normAutofit/>
          </a:bodyPr>
          <a:lstStyle/>
          <a:p>
            <a:pPr algn="ctr">
              <a:defRPr sz="1200" b="1">
                <a:solidFill>
                  <a:srgbClr val="252B31"/>
                </a:solidFill>
                <a:latin typeface="微软雅黑" panose="020B0503020204020204" charset="-122"/>
                <a:ea typeface="微软雅黑" panose="020B0503020204020204" charset="-122"/>
                <a:cs typeface="微软雅黑" panose="020B0503020204020204" charset="-122"/>
              </a:defRPr>
            </a:pPr>
            <a:r>
              <a:rPr sz="1200" b="1">
                <a:solidFill>
                  <a:srgbClr val="252B31"/>
                </a:solidFill>
                <a:latin typeface="微软雅黑" panose="020B0503020204020204" charset="-122"/>
                <a:ea typeface="微软雅黑" panose="020B0503020204020204" charset="-122"/>
                <a:cs typeface="微软雅黑" panose="020B0503020204020204" charset="-122"/>
              </a:rPr>
              <a:t>Stage B</a:t>
            </a:r>
          </a:p>
        </p:txBody>
      </p:sp>
      <p:sp>
        <p:nvSpPr>
          <p:cNvPr id="77" name="artifact-concept"/>
          <p:cNvSpPr>
            <a:spLocks noGrp="1"/>
          </p:cNvSpPr>
          <p:nvPr/>
        </p:nvSpPr>
        <p:spPr>
          <a:xfrm>
            <a:off x="8826776" y="2906574"/>
            <a:ext cx="3028950" cy="180975"/>
          </a:xfrm>
          <a:prstGeom prst="rect">
            <a:avLst/>
          </a:prstGeom>
          <a:noFill/>
          <a:ln w="0">
            <a:noFill/>
            <a:prstDash val="solid"/>
          </a:ln>
        </p:spPr>
        <p:txBody>
          <a:bodyPr wrap="none" lIns="0" tIns="0" rIns="0" bIns="0" anchor="ctr">
            <a:normAutofit/>
          </a:bodyPr>
          <a:lstStyle/>
          <a:p>
            <a:pPr algn="l">
              <a:defRPr sz="1165" b="0">
                <a:solidFill>
                  <a:srgbClr val="414951"/>
                </a:solidFill>
                <a:latin typeface="微软雅黑" panose="020B0503020204020204" charset="-122"/>
                <a:ea typeface="微软雅黑" panose="020B0503020204020204" charset="-122"/>
                <a:cs typeface="微软雅黑" panose="020B0503020204020204" charset="-122"/>
              </a:defRPr>
            </a:pPr>
            <a:r>
              <a:rPr sz="1165" b="0" dirty="0">
                <a:solidFill>
                  <a:srgbClr val="414951"/>
                </a:solidFill>
                <a:latin typeface="微软雅黑" panose="020B0503020204020204" charset="-122"/>
                <a:ea typeface="微软雅黑" panose="020B0503020204020204" charset="-122"/>
                <a:cs typeface="微软雅黑" panose="020B0503020204020204" charset="-122"/>
              </a:rPr>
              <a:t>Artifact   </a:t>
            </a:r>
            <a:r>
              <a:rPr sz="1165" b="0" dirty="0" err="1" smtClean="0">
                <a:solidFill>
                  <a:srgbClr val="414951"/>
                </a:solidFill>
                <a:latin typeface="微软雅黑" panose="020B0503020204020204" charset="-122"/>
                <a:ea typeface="微软雅黑" panose="020B0503020204020204" charset="-122"/>
                <a:cs typeface="微软雅黑" panose="020B0503020204020204" charset="-122"/>
              </a:rPr>
              <a:t>文件或</a:t>
            </a:r>
            <a:r>
              <a:rPr lang="zh-CN" altLang="en-US" sz="1165" b="0" dirty="0" smtClean="0">
                <a:solidFill>
                  <a:srgbClr val="414951"/>
                </a:solidFill>
                <a:latin typeface="微软雅黑" panose="020B0503020204020204" charset="-122"/>
                <a:ea typeface="微软雅黑" panose="020B0503020204020204" charset="-122"/>
                <a:cs typeface="微软雅黑" panose="020B0503020204020204" charset="-122"/>
              </a:rPr>
              <a:t>其他</a:t>
            </a:r>
            <a:r>
              <a:rPr sz="1165" b="0" dirty="0" err="1" smtClean="0">
                <a:solidFill>
                  <a:srgbClr val="414951"/>
                </a:solidFill>
                <a:latin typeface="微软雅黑" panose="020B0503020204020204" charset="-122"/>
                <a:ea typeface="微软雅黑" panose="020B0503020204020204" charset="-122"/>
                <a:cs typeface="微软雅黑" panose="020B0503020204020204" charset="-122"/>
              </a:rPr>
              <a:t>结果</a:t>
            </a:r>
            <a:endParaRPr sz="1165" b="0" dirty="0">
              <a:solidFill>
                <a:srgbClr val="414951"/>
              </a:solidFill>
              <a:latin typeface="微软雅黑" panose="020B0503020204020204" charset="-122"/>
              <a:ea typeface="微软雅黑" panose="020B0503020204020204" charset="-122"/>
              <a:cs typeface="微软雅黑" panose="020B0503020204020204" charset="-122"/>
            </a:endParaRPr>
          </a:p>
        </p:txBody>
      </p:sp>
      <p:sp>
        <p:nvSpPr>
          <p:cNvPr id="79" name="contract-example-band"/>
          <p:cNvSpPr>
            <a:spLocks noGrp="1"/>
          </p:cNvSpPr>
          <p:nvPr/>
        </p:nvSpPr>
        <p:spPr>
          <a:xfrm>
            <a:off x="8267700" y="3200400"/>
            <a:ext cx="3200400" cy="152400"/>
          </a:xfrm>
          <a:prstGeom prst="rect">
            <a:avLst/>
          </a:prstGeom>
          <a:solidFill>
            <a:srgbClr val="F2F6F8"/>
          </a:solidFill>
          <a:ln w="0">
            <a:noFill/>
            <a:prstDash val="solid"/>
          </a:ln>
        </p:spPr>
      </p:sp>
      <p:sp>
        <p:nvSpPr>
          <p:cNvPr id="80" name="contract-example"/>
          <p:cNvSpPr>
            <a:spLocks noGrp="1"/>
          </p:cNvSpPr>
          <p:nvPr/>
        </p:nvSpPr>
        <p:spPr>
          <a:xfrm>
            <a:off x="8362950" y="3200400"/>
            <a:ext cx="3009900" cy="152400"/>
          </a:xfrm>
          <a:prstGeom prst="rect">
            <a:avLst/>
          </a:prstGeom>
          <a:noFill/>
          <a:ln w="0">
            <a:noFill/>
            <a:prstDash val="solid"/>
          </a:ln>
        </p:spPr>
        <p:txBody>
          <a:bodyPr wrap="none" lIns="0" tIns="0" rIns="0" bIns="0" anchor="ctr">
            <a:normAutofit fontScale="98717"/>
          </a:bodyPr>
          <a:lstStyle/>
          <a:p>
            <a:pPr algn="ctr">
              <a:defRPr sz="1015" b="1">
                <a:solidFill>
                  <a:srgbClr val="557A96"/>
                </a:solidFill>
                <a:latin typeface="微软雅黑" panose="020B0503020204020204" charset="-122"/>
                <a:ea typeface="微软雅黑" panose="020B0503020204020204" charset="-122"/>
                <a:cs typeface="微软雅黑" panose="020B0503020204020204" charset="-122"/>
              </a:defRPr>
            </a:pPr>
            <a:r>
              <a:rPr lang="zh-CN" altLang="en-US" sz="1015" b="1" dirty="0">
                <a:solidFill>
                  <a:srgbClr val="557A96"/>
                </a:solidFill>
                <a:latin typeface="微软雅黑" panose="020B0503020204020204" charset="-122"/>
                <a:ea typeface="微软雅黑" panose="020B0503020204020204" charset="-122"/>
                <a:cs typeface="微软雅黑" panose="020B0503020204020204" charset="-122"/>
              </a:rPr>
              <a:t>接受什么 </a:t>
            </a:r>
            <a:r>
              <a:rPr lang="en-US" altLang="zh-CN" sz="1015" b="1" dirty="0">
                <a:solidFill>
                  <a:srgbClr val="557A96"/>
                </a:solidFill>
                <a:latin typeface="微软雅黑" panose="020B0503020204020204" charset="-122"/>
                <a:ea typeface="微软雅黑" panose="020B0503020204020204" charset="-122"/>
                <a:cs typeface="微软雅黑" panose="020B0503020204020204" charset="-122"/>
              </a:rPr>
              <a:t>/ </a:t>
            </a:r>
            <a:r>
              <a:rPr lang="zh-CN" altLang="en-US" sz="1015" b="1" dirty="0">
                <a:solidFill>
                  <a:srgbClr val="557A96"/>
                </a:solidFill>
                <a:latin typeface="微软雅黑" panose="020B0503020204020204" charset="-122"/>
                <a:ea typeface="微软雅黑" panose="020B0503020204020204" charset="-122"/>
                <a:cs typeface="微软雅黑" panose="020B0503020204020204" charset="-122"/>
              </a:rPr>
              <a:t>必须产生</a:t>
            </a:r>
            <a:r>
              <a:rPr lang="zh-CN" altLang="en-US" sz="1015" b="1" dirty="0" smtClean="0">
                <a:solidFill>
                  <a:srgbClr val="557A96"/>
                </a:solidFill>
                <a:latin typeface="微软雅黑" panose="020B0503020204020204" charset="-122"/>
                <a:ea typeface="微软雅黑" panose="020B0503020204020204" charset="-122"/>
                <a:cs typeface="微软雅黑" panose="020B0503020204020204" charset="-122"/>
              </a:rPr>
              <a:t>什么，交给下阶段继续处理</a:t>
            </a:r>
            <a:endParaRPr lang="zh-CN" altLang="en-US" sz="1015" b="1" dirty="0">
              <a:solidFill>
                <a:srgbClr val="557A96"/>
              </a:solidFill>
              <a:latin typeface="微软雅黑" panose="020B0503020204020204" charset="-122"/>
              <a:ea typeface="微软雅黑" panose="020B0503020204020204" charset="-122"/>
              <a:cs typeface="微软雅黑" panose="020B0503020204020204" charset="-122"/>
            </a:endParaRPr>
          </a:p>
        </p:txBody>
      </p:sp>
      <p:sp>
        <p:nvSpPr>
          <p:cNvPr id="81" name="gate-validation-line"/>
          <p:cNvSpPr>
            <a:spLocks noGrp="1"/>
          </p:cNvSpPr>
          <p:nvPr/>
        </p:nvSpPr>
        <p:spPr>
          <a:xfrm>
            <a:off x="6477000" y="4010025"/>
            <a:ext cx="0" cy="133350"/>
          </a:xfrm>
          <a:prstGeom prst="line">
            <a:avLst/>
          </a:prstGeom>
          <a:noFill/>
          <a:ln w="12383">
            <a:solidFill>
              <a:srgbClr val="557A96"/>
            </a:solidFill>
            <a:prstDash val="solid"/>
          </a:ln>
        </p:spPr>
      </p:sp>
      <p:sp>
        <p:nvSpPr>
          <p:cNvPr id="82" name="gate-validation-arrow"/>
          <p:cNvSpPr>
            <a:spLocks noGrp="1"/>
          </p:cNvSpPr>
          <p:nvPr/>
        </p:nvSpPr>
        <p:spPr>
          <a:xfrm rot="10800000">
            <a:off x="6438900" y="4105275"/>
            <a:ext cx="76200" cy="76200"/>
          </a:xfrm>
          <a:prstGeom prst="triangle">
            <a:avLst/>
          </a:prstGeom>
          <a:solidFill>
            <a:srgbClr val="557A96"/>
          </a:solidFill>
          <a:ln w="0">
            <a:solidFill>
              <a:srgbClr val="557A96"/>
            </a:solidFill>
            <a:prstDash val="solid"/>
          </a:ln>
        </p:spPr>
      </p:sp>
      <p:sp>
        <p:nvSpPr>
          <p:cNvPr id="83" name="gate-down-line"/>
          <p:cNvSpPr>
            <a:spLocks noGrp="1"/>
          </p:cNvSpPr>
          <p:nvPr/>
        </p:nvSpPr>
        <p:spPr>
          <a:xfrm>
            <a:off x="6477000" y="4438650"/>
            <a:ext cx="0" cy="114300"/>
          </a:xfrm>
          <a:prstGeom prst="line">
            <a:avLst/>
          </a:prstGeom>
          <a:noFill/>
          <a:ln w="12383">
            <a:solidFill>
              <a:srgbClr val="557A96"/>
            </a:solidFill>
            <a:prstDash val="solid"/>
          </a:ln>
        </p:spPr>
      </p:sp>
      <p:sp>
        <p:nvSpPr>
          <p:cNvPr id="84" name="gate-branch-line"/>
          <p:cNvSpPr>
            <a:spLocks noGrp="1"/>
          </p:cNvSpPr>
          <p:nvPr/>
        </p:nvSpPr>
        <p:spPr>
          <a:xfrm>
            <a:off x="5619750" y="4552950"/>
            <a:ext cx="1714500" cy="0"/>
          </a:xfrm>
          <a:prstGeom prst="line">
            <a:avLst/>
          </a:prstGeom>
          <a:noFill/>
          <a:ln w="12383">
            <a:solidFill>
              <a:srgbClr val="557A96"/>
            </a:solidFill>
            <a:prstDash val="solid"/>
          </a:ln>
        </p:spPr>
      </p:sp>
      <p:sp>
        <p:nvSpPr>
          <p:cNvPr id="85" name="gate-pass-line"/>
          <p:cNvSpPr>
            <a:spLocks noGrp="1"/>
          </p:cNvSpPr>
          <p:nvPr/>
        </p:nvSpPr>
        <p:spPr>
          <a:xfrm>
            <a:off x="5619750" y="4552950"/>
            <a:ext cx="0" cy="95250"/>
          </a:xfrm>
          <a:prstGeom prst="line">
            <a:avLst/>
          </a:prstGeom>
          <a:noFill/>
          <a:ln w="12383">
            <a:solidFill>
              <a:srgbClr val="557A96"/>
            </a:solidFill>
            <a:prstDash val="solid"/>
          </a:ln>
        </p:spPr>
      </p:sp>
      <p:sp>
        <p:nvSpPr>
          <p:cNvPr id="86" name="gate-pass-arrow"/>
          <p:cNvSpPr>
            <a:spLocks noGrp="1"/>
          </p:cNvSpPr>
          <p:nvPr/>
        </p:nvSpPr>
        <p:spPr>
          <a:xfrm rot="10800000">
            <a:off x="5581650" y="4610100"/>
            <a:ext cx="76200" cy="76200"/>
          </a:xfrm>
          <a:prstGeom prst="triangle">
            <a:avLst/>
          </a:prstGeom>
          <a:solidFill>
            <a:srgbClr val="557A96"/>
          </a:solidFill>
          <a:ln w="0">
            <a:solidFill>
              <a:srgbClr val="557A96"/>
            </a:solidFill>
            <a:prstDash val="solid"/>
          </a:ln>
        </p:spPr>
      </p:sp>
      <p:sp>
        <p:nvSpPr>
          <p:cNvPr id="87" name="gate-fail-line"/>
          <p:cNvSpPr>
            <a:spLocks noGrp="1"/>
          </p:cNvSpPr>
          <p:nvPr/>
        </p:nvSpPr>
        <p:spPr>
          <a:xfrm>
            <a:off x="7334250" y="4552950"/>
            <a:ext cx="0" cy="95250"/>
          </a:xfrm>
          <a:prstGeom prst="line">
            <a:avLst/>
          </a:prstGeom>
          <a:noFill/>
          <a:ln w="12383">
            <a:solidFill>
              <a:srgbClr val="557A96"/>
            </a:solidFill>
            <a:prstDash val="solid"/>
          </a:ln>
        </p:spPr>
      </p:sp>
      <p:sp>
        <p:nvSpPr>
          <p:cNvPr id="88" name="gate-fail-arrow"/>
          <p:cNvSpPr>
            <a:spLocks noGrp="1"/>
          </p:cNvSpPr>
          <p:nvPr/>
        </p:nvSpPr>
        <p:spPr>
          <a:xfrm rot="10800000">
            <a:off x="7296150" y="4610100"/>
            <a:ext cx="76200" cy="76200"/>
          </a:xfrm>
          <a:prstGeom prst="triangle">
            <a:avLst/>
          </a:prstGeom>
          <a:solidFill>
            <a:srgbClr val="557A96"/>
          </a:solidFill>
          <a:ln w="0">
            <a:solidFill>
              <a:srgbClr val="557A96"/>
            </a:solidFill>
            <a:prstDash val="solid"/>
          </a:ln>
        </p:spPr>
      </p:sp>
      <p:sp>
        <p:nvSpPr>
          <p:cNvPr id="89" name="gate-validation"/>
          <p:cNvSpPr>
            <a:spLocks noGrp="1"/>
          </p:cNvSpPr>
          <p:nvPr/>
        </p:nvSpPr>
        <p:spPr>
          <a:xfrm>
            <a:off x="6048375" y="3857625"/>
            <a:ext cx="857250" cy="190500"/>
          </a:xfrm>
          <a:prstGeom prst="rect">
            <a:avLst/>
          </a:prstGeom>
          <a:noFill/>
          <a:ln w="0">
            <a:noFill/>
            <a:prstDash val="solid"/>
          </a:ln>
        </p:spPr>
        <p:txBody>
          <a:bodyPr wrap="none" lIns="0" tIns="0" rIns="0" bIns="0" anchor="ctr">
            <a:normAutofit/>
          </a:bodyPr>
          <a:lstStyle/>
          <a:p>
            <a:pPr algn="ctr">
              <a:defRPr sz="1200" b="1">
                <a:solidFill>
                  <a:srgbClr val="68727B"/>
                </a:solidFill>
                <a:latin typeface="微软雅黑" panose="020B0503020204020204" charset="-122"/>
                <a:ea typeface="微软雅黑" panose="020B0503020204020204" charset="-122"/>
                <a:cs typeface="微软雅黑" panose="020B0503020204020204" charset="-122"/>
              </a:defRPr>
            </a:pPr>
            <a:r>
              <a:rPr sz="1200" b="1">
                <a:solidFill>
                  <a:srgbClr val="68727B"/>
                </a:solidFill>
                <a:latin typeface="微软雅黑" panose="020B0503020204020204" charset="-122"/>
                <a:ea typeface="微软雅黑" panose="020B0503020204020204" charset="-122"/>
                <a:cs typeface="微软雅黑" panose="020B0503020204020204" charset="-122"/>
              </a:rPr>
              <a:t>Validation</a:t>
            </a:r>
          </a:p>
        </p:txBody>
      </p:sp>
      <p:sp>
        <p:nvSpPr>
          <p:cNvPr id="90" name="gate-node-box"/>
          <p:cNvSpPr>
            <a:spLocks noGrp="1"/>
          </p:cNvSpPr>
          <p:nvPr/>
        </p:nvSpPr>
        <p:spPr>
          <a:xfrm>
            <a:off x="6000750" y="4162425"/>
            <a:ext cx="952500" cy="285750"/>
          </a:xfrm>
          <a:prstGeom prst="roundRect">
            <a:avLst>
              <a:gd name="adj" fmla="val 16667"/>
            </a:avLst>
          </a:prstGeom>
          <a:solidFill>
            <a:srgbClr val="F2F6F8"/>
          </a:solidFill>
          <a:ln w="9525">
            <a:solidFill>
              <a:srgbClr val="7F9DB2"/>
            </a:solidFill>
            <a:prstDash val="solid"/>
          </a:ln>
        </p:spPr>
      </p:sp>
      <p:sp>
        <p:nvSpPr>
          <p:cNvPr id="91" name="gate-node-text"/>
          <p:cNvSpPr>
            <a:spLocks noGrp="1"/>
          </p:cNvSpPr>
          <p:nvPr/>
        </p:nvSpPr>
        <p:spPr>
          <a:xfrm>
            <a:off x="6048375" y="4181475"/>
            <a:ext cx="857250" cy="247650"/>
          </a:xfrm>
          <a:prstGeom prst="rect">
            <a:avLst/>
          </a:prstGeom>
          <a:noFill/>
          <a:ln w="0">
            <a:noFill/>
            <a:prstDash val="solid"/>
          </a:ln>
        </p:spPr>
        <p:txBody>
          <a:bodyPr wrap="none" lIns="0" tIns="0" rIns="0" bIns="0" anchor="ctr">
            <a:normAutofit/>
          </a:bodyPr>
          <a:lstStyle/>
          <a:p>
            <a:pPr algn="ctr">
              <a:defRPr sz="1350" b="1">
                <a:solidFill>
                  <a:srgbClr val="557A96"/>
                </a:solidFill>
                <a:latin typeface="微软雅黑" panose="020B0503020204020204" charset="-122"/>
                <a:ea typeface="微软雅黑" panose="020B0503020204020204" charset="-122"/>
                <a:cs typeface="微软雅黑" panose="020B0503020204020204" charset="-122"/>
              </a:defRPr>
            </a:pPr>
            <a:r>
              <a:rPr sz="1350" b="1">
                <a:solidFill>
                  <a:srgbClr val="557A96"/>
                </a:solidFill>
                <a:latin typeface="微软雅黑" panose="020B0503020204020204" charset="-122"/>
                <a:ea typeface="微软雅黑" panose="020B0503020204020204" charset="-122"/>
                <a:cs typeface="微软雅黑" panose="020B0503020204020204" charset="-122"/>
              </a:rPr>
              <a:t>Gate</a:t>
            </a:r>
          </a:p>
        </p:txBody>
      </p:sp>
      <p:sp>
        <p:nvSpPr>
          <p:cNvPr id="92" name="gate-pass-box"/>
          <p:cNvSpPr>
            <a:spLocks noGrp="1"/>
          </p:cNvSpPr>
          <p:nvPr/>
        </p:nvSpPr>
        <p:spPr>
          <a:xfrm>
            <a:off x="5219700" y="4657725"/>
            <a:ext cx="800100" cy="266700"/>
          </a:xfrm>
          <a:prstGeom prst="roundRect">
            <a:avLst>
              <a:gd name="adj" fmla="val 17857"/>
            </a:avLst>
          </a:prstGeom>
          <a:solidFill>
            <a:srgbClr val="F7F9FA"/>
          </a:solidFill>
          <a:ln w="9525">
            <a:solidFill>
              <a:srgbClr val="7F9DB2"/>
            </a:solidFill>
            <a:prstDash val="solid"/>
          </a:ln>
        </p:spPr>
      </p:sp>
      <p:sp>
        <p:nvSpPr>
          <p:cNvPr id="93" name="gate-pass-text"/>
          <p:cNvSpPr>
            <a:spLocks noGrp="1"/>
          </p:cNvSpPr>
          <p:nvPr/>
        </p:nvSpPr>
        <p:spPr>
          <a:xfrm>
            <a:off x="5267325" y="4676775"/>
            <a:ext cx="704850" cy="228600"/>
          </a:xfrm>
          <a:prstGeom prst="rect">
            <a:avLst/>
          </a:prstGeom>
          <a:noFill/>
          <a:ln w="0">
            <a:noFill/>
            <a:prstDash val="solid"/>
          </a:ln>
        </p:spPr>
        <p:txBody>
          <a:bodyPr wrap="none" lIns="0" tIns="0" rIns="0" bIns="0" anchor="ctr">
            <a:normAutofit/>
          </a:bodyPr>
          <a:lstStyle/>
          <a:p>
            <a:pPr algn="ctr">
              <a:defRPr sz="1200" b="1">
                <a:solidFill>
                  <a:srgbClr val="557A96"/>
                </a:solidFill>
                <a:latin typeface="微软雅黑" panose="020B0503020204020204" charset="-122"/>
                <a:ea typeface="微软雅黑" panose="020B0503020204020204" charset="-122"/>
                <a:cs typeface="微软雅黑" panose="020B0503020204020204" charset="-122"/>
              </a:defRPr>
            </a:pPr>
            <a:r>
              <a:rPr sz="1200" b="1">
                <a:solidFill>
                  <a:srgbClr val="557A96"/>
                </a:solidFill>
                <a:latin typeface="微软雅黑" panose="020B0503020204020204" charset="-122"/>
                <a:ea typeface="微软雅黑" panose="020B0503020204020204" charset="-122"/>
                <a:cs typeface="微软雅黑" panose="020B0503020204020204" charset="-122"/>
              </a:rPr>
              <a:t>PASS</a:t>
            </a:r>
          </a:p>
        </p:txBody>
      </p:sp>
      <p:sp>
        <p:nvSpPr>
          <p:cNvPr id="94" name="gate-fail-box"/>
          <p:cNvSpPr>
            <a:spLocks noGrp="1"/>
          </p:cNvSpPr>
          <p:nvPr/>
        </p:nvSpPr>
        <p:spPr>
          <a:xfrm>
            <a:off x="6934200" y="4657725"/>
            <a:ext cx="800100" cy="266700"/>
          </a:xfrm>
          <a:prstGeom prst="roundRect">
            <a:avLst>
              <a:gd name="adj" fmla="val 17857"/>
            </a:avLst>
          </a:prstGeom>
          <a:solidFill>
            <a:srgbClr val="F7F9FA"/>
          </a:solidFill>
          <a:ln w="9525">
            <a:solidFill>
              <a:srgbClr val="7F9DB2"/>
            </a:solidFill>
            <a:prstDash val="solid"/>
          </a:ln>
        </p:spPr>
      </p:sp>
      <p:sp>
        <p:nvSpPr>
          <p:cNvPr id="95" name="gate-fail-text"/>
          <p:cNvSpPr>
            <a:spLocks noGrp="1"/>
          </p:cNvSpPr>
          <p:nvPr/>
        </p:nvSpPr>
        <p:spPr>
          <a:xfrm>
            <a:off x="6981825" y="4676775"/>
            <a:ext cx="704850" cy="228600"/>
          </a:xfrm>
          <a:prstGeom prst="rect">
            <a:avLst/>
          </a:prstGeom>
          <a:noFill/>
          <a:ln w="0">
            <a:noFill/>
            <a:prstDash val="solid"/>
          </a:ln>
        </p:spPr>
        <p:txBody>
          <a:bodyPr wrap="none" lIns="0" tIns="0" rIns="0" bIns="0" anchor="ctr">
            <a:normAutofit/>
          </a:bodyPr>
          <a:lstStyle/>
          <a:p>
            <a:pPr algn="ctr">
              <a:defRPr sz="1200" b="1">
                <a:solidFill>
                  <a:srgbClr val="557A96"/>
                </a:solidFill>
                <a:latin typeface="微软雅黑" panose="020B0503020204020204" charset="-122"/>
                <a:ea typeface="微软雅黑" panose="020B0503020204020204" charset="-122"/>
                <a:cs typeface="微软雅黑" panose="020B0503020204020204" charset="-122"/>
              </a:defRPr>
            </a:pPr>
            <a:r>
              <a:rPr sz="1200" b="1">
                <a:solidFill>
                  <a:srgbClr val="557A96"/>
                </a:solidFill>
                <a:latin typeface="微软雅黑" panose="020B0503020204020204" charset="-122"/>
                <a:ea typeface="微软雅黑" panose="020B0503020204020204" charset="-122"/>
                <a:cs typeface="微软雅黑" panose="020B0503020204020204" charset="-122"/>
              </a:rPr>
              <a:t>FAIL</a:t>
            </a:r>
          </a:p>
        </p:txBody>
      </p:sp>
      <p:sp>
        <p:nvSpPr>
          <p:cNvPr id="96" name="gate-next"/>
          <p:cNvSpPr>
            <a:spLocks noGrp="1"/>
          </p:cNvSpPr>
          <p:nvPr/>
        </p:nvSpPr>
        <p:spPr>
          <a:xfrm>
            <a:off x="5162550" y="4943475"/>
            <a:ext cx="914400" cy="180975"/>
          </a:xfrm>
          <a:prstGeom prst="rect">
            <a:avLst/>
          </a:prstGeom>
          <a:noFill/>
          <a:ln w="0">
            <a:noFill/>
            <a:prstDash val="solid"/>
          </a:ln>
        </p:spPr>
        <p:txBody>
          <a:bodyPr wrap="none" lIns="0" tIns="0" rIns="0" bIns="0" anchor="ctr">
            <a:normAutofit/>
          </a:bodyPr>
          <a:lstStyle/>
          <a:p>
            <a:pPr algn="ctr">
              <a:defRPr sz="1125" b="1">
                <a:solidFill>
                  <a:srgbClr val="414951"/>
                </a:solidFill>
                <a:latin typeface="微软雅黑" panose="020B0503020204020204" charset="-122"/>
                <a:ea typeface="微软雅黑" panose="020B0503020204020204" charset="-122"/>
                <a:cs typeface="微软雅黑" panose="020B0503020204020204" charset="-122"/>
              </a:defRPr>
            </a:pPr>
            <a:r>
              <a:rPr sz="1125" b="1">
                <a:solidFill>
                  <a:srgbClr val="414951"/>
                </a:solidFill>
                <a:latin typeface="微软雅黑" panose="020B0503020204020204" charset="-122"/>
                <a:ea typeface="微软雅黑" panose="020B0503020204020204" charset="-122"/>
                <a:cs typeface="微软雅黑" panose="020B0503020204020204" charset="-122"/>
              </a:rPr>
              <a:t>Next Stage</a:t>
            </a:r>
          </a:p>
        </p:txBody>
      </p:sp>
      <p:sp>
        <p:nvSpPr>
          <p:cNvPr id="97" name="gate-retry"/>
          <p:cNvSpPr>
            <a:spLocks noGrp="1"/>
          </p:cNvSpPr>
          <p:nvPr/>
        </p:nvSpPr>
        <p:spPr>
          <a:xfrm>
            <a:off x="6667500" y="4943475"/>
            <a:ext cx="1333500" cy="180975"/>
          </a:xfrm>
          <a:prstGeom prst="rect">
            <a:avLst/>
          </a:prstGeom>
          <a:noFill/>
          <a:ln w="0">
            <a:noFill/>
            <a:prstDash val="solid"/>
          </a:ln>
        </p:spPr>
        <p:txBody>
          <a:bodyPr wrap="none" lIns="0" tIns="0" rIns="0" bIns="0" anchor="ctr">
            <a:normAutofit/>
          </a:bodyPr>
          <a:lstStyle/>
          <a:p>
            <a:pPr algn="ctr">
              <a:defRPr sz="1125" b="1">
                <a:solidFill>
                  <a:srgbClr val="414951"/>
                </a:solidFill>
                <a:latin typeface="微软雅黑" panose="020B0503020204020204" charset="-122"/>
                <a:ea typeface="微软雅黑" panose="020B0503020204020204" charset="-122"/>
                <a:cs typeface="微软雅黑" panose="020B0503020204020204" charset="-122"/>
              </a:defRPr>
            </a:pPr>
            <a:r>
              <a:rPr sz="1125" b="1">
                <a:solidFill>
                  <a:srgbClr val="414951"/>
                </a:solidFill>
                <a:latin typeface="微软雅黑" panose="020B0503020204020204" charset="-122"/>
                <a:ea typeface="微软雅黑" panose="020B0503020204020204" charset="-122"/>
                <a:cs typeface="微软雅黑" panose="020B0503020204020204" charset="-122"/>
              </a:rPr>
              <a:t>Retry / Fallback</a:t>
            </a:r>
          </a:p>
        </p:txBody>
      </p:sp>
      <p:sp>
        <p:nvSpPr>
          <p:cNvPr id="98" name="gate-definition"/>
          <p:cNvSpPr>
            <a:spLocks noGrp="1"/>
          </p:cNvSpPr>
          <p:nvPr/>
        </p:nvSpPr>
        <p:spPr>
          <a:xfrm>
            <a:off x="5143500" y="5153025"/>
            <a:ext cx="2667000" cy="200025"/>
          </a:xfrm>
          <a:prstGeom prst="rect">
            <a:avLst/>
          </a:prstGeom>
          <a:noFill/>
          <a:ln w="0">
            <a:noFill/>
            <a:prstDash val="solid"/>
          </a:ln>
        </p:spPr>
        <p:txBody>
          <a:bodyPr wrap="none" lIns="0" tIns="0" rIns="0" bIns="0" anchor="ctr">
            <a:normAutofit/>
          </a:bodyPr>
          <a:lstStyle/>
          <a:p>
            <a:pPr algn="ctr">
              <a:defRPr sz="1240" b="1">
                <a:solidFill>
                  <a:srgbClr val="414951"/>
                </a:solidFill>
                <a:latin typeface="微软雅黑" panose="020B0503020204020204" charset="-122"/>
                <a:ea typeface="微软雅黑" panose="020B0503020204020204" charset="-122"/>
                <a:cs typeface="微软雅黑" panose="020B0503020204020204" charset="-122"/>
              </a:defRPr>
            </a:pPr>
            <a:endParaRPr sz="1240" b="1" dirty="0">
              <a:solidFill>
                <a:srgbClr val="414951"/>
              </a:solidFill>
              <a:latin typeface="微软雅黑" panose="020B0503020204020204" charset="-122"/>
              <a:ea typeface="微软雅黑" panose="020B0503020204020204" charset="-122"/>
              <a:cs typeface="微软雅黑" panose="020B0503020204020204" charset="-122"/>
            </a:endParaRPr>
          </a:p>
        </p:txBody>
      </p:sp>
      <p:sp>
        <p:nvSpPr>
          <p:cNvPr id="99" name="gate-examples"/>
          <p:cNvSpPr>
            <a:spLocks noGrp="1"/>
          </p:cNvSpPr>
          <p:nvPr/>
        </p:nvSpPr>
        <p:spPr>
          <a:xfrm>
            <a:off x="5210175" y="5281820"/>
            <a:ext cx="2667000" cy="190500"/>
          </a:xfrm>
          <a:prstGeom prst="rect">
            <a:avLst/>
          </a:prstGeom>
          <a:noFill/>
          <a:ln w="0">
            <a:noFill/>
            <a:prstDash val="solid"/>
          </a:ln>
        </p:spPr>
        <p:txBody>
          <a:bodyPr wrap="none" lIns="0" tIns="0" rIns="0" bIns="0" anchor="ctr">
            <a:normAutofit/>
          </a:bodyPr>
          <a:lstStyle/>
          <a:p>
            <a:pPr algn="ctr">
              <a:defRPr sz="1165" b="0">
                <a:solidFill>
                  <a:srgbClr val="68727B"/>
                </a:solidFill>
                <a:latin typeface="微软雅黑" panose="020B0503020204020204" charset="-122"/>
                <a:ea typeface="微软雅黑" panose="020B0503020204020204" charset="-122"/>
                <a:cs typeface="微软雅黑" panose="020B0503020204020204" charset="-122"/>
              </a:defRPr>
            </a:pPr>
            <a:r>
              <a:rPr sz="1165" b="0" dirty="0" err="1">
                <a:solidFill>
                  <a:srgbClr val="68727B"/>
                </a:solidFill>
                <a:latin typeface="微软雅黑" panose="020B0503020204020204" charset="-122"/>
                <a:ea typeface="微软雅黑" panose="020B0503020204020204" charset="-122"/>
                <a:cs typeface="微软雅黑" panose="020B0503020204020204" charset="-122"/>
              </a:rPr>
              <a:t>文件存在</a:t>
            </a:r>
            <a:r>
              <a:rPr sz="1165" b="0" dirty="0">
                <a:solidFill>
                  <a:srgbClr val="68727B"/>
                </a:solidFill>
                <a:latin typeface="微软雅黑" panose="020B0503020204020204" charset="-122"/>
                <a:ea typeface="微软雅黑" panose="020B0503020204020204" charset="-122"/>
                <a:cs typeface="微软雅黑" panose="020B0503020204020204" charset="-122"/>
              </a:rPr>
              <a:t>？ · </a:t>
            </a:r>
            <a:r>
              <a:rPr sz="1165" b="0" dirty="0" err="1">
                <a:solidFill>
                  <a:srgbClr val="68727B"/>
                </a:solidFill>
                <a:latin typeface="微软雅黑" panose="020B0503020204020204" charset="-122"/>
                <a:ea typeface="微软雅黑" panose="020B0503020204020204" charset="-122"/>
                <a:cs typeface="微软雅黑" panose="020B0503020204020204" charset="-122"/>
              </a:rPr>
              <a:t>执行成功</a:t>
            </a:r>
            <a:r>
              <a:rPr sz="1165" b="0" dirty="0">
                <a:solidFill>
                  <a:srgbClr val="68727B"/>
                </a:solidFill>
                <a:latin typeface="微软雅黑" panose="020B0503020204020204" charset="-122"/>
                <a:ea typeface="微软雅黑" panose="020B0503020204020204" charset="-122"/>
                <a:cs typeface="微软雅黑" panose="020B0503020204020204" charset="-122"/>
              </a:rPr>
              <a:t>？ · </a:t>
            </a:r>
            <a:r>
              <a:rPr sz="1165" b="0" dirty="0" err="1">
                <a:solidFill>
                  <a:srgbClr val="68727B"/>
                </a:solidFill>
                <a:latin typeface="微软雅黑" panose="020B0503020204020204" charset="-122"/>
                <a:ea typeface="微软雅黑" panose="020B0503020204020204" charset="-122"/>
                <a:cs typeface="微软雅黑" panose="020B0503020204020204" charset="-122"/>
              </a:rPr>
              <a:t>结果合格</a:t>
            </a:r>
            <a:r>
              <a:rPr sz="1165" b="0" dirty="0">
                <a:solidFill>
                  <a:srgbClr val="68727B"/>
                </a:solidFill>
                <a:latin typeface="微软雅黑" panose="020B0503020204020204" charset="-122"/>
                <a:ea typeface="微软雅黑" panose="020B0503020204020204" charset="-122"/>
                <a:cs typeface="微软雅黑" panose="020B0503020204020204" charset="-122"/>
              </a:rPr>
              <a:t>？</a:t>
            </a:r>
          </a:p>
        </p:txBody>
      </p:sp>
      <p:sp>
        <p:nvSpPr>
          <p:cNvPr id="100" name="gate-rule-band"/>
          <p:cNvSpPr>
            <a:spLocks noGrp="1"/>
          </p:cNvSpPr>
          <p:nvPr/>
        </p:nvSpPr>
        <p:spPr>
          <a:xfrm>
            <a:off x="5067300" y="5610225"/>
            <a:ext cx="2819400" cy="219075"/>
          </a:xfrm>
          <a:prstGeom prst="rect">
            <a:avLst/>
          </a:prstGeom>
          <a:solidFill>
            <a:srgbClr val="F2F6F8"/>
          </a:solidFill>
          <a:ln w="0">
            <a:noFill/>
            <a:prstDash val="solid"/>
          </a:ln>
        </p:spPr>
      </p:sp>
      <p:sp>
        <p:nvSpPr>
          <p:cNvPr id="101" name="gate-rule"/>
          <p:cNvSpPr>
            <a:spLocks noGrp="1"/>
          </p:cNvSpPr>
          <p:nvPr/>
        </p:nvSpPr>
        <p:spPr>
          <a:xfrm>
            <a:off x="5162550" y="5610225"/>
            <a:ext cx="2628900" cy="219075"/>
          </a:xfrm>
          <a:prstGeom prst="rect">
            <a:avLst/>
          </a:prstGeom>
          <a:noFill/>
          <a:ln w="0">
            <a:noFill/>
            <a:prstDash val="solid"/>
          </a:ln>
        </p:spPr>
        <p:txBody>
          <a:bodyPr wrap="none" lIns="0" tIns="0" rIns="0" bIns="0" anchor="ctr">
            <a:normAutofit/>
          </a:bodyPr>
          <a:lstStyle/>
          <a:p>
            <a:pPr algn="ctr">
              <a:defRPr sz="1200" b="1">
                <a:solidFill>
                  <a:srgbClr val="557A96"/>
                </a:solidFill>
                <a:latin typeface="微软雅黑" panose="020B0503020204020204" charset="-122"/>
                <a:ea typeface="微软雅黑" panose="020B0503020204020204" charset="-122"/>
                <a:cs typeface="微软雅黑" panose="020B0503020204020204" charset="-122"/>
              </a:defRPr>
            </a:pPr>
            <a:r>
              <a:rPr sz="1200" b="1">
                <a:solidFill>
                  <a:srgbClr val="557A96"/>
                </a:solidFill>
                <a:latin typeface="微软雅黑" panose="020B0503020204020204" charset="-122"/>
                <a:ea typeface="微软雅黑" panose="020B0503020204020204" charset="-122"/>
                <a:cs typeface="微软雅黑" panose="020B0503020204020204" charset="-122"/>
              </a:rPr>
              <a:t>Gate 未通过，不允许进入下一阶段。</a:t>
            </a:r>
          </a:p>
        </p:txBody>
      </p:sp>
      <p:sp>
        <p:nvSpPr>
          <p:cNvPr id="102" name="routing-label-box"/>
          <p:cNvSpPr>
            <a:spLocks noGrp="1"/>
          </p:cNvSpPr>
          <p:nvPr/>
        </p:nvSpPr>
        <p:spPr>
          <a:xfrm>
            <a:off x="8324850" y="3990975"/>
            <a:ext cx="742950" cy="409575"/>
          </a:xfrm>
          <a:prstGeom prst="roundRect">
            <a:avLst>
              <a:gd name="adj" fmla="val 11628"/>
            </a:avLst>
          </a:prstGeom>
          <a:solidFill>
            <a:srgbClr val="F2F6F8"/>
          </a:solidFill>
          <a:ln w="7620">
            <a:solidFill>
              <a:srgbClr val="D8DEE3"/>
            </a:solidFill>
            <a:prstDash val="solid"/>
          </a:ln>
        </p:spPr>
      </p:sp>
      <p:sp>
        <p:nvSpPr>
          <p:cNvPr id="103" name="routing-label"/>
          <p:cNvSpPr>
            <a:spLocks noGrp="1"/>
          </p:cNvSpPr>
          <p:nvPr/>
        </p:nvSpPr>
        <p:spPr>
          <a:xfrm>
            <a:off x="8401050" y="4057650"/>
            <a:ext cx="590550" cy="266700"/>
          </a:xfrm>
          <a:prstGeom prst="rect">
            <a:avLst/>
          </a:prstGeom>
          <a:noFill/>
          <a:ln w="0">
            <a:noFill/>
            <a:prstDash val="solid"/>
          </a:ln>
        </p:spPr>
        <p:txBody>
          <a:bodyPr wrap="none" lIns="0" tIns="0" rIns="0" bIns="0" anchor="ctr">
            <a:normAutofit fontScale="93731"/>
          </a:bodyPr>
          <a:lstStyle/>
          <a:p>
            <a:pPr algn="ctr">
              <a:defRPr sz="1350" b="1">
                <a:solidFill>
                  <a:srgbClr val="557A96"/>
                </a:solidFill>
                <a:latin typeface="微软雅黑" panose="020B0503020204020204" charset="-122"/>
                <a:ea typeface="微软雅黑" panose="020B0503020204020204" charset="-122"/>
                <a:cs typeface="微软雅黑" panose="020B0503020204020204" charset="-122"/>
              </a:defRPr>
            </a:pPr>
            <a:r>
              <a:rPr sz="1350" b="1">
                <a:solidFill>
                  <a:srgbClr val="557A96"/>
                </a:solidFill>
                <a:latin typeface="微软雅黑" panose="020B0503020204020204" charset="-122"/>
                <a:ea typeface="微软雅黑" panose="020B0503020204020204" charset="-122"/>
                <a:cs typeface="微软雅黑" panose="020B0503020204020204" charset="-122"/>
              </a:rPr>
              <a:t>Routing</a:t>
            </a:r>
          </a:p>
        </p:txBody>
      </p:sp>
      <p:sp>
        <p:nvSpPr>
          <p:cNvPr id="104" name="routing-diagram"/>
          <p:cNvSpPr>
            <a:spLocks noGrp="1"/>
          </p:cNvSpPr>
          <p:nvPr/>
        </p:nvSpPr>
        <p:spPr>
          <a:xfrm>
            <a:off x="9201150" y="4010025"/>
            <a:ext cx="2152650" cy="190500"/>
          </a:xfrm>
          <a:prstGeom prst="rect">
            <a:avLst/>
          </a:prstGeom>
          <a:noFill/>
          <a:ln w="0">
            <a:noFill/>
            <a:prstDash val="solid"/>
          </a:ln>
        </p:spPr>
        <p:txBody>
          <a:bodyPr wrap="none" lIns="0" tIns="0" rIns="0" bIns="0" anchor="ctr">
            <a:normAutofit fontScale="93715"/>
          </a:bodyPr>
          <a:lstStyle/>
          <a:p>
            <a:pPr algn="l">
              <a:defRPr sz="1275" b="1">
                <a:solidFill>
                  <a:srgbClr val="252B31"/>
                </a:solidFill>
                <a:latin typeface="微软雅黑" panose="020B0503020204020204" charset="-122"/>
                <a:ea typeface="微软雅黑" panose="020B0503020204020204" charset="-122"/>
                <a:cs typeface="微软雅黑" panose="020B0503020204020204" charset="-122"/>
              </a:defRPr>
            </a:pPr>
            <a:r>
              <a:rPr sz="1275" b="1">
                <a:solidFill>
                  <a:srgbClr val="252B31"/>
                </a:solidFill>
                <a:latin typeface="微软雅黑" panose="020B0503020204020204" charset="-122"/>
                <a:ea typeface="微软雅黑" panose="020B0503020204020204" charset="-122"/>
                <a:cs typeface="微软雅黑" panose="020B0503020204020204" charset="-122"/>
              </a:rPr>
              <a:t>Condition → Path A / Path B</a:t>
            </a:r>
          </a:p>
        </p:txBody>
      </p:sp>
      <p:sp>
        <p:nvSpPr>
          <p:cNvPr id="105" name="routing-description"/>
          <p:cNvSpPr>
            <a:spLocks noGrp="1"/>
          </p:cNvSpPr>
          <p:nvPr/>
        </p:nvSpPr>
        <p:spPr>
          <a:xfrm>
            <a:off x="9201150" y="4191000"/>
            <a:ext cx="2152650" cy="190500"/>
          </a:xfrm>
          <a:prstGeom prst="rect">
            <a:avLst/>
          </a:prstGeom>
          <a:noFill/>
          <a:ln w="0">
            <a:noFill/>
            <a:prstDash val="solid"/>
          </a:ln>
        </p:spPr>
        <p:txBody>
          <a:bodyPr wrap="none" lIns="0" tIns="0" rIns="0" bIns="0" anchor="ctr">
            <a:normAutofit/>
          </a:bodyPr>
          <a:lstStyle/>
          <a:p>
            <a:pPr algn="l">
              <a:defRPr sz="1185" b="0">
                <a:solidFill>
                  <a:srgbClr val="68727B"/>
                </a:solidFill>
                <a:latin typeface="微软雅黑" panose="020B0503020204020204" charset="-122"/>
                <a:ea typeface="微软雅黑" panose="020B0503020204020204" charset="-122"/>
                <a:cs typeface="微软雅黑" panose="020B0503020204020204" charset="-122"/>
              </a:defRPr>
            </a:pPr>
            <a:r>
              <a:rPr sz="1185" b="0">
                <a:solidFill>
                  <a:srgbClr val="68727B"/>
                </a:solidFill>
                <a:latin typeface="微软雅黑" panose="020B0503020204020204" charset="-122"/>
                <a:ea typeface="微软雅黑" panose="020B0503020204020204" charset="-122"/>
                <a:cs typeface="微软雅黑" panose="020B0503020204020204" charset="-122"/>
              </a:rPr>
              <a:t>按条件选择下一条执行路径</a:t>
            </a:r>
          </a:p>
        </p:txBody>
      </p:sp>
      <p:sp>
        <p:nvSpPr>
          <p:cNvPr id="106" name="retry-label-box"/>
          <p:cNvSpPr>
            <a:spLocks noGrp="1"/>
          </p:cNvSpPr>
          <p:nvPr/>
        </p:nvSpPr>
        <p:spPr>
          <a:xfrm>
            <a:off x="8324850" y="4486275"/>
            <a:ext cx="742950" cy="409575"/>
          </a:xfrm>
          <a:prstGeom prst="roundRect">
            <a:avLst>
              <a:gd name="adj" fmla="val 11628"/>
            </a:avLst>
          </a:prstGeom>
          <a:solidFill>
            <a:srgbClr val="F2F6F8"/>
          </a:solidFill>
          <a:ln w="7620">
            <a:solidFill>
              <a:srgbClr val="D8DEE3"/>
            </a:solidFill>
            <a:prstDash val="solid"/>
          </a:ln>
        </p:spPr>
      </p:sp>
      <p:sp>
        <p:nvSpPr>
          <p:cNvPr id="107" name="retry-label"/>
          <p:cNvSpPr>
            <a:spLocks noGrp="1"/>
          </p:cNvSpPr>
          <p:nvPr/>
        </p:nvSpPr>
        <p:spPr>
          <a:xfrm>
            <a:off x="8401050" y="4552950"/>
            <a:ext cx="590550" cy="266700"/>
          </a:xfrm>
          <a:prstGeom prst="rect">
            <a:avLst/>
          </a:prstGeom>
          <a:noFill/>
          <a:ln w="0">
            <a:noFill/>
            <a:prstDash val="solid"/>
          </a:ln>
        </p:spPr>
        <p:txBody>
          <a:bodyPr wrap="none" lIns="0" tIns="0" rIns="0" bIns="0" anchor="ctr">
            <a:normAutofit/>
          </a:bodyPr>
          <a:lstStyle/>
          <a:p>
            <a:pPr algn="ctr">
              <a:defRPr sz="1350" b="1">
                <a:solidFill>
                  <a:srgbClr val="557A96"/>
                </a:solidFill>
                <a:latin typeface="微软雅黑" panose="020B0503020204020204" charset="-122"/>
                <a:ea typeface="微软雅黑" panose="020B0503020204020204" charset="-122"/>
                <a:cs typeface="微软雅黑" panose="020B0503020204020204" charset="-122"/>
              </a:defRPr>
            </a:pPr>
            <a:r>
              <a:rPr sz="1350" b="1">
                <a:solidFill>
                  <a:srgbClr val="557A96"/>
                </a:solidFill>
                <a:latin typeface="微软雅黑" panose="020B0503020204020204" charset="-122"/>
                <a:ea typeface="微软雅黑" panose="020B0503020204020204" charset="-122"/>
                <a:cs typeface="微软雅黑" panose="020B0503020204020204" charset="-122"/>
              </a:rPr>
              <a:t>Retry</a:t>
            </a:r>
          </a:p>
        </p:txBody>
      </p:sp>
      <p:sp>
        <p:nvSpPr>
          <p:cNvPr id="108" name="retry-diagram"/>
          <p:cNvSpPr>
            <a:spLocks noGrp="1"/>
          </p:cNvSpPr>
          <p:nvPr/>
        </p:nvSpPr>
        <p:spPr>
          <a:xfrm>
            <a:off x="9201150" y="4505325"/>
            <a:ext cx="2152650" cy="190500"/>
          </a:xfrm>
          <a:prstGeom prst="rect">
            <a:avLst/>
          </a:prstGeom>
          <a:noFill/>
          <a:ln w="0">
            <a:noFill/>
            <a:prstDash val="solid"/>
          </a:ln>
        </p:spPr>
        <p:txBody>
          <a:bodyPr wrap="none" lIns="0" tIns="0" rIns="0" bIns="0" anchor="ctr">
            <a:normAutofit fontScale="98039"/>
          </a:bodyPr>
          <a:lstStyle/>
          <a:p>
            <a:pPr algn="l">
              <a:defRPr sz="1275" b="1">
                <a:solidFill>
                  <a:srgbClr val="252B31"/>
                </a:solidFill>
                <a:latin typeface="微软雅黑" panose="020B0503020204020204" charset="-122"/>
                <a:ea typeface="微软雅黑" panose="020B0503020204020204" charset="-122"/>
                <a:cs typeface="微软雅黑" panose="020B0503020204020204" charset="-122"/>
              </a:defRPr>
            </a:pPr>
            <a:r>
              <a:rPr sz="1275" b="1">
                <a:solidFill>
                  <a:srgbClr val="252B31"/>
                </a:solidFill>
                <a:latin typeface="微软雅黑" panose="020B0503020204020204" charset="-122"/>
                <a:ea typeface="微软雅黑" panose="020B0503020204020204" charset="-122"/>
                <a:cs typeface="微软雅黑" panose="020B0503020204020204" charset="-122"/>
              </a:rPr>
              <a:t>Stage B  FAIL  ↺</a:t>
            </a:r>
          </a:p>
        </p:txBody>
      </p:sp>
      <p:sp>
        <p:nvSpPr>
          <p:cNvPr id="109" name="retry-description"/>
          <p:cNvSpPr>
            <a:spLocks noGrp="1"/>
          </p:cNvSpPr>
          <p:nvPr/>
        </p:nvSpPr>
        <p:spPr>
          <a:xfrm>
            <a:off x="9201150" y="4686300"/>
            <a:ext cx="2152650" cy="190500"/>
          </a:xfrm>
          <a:prstGeom prst="rect">
            <a:avLst/>
          </a:prstGeom>
          <a:noFill/>
          <a:ln w="0">
            <a:noFill/>
            <a:prstDash val="solid"/>
          </a:ln>
        </p:spPr>
        <p:txBody>
          <a:bodyPr wrap="none" lIns="0" tIns="0" rIns="0" bIns="0" anchor="ctr">
            <a:normAutofit/>
          </a:bodyPr>
          <a:lstStyle/>
          <a:p>
            <a:pPr algn="l">
              <a:defRPr sz="1185" b="0">
                <a:solidFill>
                  <a:srgbClr val="68727B"/>
                </a:solidFill>
                <a:latin typeface="微软雅黑" panose="020B0503020204020204" charset="-122"/>
                <a:ea typeface="微软雅黑" panose="020B0503020204020204" charset="-122"/>
                <a:cs typeface="微软雅黑" panose="020B0503020204020204" charset="-122"/>
              </a:defRPr>
            </a:pPr>
            <a:r>
              <a:rPr sz="1185" b="0">
                <a:solidFill>
                  <a:srgbClr val="68727B"/>
                </a:solidFill>
                <a:latin typeface="微软雅黑" panose="020B0503020204020204" charset="-122"/>
                <a:ea typeface="微软雅黑" panose="020B0503020204020204" charset="-122"/>
                <a:cs typeface="微软雅黑" panose="020B0503020204020204" charset="-122"/>
              </a:rPr>
              <a:t>失败后重新执行当前阶段</a:t>
            </a:r>
          </a:p>
        </p:txBody>
      </p:sp>
      <p:sp>
        <p:nvSpPr>
          <p:cNvPr id="110" name="fallback-label-box"/>
          <p:cNvSpPr>
            <a:spLocks noGrp="1"/>
          </p:cNvSpPr>
          <p:nvPr/>
        </p:nvSpPr>
        <p:spPr>
          <a:xfrm>
            <a:off x="8324850" y="4981575"/>
            <a:ext cx="742950" cy="409575"/>
          </a:xfrm>
          <a:prstGeom prst="roundRect">
            <a:avLst>
              <a:gd name="adj" fmla="val 11628"/>
            </a:avLst>
          </a:prstGeom>
          <a:solidFill>
            <a:srgbClr val="F2F6F8"/>
          </a:solidFill>
          <a:ln w="7620">
            <a:solidFill>
              <a:srgbClr val="D8DEE3"/>
            </a:solidFill>
            <a:prstDash val="solid"/>
          </a:ln>
        </p:spPr>
      </p:sp>
      <p:sp>
        <p:nvSpPr>
          <p:cNvPr id="111" name="fallback-label"/>
          <p:cNvSpPr>
            <a:spLocks noGrp="1"/>
          </p:cNvSpPr>
          <p:nvPr/>
        </p:nvSpPr>
        <p:spPr>
          <a:xfrm>
            <a:off x="8401050" y="5048250"/>
            <a:ext cx="590550" cy="266700"/>
          </a:xfrm>
          <a:prstGeom prst="rect">
            <a:avLst/>
          </a:prstGeom>
          <a:noFill/>
          <a:ln w="0">
            <a:noFill/>
            <a:prstDash val="solid"/>
          </a:ln>
        </p:spPr>
        <p:txBody>
          <a:bodyPr wrap="none" lIns="0" tIns="0" rIns="0" bIns="0" anchor="ctr">
            <a:normAutofit fontScale="93114"/>
          </a:bodyPr>
          <a:lstStyle/>
          <a:p>
            <a:pPr algn="ctr">
              <a:defRPr sz="1350" b="1">
                <a:solidFill>
                  <a:srgbClr val="557A96"/>
                </a:solidFill>
                <a:latin typeface="微软雅黑" panose="020B0503020204020204" charset="-122"/>
                <a:ea typeface="微软雅黑" panose="020B0503020204020204" charset="-122"/>
                <a:cs typeface="微软雅黑" panose="020B0503020204020204" charset="-122"/>
              </a:defRPr>
            </a:pPr>
            <a:r>
              <a:rPr sz="1350" b="1">
                <a:solidFill>
                  <a:srgbClr val="557A96"/>
                </a:solidFill>
                <a:latin typeface="微软雅黑" panose="020B0503020204020204" charset="-122"/>
                <a:ea typeface="微软雅黑" panose="020B0503020204020204" charset="-122"/>
                <a:cs typeface="微软雅黑" panose="020B0503020204020204" charset="-122"/>
              </a:rPr>
              <a:t>Fallback</a:t>
            </a:r>
          </a:p>
        </p:txBody>
      </p:sp>
      <p:sp>
        <p:nvSpPr>
          <p:cNvPr id="112" name="fallback-diagram"/>
          <p:cNvSpPr>
            <a:spLocks noGrp="1"/>
          </p:cNvSpPr>
          <p:nvPr/>
        </p:nvSpPr>
        <p:spPr>
          <a:xfrm>
            <a:off x="9201150" y="5000625"/>
            <a:ext cx="2152650" cy="190500"/>
          </a:xfrm>
          <a:prstGeom prst="rect">
            <a:avLst/>
          </a:prstGeom>
          <a:noFill/>
          <a:ln w="0">
            <a:noFill/>
            <a:prstDash val="solid"/>
          </a:ln>
        </p:spPr>
        <p:txBody>
          <a:bodyPr wrap="none" lIns="0" tIns="0" rIns="0" bIns="0" anchor="ctr">
            <a:normAutofit fontScale="98039"/>
          </a:bodyPr>
          <a:lstStyle/>
          <a:p>
            <a:pPr algn="l">
              <a:defRPr sz="1275" b="1">
                <a:solidFill>
                  <a:srgbClr val="252B31"/>
                </a:solidFill>
                <a:latin typeface="微软雅黑" panose="020B0503020204020204" charset="-122"/>
                <a:ea typeface="微软雅黑" panose="020B0503020204020204" charset="-122"/>
                <a:cs typeface="微软雅黑" panose="020B0503020204020204" charset="-122"/>
              </a:defRPr>
            </a:pPr>
            <a:r>
              <a:rPr sz="1275" b="1">
                <a:solidFill>
                  <a:srgbClr val="252B31"/>
                </a:solidFill>
                <a:latin typeface="微软雅黑" panose="020B0503020204020204" charset="-122"/>
                <a:ea typeface="微软雅黑" panose="020B0503020204020204" charset="-122"/>
                <a:cs typeface="微软雅黑" panose="020B0503020204020204" charset="-122"/>
              </a:rPr>
              <a:t>Stage C  FAIL  →  Stage B</a:t>
            </a:r>
          </a:p>
        </p:txBody>
      </p:sp>
      <p:sp>
        <p:nvSpPr>
          <p:cNvPr id="113" name="fallback-description"/>
          <p:cNvSpPr>
            <a:spLocks noGrp="1"/>
          </p:cNvSpPr>
          <p:nvPr/>
        </p:nvSpPr>
        <p:spPr>
          <a:xfrm>
            <a:off x="9201150" y="5181600"/>
            <a:ext cx="2152650" cy="190500"/>
          </a:xfrm>
          <a:prstGeom prst="rect">
            <a:avLst/>
          </a:prstGeom>
          <a:noFill/>
          <a:ln w="0">
            <a:noFill/>
            <a:prstDash val="solid"/>
          </a:ln>
        </p:spPr>
        <p:txBody>
          <a:bodyPr wrap="none" lIns="0" tIns="0" rIns="0" bIns="0" anchor="ctr">
            <a:normAutofit/>
          </a:bodyPr>
          <a:lstStyle/>
          <a:p>
            <a:pPr algn="l">
              <a:defRPr sz="1185" b="0">
                <a:solidFill>
                  <a:srgbClr val="68727B"/>
                </a:solidFill>
                <a:latin typeface="微软雅黑" panose="020B0503020204020204" charset="-122"/>
                <a:ea typeface="微软雅黑" panose="020B0503020204020204" charset="-122"/>
                <a:cs typeface="微软雅黑" panose="020B0503020204020204" charset="-122"/>
              </a:defRPr>
            </a:pPr>
            <a:r>
              <a:rPr sz="1185" b="0">
                <a:solidFill>
                  <a:srgbClr val="68727B"/>
                </a:solidFill>
                <a:latin typeface="微软雅黑" panose="020B0503020204020204" charset="-122"/>
                <a:ea typeface="微软雅黑" panose="020B0503020204020204" charset="-122"/>
                <a:cs typeface="微软雅黑" panose="020B0503020204020204" charset="-122"/>
              </a:rPr>
              <a:t>无法继续时返回前一阶段</a:t>
            </a:r>
          </a:p>
        </p:txBody>
      </p:sp>
      <p:sp>
        <p:nvSpPr>
          <p:cNvPr id="115" name="flow-rule"/>
          <p:cNvSpPr>
            <a:spLocks noGrp="1"/>
          </p:cNvSpPr>
          <p:nvPr/>
        </p:nvSpPr>
        <p:spPr>
          <a:xfrm>
            <a:off x="8362950" y="5553075"/>
            <a:ext cx="3009900" cy="266700"/>
          </a:xfrm>
          <a:prstGeom prst="rect">
            <a:avLst/>
          </a:prstGeom>
          <a:noFill/>
          <a:ln w="0">
            <a:noFill/>
            <a:prstDash val="solid"/>
          </a:ln>
        </p:spPr>
        <p:txBody>
          <a:bodyPr wrap="none" lIns="0" tIns="0" rIns="0" bIns="0" anchor="ctr">
            <a:normAutofit fontScale="93226"/>
          </a:bodyPr>
          <a:lstStyle/>
          <a:p>
            <a:pPr algn="ctr">
              <a:defRPr sz="1110" b="1">
                <a:solidFill>
                  <a:srgbClr val="557A96"/>
                </a:solidFill>
                <a:latin typeface="微软雅黑" panose="020B0503020204020204" charset="-122"/>
                <a:ea typeface="微软雅黑" panose="020B0503020204020204" charset="-122"/>
                <a:cs typeface="微软雅黑" panose="020B0503020204020204" charset="-122"/>
              </a:defRPr>
            </a:pPr>
            <a:endParaRPr sz="1110" b="1" dirty="0">
              <a:solidFill>
                <a:srgbClr val="557A96"/>
              </a:solidFill>
              <a:latin typeface="微软雅黑" panose="020B0503020204020204" charset="-122"/>
              <a:ea typeface="微软雅黑" panose="020B0503020204020204" charset="-122"/>
              <a:cs typeface="微软雅黑" panose="020B0503020204020204" charset="-122"/>
            </a:endParaRPr>
          </a:p>
        </p:txBody>
      </p:sp>
      <p:sp>
        <p:nvSpPr>
          <p:cNvPr id="116" name="summary-band"/>
          <p:cNvSpPr>
            <a:spLocks noGrp="1"/>
          </p:cNvSpPr>
          <p:nvPr/>
        </p:nvSpPr>
        <p:spPr>
          <a:xfrm>
            <a:off x="609600" y="6191250"/>
            <a:ext cx="10972800" cy="419100"/>
          </a:xfrm>
          <a:prstGeom prst="rect">
            <a:avLst/>
          </a:prstGeom>
          <a:solidFill>
            <a:srgbClr val="F3F4F5"/>
          </a:solidFill>
          <a:ln w="0">
            <a:noFill/>
            <a:prstDash val="solid"/>
          </a:ln>
        </p:spPr>
      </p:sp>
      <p:sp>
        <p:nvSpPr>
          <p:cNvPr id="117" name="summary-accent"/>
          <p:cNvSpPr>
            <a:spLocks noGrp="1"/>
          </p:cNvSpPr>
          <p:nvPr/>
        </p:nvSpPr>
        <p:spPr>
          <a:xfrm>
            <a:off x="609600" y="6191250"/>
            <a:ext cx="38100" cy="419100"/>
          </a:xfrm>
          <a:prstGeom prst="rect">
            <a:avLst/>
          </a:prstGeom>
          <a:solidFill>
            <a:srgbClr val="557A96"/>
          </a:solidFill>
          <a:ln w="0">
            <a:noFill/>
            <a:prstDash val="solid"/>
          </a:ln>
        </p:spPr>
      </p:sp>
      <p:sp>
        <p:nvSpPr>
          <p:cNvPr id="118" name="summary-text"/>
          <p:cNvSpPr>
            <a:spLocks noGrp="1"/>
          </p:cNvSpPr>
          <p:nvPr/>
        </p:nvSpPr>
        <p:spPr>
          <a:xfrm>
            <a:off x="819150" y="6229350"/>
            <a:ext cx="10534650" cy="342900"/>
          </a:xfrm>
          <a:prstGeom prst="rect">
            <a:avLst/>
          </a:prstGeom>
          <a:noFill/>
          <a:ln w="0">
            <a:noFill/>
            <a:prstDash val="solid"/>
          </a:ln>
        </p:spPr>
        <p:txBody>
          <a:bodyPr wrap="none" lIns="0" tIns="0" rIns="0" bIns="0" anchor="ctr">
            <a:normAutofit fontScale="95266"/>
          </a:bodyPr>
          <a:lstStyle/>
          <a:p>
            <a:pPr algn="ctr">
              <a:defRPr sz="1390" b="1">
                <a:solidFill>
                  <a:srgbClr val="414951"/>
                </a:solidFill>
                <a:latin typeface="微软雅黑" panose="020B0503020204020204" charset="-122"/>
                <a:ea typeface="微软雅黑" panose="020B0503020204020204" charset="-122"/>
                <a:cs typeface="微软雅黑" panose="020B0503020204020204" charset="-122"/>
              </a:defRPr>
            </a:pPr>
            <a:r>
              <a:rPr sz="1390" b="1" dirty="0">
                <a:solidFill>
                  <a:srgbClr val="414951"/>
                </a:solidFill>
                <a:latin typeface="微软雅黑" panose="020B0503020204020204" charset="-122"/>
                <a:ea typeface="微软雅黑" panose="020B0503020204020204" charset="-122"/>
                <a:cs typeface="微软雅黑" panose="020B0503020204020204" charset="-122"/>
              </a:rPr>
              <a:t>Workflow </a:t>
            </a:r>
            <a:r>
              <a:rPr sz="1390" b="1" dirty="0" err="1" smtClean="0">
                <a:solidFill>
                  <a:srgbClr val="414951"/>
                </a:solidFill>
                <a:latin typeface="微软雅黑" panose="020B0503020204020204" charset="-122"/>
                <a:ea typeface="微软雅黑" panose="020B0503020204020204" charset="-122"/>
                <a:cs typeface="微软雅黑" panose="020B0503020204020204" charset="-122"/>
              </a:rPr>
              <a:t>通过</a:t>
            </a:r>
            <a:r>
              <a:rPr sz="1390" b="1" dirty="0" smtClean="0">
                <a:solidFill>
                  <a:srgbClr val="414951"/>
                </a:solidFill>
                <a:latin typeface="微软雅黑" panose="020B0503020204020204" charset="-122"/>
                <a:ea typeface="微软雅黑" panose="020B0503020204020204" charset="-122"/>
                <a:cs typeface="微软雅黑" panose="020B0503020204020204" charset="-122"/>
              </a:rPr>
              <a:t> </a:t>
            </a:r>
            <a:r>
              <a:rPr lang="zh-CN" altLang="en-US" sz="1390" b="1" dirty="0" smtClean="0">
                <a:solidFill>
                  <a:srgbClr val="414951"/>
                </a:solidFill>
                <a:latin typeface="微软雅黑" panose="020B0503020204020204" charset="-122"/>
                <a:ea typeface="微软雅黑" panose="020B0503020204020204" charset="-122"/>
                <a:cs typeface="微软雅黑" panose="020B0503020204020204" charset="-122"/>
              </a:rPr>
              <a:t>上述这些结构</a:t>
            </a:r>
            <a:r>
              <a:rPr sz="1390" b="1" dirty="0" smtClean="0">
                <a:solidFill>
                  <a:srgbClr val="414951"/>
                </a:solidFill>
                <a:latin typeface="微软雅黑" panose="020B0503020204020204" charset="-122"/>
                <a:ea typeface="微软雅黑" panose="020B0503020204020204" charset="-122"/>
                <a:cs typeface="微软雅黑" panose="020B0503020204020204" charset="-122"/>
              </a:rPr>
              <a:t>，</a:t>
            </a:r>
            <a:r>
              <a:rPr sz="1390" b="1" dirty="0" err="1">
                <a:solidFill>
                  <a:srgbClr val="414951"/>
                </a:solidFill>
                <a:latin typeface="微软雅黑" panose="020B0503020204020204" charset="-122"/>
                <a:ea typeface="微软雅黑" panose="020B0503020204020204" charset="-122"/>
                <a:cs typeface="微软雅黑" panose="020B0503020204020204" charset="-122"/>
              </a:rPr>
              <a:t>让任务以可检查、可回退的方式向前推进</a:t>
            </a:r>
            <a:r>
              <a:rPr sz="1390" b="1" dirty="0">
                <a:solidFill>
                  <a:srgbClr val="414951"/>
                </a:solidFill>
                <a:latin typeface="微软雅黑" panose="020B0503020204020204" charset="-122"/>
                <a:ea typeface="微软雅黑" panose="020B0503020204020204" charset="-122"/>
                <a:cs typeface="微软雅黑" panose="020B0503020204020204" charset="-122"/>
              </a:rPr>
              <a:t>。</a:t>
            </a:r>
          </a:p>
        </p:txBody>
      </p:sp>
      <p:sp>
        <p:nvSpPr>
          <p:cNvPr id="121" name="s13-title-rule"/>
          <p:cNvSpPr>
            <a:spLocks noGrp="1"/>
          </p:cNvSpPr>
          <p:nvPr/>
        </p:nvSpPr>
        <p:spPr>
          <a:xfrm>
            <a:off x="247650" y="714375"/>
            <a:ext cx="11734800" cy="19050"/>
          </a:xfrm>
          <a:prstGeom prst="rect">
            <a:avLst/>
          </a:prstGeom>
          <a:solidFill>
            <a:srgbClr val="5B7188"/>
          </a:solidFill>
          <a:ln w="0">
            <a:solidFill>
              <a:srgbClr val="294A6D"/>
            </a:solidFill>
            <a:prstDash val="solid"/>
          </a:ln>
          <a:effectLst/>
        </p:spPr>
      </p:sp>
      <p:sp>
        <p:nvSpPr>
          <p:cNvPr id="122" name="slide-1-title"/>
          <p:cNvSpPr>
            <a:spLocks noGrp="1"/>
          </p:cNvSpPr>
          <p:nvPr/>
        </p:nvSpPr>
        <p:spPr>
          <a:xfrm>
            <a:off x="342900" y="223460"/>
            <a:ext cx="635000" cy="495300"/>
          </a:xfrm>
          <a:prstGeom prst="rect">
            <a:avLst/>
          </a:prstGeom>
          <a:noFill/>
          <a:ln w="0">
            <a:noFill/>
            <a:prstDash val="solid"/>
          </a:ln>
          <a:effectLst/>
        </p:spPr>
        <p:txBody>
          <a:bodyPr wrap="square" lIns="0" tIns="0" rIns="0" bIns="0" anchor="t">
            <a:noAutofit/>
          </a:bodyPr>
          <a:lstStyle/>
          <a:p>
            <a:pPr>
              <a:buNone/>
              <a:defRPr sz="3000" b="1">
                <a:solidFill>
                  <a:srgbClr val="072A67"/>
                </a:solidFill>
                <a:latin typeface="微软雅黑" panose="020B0503020204020204" charset="-122"/>
                <a:ea typeface="微软雅黑" panose="020B0503020204020204" charset="-122"/>
                <a:cs typeface="微软雅黑" panose="020B0503020204020204" charset="-122"/>
              </a:defRPr>
            </a:pPr>
            <a:r>
              <a:rPr lang="en-US" sz="3000" b="1" dirty="0" smtClean="0">
                <a:solidFill>
                  <a:srgbClr val="243B53"/>
                </a:solidFill>
                <a:latin typeface="Arial" panose="020B0604020202020204" pitchFamily="34" charset="0"/>
                <a:ea typeface="微软雅黑" panose="020B0503020204020204" charset="-122"/>
                <a:cs typeface="微软雅黑" panose="020B0503020204020204" charset="-122"/>
              </a:rPr>
              <a:t>1.3</a:t>
            </a:r>
            <a:endParaRPr sz="3000" b="1" dirty="0">
              <a:solidFill>
                <a:srgbClr val="243B53"/>
              </a:solidFill>
              <a:latin typeface="Arial" panose="020B0604020202020204" pitchFamily="34" charset="0"/>
              <a:ea typeface="微软雅黑" panose="020B0503020204020204" charset="-122"/>
              <a:cs typeface="微软雅黑" panose="020B0503020204020204" charset="-122"/>
            </a:endParaRPr>
          </a:p>
        </p:txBody>
      </p:sp>
      <p:sp>
        <p:nvSpPr>
          <p:cNvPr id="123" name="slide-7-page-number"/>
          <p:cNvSpPr>
            <a:spLocks noGrp="1"/>
          </p:cNvSpPr>
          <p:nvPr/>
        </p:nvSpPr>
        <p:spPr>
          <a:xfrm>
            <a:off x="11366500" y="317500"/>
            <a:ext cx="330200" cy="279400"/>
          </a:xfrm>
          <a:prstGeom prst="roundRect">
            <a:avLst>
              <a:gd name="adj" fmla="val 14706"/>
            </a:avLst>
          </a:prstGeom>
          <a:noFill/>
          <a:ln w="9525">
            <a:noFill/>
            <a:prstDash val="solid"/>
          </a:ln>
          <a:effectLst/>
          <a:extLst>
            <a:ext uri="{909E8E84-426E-40DD-AFC4-6F175D3DCCD1}">
              <a14:hiddenFill xmlns:a14="http://schemas.microsoft.com/office/drawing/2010/main">
                <a:solidFill>
                  <a:srgbClr val="294A6D"/>
                </a:solidFill>
              </a14:hiddenFill>
            </a:ext>
            <a:ext uri="{91240B29-F687-4F45-9708-019B960494DF}">
              <a14:hiddenLine xmlns:a14="http://schemas.microsoft.com/office/drawing/2010/main" w="9525">
                <a:solidFill>
                  <a:srgbClr val="294A6D"/>
                </a:solidFill>
                <a:prstDash val="solid"/>
              </a14:hiddenLine>
            </a:ext>
          </a:extLst>
        </p:spPr>
        <p:txBody>
          <a:bodyPr wrap="square" lIns="0" tIns="0" rIns="0" bIns="0" anchor="ctr">
            <a:noAutofit/>
          </a:bodyPr>
          <a:lstStyle/>
          <a:p>
            <a:pPr algn="ctr">
              <a:buNone/>
              <a:defRPr sz="1200" b="1">
                <a:solidFill>
                  <a:srgbClr val="FFFFFF"/>
                </a:solidFill>
                <a:latin typeface="微软雅黑" panose="020B0503020204020204" charset="-122"/>
                <a:ea typeface="微软雅黑" panose="020B0503020204020204" charset="-122"/>
                <a:cs typeface="微软雅黑" panose="020B0503020204020204" charset="-122"/>
              </a:defRPr>
            </a:pPr>
            <a:r>
              <a:rPr lang="en-US" sz="1200" b="1" dirty="0">
                <a:solidFill>
                  <a:srgbClr val="66737F"/>
                </a:solidFill>
                <a:latin typeface="Arial" panose="020B0604020202020204" pitchFamily="34" charset="0"/>
                <a:ea typeface="微软雅黑" panose="020B0503020204020204" charset="-122"/>
                <a:cs typeface="微软雅黑" panose="020B0503020204020204" charset="-122"/>
              </a:rPr>
              <a:t>3</a:t>
            </a:r>
          </a:p>
        </p:txBody>
      </p:sp>
    </p:spTree>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lumn-divider"/>
          <p:cNvSpPr>
            <a:spLocks noGrp="1"/>
          </p:cNvSpPr>
          <p:nvPr/>
        </p:nvSpPr>
        <p:spPr>
          <a:xfrm>
            <a:off x="4781550" y="1295400"/>
            <a:ext cx="0" cy="4552950"/>
          </a:xfrm>
          <a:prstGeom prst="line">
            <a:avLst/>
          </a:prstGeom>
          <a:noFill/>
          <a:ln w="9525">
            <a:solidFill>
              <a:srgbClr val="D8DEE3"/>
            </a:solidFill>
            <a:prstDash val="solid"/>
          </a:ln>
        </p:spPr>
      </p:sp>
      <p:sp>
        <p:nvSpPr>
          <p:cNvPr id="4" name="left-heading-rule"/>
          <p:cNvSpPr>
            <a:spLocks noGrp="1"/>
          </p:cNvSpPr>
          <p:nvPr/>
        </p:nvSpPr>
        <p:spPr>
          <a:xfrm>
            <a:off x="609600" y="1524000"/>
            <a:ext cx="4000500" cy="0"/>
          </a:xfrm>
          <a:prstGeom prst="line">
            <a:avLst/>
          </a:prstGeom>
          <a:noFill/>
          <a:ln w="9525">
            <a:solidFill>
              <a:srgbClr val="D8DEE3"/>
            </a:solidFill>
            <a:prstDash val="solid"/>
          </a:ln>
        </p:spPr>
      </p:sp>
      <p:sp>
        <p:nvSpPr>
          <p:cNvPr id="5" name="right-heading-rule"/>
          <p:cNvSpPr>
            <a:spLocks noGrp="1"/>
          </p:cNvSpPr>
          <p:nvPr/>
        </p:nvSpPr>
        <p:spPr>
          <a:xfrm>
            <a:off x="4953000" y="1524000"/>
            <a:ext cx="6629400" cy="0"/>
          </a:xfrm>
          <a:prstGeom prst="line">
            <a:avLst/>
          </a:prstGeom>
          <a:noFill/>
          <a:ln w="9525">
            <a:solidFill>
              <a:srgbClr val="D8DEE3"/>
            </a:solidFill>
            <a:prstDash val="solid"/>
          </a:ln>
        </p:spPr>
      </p:sp>
      <p:sp>
        <p:nvSpPr>
          <p:cNvPr id="6" name="slide-title"/>
          <p:cNvSpPr>
            <a:spLocks noGrp="1"/>
          </p:cNvSpPr>
          <p:nvPr/>
        </p:nvSpPr>
        <p:spPr>
          <a:xfrm>
            <a:off x="1009650" y="209550"/>
            <a:ext cx="8572500" cy="561975"/>
          </a:xfrm>
          <a:prstGeom prst="rect">
            <a:avLst/>
          </a:prstGeom>
          <a:noFill/>
          <a:ln w="0">
            <a:noFill/>
            <a:prstDash val="solid"/>
          </a:ln>
        </p:spPr>
        <p:txBody>
          <a:bodyPr wrap="none" lIns="0" tIns="0" rIns="0" bIns="0" anchor="ctr">
            <a:normAutofit/>
          </a:bodyPr>
          <a:lstStyle/>
          <a:p>
            <a:pPr algn="l">
              <a:defRPr sz="3300" b="1">
                <a:solidFill>
                  <a:srgbClr val="252B31"/>
                </a:solidFill>
                <a:latin typeface="微软雅黑" panose="020B0503020204020204" charset="-122"/>
                <a:ea typeface="微软雅黑" panose="020B0503020204020204" charset="-122"/>
                <a:cs typeface="微软雅黑" panose="020B0503020204020204" charset="-122"/>
              </a:defRPr>
            </a:pPr>
            <a:r>
              <a:rPr sz="2700" b="1" dirty="0" err="1">
                <a:solidFill>
                  <a:srgbClr val="243B53"/>
                </a:solidFill>
                <a:latin typeface="Arial" panose="020B0604020202020204" pitchFamily="34" charset="0"/>
                <a:ea typeface="微软雅黑" panose="020B0503020204020204" charset="-122"/>
                <a:cs typeface="微软雅黑" panose="020B0503020204020204" charset="-122"/>
              </a:rPr>
              <a:t>Workflow：如何调用资源与外部能力</a:t>
            </a:r>
            <a:endParaRPr sz="2700" b="1" dirty="0">
              <a:solidFill>
                <a:srgbClr val="243B53"/>
              </a:solidFill>
              <a:latin typeface="Arial" panose="020B0604020202020204" pitchFamily="34" charset="0"/>
              <a:ea typeface="微软雅黑" panose="020B0503020204020204" charset="-122"/>
              <a:cs typeface="微软雅黑" panose="020B0503020204020204" charset="-122"/>
            </a:endParaRPr>
          </a:p>
        </p:txBody>
      </p:sp>
      <p:sp>
        <p:nvSpPr>
          <p:cNvPr id="8" name="left-heading"/>
          <p:cNvSpPr>
            <a:spLocks noGrp="1"/>
          </p:cNvSpPr>
          <p:nvPr/>
        </p:nvSpPr>
        <p:spPr>
          <a:xfrm>
            <a:off x="609600" y="1209675"/>
            <a:ext cx="3524250" cy="285750"/>
          </a:xfrm>
          <a:prstGeom prst="rect">
            <a:avLst/>
          </a:prstGeom>
          <a:noFill/>
          <a:ln w="0">
            <a:noFill/>
            <a:prstDash val="solid"/>
          </a:ln>
        </p:spPr>
        <p:txBody>
          <a:bodyPr wrap="none" lIns="0" tIns="0" rIns="0" bIns="0" anchor="ctr">
            <a:normAutofit/>
          </a:bodyPr>
          <a:lstStyle/>
          <a:p>
            <a:pPr>
              <a:defRPr sz="1800" b="1">
                <a:solidFill>
                  <a:srgbClr val="252B31"/>
                </a:solidFill>
                <a:latin typeface="微软雅黑" panose="020B0503020204020204" charset="-122"/>
                <a:ea typeface="微软雅黑" panose="020B0503020204020204" charset="-122"/>
                <a:cs typeface="微软雅黑" panose="020B0503020204020204" charset="-122"/>
              </a:defRPr>
            </a:pPr>
            <a:r>
              <a:rPr sz="1800" b="1" dirty="0" smtClean="0">
                <a:solidFill>
                  <a:srgbClr val="252B31"/>
                </a:solidFill>
                <a:latin typeface="微软雅黑" panose="020B0503020204020204" charset="-122"/>
                <a:ea typeface="微软雅黑" panose="020B0503020204020204" charset="-122"/>
                <a:cs typeface="微软雅黑" panose="020B0503020204020204" charset="-122"/>
              </a:rPr>
              <a:t>SKILL.md （</a:t>
            </a:r>
            <a:r>
              <a:rPr sz="1800" b="1" dirty="0" err="1" smtClean="0">
                <a:solidFill>
                  <a:srgbClr val="252B31"/>
                </a:solidFill>
                <a:latin typeface="微软雅黑" panose="020B0503020204020204" charset="-122"/>
                <a:ea typeface="微软雅黑" panose="020B0503020204020204" charset="-122"/>
                <a:cs typeface="微软雅黑" panose="020B0503020204020204" charset="-122"/>
              </a:rPr>
              <a:t>资源调用</a:t>
            </a:r>
            <a:r>
              <a:rPr lang="zh-CN" altLang="en-US" b="1" dirty="0">
                <a:solidFill>
                  <a:srgbClr val="252B31"/>
                </a:solidFill>
                <a:latin typeface="微软雅黑" panose="020B0503020204020204" charset="-122"/>
                <a:ea typeface="微软雅黑" panose="020B0503020204020204" charset="-122"/>
                <a:cs typeface="微软雅黑" panose="020B0503020204020204" charset="-122"/>
              </a:rPr>
              <a:t>示例</a:t>
            </a:r>
            <a:r>
              <a:rPr sz="1800" b="1" dirty="0" smtClean="0">
                <a:solidFill>
                  <a:srgbClr val="252B31"/>
                </a:solidFill>
                <a:latin typeface="微软雅黑" panose="020B0503020204020204" charset="-122"/>
                <a:ea typeface="微软雅黑" panose="020B0503020204020204" charset="-122"/>
                <a:cs typeface="微软雅黑" panose="020B0503020204020204" charset="-122"/>
              </a:rPr>
              <a:t>）</a:t>
            </a:r>
            <a:endParaRPr sz="1800" b="1" dirty="0">
              <a:solidFill>
                <a:srgbClr val="252B31"/>
              </a:solidFill>
              <a:latin typeface="微软雅黑" panose="020B0503020204020204" charset="-122"/>
              <a:ea typeface="微软雅黑" panose="020B0503020204020204" charset="-122"/>
              <a:cs typeface="微软雅黑" panose="020B0503020204020204" charset="-122"/>
            </a:endParaRPr>
          </a:p>
        </p:txBody>
      </p:sp>
      <p:sp>
        <p:nvSpPr>
          <p:cNvPr id="9" name="right-heading"/>
          <p:cNvSpPr>
            <a:spLocks noGrp="1"/>
          </p:cNvSpPr>
          <p:nvPr/>
        </p:nvSpPr>
        <p:spPr>
          <a:xfrm>
            <a:off x="4953000" y="1209675"/>
            <a:ext cx="3429000" cy="285750"/>
          </a:xfrm>
          <a:prstGeom prst="rect">
            <a:avLst/>
          </a:prstGeom>
          <a:noFill/>
          <a:ln w="0">
            <a:noFill/>
            <a:prstDash val="solid"/>
          </a:ln>
        </p:spPr>
        <p:txBody>
          <a:bodyPr wrap="none" lIns="0" tIns="0" rIns="0" bIns="0" anchor="ctr">
            <a:normAutofit/>
          </a:bodyPr>
          <a:lstStyle/>
          <a:p>
            <a:pPr algn="l">
              <a:defRPr sz="1875" b="1">
                <a:solidFill>
                  <a:srgbClr val="252B31"/>
                </a:solidFill>
                <a:latin typeface="微软雅黑" panose="020B0503020204020204" charset="-122"/>
                <a:ea typeface="微软雅黑" panose="020B0503020204020204" charset="-122"/>
                <a:cs typeface="微软雅黑" panose="020B0503020204020204" charset="-122"/>
              </a:defRPr>
            </a:pPr>
            <a:r>
              <a:rPr sz="1875" b="1">
                <a:solidFill>
                  <a:srgbClr val="252B31"/>
                </a:solidFill>
                <a:latin typeface="微软雅黑" panose="020B0503020204020204" charset="-122"/>
                <a:ea typeface="微软雅黑" panose="020B0503020204020204" charset="-122"/>
                <a:cs typeface="微软雅黑" panose="020B0503020204020204" charset="-122"/>
              </a:rPr>
              <a:t>Workflow 可用资源与能力</a:t>
            </a:r>
          </a:p>
        </p:txBody>
      </p:sp>
      <p:sp>
        <p:nvSpPr>
          <p:cNvPr id="10" name="editor-frame"/>
          <p:cNvSpPr>
            <a:spLocks noGrp="1"/>
          </p:cNvSpPr>
          <p:nvPr/>
        </p:nvSpPr>
        <p:spPr>
          <a:xfrm>
            <a:off x="609600" y="1600200"/>
            <a:ext cx="4000500" cy="4248150"/>
          </a:xfrm>
          <a:prstGeom prst="rect">
            <a:avLst/>
          </a:prstGeom>
          <a:solidFill>
            <a:srgbClr val="FFFFFF"/>
          </a:solidFill>
          <a:ln w="9525">
            <a:solidFill>
              <a:srgbClr val="D8DEE3"/>
            </a:solidFill>
            <a:prstDash val="solid"/>
          </a:ln>
        </p:spPr>
      </p:sp>
      <p:sp>
        <p:nvSpPr>
          <p:cNvPr id="11" name="editor-header"/>
          <p:cNvSpPr>
            <a:spLocks noGrp="1"/>
          </p:cNvSpPr>
          <p:nvPr/>
        </p:nvSpPr>
        <p:spPr>
          <a:xfrm>
            <a:off x="609600" y="1600200"/>
            <a:ext cx="4000500" cy="323850"/>
          </a:xfrm>
          <a:prstGeom prst="rect">
            <a:avLst/>
          </a:prstGeom>
          <a:solidFill>
            <a:srgbClr val="F3F4F5"/>
          </a:solidFill>
          <a:ln w="9525">
            <a:solidFill>
              <a:srgbClr val="D8DEE3"/>
            </a:solidFill>
            <a:prstDash val="solid"/>
          </a:ln>
        </p:spPr>
      </p:sp>
      <p:sp>
        <p:nvSpPr>
          <p:cNvPr id="12" name="editor-label"/>
          <p:cNvSpPr>
            <a:spLocks noGrp="1"/>
          </p:cNvSpPr>
          <p:nvPr/>
        </p:nvSpPr>
        <p:spPr>
          <a:xfrm>
            <a:off x="781050" y="1647825"/>
            <a:ext cx="3238500" cy="228600"/>
          </a:xfrm>
          <a:prstGeom prst="rect">
            <a:avLst/>
          </a:prstGeom>
          <a:noFill/>
          <a:ln w="0">
            <a:noFill/>
            <a:prstDash val="solid"/>
          </a:ln>
        </p:spPr>
        <p:txBody>
          <a:bodyPr wrap="none" lIns="0" tIns="0" rIns="0" bIns="0" anchor="ctr">
            <a:normAutofit/>
          </a:bodyPr>
          <a:lstStyle/>
          <a:p>
            <a:pPr algn="l">
              <a:defRPr sz="1350" b="1">
                <a:solidFill>
                  <a:srgbClr val="252B31"/>
                </a:solidFill>
                <a:latin typeface="Consolas" panose="020B0609020204030204"/>
                <a:ea typeface="Consolas" panose="020B0609020204030204"/>
                <a:cs typeface="Consolas" panose="020B0609020204030204"/>
              </a:defRPr>
            </a:pPr>
            <a:r>
              <a:rPr sz="1350" b="1" dirty="0" smtClean="0">
                <a:solidFill>
                  <a:srgbClr val="252B31"/>
                </a:solidFill>
                <a:latin typeface="Consolas" panose="020B0609020204030204"/>
                <a:ea typeface="Consolas" panose="020B0609020204030204"/>
                <a:cs typeface="Consolas" panose="020B0609020204030204"/>
              </a:rPr>
              <a:t>SKILL.md</a:t>
            </a:r>
            <a:endParaRPr sz="1350" b="1" dirty="0">
              <a:solidFill>
                <a:srgbClr val="252B31"/>
              </a:solidFill>
              <a:latin typeface="Consolas" panose="020B0609020204030204"/>
              <a:ea typeface="Consolas" panose="020B0609020204030204"/>
              <a:cs typeface="Consolas" panose="020B0609020204030204"/>
            </a:endParaRPr>
          </a:p>
        </p:txBody>
      </p:sp>
      <p:sp>
        <p:nvSpPr>
          <p:cNvPr id="13" name="compressed-sections"/>
          <p:cNvSpPr>
            <a:spLocks noGrp="1"/>
          </p:cNvSpPr>
          <p:nvPr/>
        </p:nvSpPr>
        <p:spPr>
          <a:xfrm>
            <a:off x="742950" y="2009775"/>
            <a:ext cx="3733800" cy="876300"/>
          </a:xfrm>
          <a:prstGeom prst="rect">
            <a:avLst/>
          </a:prstGeom>
          <a:solidFill>
            <a:srgbClr val="F7F9FA"/>
          </a:solidFill>
          <a:ln w="6668">
            <a:solidFill>
              <a:srgbClr val="D8DEE3"/>
            </a:solidFill>
            <a:prstDash val="solid"/>
          </a:ln>
        </p:spPr>
      </p:sp>
      <p:sp>
        <p:nvSpPr>
          <p:cNvPr id="14" name="compressed-accent"/>
          <p:cNvSpPr>
            <a:spLocks noGrp="1"/>
          </p:cNvSpPr>
          <p:nvPr/>
        </p:nvSpPr>
        <p:spPr>
          <a:xfrm>
            <a:off x="742950" y="2009775"/>
            <a:ext cx="28575" cy="876300"/>
          </a:xfrm>
          <a:prstGeom prst="rect">
            <a:avLst/>
          </a:prstGeom>
          <a:solidFill>
            <a:srgbClr val="7F9DB2"/>
          </a:solidFill>
          <a:ln w="0">
            <a:noFill/>
            <a:prstDash val="solid"/>
          </a:ln>
        </p:spPr>
      </p:sp>
      <p:sp>
        <p:nvSpPr>
          <p:cNvPr id="15" name="compact-0-label"/>
          <p:cNvSpPr>
            <a:spLocks noGrp="1"/>
          </p:cNvSpPr>
          <p:nvPr/>
        </p:nvSpPr>
        <p:spPr>
          <a:xfrm>
            <a:off x="895350" y="2066925"/>
            <a:ext cx="2524125" cy="180975"/>
          </a:xfrm>
          <a:prstGeom prst="rect">
            <a:avLst/>
          </a:prstGeom>
          <a:noFill/>
          <a:ln w="0">
            <a:noFill/>
            <a:prstDash val="solid"/>
          </a:ln>
        </p:spPr>
        <p:txBody>
          <a:bodyPr wrap="none" lIns="0" tIns="0" rIns="0" bIns="0" anchor="ctr">
            <a:normAutofit fontScale="95921" lnSpcReduction="10000"/>
          </a:bodyPr>
          <a:lstStyle/>
          <a:p>
            <a:pPr algn="l">
              <a:defRPr sz="1240" b="0">
                <a:solidFill>
                  <a:srgbClr val="68727B"/>
                </a:solidFill>
                <a:latin typeface="Consolas" panose="020B0609020204030204"/>
                <a:ea typeface="Consolas" panose="020B0609020204030204"/>
                <a:cs typeface="Consolas" panose="020B0609020204030204"/>
              </a:defRPr>
            </a:pPr>
            <a:r>
              <a:rPr sz="1240" b="0">
                <a:solidFill>
                  <a:srgbClr val="68727B"/>
                </a:solidFill>
                <a:latin typeface="Consolas" panose="020B0609020204030204"/>
                <a:ea typeface="Consolas" panose="020B0609020204030204"/>
                <a:cs typeface="Consolas" panose="020B0609020204030204"/>
              </a:rPr>
              <a:t>Metadata</a:t>
            </a:r>
          </a:p>
        </p:txBody>
      </p:sp>
      <p:sp>
        <p:nvSpPr>
          <p:cNvPr id="16" name="compact-0-dots"/>
          <p:cNvSpPr>
            <a:spLocks noGrp="1"/>
          </p:cNvSpPr>
          <p:nvPr/>
        </p:nvSpPr>
        <p:spPr>
          <a:xfrm>
            <a:off x="3886200" y="2066925"/>
            <a:ext cx="400050" cy="180975"/>
          </a:xfrm>
          <a:prstGeom prst="rect">
            <a:avLst/>
          </a:prstGeom>
          <a:noFill/>
          <a:ln w="0">
            <a:noFill/>
            <a:prstDash val="solid"/>
          </a:ln>
        </p:spPr>
        <p:txBody>
          <a:bodyPr wrap="none" lIns="0" tIns="0" rIns="0" bIns="0" anchor="ctr">
            <a:normAutofit fontScale="95921" lnSpcReduction="10000"/>
          </a:bodyPr>
          <a:lstStyle/>
          <a:p>
            <a:pPr algn="r">
              <a:defRPr sz="1240" b="1">
                <a:solidFill>
                  <a:srgbClr val="68727B"/>
                </a:solidFill>
                <a:latin typeface="微软雅黑" panose="020B0503020204020204" charset="-122"/>
                <a:ea typeface="微软雅黑" panose="020B0503020204020204" charset="-122"/>
                <a:cs typeface="微软雅黑" panose="020B0503020204020204" charset="-122"/>
              </a:defRPr>
            </a:pPr>
            <a:r>
              <a:rPr sz="1240" b="1">
                <a:solidFill>
                  <a:srgbClr val="68727B"/>
                </a:solidFill>
                <a:latin typeface="微软雅黑" panose="020B0503020204020204" charset="-122"/>
                <a:ea typeface="微软雅黑" panose="020B0503020204020204" charset="-122"/>
                <a:cs typeface="微软雅黑" panose="020B0503020204020204" charset="-122"/>
              </a:rPr>
              <a:t>···</a:t>
            </a:r>
          </a:p>
        </p:txBody>
      </p:sp>
      <p:sp>
        <p:nvSpPr>
          <p:cNvPr id="17" name="compact-1-label"/>
          <p:cNvSpPr>
            <a:spLocks noGrp="1"/>
          </p:cNvSpPr>
          <p:nvPr/>
        </p:nvSpPr>
        <p:spPr>
          <a:xfrm>
            <a:off x="895350" y="2257425"/>
            <a:ext cx="2524125" cy="180975"/>
          </a:xfrm>
          <a:prstGeom prst="rect">
            <a:avLst/>
          </a:prstGeom>
          <a:noFill/>
          <a:ln w="0">
            <a:noFill/>
            <a:prstDash val="solid"/>
          </a:ln>
        </p:spPr>
        <p:txBody>
          <a:bodyPr wrap="none" lIns="0" tIns="0" rIns="0" bIns="0" anchor="ctr">
            <a:normAutofit fontScale="95921" lnSpcReduction="10000"/>
          </a:bodyPr>
          <a:lstStyle/>
          <a:p>
            <a:pPr algn="l">
              <a:defRPr sz="1240" b="0">
                <a:solidFill>
                  <a:srgbClr val="68727B"/>
                </a:solidFill>
                <a:latin typeface="Consolas" panose="020B0609020204030204"/>
                <a:ea typeface="Consolas" panose="020B0609020204030204"/>
                <a:cs typeface="Consolas" panose="020B0609020204030204"/>
              </a:defRPr>
            </a:pPr>
            <a:r>
              <a:rPr sz="1240" b="0">
                <a:solidFill>
                  <a:srgbClr val="68727B"/>
                </a:solidFill>
                <a:latin typeface="Consolas" panose="020B0609020204030204"/>
                <a:ea typeface="Consolas" panose="020B0609020204030204"/>
                <a:cs typeface="Consolas" panose="020B0609020204030204"/>
              </a:rPr>
              <a:t>Overview</a:t>
            </a:r>
          </a:p>
        </p:txBody>
      </p:sp>
      <p:sp>
        <p:nvSpPr>
          <p:cNvPr id="18" name="compact-1-dots"/>
          <p:cNvSpPr>
            <a:spLocks noGrp="1"/>
          </p:cNvSpPr>
          <p:nvPr/>
        </p:nvSpPr>
        <p:spPr>
          <a:xfrm>
            <a:off x="3886200" y="2257425"/>
            <a:ext cx="400050" cy="180975"/>
          </a:xfrm>
          <a:prstGeom prst="rect">
            <a:avLst/>
          </a:prstGeom>
          <a:noFill/>
          <a:ln w="0">
            <a:noFill/>
            <a:prstDash val="solid"/>
          </a:ln>
        </p:spPr>
        <p:txBody>
          <a:bodyPr wrap="none" lIns="0" tIns="0" rIns="0" bIns="0" anchor="ctr">
            <a:normAutofit fontScale="95921" lnSpcReduction="10000"/>
          </a:bodyPr>
          <a:lstStyle/>
          <a:p>
            <a:pPr algn="r">
              <a:defRPr sz="1240" b="1">
                <a:solidFill>
                  <a:srgbClr val="68727B"/>
                </a:solidFill>
                <a:latin typeface="微软雅黑" panose="020B0503020204020204" charset="-122"/>
                <a:ea typeface="微软雅黑" panose="020B0503020204020204" charset="-122"/>
                <a:cs typeface="微软雅黑" panose="020B0503020204020204" charset="-122"/>
              </a:defRPr>
            </a:pPr>
            <a:r>
              <a:rPr sz="1240" b="1">
                <a:solidFill>
                  <a:srgbClr val="68727B"/>
                </a:solidFill>
                <a:latin typeface="微软雅黑" panose="020B0503020204020204" charset="-122"/>
                <a:ea typeface="微软雅黑" panose="020B0503020204020204" charset="-122"/>
                <a:cs typeface="微软雅黑" panose="020B0503020204020204" charset="-122"/>
              </a:rPr>
              <a:t>···</a:t>
            </a:r>
          </a:p>
        </p:txBody>
      </p:sp>
      <p:sp>
        <p:nvSpPr>
          <p:cNvPr id="19" name="compact-2-label"/>
          <p:cNvSpPr>
            <a:spLocks noGrp="1"/>
          </p:cNvSpPr>
          <p:nvPr/>
        </p:nvSpPr>
        <p:spPr>
          <a:xfrm>
            <a:off x="895350" y="2447925"/>
            <a:ext cx="2524125" cy="180975"/>
          </a:xfrm>
          <a:prstGeom prst="rect">
            <a:avLst/>
          </a:prstGeom>
          <a:noFill/>
          <a:ln w="0">
            <a:noFill/>
            <a:prstDash val="solid"/>
          </a:ln>
        </p:spPr>
        <p:txBody>
          <a:bodyPr wrap="none" lIns="0" tIns="0" rIns="0" bIns="0" anchor="ctr">
            <a:normAutofit fontScale="95921" lnSpcReduction="10000"/>
          </a:bodyPr>
          <a:lstStyle/>
          <a:p>
            <a:pPr algn="l">
              <a:defRPr sz="1240" b="0">
                <a:solidFill>
                  <a:srgbClr val="68727B"/>
                </a:solidFill>
                <a:latin typeface="Consolas" panose="020B0609020204030204"/>
                <a:ea typeface="Consolas" panose="020B0609020204030204"/>
                <a:cs typeface="Consolas" panose="020B0609020204030204"/>
              </a:defRPr>
            </a:pPr>
            <a:r>
              <a:rPr sz="1240" b="0">
                <a:solidFill>
                  <a:srgbClr val="68727B"/>
                </a:solidFill>
                <a:latin typeface="Consolas" panose="020B0609020204030204"/>
                <a:ea typeface="Consolas" panose="020B0609020204030204"/>
                <a:cs typeface="Consolas" panose="020B0609020204030204"/>
              </a:rPr>
              <a:t>Execution Policy</a:t>
            </a:r>
          </a:p>
        </p:txBody>
      </p:sp>
      <p:sp>
        <p:nvSpPr>
          <p:cNvPr id="20" name="compact-2-dots"/>
          <p:cNvSpPr>
            <a:spLocks noGrp="1"/>
          </p:cNvSpPr>
          <p:nvPr/>
        </p:nvSpPr>
        <p:spPr>
          <a:xfrm>
            <a:off x="3886200" y="2447925"/>
            <a:ext cx="400050" cy="180975"/>
          </a:xfrm>
          <a:prstGeom prst="rect">
            <a:avLst/>
          </a:prstGeom>
          <a:noFill/>
          <a:ln w="0">
            <a:noFill/>
            <a:prstDash val="solid"/>
          </a:ln>
        </p:spPr>
        <p:txBody>
          <a:bodyPr wrap="none" lIns="0" tIns="0" rIns="0" bIns="0" anchor="ctr">
            <a:normAutofit fontScale="95921" lnSpcReduction="10000"/>
          </a:bodyPr>
          <a:lstStyle/>
          <a:p>
            <a:pPr algn="r">
              <a:defRPr sz="1240" b="1">
                <a:solidFill>
                  <a:srgbClr val="68727B"/>
                </a:solidFill>
                <a:latin typeface="微软雅黑" panose="020B0503020204020204" charset="-122"/>
                <a:ea typeface="微软雅黑" panose="020B0503020204020204" charset="-122"/>
                <a:cs typeface="微软雅黑" panose="020B0503020204020204" charset="-122"/>
              </a:defRPr>
            </a:pPr>
            <a:r>
              <a:rPr sz="1240" b="1">
                <a:solidFill>
                  <a:srgbClr val="68727B"/>
                </a:solidFill>
                <a:latin typeface="微软雅黑" panose="020B0503020204020204" charset="-122"/>
                <a:ea typeface="微软雅黑" panose="020B0503020204020204" charset="-122"/>
                <a:cs typeface="微软雅黑" panose="020B0503020204020204" charset="-122"/>
              </a:rPr>
              <a:t>···</a:t>
            </a:r>
          </a:p>
        </p:txBody>
      </p:sp>
      <p:sp>
        <p:nvSpPr>
          <p:cNvPr id="21" name="compact-3-label"/>
          <p:cNvSpPr>
            <a:spLocks noGrp="1"/>
          </p:cNvSpPr>
          <p:nvPr/>
        </p:nvSpPr>
        <p:spPr>
          <a:xfrm>
            <a:off x="895350" y="2638425"/>
            <a:ext cx="2524125" cy="180975"/>
          </a:xfrm>
          <a:prstGeom prst="rect">
            <a:avLst/>
          </a:prstGeom>
          <a:noFill/>
          <a:ln w="0">
            <a:noFill/>
            <a:prstDash val="solid"/>
          </a:ln>
        </p:spPr>
        <p:txBody>
          <a:bodyPr wrap="none" lIns="0" tIns="0" rIns="0" bIns="0" anchor="ctr">
            <a:normAutofit fontScale="95921" lnSpcReduction="10000"/>
          </a:bodyPr>
          <a:lstStyle/>
          <a:p>
            <a:pPr algn="l">
              <a:defRPr sz="1240" b="0">
                <a:solidFill>
                  <a:srgbClr val="68727B"/>
                </a:solidFill>
                <a:latin typeface="Consolas" panose="020B0609020204030204"/>
                <a:ea typeface="Consolas" panose="020B0609020204030204"/>
                <a:cs typeface="Consolas" panose="020B0609020204030204"/>
              </a:defRPr>
            </a:pPr>
            <a:r>
              <a:rPr sz="1240" b="0">
                <a:solidFill>
                  <a:srgbClr val="68727B"/>
                </a:solidFill>
                <a:latin typeface="Consolas" panose="020B0609020204030204"/>
                <a:ea typeface="Consolas" panose="020B0609020204030204"/>
                <a:cs typeface="Consolas" panose="020B0609020204030204"/>
              </a:rPr>
              <a:t>Input / Output Contract</a:t>
            </a:r>
          </a:p>
        </p:txBody>
      </p:sp>
      <p:sp>
        <p:nvSpPr>
          <p:cNvPr id="22" name="compact-3-dots"/>
          <p:cNvSpPr>
            <a:spLocks noGrp="1"/>
          </p:cNvSpPr>
          <p:nvPr/>
        </p:nvSpPr>
        <p:spPr>
          <a:xfrm>
            <a:off x="3886200" y="2638425"/>
            <a:ext cx="400050" cy="180975"/>
          </a:xfrm>
          <a:prstGeom prst="rect">
            <a:avLst/>
          </a:prstGeom>
          <a:noFill/>
          <a:ln w="0">
            <a:noFill/>
            <a:prstDash val="solid"/>
          </a:ln>
        </p:spPr>
        <p:txBody>
          <a:bodyPr wrap="none" lIns="0" tIns="0" rIns="0" bIns="0" anchor="ctr">
            <a:normAutofit fontScale="95921" lnSpcReduction="10000"/>
          </a:bodyPr>
          <a:lstStyle/>
          <a:p>
            <a:pPr algn="r">
              <a:defRPr sz="1240" b="1">
                <a:solidFill>
                  <a:srgbClr val="68727B"/>
                </a:solidFill>
                <a:latin typeface="微软雅黑" panose="020B0503020204020204" charset="-122"/>
                <a:ea typeface="微软雅黑" panose="020B0503020204020204" charset="-122"/>
                <a:cs typeface="微软雅黑" panose="020B0503020204020204" charset="-122"/>
              </a:defRPr>
            </a:pPr>
            <a:r>
              <a:rPr sz="1240" b="1">
                <a:solidFill>
                  <a:srgbClr val="68727B"/>
                </a:solidFill>
                <a:latin typeface="微软雅黑" panose="020B0503020204020204" charset="-122"/>
                <a:ea typeface="微软雅黑" panose="020B0503020204020204" charset="-122"/>
                <a:cs typeface="微软雅黑" panose="020B0503020204020204" charset="-122"/>
              </a:rPr>
              <a:t>···</a:t>
            </a:r>
          </a:p>
        </p:txBody>
      </p:sp>
      <p:sp>
        <p:nvSpPr>
          <p:cNvPr id="23" name="workflow-section-divider"/>
          <p:cNvSpPr>
            <a:spLocks noGrp="1"/>
          </p:cNvSpPr>
          <p:nvPr/>
        </p:nvSpPr>
        <p:spPr>
          <a:xfrm>
            <a:off x="895350" y="2971800"/>
            <a:ext cx="3276600" cy="0"/>
          </a:xfrm>
          <a:prstGeom prst="line">
            <a:avLst/>
          </a:prstGeom>
          <a:noFill/>
          <a:ln w="9525">
            <a:solidFill>
              <a:srgbClr val="D8DEE3"/>
            </a:solidFill>
            <a:prstDash val="solid"/>
          </a:ln>
        </p:spPr>
      </p:sp>
      <p:sp>
        <p:nvSpPr>
          <p:cNvPr id="24" name="workflow-code-block"/>
          <p:cNvSpPr>
            <a:spLocks noGrp="1"/>
          </p:cNvSpPr>
          <p:nvPr/>
        </p:nvSpPr>
        <p:spPr>
          <a:xfrm>
            <a:off x="742950" y="3067050"/>
            <a:ext cx="3733800" cy="2381250"/>
          </a:xfrm>
          <a:prstGeom prst="rect">
            <a:avLst/>
          </a:prstGeom>
          <a:solidFill>
            <a:srgbClr val="F2F6F8"/>
          </a:solidFill>
          <a:ln w="9525">
            <a:solidFill>
              <a:srgbClr val="7F9DB2"/>
            </a:solidFill>
            <a:prstDash val="solid"/>
          </a:ln>
        </p:spPr>
      </p:sp>
      <p:sp>
        <p:nvSpPr>
          <p:cNvPr id="25" name="workflow-code-accent"/>
          <p:cNvSpPr>
            <a:spLocks noGrp="1"/>
          </p:cNvSpPr>
          <p:nvPr/>
        </p:nvSpPr>
        <p:spPr>
          <a:xfrm>
            <a:off x="742950" y="3067050"/>
            <a:ext cx="38100" cy="2381250"/>
          </a:xfrm>
          <a:prstGeom prst="rect">
            <a:avLst/>
          </a:prstGeom>
          <a:solidFill>
            <a:srgbClr val="557A96"/>
          </a:solidFill>
          <a:ln w="0">
            <a:noFill/>
            <a:prstDash val="solid"/>
          </a:ln>
        </p:spPr>
      </p:sp>
      <p:sp>
        <p:nvSpPr>
          <p:cNvPr id="26" name="workflow-code"/>
          <p:cNvSpPr>
            <a:spLocks noGrp="1"/>
          </p:cNvSpPr>
          <p:nvPr/>
        </p:nvSpPr>
        <p:spPr>
          <a:xfrm>
            <a:off x="914400" y="3152775"/>
            <a:ext cx="3333750" cy="2133600"/>
          </a:xfrm>
          <a:prstGeom prst="rect">
            <a:avLst/>
          </a:prstGeom>
          <a:noFill/>
          <a:ln w="0">
            <a:noFill/>
            <a:prstDash val="solid"/>
          </a:ln>
        </p:spPr>
        <p:txBody>
          <a:bodyPr wrap="none" lIns="0" tIns="0" rIns="0" bIns="0" anchor="t">
            <a:normAutofit/>
          </a:bodyPr>
          <a:lstStyle/>
          <a:p>
            <a:pPr algn="l">
              <a:defRPr sz="1110" b="0">
                <a:solidFill>
                  <a:srgbClr val="414951"/>
                </a:solidFill>
                <a:latin typeface="Consolas" panose="020B0609020204030204"/>
                <a:ea typeface="Consolas" panose="020B0609020204030204"/>
                <a:cs typeface="Consolas" panose="020B0609020204030204"/>
              </a:defRPr>
            </a:pPr>
            <a:r>
              <a:rPr sz="1110" b="0" dirty="0">
                <a:solidFill>
                  <a:srgbClr val="414951"/>
                </a:solidFill>
                <a:latin typeface="Consolas" panose="020B0609020204030204"/>
                <a:ea typeface="Consolas" panose="020B0609020204030204"/>
                <a:cs typeface="Consolas" panose="020B0609020204030204"/>
              </a:rPr>
              <a:t># Workflow</a:t>
            </a:r>
          </a:p>
          <a:p>
            <a:pPr algn="l">
              <a:defRPr sz="1110" b="0">
                <a:solidFill>
                  <a:srgbClr val="414951"/>
                </a:solidFill>
                <a:latin typeface="Consolas" panose="020B0609020204030204"/>
                <a:ea typeface="Consolas" panose="020B0609020204030204"/>
                <a:cs typeface="Consolas" panose="020B0609020204030204"/>
              </a:defRPr>
            </a:pPr>
            <a:r>
              <a:rPr sz="1110" b="0" dirty="0">
                <a:solidFill>
                  <a:srgbClr val="414951"/>
                </a:solidFill>
                <a:latin typeface="Consolas" panose="020B0609020204030204"/>
                <a:ea typeface="Consolas" panose="020B0609020204030204"/>
                <a:cs typeface="Consolas" panose="020B0609020204030204"/>
              </a:rPr>
              <a:t>## Stage A</a:t>
            </a:r>
          </a:p>
          <a:p>
            <a:pPr algn="l">
              <a:defRPr sz="1110" b="0">
                <a:solidFill>
                  <a:srgbClr val="414951"/>
                </a:solidFill>
                <a:latin typeface="Consolas" panose="020B0609020204030204"/>
                <a:ea typeface="Consolas" panose="020B0609020204030204"/>
                <a:cs typeface="Consolas" panose="020B0609020204030204"/>
              </a:defRPr>
            </a:pPr>
            <a:r>
              <a:rPr sz="1110" b="0" dirty="0">
                <a:solidFill>
                  <a:srgbClr val="414951"/>
                </a:solidFill>
                <a:latin typeface="Consolas" panose="020B0609020204030204"/>
                <a:ea typeface="Consolas" panose="020B0609020204030204"/>
                <a:cs typeface="Consolas" panose="020B0609020204030204"/>
              </a:rPr>
              <a:t>Read: </a:t>
            </a:r>
            <a:r>
              <a:rPr sz="1110" b="1" dirty="0">
                <a:solidFill>
                  <a:srgbClr val="FF0000"/>
                </a:solidFill>
                <a:latin typeface="Consolas" panose="020B0609020204030204"/>
                <a:ea typeface="Consolas" panose="020B0609020204030204"/>
                <a:cs typeface="Consolas" panose="020B0609020204030204"/>
              </a:rPr>
              <a:t>references</a:t>
            </a:r>
            <a:r>
              <a:rPr sz="1110" b="0" dirty="0">
                <a:solidFill>
                  <a:srgbClr val="414951"/>
                </a:solidFill>
                <a:latin typeface="Consolas" panose="020B0609020204030204"/>
                <a:ea typeface="Consolas" panose="020B0609020204030204"/>
                <a:cs typeface="Consolas" panose="020B0609020204030204"/>
              </a:rPr>
              <a:t>/rules.md</a:t>
            </a:r>
          </a:p>
          <a:p>
            <a:pPr algn="l">
              <a:defRPr sz="1110" b="0">
                <a:solidFill>
                  <a:srgbClr val="414951"/>
                </a:solidFill>
                <a:latin typeface="Consolas" panose="020B0609020204030204"/>
                <a:ea typeface="Consolas" panose="020B0609020204030204"/>
                <a:cs typeface="Consolas" panose="020B0609020204030204"/>
              </a:defRPr>
            </a:pPr>
            <a:r>
              <a:rPr sz="1110" b="0" dirty="0">
                <a:solidFill>
                  <a:srgbClr val="414951"/>
                </a:solidFill>
                <a:latin typeface="Consolas" panose="020B0609020204030204"/>
                <a:ea typeface="Consolas" panose="020B0609020204030204"/>
                <a:cs typeface="Consolas" panose="020B0609020204030204"/>
              </a:rPr>
              <a:t>If needed: </a:t>
            </a:r>
            <a:r>
              <a:rPr sz="1110" b="0" dirty="0">
                <a:solidFill>
                  <a:srgbClr val="FF0000"/>
                </a:solidFill>
                <a:latin typeface="Consolas" panose="020B0609020204030204"/>
                <a:ea typeface="Consolas" panose="020B0609020204030204"/>
                <a:cs typeface="Consolas" panose="020B0609020204030204"/>
              </a:rPr>
              <a:t>examples</a:t>
            </a:r>
            <a:r>
              <a:rPr sz="1110" b="0" dirty="0">
                <a:solidFill>
                  <a:srgbClr val="414951"/>
                </a:solidFill>
                <a:latin typeface="Consolas" panose="020B0609020204030204"/>
                <a:ea typeface="Consolas" panose="020B0609020204030204"/>
                <a:cs typeface="Consolas" panose="020B0609020204030204"/>
              </a:rPr>
              <a:t>/example.md</a:t>
            </a:r>
          </a:p>
          <a:p>
            <a:pPr algn="l">
              <a:defRPr sz="1110" b="0">
                <a:solidFill>
                  <a:srgbClr val="414951"/>
                </a:solidFill>
                <a:latin typeface="Consolas" panose="020B0609020204030204"/>
                <a:ea typeface="Consolas" panose="020B0609020204030204"/>
                <a:cs typeface="Consolas" panose="020B0609020204030204"/>
              </a:defRPr>
            </a:pPr>
            <a:r>
              <a:rPr sz="1110" b="0" dirty="0">
                <a:solidFill>
                  <a:srgbClr val="414951"/>
                </a:solidFill>
                <a:latin typeface="Consolas" panose="020B0609020204030204"/>
                <a:ea typeface="Consolas" panose="020B0609020204030204"/>
                <a:cs typeface="Consolas" panose="020B0609020204030204"/>
              </a:rPr>
              <a:t>Run: scripts/check.py</a:t>
            </a:r>
          </a:p>
          <a:p>
            <a:pPr algn="l">
              <a:defRPr sz="1110" b="0">
                <a:solidFill>
                  <a:srgbClr val="414951"/>
                </a:solidFill>
                <a:latin typeface="Consolas" panose="020B0609020204030204"/>
                <a:ea typeface="Consolas" panose="020B0609020204030204"/>
                <a:cs typeface="Consolas" panose="020B0609020204030204"/>
              </a:defRPr>
            </a:pPr>
            <a:endParaRPr lang="en-US" sz="1110" b="0" dirty="0" smtClean="0">
              <a:solidFill>
                <a:srgbClr val="414951"/>
              </a:solidFill>
              <a:latin typeface="Consolas" panose="020B0609020204030204"/>
              <a:ea typeface="Consolas" panose="020B0609020204030204"/>
              <a:cs typeface="Consolas" panose="020B0609020204030204"/>
            </a:endParaRPr>
          </a:p>
          <a:p>
            <a:pPr algn="l">
              <a:defRPr sz="1110" b="0">
                <a:solidFill>
                  <a:srgbClr val="414951"/>
                </a:solidFill>
                <a:latin typeface="Consolas" panose="020B0609020204030204"/>
                <a:ea typeface="Consolas" panose="020B0609020204030204"/>
                <a:cs typeface="Consolas" panose="020B0609020204030204"/>
              </a:defRPr>
            </a:pPr>
            <a:r>
              <a:rPr sz="1110" b="0" dirty="0" smtClean="0">
                <a:solidFill>
                  <a:srgbClr val="414951"/>
                </a:solidFill>
                <a:latin typeface="Consolas" panose="020B0609020204030204"/>
                <a:ea typeface="Consolas" panose="020B0609020204030204"/>
                <a:cs typeface="Consolas" panose="020B0609020204030204"/>
              </a:rPr>
              <a:t>## </a:t>
            </a:r>
            <a:r>
              <a:rPr sz="1110" b="0" dirty="0">
                <a:solidFill>
                  <a:srgbClr val="414951"/>
                </a:solidFill>
                <a:latin typeface="Consolas" panose="020B0609020204030204"/>
                <a:ea typeface="Consolas" panose="020B0609020204030204"/>
                <a:cs typeface="Consolas" panose="020B0609020204030204"/>
              </a:rPr>
              <a:t>Stage B</a:t>
            </a:r>
          </a:p>
          <a:p>
            <a:pPr algn="l">
              <a:defRPr sz="1110" b="0">
                <a:solidFill>
                  <a:srgbClr val="414951"/>
                </a:solidFill>
                <a:latin typeface="Consolas" panose="020B0609020204030204"/>
                <a:ea typeface="Consolas" panose="020B0609020204030204"/>
                <a:cs typeface="Consolas" panose="020B0609020204030204"/>
              </a:defRPr>
            </a:pPr>
            <a:r>
              <a:rPr sz="1110" b="0" dirty="0">
                <a:solidFill>
                  <a:srgbClr val="414951"/>
                </a:solidFill>
                <a:latin typeface="Consolas" panose="020B0609020204030204"/>
                <a:ea typeface="Consolas" panose="020B0609020204030204"/>
                <a:cs typeface="Consolas" panose="020B0609020204030204"/>
              </a:rPr>
              <a:t>Delegate: </a:t>
            </a:r>
            <a:r>
              <a:rPr sz="1110" b="0" dirty="0">
                <a:solidFill>
                  <a:srgbClr val="FF0000"/>
                </a:solidFill>
                <a:latin typeface="Consolas" panose="020B0609020204030204"/>
                <a:ea typeface="Consolas" panose="020B0609020204030204"/>
                <a:cs typeface="Consolas" panose="020B0609020204030204"/>
              </a:rPr>
              <a:t>subagent</a:t>
            </a:r>
          </a:p>
          <a:p>
            <a:pPr algn="l">
              <a:defRPr sz="1110" b="0">
                <a:solidFill>
                  <a:srgbClr val="414951"/>
                </a:solidFill>
                <a:latin typeface="Consolas" panose="020B0609020204030204"/>
                <a:ea typeface="Consolas" panose="020B0609020204030204"/>
                <a:cs typeface="Consolas" panose="020B0609020204030204"/>
              </a:defRPr>
            </a:pPr>
            <a:endParaRPr lang="en-US" sz="1110" b="0" dirty="0" smtClean="0">
              <a:solidFill>
                <a:srgbClr val="414951"/>
              </a:solidFill>
              <a:latin typeface="Consolas" panose="020B0609020204030204"/>
              <a:ea typeface="Consolas" panose="020B0609020204030204"/>
              <a:cs typeface="Consolas" panose="020B0609020204030204"/>
            </a:endParaRPr>
          </a:p>
          <a:p>
            <a:pPr algn="l">
              <a:defRPr sz="1110" b="0">
                <a:solidFill>
                  <a:srgbClr val="414951"/>
                </a:solidFill>
                <a:latin typeface="Consolas" panose="020B0609020204030204"/>
                <a:ea typeface="Consolas" panose="020B0609020204030204"/>
                <a:cs typeface="Consolas" panose="020B0609020204030204"/>
              </a:defRPr>
            </a:pPr>
            <a:endParaRPr lang="en-US" sz="1110" dirty="0">
              <a:solidFill>
                <a:srgbClr val="414951"/>
              </a:solidFill>
              <a:latin typeface="Consolas" panose="020B0609020204030204"/>
              <a:ea typeface="Consolas" panose="020B0609020204030204"/>
              <a:cs typeface="Consolas" panose="020B0609020204030204"/>
            </a:endParaRPr>
          </a:p>
          <a:p>
            <a:pPr algn="l">
              <a:defRPr sz="1110" b="0">
                <a:solidFill>
                  <a:srgbClr val="414951"/>
                </a:solidFill>
                <a:latin typeface="Consolas" panose="020B0609020204030204"/>
                <a:ea typeface="Consolas" panose="020B0609020204030204"/>
                <a:cs typeface="Consolas" panose="020B0609020204030204"/>
              </a:defRPr>
            </a:pPr>
            <a:r>
              <a:rPr sz="1110" b="0" dirty="0" smtClean="0">
                <a:solidFill>
                  <a:srgbClr val="414951"/>
                </a:solidFill>
                <a:latin typeface="Consolas" panose="020B0609020204030204"/>
                <a:ea typeface="Consolas" panose="020B0609020204030204"/>
                <a:cs typeface="Consolas" panose="020B0609020204030204"/>
              </a:rPr>
              <a:t>## </a:t>
            </a:r>
            <a:r>
              <a:rPr sz="1110" b="0" dirty="0">
                <a:solidFill>
                  <a:srgbClr val="414951"/>
                </a:solidFill>
                <a:latin typeface="Consolas" panose="020B0609020204030204"/>
                <a:ea typeface="Consolas" panose="020B0609020204030204"/>
                <a:cs typeface="Consolas" panose="020B0609020204030204"/>
              </a:rPr>
              <a:t>Stage C</a:t>
            </a:r>
          </a:p>
          <a:p>
            <a:pPr algn="l">
              <a:defRPr sz="1110" b="0">
                <a:solidFill>
                  <a:srgbClr val="414951"/>
                </a:solidFill>
                <a:latin typeface="Consolas" panose="020B0609020204030204"/>
                <a:ea typeface="Consolas" panose="020B0609020204030204"/>
                <a:cs typeface="Consolas" panose="020B0609020204030204"/>
              </a:defRPr>
            </a:pPr>
            <a:r>
              <a:rPr sz="1110" b="0" dirty="0">
                <a:solidFill>
                  <a:srgbClr val="414951"/>
                </a:solidFill>
                <a:latin typeface="Consolas" panose="020B0609020204030204"/>
                <a:ea typeface="Consolas" panose="020B0609020204030204"/>
                <a:cs typeface="Consolas" panose="020B0609020204030204"/>
              </a:rPr>
              <a:t>Call: </a:t>
            </a:r>
            <a:r>
              <a:rPr sz="1110" b="0" dirty="0">
                <a:solidFill>
                  <a:srgbClr val="FF0000"/>
                </a:solidFill>
                <a:latin typeface="Consolas" panose="020B0609020204030204"/>
                <a:ea typeface="Consolas" panose="020B0609020204030204"/>
                <a:cs typeface="Consolas" panose="020B0609020204030204"/>
              </a:rPr>
              <a:t>another-skill</a:t>
            </a:r>
          </a:p>
        </p:txBody>
      </p:sp>
      <p:sp>
        <p:nvSpPr>
          <p:cNvPr id="28" name="resources-number"/>
          <p:cNvSpPr>
            <a:spLocks noGrp="1"/>
          </p:cNvSpPr>
          <p:nvPr/>
        </p:nvSpPr>
        <p:spPr>
          <a:xfrm>
            <a:off x="4953000" y="1600200"/>
            <a:ext cx="361950" cy="276225"/>
          </a:xfrm>
          <a:prstGeom prst="rect">
            <a:avLst/>
          </a:prstGeom>
          <a:noFill/>
          <a:ln w="0">
            <a:noFill/>
            <a:prstDash val="solid"/>
          </a:ln>
        </p:spPr>
        <p:txBody>
          <a:bodyPr wrap="none" lIns="0" tIns="0" rIns="0" bIns="0" anchor="ctr">
            <a:normAutofit/>
          </a:bodyPr>
          <a:lstStyle/>
          <a:p>
            <a:pPr algn="l">
              <a:defRPr sz="1350" b="1">
                <a:solidFill>
                  <a:srgbClr val="557A96"/>
                </a:solidFill>
                <a:latin typeface="微软雅黑" panose="020B0503020204020204" charset="-122"/>
                <a:ea typeface="微软雅黑" panose="020B0503020204020204" charset="-122"/>
                <a:cs typeface="微软雅黑" panose="020B0503020204020204" charset="-122"/>
              </a:defRPr>
            </a:pPr>
            <a:r>
              <a:rPr sz="1350" b="1">
                <a:solidFill>
                  <a:srgbClr val="557A96"/>
                </a:solidFill>
                <a:latin typeface="微软雅黑" panose="020B0503020204020204" charset="-122"/>
                <a:ea typeface="微软雅黑" panose="020B0503020204020204" charset="-122"/>
                <a:cs typeface="微软雅黑" panose="020B0503020204020204" charset="-122"/>
              </a:rPr>
              <a:t>01</a:t>
            </a:r>
          </a:p>
        </p:txBody>
      </p:sp>
      <p:sp>
        <p:nvSpPr>
          <p:cNvPr id="29" name="resources-heading"/>
          <p:cNvSpPr>
            <a:spLocks noGrp="1"/>
          </p:cNvSpPr>
          <p:nvPr/>
        </p:nvSpPr>
        <p:spPr>
          <a:xfrm>
            <a:off x="5353050" y="1581150"/>
            <a:ext cx="1257300" cy="295275"/>
          </a:xfrm>
          <a:prstGeom prst="rect">
            <a:avLst/>
          </a:prstGeom>
          <a:noFill/>
          <a:ln w="0">
            <a:noFill/>
            <a:prstDash val="solid"/>
          </a:ln>
        </p:spPr>
        <p:txBody>
          <a:bodyPr wrap="none" lIns="0" tIns="0" rIns="0" bIns="0" anchor="ctr">
            <a:normAutofit/>
          </a:bodyPr>
          <a:lstStyle/>
          <a:p>
            <a:pPr algn="l">
              <a:defRPr sz="1725" b="1">
                <a:solidFill>
                  <a:srgbClr val="252B31"/>
                </a:solidFill>
                <a:latin typeface="微软雅黑" panose="020B0503020204020204" charset="-122"/>
                <a:ea typeface="微软雅黑" panose="020B0503020204020204" charset="-122"/>
                <a:cs typeface="微软雅黑" panose="020B0503020204020204" charset="-122"/>
              </a:defRPr>
            </a:pPr>
            <a:r>
              <a:rPr sz="1725" b="1">
                <a:solidFill>
                  <a:srgbClr val="252B31"/>
                </a:solidFill>
                <a:latin typeface="微软雅黑" panose="020B0503020204020204" charset="-122"/>
                <a:ea typeface="微软雅黑" panose="020B0503020204020204" charset="-122"/>
                <a:cs typeface="微软雅黑" panose="020B0503020204020204" charset="-122"/>
              </a:rPr>
              <a:t>Resources</a:t>
            </a:r>
          </a:p>
        </p:txBody>
      </p:sp>
      <p:sp>
        <p:nvSpPr>
          <p:cNvPr id="30" name="resources-subheading"/>
          <p:cNvSpPr>
            <a:spLocks noGrp="1"/>
          </p:cNvSpPr>
          <p:nvPr/>
        </p:nvSpPr>
        <p:spPr>
          <a:xfrm>
            <a:off x="6705600" y="1619250"/>
            <a:ext cx="3429000" cy="228600"/>
          </a:xfrm>
          <a:prstGeom prst="rect">
            <a:avLst/>
          </a:prstGeom>
          <a:noFill/>
          <a:ln w="0">
            <a:noFill/>
            <a:prstDash val="solid"/>
          </a:ln>
        </p:spPr>
        <p:txBody>
          <a:bodyPr wrap="none" lIns="0" tIns="0" rIns="0" bIns="0" anchor="ctr">
            <a:normAutofit/>
          </a:bodyPr>
          <a:lstStyle/>
          <a:p>
            <a:pPr algn="l">
              <a:defRPr sz="1200" b="0">
                <a:solidFill>
                  <a:srgbClr val="68727B"/>
                </a:solidFill>
                <a:latin typeface="微软雅黑" panose="020B0503020204020204" charset="-122"/>
                <a:ea typeface="微软雅黑" panose="020B0503020204020204" charset="-122"/>
                <a:cs typeface="微软雅黑" panose="020B0503020204020204" charset="-122"/>
              </a:defRPr>
            </a:pPr>
            <a:r>
              <a:rPr sz="1200" b="0">
                <a:solidFill>
                  <a:srgbClr val="68727B"/>
                </a:solidFill>
                <a:latin typeface="微软雅黑" panose="020B0503020204020204" charset="-122"/>
                <a:ea typeface="微软雅黑" panose="020B0503020204020204" charset="-122"/>
                <a:cs typeface="微软雅黑" panose="020B0503020204020204" charset="-122"/>
              </a:rPr>
              <a:t>执行过程中可以按需读取或运行的资源</a:t>
            </a:r>
          </a:p>
        </p:txBody>
      </p:sp>
      <p:sp>
        <p:nvSpPr>
          <p:cNvPr id="31" name="reference-card"/>
          <p:cNvSpPr>
            <a:spLocks noGrp="1"/>
          </p:cNvSpPr>
          <p:nvPr/>
        </p:nvSpPr>
        <p:spPr>
          <a:xfrm>
            <a:off x="4953000" y="1943100"/>
            <a:ext cx="2133600" cy="1704975"/>
          </a:xfrm>
          <a:prstGeom prst="roundRect">
            <a:avLst>
              <a:gd name="adj" fmla="val 3352"/>
            </a:avLst>
          </a:prstGeom>
          <a:solidFill>
            <a:srgbClr val="FFFFFF"/>
          </a:solidFill>
          <a:ln w="9525">
            <a:solidFill>
              <a:srgbClr val="D8DEE3"/>
            </a:solidFill>
            <a:prstDash val="solid"/>
          </a:ln>
        </p:spPr>
      </p:sp>
      <p:sp>
        <p:nvSpPr>
          <p:cNvPr id="32" name="reference-accent"/>
          <p:cNvSpPr>
            <a:spLocks noGrp="1"/>
          </p:cNvSpPr>
          <p:nvPr/>
        </p:nvSpPr>
        <p:spPr>
          <a:xfrm>
            <a:off x="4953000" y="1943100"/>
            <a:ext cx="2133600" cy="28575"/>
          </a:xfrm>
          <a:prstGeom prst="rect">
            <a:avLst/>
          </a:prstGeom>
          <a:solidFill>
            <a:srgbClr val="557A96"/>
          </a:solidFill>
          <a:ln w="0">
            <a:noFill/>
            <a:prstDash val="solid"/>
          </a:ln>
        </p:spPr>
      </p:sp>
      <p:sp>
        <p:nvSpPr>
          <p:cNvPr id="33" name="reference-title"/>
          <p:cNvSpPr>
            <a:spLocks noGrp="1"/>
          </p:cNvSpPr>
          <p:nvPr/>
        </p:nvSpPr>
        <p:spPr>
          <a:xfrm>
            <a:off x="5086350" y="2028825"/>
            <a:ext cx="1390650" cy="238125"/>
          </a:xfrm>
          <a:prstGeom prst="rect">
            <a:avLst/>
          </a:prstGeom>
          <a:noFill/>
          <a:ln w="0">
            <a:noFill/>
            <a:prstDash val="solid"/>
          </a:ln>
        </p:spPr>
        <p:txBody>
          <a:bodyPr wrap="none" lIns="0" tIns="0" rIns="0" bIns="0" anchor="ctr">
            <a:normAutofit/>
          </a:bodyPr>
          <a:lstStyle/>
          <a:p>
            <a:pPr algn="l">
              <a:defRPr sz="1540" b="1">
                <a:solidFill>
                  <a:srgbClr val="252B31"/>
                </a:solidFill>
                <a:latin typeface="微软雅黑" panose="020B0503020204020204" charset="-122"/>
                <a:ea typeface="微软雅黑" panose="020B0503020204020204" charset="-122"/>
                <a:cs typeface="微软雅黑" panose="020B0503020204020204" charset="-122"/>
              </a:defRPr>
            </a:pPr>
            <a:r>
              <a:rPr sz="1540" b="1">
                <a:solidFill>
                  <a:srgbClr val="252B31"/>
                </a:solidFill>
                <a:latin typeface="微软雅黑" panose="020B0503020204020204" charset="-122"/>
                <a:ea typeface="微软雅黑" panose="020B0503020204020204" charset="-122"/>
                <a:cs typeface="微软雅黑" panose="020B0503020204020204" charset="-122"/>
              </a:rPr>
              <a:t>References</a:t>
            </a:r>
          </a:p>
        </p:txBody>
      </p:sp>
      <p:sp>
        <p:nvSpPr>
          <p:cNvPr id="35" name="reference-subtitle"/>
          <p:cNvSpPr>
            <a:spLocks noGrp="1"/>
          </p:cNvSpPr>
          <p:nvPr/>
        </p:nvSpPr>
        <p:spPr>
          <a:xfrm>
            <a:off x="5086350" y="2266950"/>
            <a:ext cx="1866900" cy="190500"/>
          </a:xfrm>
          <a:prstGeom prst="rect">
            <a:avLst/>
          </a:prstGeom>
          <a:noFill/>
          <a:ln w="0">
            <a:noFill/>
            <a:prstDash val="solid"/>
          </a:ln>
        </p:spPr>
        <p:txBody>
          <a:bodyPr wrap="none" lIns="0" tIns="0" rIns="0" bIns="0" anchor="ctr">
            <a:normAutofit/>
          </a:bodyPr>
          <a:lstStyle/>
          <a:p>
            <a:pPr algn="l">
              <a:defRPr sz="1165" b="1">
                <a:solidFill>
                  <a:srgbClr val="557A96"/>
                </a:solidFill>
                <a:latin typeface="微软雅黑" panose="020B0503020204020204" charset="-122"/>
                <a:ea typeface="微软雅黑" panose="020B0503020204020204" charset="-122"/>
                <a:cs typeface="微软雅黑" panose="020B0503020204020204" charset="-122"/>
              </a:defRPr>
            </a:pPr>
            <a:r>
              <a:rPr sz="1165" b="1">
                <a:solidFill>
                  <a:srgbClr val="557A96"/>
                </a:solidFill>
                <a:latin typeface="微软雅黑" panose="020B0503020204020204" charset="-122"/>
                <a:ea typeface="微软雅黑" panose="020B0503020204020204" charset="-122"/>
                <a:cs typeface="微软雅黑" panose="020B0503020204020204" charset="-122"/>
              </a:rPr>
              <a:t>知识与规则</a:t>
            </a:r>
          </a:p>
        </p:txBody>
      </p:sp>
      <p:sp>
        <p:nvSpPr>
          <p:cNvPr id="36" name="reference-bullets"/>
          <p:cNvSpPr>
            <a:spLocks noGrp="1"/>
          </p:cNvSpPr>
          <p:nvPr/>
        </p:nvSpPr>
        <p:spPr>
          <a:xfrm>
            <a:off x="5086350" y="2486025"/>
            <a:ext cx="1866900" cy="676275"/>
          </a:xfrm>
          <a:prstGeom prst="rect">
            <a:avLst/>
          </a:prstGeom>
          <a:noFill/>
          <a:ln w="0">
            <a:noFill/>
            <a:prstDash val="solid"/>
          </a:ln>
        </p:spPr>
        <p:txBody>
          <a:bodyPr wrap="square" lIns="0" tIns="0" rIns="0" bIns="0" anchor="t">
            <a:normAutofit fontScale="95389"/>
          </a:bodyPr>
          <a:lstStyle/>
          <a:p>
            <a:pPr algn="l">
              <a:defRPr sz="1165" b="0">
                <a:solidFill>
                  <a:srgbClr val="414951"/>
                </a:solidFill>
                <a:latin typeface="微软雅黑" panose="020B0503020204020204" charset="-122"/>
                <a:ea typeface="微软雅黑" panose="020B0503020204020204" charset="-122"/>
                <a:cs typeface="微软雅黑" panose="020B0503020204020204" charset="-122"/>
              </a:defRPr>
            </a:pPr>
            <a:r>
              <a:rPr sz="1165" b="0">
                <a:solidFill>
                  <a:srgbClr val="414951"/>
                </a:solidFill>
                <a:latin typeface="微软雅黑" panose="020B0503020204020204" charset="-122"/>
                <a:ea typeface="微软雅黑" panose="020B0503020204020204" charset="-122"/>
                <a:cs typeface="微软雅黑" panose="020B0503020204020204" charset="-122"/>
              </a:rPr>
              <a:t>• 专业领域知识</a:t>
            </a:r>
          </a:p>
          <a:p>
            <a:pPr algn="l">
              <a:defRPr sz="1165" b="0">
                <a:solidFill>
                  <a:srgbClr val="414951"/>
                </a:solidFill>
                <a:latin typeface="微软雅黑" panose="020B0503020204020204" charset="-122"/>
                <a:ea typeface="微软雅黑" panose="020B0503020204020204" charset="-122"/>
                <a:cs typeface="微软雅黑" panose="020B0503020204020204" charset="-122"/>
              </a:defRPr>
            </a:pPr>
            <a:r>
              <a:rPr sz="1165" b="0">
                <a:solidFill>
                  <a:srgbClr val="414951"/>
                </a:solidFill>
                <a:latin typeface="微软雅黑" panose="020B0503020204020204" charset="-122"/>
                <a:ea typeface="微软雅黑" panose="020B0503020204020204" charset="-122"/>
                <a:cs typeface="微软雅黑" panose="020B0503020204020204" charset="-122"/>
              </a:rPr>
              <a:t>• 平台 / 硬件信息</a:t>
            </a:r>
          </a:p>
          <a:p>
            <a:pPr algn="l">
              <a:defRPr sz="1165" b="0">
                <a:solidFill>
                  <a:srgbClr val="414951"/>
                </a:solidFill>
                <a:latin typeface="微软雅黑" panose="020B0503020204020204" charset="-122"/>
                <a:ea typeface="微软雅黑" panose="020B0503020204020204" charset="-122"/>
                <a:cs typeface="微软雅黑" panose="020B0503020204020204" charset="-122"/>
              </a:defRPr>
            </a:pPr>
            <a:r>
              <a:rPr sz="1165" b="0">
                <a:solidFill>
                  <a:srgbClr val="414951"/>
                </a:solidFill>
                <a:latin typeface="微软雅黑" panose="020B0503020204020204" charset="-122"/>
                <a:ea typeface="微软雅黑" panose="020B0503020204020204" charset="-122"/>
                <a:cs typeface="微软雅黑" panose="020B0503020204020204" charset="-122"/>
              </a:rPr>
              <a:t>• API / Primitive</a:t>
            </a:r>
          </a:p>
          <a:p>
            <a:pPr algn="l">
              <a:defRPr sz="1165" b="0">
                <a:solidFill>
                  <a:srgbClr val="414951"/>
                </a:solidFill>
                <a:latin typeface="微软雅黑" panose="020B0503020204020204" charset="-122"/>
                <a:ea typeface="微软雅黑" panose="020B0503020204020204" charset="-122"/>
                <a:cs typeface="微软雅黑" panose="020B0503020204020204" charset="-122"/>
              </a:defRPr>
            </a:pPr>
            <a:r>
              <a:rPr sz="1165" b="0">
                <a:solidFill>
                  <a:srgbClr val="414951"/>
                </a:solidFill>
                <a:latin typeface="微软雅黑" panose="020B0503020204020204" charset="-122"/>
                <a:ea typeface="微软雅黑" panose="020B0503020204020204" charset="-122"/>
                <a:cs typeface="微软雅黑" panose="020B0503020204020204" charset="-122"/>
              </a:rPr>
              <a:t>• 技术规范 / 优化规则</a:t>
            </a:r>
          </a:p>
        </p:txBody>
      </p:sp>
      <p:sp>
        <p:nvSpPr>
          <p:cNvPr id="40" name="examples-card"/>
          <p:cNvSpPr>
            <a:spLocks noGrp="1"/>
          </p:cNvSpPr>
          <p:nvPr/>
        </p:nvSpPr>
        <p:spPr>
          <a:xfrm>
            <a:off x="7200900" y="1943100"/>
            <a:ext cx="2133600" cy="1704975"/>
          </a:xfrm>
          <a:prstGeom prst="roundRect">
            <a:avLst>
              <a:gd name="adj" fmla="val 3352"/>
            </a:avLst>
          </a:prstGeom>
          <a:solidFill>
            <a:srgbClr val="FFFFFF"/>
          </a:solidFill>
          <a:ln w="9525">
            <a:solidFill>
              <a:srgbClr val="D8DEE3"/>
            </a:solidFill>
            <a:prstDash val="solid"/>
          </a:ln>
        </p:spPr>
      </p:sp>
      <p:sp>
        <p:nvSpPr>
          <p:cNvPr id="41" name="examples-accent"/>
          <p:cNvSpPr>
            <a:spLocks noGrp="1"/>
          </p:cNvSpPr>
          <p:nvPr/>
        </p:nvSpPr>
        <p:spPr>
          <a:xfrm>
            <a:off x="7200900" y="1943100"/>
            <a:ext cx="2133600" cy="28575"/>
          </a:xfrm>
          <a:prstGeom prst="rect">
            <a:avLst/>
          </a:prstGeom>
          <a:solidFill>
            <a:srgbClr val="557A96"/>
          </a:solidFill>
          <a:ln w="0">
            <a:noFill/>
            <a:prstDash val="solid"/>
          </a:ln>
        </p:spPr>
      </p:sp>
      <p:sp>
        <p:nvSpPr>
          <p:cNvPr id="42" name="examples-title"/>
          <p:cNvSpPr>
            <a:spLocks noGrp="1"/>
          </p:cNvSpPr>
          <p:nvPr/>
        </p:nvSpPr>
        <p:spPr>
          <a:xfrm>
            <a:off x="7334250" y="2028825"/>
            <a:ext cx="1390650" cy="238125"/>
          </a:xfrm>
          <a:prstGeom prst="rect">
            <a:avLst/>
          </a:prstGeom>
          <a:noFill/>
          <a:ln w="0">
            <a:noFill/>
            <a:prstDash val="solid"/>
          </a:ln>
        </p:spPr>
        <p:txBody>
          <a:bodyPr wrap="none" lIns="0" tIns="0" rIns="0" bIns="0" anchor="ctr">
            <a:normAutofit/>
          </a:bodyPr>
          <a:lstStyle/>
          <a:p>
            <a:pPr algn="l">
              <a:defRPr sz="1540" b="1">
                <a:solidFill>
                  <a:srgbClr val="252B31"/>
                </a:solidFill>
                <a:latin typeface="微软雅黑" panose="020B0503020204020204" charset="-122"/>
                <a:ea typeface="微软雅黑" panose="020B0503020204020204" charset="-122"/>
                <a:cs typeface="微软雅黑" panose="020B0503020204020204" charset="-122"/>
              </a:defRPr>
            </a:pPr>
            <a:r>
              <a:rPr sz="1540" b="1">
                <a:solidFill>
                  <a:srgbClr val="252B31"/>
                </a:solidFill>
                <a:latin typeface="微软雅黑" panose="020B0503020204020204" charset="-122"/>
                <a:ea typeface="微软雅黑" panose="020B0503020204020204" charset="-122"/>
                <a:cs typeface="微软雅黑" panose="020B0503020204020204" charset="-122"/>
              </a:rPr>
              <a:t>Examples</a:t>
            </a:r>
          </a:p>
        </p:txBody>
      </p:sp>
      <p:sp>
        <p:nvSpPr>
          <p:cNvPr id="44" name="examples-subtitle"/>
          <p:cNvSpPr>
            <a:spLocks noGrp="1"/>
          </p:cNvSpPr>
          <p:nvPr/>
        </p:nvSpPr>
        <p:spPr>
          <a:xfrm>
            <a:off x="7334250" y="2266950"/>
            <a:ext cx="1866900" cy="190500"/>
          </a:xfrm>
          <a:prstGeom prst="rect">
            <a:avLst/>
          </a:prstGeom>
          <a:noFill/>
          <a:ln w="0">
            <a:noFill/>
            <a:prstDash val="solid"/>
          </a:ln>
        </p:spPr>
        <p:txBody>
          <a:bodyPr wrap="none" lIns="0" tIns="0" rIns="0" bIns="0" anchor="ctr">
            <a:normAutofit/>
          </a:bodyPr>
          <a:lstStyle/>
          <a:p>
            <a:pPr algn="l">
              <a:defRPr sz="1165" b="1">
                <a:solidFill>
                  <a:srgbClr val="557A96"/>
                </a:solidFill>
                <a:latin typeface="微软雅黑" panose="020B0503020204020204" charset="-122"/>
                <a:ea typeface="微软雅黑" panose="020B0503020204020204" charset="-122"/>
                <a:cs typeface="微软雅黑" panose="020B0503020204020204" charset="-122"/>
              </a:defRPr>
            </a:pPr>
            <a:r>
              <a:rPr sz="1165" b="1">
                <a:solidFill>
                  <a:srgbClr val="557A96"/>
                </a:solidFill>
                <a:latin typeface="微软雅黑" panose="020B0503020204020204" charset="-122"/>
                <a:ea typeface="微软雅黑" panose="020B0503020204020204" charset="-122"/>
                <a:cs typeface="微软雅黑" panose="020B0503020204020204" charset="-122"/>
              </a:rPr>
              <a:t>已有案例</a:t>
            </a:r>
          </a:p>
        </p:txBody>
      </p:sp>
      <p:sp>
        <p:nvSpPr>
          <p:cNvPr id="45" name="examples-bullets"/>
          <p:cNvSpPr>
            <a:spLocks noGrp="1"/>
          </p:cNvSpPr>
          <p:nvPr/>
        </p:nvSpPr>
        <p:spPr>
          <a:xfrm>
            <a:off x="7334250" y="2486025"/>
            <a:ext cx="1866900" cy="676275"/>
          </a:xfrm>
          <a:prstGeom prst="rect">
            <a:avLst/>
          </a:prstGeom>
          <a:noFill/>
          <a:ln w="0">
            <a:noFill/>
            <a:prstDash val="solid"/>
          </a:ln>
        </p:spPr>
        <p:txBody>
          <a:bodyPr wrap="square" lIns="0" tIns="0" rIns="0" bIns="0" anchor="t">
            <a:normAutofit fontScale="95389"/>
          </a:bodyPr>
          <a:lstStyle/>
          <a:p>
            <a:pPr algn="l">
              <a:defRPr sz="1165" b="0">
                <a:solidFill>
                  <a:srgbClr val="414951"/>
                </a:solidFill>
                <a:latin typeface="微软雅黑" panose="020B0503020204020204" charset="-122"/>
                <a:ea typeface="微软雅黑" panose="020B0503020204020204" charset="-122"/>
                <a:cs typeface="微软雅黑" panose="020B0503020204020204" charset="-122"/>
              </a:defRPr>
            </a:pPr>
            <a:r>
              <a:rPr sz="1165" b="0">
                <a:solidFill>
                  <a:srgbClr val="414951"/>
                </a:solidFill>
                <a:latin typeface="微软雅黑" panose="020B0503020204020204" charset="-122"/>
                <a:ea typeface="微软雅黑" panose="020B0503020204020204" charset="-122"/>
                <a:cs typeface="微软雅黑" panose="020B0503020204020204" charset="-122"/>
              </a:rPr>
              <a:t>• 类似任务案例</a:t>
            </a:r>
          </a:p>
          <a:p>
            <a:pPr algn="l">
              <a:defRPr sz="1165" b="0">
                <a:solidFill>
                  <a:srgbClr val="414951"/>
                </a:solidFill>
                <a:latin typeface="微软雅黑" panose="020B0503020204020204" charset="-122"/>
                <a:ea typeface="微软雅黑" panose="020B0503020204020204" charset="-122"/>
                <a:cs typeface="微软雅黑" panose="020B0503020204020204" charset="-122"/>
              </a:defRPr>
            </a:pPr>
            <a:r>
              <a:rPr sz="1165" b="0">
                <a:solidFill>
                  <a:srgbClr val="414951"/>
                </a:solidFill>
                <a:latin typeface="微软雅黑" panose="020B0503020204020204" charset="-122"/>
                <a:ea typeface="微软雅黑" panose="020B0503020204020204" charset="-122"/>
                <a:cs typeface="微软雅黑" panose="020B0503020204020204" charset="-122"/>
              </a:rPr>
              <a:t>• 输入 / 输出示例</a:t>
            </a:r>
          </a:p>
          <a:p>
            <a:pPr algn="l">
              <a:defRPr sz="1165" b="0">
                <a:solidFill>
                  <a:srgbClr val="414951"/>
                </a:solidFill>
                <a:latin typeface="微软雅黑" panose="020B0503020204020204" charset="-122"/>
                <a:ea typeface="微软雅黑" panose="020B0503020204020204" charset="-122"/>
                <a:cs typeface="微软雅黑" panose="020B0503020204020204" charset="-122"/>
              </a:defRPr>
            </a:pPr>
            <a:r>
              <a:rPr sz="1165" b="0">
                <a:solidFill>
                  <a:srgbClr val="414951"/>
                </a:solidFill>
                <a:latin typeface="微软雅黑" panose="020B0503020204020204" charset="-122"/>
                <a:ea typeface="微软雅黑" panose="020B0503020204020204" charset="-122"/>
                <a:cs typeface="微软雅黑" panose="020B0503020204020204" charset="-122"/>
              </a:rPr>
              <a:t>• 已有实现</a:t>
            </a:r>
          </a:p>
          <a:p>
            <a:pPr algn="l">
              <a:defRPr sz="1165" b="0">
                <a:solidFill>
                  <a:srgbClr val="414951"/>
                </a:solidFill>
                <a:latin typeface="微软雅黑" panose="020B0503020204020204" charset="-122"/>
                <a:ea typeface="微软雅黑" panose="020B0503020204020204" charset="-122"/>
                <a:cs typeface="微软雅黑" panose="020B0503020204020204" charset="-122"/>
              </a:defRPr>
            </a:pPr>
            <a:r>
              <a:rPr sz="1165" b="0">
                <a:solidFill>
                  <a:srgbClr val="414951"/>
                </a:solidFill>
                <a:latin typeface="微软雅黑" panose="020B0503020204020204" charset="-122"/>
                <a:ea typeface="微软雅黑" panose="020B0503020204020204" charset="-122"/>
                <a:cs typeface="微软雅黑" panose="020B0503020204020204" charset="-122"/>
              </a:rPr>
              <a:t>• 常见场景解法</a:t>
            </a:r>
          </a:p>
        </p:txBody>
      </p:sp>
      <p:sp>
        <p:nvSpPr>
          <p:cNvPr id="48" name="examples-takeaway"/>
          <p:cNvSpPr>
            <a:spLocks noGrp="1"/>
          </p:cNvSpPr>
          <p:nvPr/>
        </p:nvSpPr>
        <p:spPr>
          <a:xfrm>
            <a:off x="7334250" y="3419475"/>
            <a:ext cx="1866900" cy="171450"/>
          </a:xfrm>
          <a:prstGeom prst="rect">
            <a:avLst/>
          </a:prstGeom>
          <a:noFill/>
          <a:ln w="0">
            <a:noFill/>
            <a:prstDash val="solid"/>
          </a:ln>
        </p:spPr>
        <p:txBody>
          <a:bodyPr wrap="none" lIns="0" tIns="0" rIns="0" bIns="0" anchor="ctr">
            <a:normAutofit/>
          </a:bodyPr>
          <a:lstStyle/>
          <a:p>
            <a:pPr algn="ctr">
              <a:defRPr sz="1065" b="1">
                <a:solidFill>
                  <a:srgbClr val="557A96"/>
                </a:solidFill>
                <a:latin typeface="微软雅黑" panose="020B0503020204020204" charset="-122"/>
                <a:ea typeface="微软雅黑" panose="020B0503020204020204" charset="-122"/>
                <a:cs typeface="微软雅黑" panose="020B0503020204020204" charset="-122"/>
              </a:defRPr>
            </a:pPr>
            <a:r>
              <a:rPr sz="1065" b="1" dirty="0" err="1">
                <a:solidFill>
                  <a:srgbClr val="557A96"/>
                </a:solidFill>
                <a:latin typeface="微软雅黑" panose="020B0503020204020204" charset="-122"/>
                <a:ea typeface="微软雅黑" panose="020B0503020204020204" charset="-122"/>
                <a:cs typeface="微软雅黑" panose="020B0503020204020204" charset="-122"/>
              </a:rPr>
              <a:t>参考类似问题以前怎么做</a:t>
            </a:r>
            <a:endParaRPr sz="1065" b="1" dirty="0">
              <a:solidFill>
                <a:srgbClr val="557A96"/>
              </a:solidFill>
              <a:latin typeface="微软雅黑" panose="020B0503020204020204" charset="-122"/>
              <a:ea typeface="微软雅黑" panose="020B0503020204020204" charset="-122"/>
              <a:cs typeface="微软雅黑" panose="020B0503020204020204" charset="-122"/>
            </a:endParaRPr>
          </a:p>
        </p:txBody>
      </p:sp>
      <p:sp>
        <p:nvSpPr>
          <p:cNvPr id="49" name="scripts-card"/>
          <p:cNvSpPr>
            <a:spLocks noGrp="1"/>
          </p:cNvSpPr>
          <p:nvPr/>
        </p:nvSpPr>
        <p:spPr>
          <a:xfrm>
            <a:off x="9448800" y="1943100"/>
            <a:ext cx="2133600" cy="1704975"/>
          </a:xfrm>
          <a:prstGeom prst="roundRect">
            <a:avLst>
              <a:gd name="adj" fmla="val 3352"/>
            </a:avLst>
          </a:prstGeom>
          <a:solidFill>
            <a:srgbClr val="FFFFFF"/>
          </a:solidFill>
          <a:ln w="9525">
            <a:solidFill>
              <a:srgbClr val="D8DEE3"/>
            </a:solidFill>
            <a:prstDash val="solid"/>
          </a:ln>
        </p:spPr>
      </p:sp>
      <p:sp>
        <p:nvSpPr>
          <p:cNvPr id="50" name="scripts-accent"/>
          <p:cNvSpPr>
            <a:spLocks noGrp="1"/>
          </p:cNvSpPr>
          <p:nvPr/>
        </p:nvSpPr>
        <p:spPr>
          <a:xfrm>
            <a:off x="9448800" y="1943100"/>
            <a:ext cx="2133600" cy="28575"/>
          </a:xfrm>
          <a:prstGeom prst="rect">
            <a:avLst/>
          </a:prstGeom>
          <a:solidFill>
            <a:srgbClr val="557A96"/>
          </a:solidFill>
          <a:ln w="0">
            <a:noFill/>
            <a:prstDash val="solid"/>
          </a:ln>
        </p:spPr>
      </p:sp>
      <p:sp>
        <p:nvSpPr>
          <p:cNvPr id="51" name="scripts-title"/>
          <p:cNvSpPr>
            <a:spLocks noGrp="1"/>
          </p:cNvSpPr>
          <p:nvPr/>
        </p:nvSpPr>
        <p:spPr>
          <a:xfrm>
            <a:off x="9582150" y="2028825"/>
            <a:ext cx="1390650" cy="238125"/>
          </a:xfrm>
          <a:prstGeom prst="rect">
            <a:avLst/>
          </a:prstGeom>
          <a:noFill/>
          <a:ln w="0">
            <a:noFill/>
            <a:prstDash val="solid"/>
          </a:ln>
        </p:spPr>
        <p:txBody>
          <a:bodyPr wrap="none" lIns="0" tIns="0" rIns="0" bIns="0" anchor="ctr">
            <a:normAutofit/>
          </a:bodyPr>
          <a:lstStyle/>
          <a:p>
            <a:pPr algn="l">
              <a:defRPr sz="1540" b="1">
                <a:solidFill>
                  <a:srgbClr val="252B31"/>
                </a:solidFill>
                <a:latin typeface="微软雅黑" panose="020B0503020204020204" charset="-122"/>
                <a:ea typeface="微软雅黑" panose="020B0503020204020204" charset="-122"/>
                <a:cs typeface="微软雅黑" panose="020B0503020204020204" charset="-122"/>
              </a:defRPr>
            </a:pPr>
            <a:r>
              <a:rPr sz="1540" b="1">
                <a:solidFill>
                  <a:srgbClr val="252B31"/>
                </a:solidFill>
                <a:latin typeface="微软雅黑" panose="020B0503020204020204" charset="-122"/>
                <a:ea typeface="微软雅黑" panose="020B0503020204020204" charset="-122"/>
                <a:cs typeface="微软雅黑" panose="020B0503020204020204" charset="-122"/>
              </a:rPr>
              <a:t>Scripts</a:t>
            </a:r>
          </a:p>
        </p:txBody>
      </p:sp>
      <p:sp>
        <p:nvSpPr>
          <p:cNvPr id="53" name="scripts-subtitle"/>
          <p:cNvSpPr>
            <a:spLocks noGrp="1"/>
          </p:cNvSpPr>
          <p:nvPr/>
        </p:nvSpPr>
        <p:spPr>
          <a:xfrm>
            <a:off x="9582150" y="2266950"/>
            <a:ext cx="1866900" cy="190500"/>
          </a:xfrm>
          <a:prstGeom prst="rect">
            <a:avLst/>
          </a:prstGeom>
          <a:noFill/>
          <a:ln w="0">
            <a:noFill/>
            <a:prstDash val="solid"/>
          </a:ln>
        </p:spPr>
        <p:txBody>
          <a:bodyPr wrap="none" lIns="0" tIns="0" rIns="0" bIns="0" anchor="ctr">
            <a:normAutofit/>
          </a:bodyPr>
          <a:lstStyle/>
          <a:p>
            <a:pPr algn="l">
              <a:defRPr sz="1165" b="1">
                <a:solidFill>
                  <a:srgbClr val="557A96"/>
                </a:solidFill>
                <a:latin typeface="微软雅黑" panose="020B0503020204020204" charset="-122"/>
                <a:ea typeface="微软雅黑" panose="020B0503020204020204" charset="-122"/>
                <a:cs typeface="微软雅黑" panose="020B0503020204020204" charset="-122"/>
              </a:defRPr>
            </a:pPr>
            <a:r>
              <a:rPr sz="1165" b="1" dirty="0" err="1">
                <a:solidFill>
                  <a:srgbClr val="557A96"/>
                </a:solidFill>
                <a:latin typeface="微软雅黑" panose="020B0503020204020204" charset="-122"/>
                <a:ea typeface="微软雅黑" panose="020B0503020204020204" charset="-122"/>
                <a:cs typeface="微软雅黑" panose="020B0503020204020204" charset="-122"/>
              </a:rPr>
              <a:t>确定性执行工具</a:t>
            </a:r>
            <a:endParaRPr sz="1165" b="1" dirty="0">
              <a:solidFill>
                <a:srgbClr val="557A96"/>
              </a:solidFill>
              <a:latin typeface="微软雅黑" panose="020B0503020204020204" charset="-122"/>
              <a:ea typeface="微软雅黑" panose="020B0503020204020204" charset="-122"/>
              <a:cs typeface="微软雅黑" panose="020B0503020204020204" charset="-122"/>
            </a:endParaRPr>
          </a:p>
        </p:txBody>
      </p:sp>
      <p:sp>
        <p:nvSpPr>
          <p:cNvPr id="54" name="scripts-bullets"/>
          <p:cNvSpPr>
            <a:spLocks noGrp="1"/>
          </p:cNvSpPr>
          <p:nvPr/>
        </p:nvSpPr>
        <p:spPr>
          <a:xfrm>
            <a:off x="9582150" y="2486025"/>
            <a:ext cx="1866900" cy="676275"/>
          </a:xfrm>
          <a:prstGeom prst="rect">
            <a:avLst/>
          </a:prstGeom>
          <a:noFill/>
          <a:ln w="0">
            <a:noFill/>
            <a:prstDash val="solid"/>
          </a:ln>
        </p:spPr>
        <p:txBody>
          <a:bodyPr wrap="square" lIns="0" tIns="0" rIns="0" bIns="0" anchor="t">
            <a:normAutofit fontScale="95389"/>
          </a:bodyPr>
          <a:lstStyle/>
          <a:p>
            <a:pPr algn="l">
              <a:defRPr sz="1165" b="0">
                <a:solidFill>
                  <a:srgbClr val="414951"/>
                </a:solidFill>
                <a:latin typeface="微软雅黑" panose="020B0503020204020204" charset="-122"/>
                <a:ea typeface="微软雅黑" panose="020B0503020204020204" charset="-122"/>
                <a:cs typeface="微软雅黑" panose="020B0503020204020204" charset="-122"/>
              </a:defRPr>
            </a:pPr>
            <a:r>
              <a:rPr sz="1165" b="0">
                <a:solidFill>
                  <a:srgbClr val="414951"/>
                </a:solidFill>
                <a:latin typeface="微软雅黑" panose="020B0503020204020204" charset="-122"/>
                <a:ea typeface="微软雅黑" panose="020B0503020204020204" charset="-122"/>
                <a:cs typeface="微软雅黑" panose="020B0503020204020204" charset="-122"/>
              </a:rPr>
              <a:t>• 环境检测</a:t>
            </a:r>
          </a:p>
          <a:p>
            <a:pPr algn="l">
              <a:defRPr sz="1165" b="0">
                <a:solidFill>
                  <a:srgbClr val="414951"/>
                </a:solidFill>
                <a:latin typeface="微软雅黑" panose="020B0503020204020204" charset="-122"/>
                <a:ea typeface="微软雅黑" panose="020B0503020204020204" charset="-122"/>
                <a:cs typeface="微软雅黑" panose="020B0503020204020204" charset="-122"/>
              </a:defRPr>
            </a:pPr>
            <a:r>
              <a:rPr sz="1165" b="0">
                <a:solidFill>
                  <a:srgbClr val="414951"/>
                </a:solidFill>
                <a:latin typeface="微软雅黑" panose="020B0503020204020204" charset="-122"/>
                <a:ea typeface="微软雅黑" panose="020B0503020204020204" charset="-122"/>
                <a:cs typeface="微软雅黑" panose="020B0503020204020204" charset="-122"/>
              </a:rPr>
              <a:t>• 编译 / 执行</a:t>
            </a:r>
          </a:p>
          <a:p>
            <a:pPr algn="l">
              <a:defRPr sz="1165" b="0">
                <a:solidFill>
                  <a:srgbClr val="414951"/>
                </a:solidFill>
                <a:latin typeface="微软雅黑" panose="020B0503020204020204" charset="-122"/>
                <a:ea typeface="微软雅黑" panose="020B0503020204020204" charset="-122"/>
                <a:cs typeface="微软雅黑" panose="020B0503020204020204" charset="-122"/>
              </a:defRPr>
            </a:pPr>
            <a:r>
              <a:rPr sz="1165" b="0">
                <a:solidFill>
                  <a:srgbClr val="414951"/>
                </a:solidFill>
                <a:latin typeface="微软雅黑" panose="020B0503020204020204" charset="-122"/>
                <a:ea typeface="微软雅黑" panose="020B0503020204020204" charset="-122"/>
                <a:cs typeface="微软雅黑" panose="020B0503020204020204" charset="-122"/>
              </a:rPr>
              <a:t>• 测试 / Benchmark</a:t>
            </a:r>
          </a:p>
          <a:p>
            <a:pPr algn="l">
              <a:defRPr sz="1165" b="0">
                <a:solidFill>
                  <a:srgbClr val="414951"/>
                </a:solidFill>
                <a:latin typeface="微软雅黑" panose="020B0503020204020204" charset="-122"/>
                <a:ea typeface="微软雅黑" panose="020B0503020204020204" charset="-122"/>
                <a:cs typeface="微软雅黑" panose="020B0503020204020204" charset="-122"/>
              </a:defRPr>
            </a:pPr>
            <a:r>
              <a:rPr sz="1165" b="0">
                <a:solidFill>
                  <a:srgbClr val="414951"/>
                </a:solidFill>
                <a:latin typeface="微软雅黑" panose="020B0503020204020204" charset="-122"/>
                <a:ea typeface="微软雅黑" panose="020B0503020204020204" charset="-122"/>
                <a:cs typeface="微软雅黑" panose="020B0503020204020204" charset="-122"/>
              </a:rPr>
              <a:t>• 文件 / 日志处理</a:t>
            </a:r>
          </a:p>
        </p:txBody>
      </p:sp>
      <p:sp>
        <p:nvSpPr>
          <p:cNvPr id="57" name="scripts-takeaway"/>
          <p:cNvSpPr>
            <a:spLocks noGrp="1"/>
          </p:cNvSpPr>
          <p:nvPr/>
        </p:nvSpPr>
        <p:spPr>
          <a:xfrm>
            <a:off x="9582150" y="3419475"/>
            <a:ext cx="1866900" cy="171450"/>
          </a:xfrm>
          <a:prstGeom prst="rect">
            <a:avLst/>
          </a:prstGeom>
          <a:noFill/>
          <a:ln w="0">
            <a:noFill/>
            <a:prstDash val="solid"/>
          </a:ln>
        </p:spPr>
        <p:txBody>
          <a:bodyPr wrap="none" lIns="0" tIns="0" rIns="0" bIns="0" anchor="ctr">
            <a:normAutofit/>
          </a:bodyPr>
          <a:lstStyle/>
          <a:p>
            <a:pPr algn="ctr">
              <a:defRPr sz="1065" b="1">
                <a:solidFill>
                  <a:srgbClr val="557A96"/>
                </a:solidFill>
                <a:latin typeface="微软雅黑" panose="020B0503020204020204" charset="-122"/>
                <a:ea typeface="微软雅黑" panose="020B0503020204020204" charset="-122"/>
                <a:cs typeface="微软雅黑" panose="020B0503020204020204" charset="-122"/>
              </a:defRPr>
            </a:pPr>
            <a:r>
              <a:rPr lang="zh-CN" altLang="en-US" sz="1065" b="1" dirty="0" smtClean="0">
                <a:solidFill>
                  <a:srgbClr val="557A96"/>
                </a:solidFill>
                <a:latin typeface="微软雅黑" panose="020B0503020204020204" charset="-122"/>
                <a:ea typeface="微软雅黑" panose="020B0503020204020204" charset="-122"/>
                <a:cs typeface="微软雅黑" panose="020B0503020204020204" charset="-122"/>
              </a:rPr>
              <a:t>一般是脚本和函数</a:t>
            </a:r>
            <a:endParaRPr sz="1065" b="1" dirty="0">
              <a:solidFill>
                <a:srgbClr val="557A96"/>
              </a:solidFill>
              <a:latin typeface="微软雅黑" panose="020B0503020204020204" charset="-122"/>
              <a:ea typeface="微软雅黑" panose="020B0503020204020204" charset="-122"/>
              <a:cs typeface="微软雅黑" panose="020B0503020204020204" charset="-122"/>
            </a:endParaRPr>
          </a:p>
        </p:txBody>
      </p:sp>
      <p:sp>
        <p:nvSpPr>
          <p:cNvPr id="60" name="capability-number"/>
          <p:cNvSpPr>
            <a:spLocks noGrp="1"/>
          </p:cNvSpPr>
          <p:nvPr/>
        </p:nvSpPr>
        <p:spPr>
          <a:xfrm>
            <a:off x="4914900" y="3838576"/>
            <a:ext cx="361950" cy="276225"/>
          </a:xfrm>
          <a:prstGeom prst="rect">
            <a:avLst/>
          </a:prstGeom>
          <a:noFill/>
          <a:ln w="0">
            <a:noFill/>
            <a:prstDash val="solid"/>
          </a:ln>
        </p:spPr>
        <p:txBody>
          <a:bodyPr wrap="none" lIns="0" tIns="0" rIns="0" bIns="0" anchor="ctr">
            <a:normAutofit/>
          </a:bodyPr>
          <a:lstStyle/>
          <a:p>
            <a:pPr algn="l">
              <a:defRPr sz="1350" b="1">
                <a:solidFill>
                  <a:srgbClr val="557A96"/>
                </a:solidFill>
                <a:latin typeface="微软雅黑" panose="020B0503020204020204" charset="-122"/>
                <a:ea typeface="微软雅黑" panose="020B0503020204020204" charset="-122"/>
                <a:cs typeface="微软雅黑" panose="020B0503020204020204" charset="-122"/>
              </a:defRPr>
            </a:pPr>
            <a:r>
              <a:rPr sz="1350" b="1">
                <a:solidFill>
                  <a:srgbClr val="557A96"/>
                </a:solidFill>
                <a:latin typeface="微软雅黑" panose="020B0503020204020204" charset="-122"/>
                <a:ea typeface="微软雅黑" panose="020B0503020204020204" charset="-122"/>
                <a:cs typeface="微软雅黑" panose="020B0503020204020204" charset="-122"/>
              </a:rPr>
              <a:t>02</a:t>
            </a:r>
          </a:p>
        </p:txBody>
      </p:sp>
      <p:sp>
        <p:nvSpPr>
          <p:cNvPr id="61" name="capability-heading"/>
          <p:cNvSpPr>
            <a:spLocks noGrp="1"/>
          </p:cNvSpPr>
          <p:nvPr/>
        </p:nvSpPr>
        <p:spPr>
          <a:xfrm>
            <a:off x="5314950" y="3819526"/>
            <a:ext cx="1809750" cy="295275"/>
          </a:xfrm>
          <a:prstGeom prst="rect">
            <a:avLst/>
          </a:prstGeom>
          <a:noFill/>
          <a:ln w="0">
            <a:noFill/>
            <a:prstDash val="solid"/>
          </a:ln>
        </p:spPr>
        <p:txBody>
          <a:bodyPr wrap="none" lIns="0" tIns="0" rIns="0" bIns="0" anchor="ctr">
            <a:normAutofit/>
          </a:bodyPr>
          <a:lstStyle/>
          <a:p>
            <a:pPr algn="l">
              <a:defRPr sz="1725" b="1">
                <a:solidFill>
                  <a:srgbClr val="252B31"/>
                </a:solidFill>
                <a:latin typeface="微软雅黑" panose="020B0503020204020204" charset="-122"/>
                <a:ea typeface="微软雅黑" panose="020B0503020204020204" charset="-122"/>
                <a:cs typeface="微软雅黑" panose="020B0503020204020204" charset="-122"/>
              </a:defRPr>
            </a:pPr>
            <a:r>
              <a:rPr lang="zh-CN" altLang="en-US" sz="1725" b="1" dirty="0" smtClean="0">
                <a:solidFill>
                  <a:srgbClr val="252B31"/>
                </a:solidFill>
                <a:latin typeface="微软雅黑" panose="020B0503020204020204" charset="-122"/>
                <a:ea typeface="微软雅黑" panose="020B0503020204020204" charset="-122"/>
                <a:cs typeface="微软雅黑" panose="020B0503020204020204" charset="-122"/>
              </a:rPr>
              <a:t>扩展能力</a:t>
            </a:r>
            <a:endParaRPr sz="1725" b="1" dirty="0">
              <a:solidFill>
                <a:srgbClr val="252B31"/>
              </a:solidFill>
              <a:latin typeface="微软雅黑" panose="020B0503020204020204" charset="-122"/>
              <a:ea typeface="微软雅黑" panose="020B0503020204020204" charset="-122"/>
              <a:cs typeface="微软雅黑" panose="020B0503020204020204" charset="-122"/>
            </a:endParaRPr>
          </a:p>
        </p:txBody>
      </p:sp>
      <p:sp>
        <p:nvSpPr>
          <p:cNvPr id="62" name="capability-subheading"/>
          <p:cNvSpPr>
            <a:spLocks noGrp="1"/>
          </p:cNvSpPr>
          <p:nvPr/>
        </p:nvSpPr>
        <p:spPr>
          <a:xfrm>
            <a:off x="7153275" y="3857626"/>
            <a:ext cx="3143250" cy="228600"/>
          </a:xfrm>
          <a:prstGeom prst="rect">
            <a:avLst/>
          </a:prstGeom>
          <a:noFill/>
          <a:ln w="0">
            <a:noFill/>
            <a:prstDash val="solid"/>
          </a:ln>
        </p:spPr>
        <p:txBody>
          <a:bodyPr wrap="none" lIns="0" tIns="0" rIns="0" bIns="0" anchor="ctr">
            <a:normAutofit/>
          </a:bodyPr>
          <a:lstStyle/>
          <a:p>
            <a:pPr algn="l">
              <a:defRPr sz="1200" b="0">
                <a:solidFill>
                  <a:srgbClr val="68727B"/>
                </a:solidFill>
                <a:latin typeface="微软雅黑" panose="020B0503020204020204" charset="-122"/>
                <a:ea typeface="微软雅黑" panose="020B0503020204020204" charset="-122"/>
                <a:cs typeface="微软雅黑" panose="020B0503020204020204" charset="-122"/>
              </a:defRPr>
            </a:pPr>
            <a:r>
              <a:rPr sz="1200" b="0" dirty="0" err="1">
                <a:solidFill>
                  <a:srgbClr val="68727B"/>
                </a:solidFill>
                <a:latin typeface="微软雅黑" panose="020B0503020204020204" charset="-122"/>
                <a:ea typeface="微软雅黑" panose="020B0503020204020204" charset="-122"/>
                <a:cs typeface="微软雅黑" panose="020B0503020204020204" charset="-122"/>
              </a:rPr>
              <a:t>当前</a:t>
            </a:r>
            <a:r>
              <a:rPr sz="1200" b="0" dirty="0">
                <a:solidFill>
                  <a:srgbClr val="68727B"/>
                </a:solidFill>
                <a:latin typeface="微软雅黑" panose="020B0503020204020204" charset="-122"/>
                <a:ea typeface="微软雅黑" panose="020B0503020204020204" charset="-122"/>
                <a:cs typeface="微软雅黑" panose="020B0503020204020204" charset="-122"/>
              </a:rPr>
              <a:t> Stage </a:t>
            </a:r>
            <a:r>
              <a:rPr sz="1200" b="0" dirty="0" err="1" smtClean="0">
                <a:solidFill>
                  <a:srgbClr val="68727B"/>
                </a:solidFill>
                <a:latin typeface="微软雅黑" panose="020B0503020204020204" charset="-122"/>
                <a:ea typeface="微软雅黑" panose="020B0503020204020204" charset="-122"/>
                <a:cs typeface="微软雅黑" panose="020B0503020204020204" charset="-122"/>
              </a:rPr>
              <a:t>不直接完成，</a:t>
            </a:r>
            <a:r>
              <a:rPr sz="1200" b="0" dirty="0" err="1">
                <a:solidFill>
                  <a:srgbClr val="68727B"/>
                </a:solidFill>
                <a:latin typeface="微软雅黑" panose="020B0503020204020204" charset="-122"/>
                <a:ea typeface="微软雅黑" panose="020B0503020204020204" charset="-122"/>
                <a:cs typeface="微软雅黑" panose="020B0503020204020204" charset="-122"/>
              </a:rPr>
              <a:t>把工作交出去</a:t>
            </a:r>
            <a:endParaRPr sz="1200" b="0" dirty="0">
              <a:solidFill>
                <a:srgbClr val="68727B"/>
              </a:solidFill>
              <a:latin typeface="微软雅黑" panose="020B0503020204020204" charset="-122"/>
              <a:ea typeface="微软雅黑" panose="020B0503020204020204" charset="-122"/>
              <a:cs typeface="微软雅黑" panose="020B0503020204020204" charset="-122"/>
            </a:endParaRPr>
          </a:p>
        </p:txBody>
      </p:sp>
      <p:sp>
        <p:nvSpPr>
          <p:cNvPr id="63" name="subagent-card"/>
          <p:cNvSpPr>
            <a:spLocks noGrp="1"/>
          </p:cNvSpPr>
          <p:nvPr/>
        </p:nvSpPr>
        <p:spPr>
          <a:xfrm>
            <a:off x="4914900" y="4152901"/>
            <a:ext cx="3257550" cy="1524000"/>
          </a:xfrm>
          <a:prstGeom prst="roundRect">
            <a:avLst>
              <a:gd name="adj" fmla="val 3750"/>
            </a:avLst>
          </a:prstGeom>
          <a:solidFill>
            <a:srgbClr val="FFFFFF"/>
          </a:solidFill>
          <a:ln w="9525">
            <a:solidFill>
              <a:srgbClr val="D8DEE3"/>
            </a:solidFill>
            <a:prstDash val="solid"/>
          </a:ln>
        </p:spPr>
      </p:sp>
      <p:sp>
        <p:nvSpPr>
          <p:cNvPr id="64" name="subagent-accent"/>
          <p:cNvSpPr>
            <a:spLocks noGrp="1"/>
          </p:cNvSpPr>
          <p:nvPr/>
        </p:nvSpPr>
        <p:spPr>
          <a:xfrm>
            <a:off x="4914900" y="4152901"/>
            <a:ext cx="3257550" cy="28575"/>
          </a:xfrm>
          <a:prstGeom prst="rect">
            <a:avLst/>
          </a:prstGeom>
          <a:solidFill>
            <a:srgbClr val="557A96"/>
          </a:solidFill>
          <a:ln w="0">
            <a:noFill/>
            <a:prstDash val="solid"/>
          </a:ln>
        </p:spPr>
      </p:sp>
      <p:sp>
        <p:nvSpPr>
          <p:cNvPr id="68" name="subagent-line-1"/>
          <p:cNvSpPr>
            <a:spLocks noGrp="1"/>
          </p:cNvSpPr>
          <p:nvPr/>
        </p:nvSpPr>
        <p:spPr>
          <a:xfrm>
            <a:off x="5857875" y="4676776"/>
            <a:ext cx="238125" cy="0"/>
          </a:xfrm>
          <a:prstGeom prst="line">
            <a:avLst/>
          </a:prstGeom>
          <a:noFill/>
          <a:ln w="11430">
            <a:solidFill>
              <a:srgbClr val="557A96"/>
            </a:solidFill>
            <a:prstDash val="solid"/>
          </a:ln>
        </p:spPr>
      </p:sp>
      <p:sp>
        <p:nvSpPr>
          <p:cNvPr id="69" name="subagent-arrow-1"/>
          <p:cNvSpPr>
            <a:spLocks noGrp="1"/>
          </p:cNvSpPr>
          <p:nvPr/>
        </p:nvSpPr>
        <p:spPr>
          <a:xfrm rot="5400000">
            <a:off x="6057900" y="4638676"/>
            <a:ext cx="76200" cy="76200"/>
          </a:xfrm>
          <a:prstGeom prst="triangle">
            <a:avLst/>
          </a:prstGeom>
          <a:solidFill>
            <a:srgbClr val="557A96"/>
          </a:solidFill>
          <a:ln w="0">
            <a:solidFill>
              <a:srgbClr val="557A96"/>
            </a:solidFill>
            <a:prstDash val="solid"/>
          </a:ln>
        </p:spPr>
      </p:sp>
      <p:sp>
        <p:nvSpPr>
          <p:cNvPr id="70" name="subagent-line-2"/>
          <p:cNvSpPr>
            <a:spLocks noGrp="1"/>
          </p:cNvSpPr>
          <p:nvPr/>
        </p:nvSpPr>
        <p:spPr>
          <a:xfrm>
            <a:off x="6943725" y="4676776"/>
            <a:ext cx="238125" cy="0"/>
          </a:xfrm>
          <a:prstGeom prst="line">
            <a:avLst/>
          </a:prstGeom>
          <a:noFill/>
          <a:ln w="11430">
            <a:solidFill>
              <a:srgbClr val="557A96"/>
            </a:solidFill>
            <a:prstDash val="solid"/>
          </a:ln>
        </p:spPr>
      </p:sp>
      <p:sp>
        <p:nvSpPr>
          <p:cNvPr id="71" name="subagent-arrow-2"/>
          <p:cNvSpPr>
            <a:spLocks noGrp="1"/>
          </p:cNvSpPr>
          <p:nvPr/>
        </p:nvSpPr>
        <p:spPr>
          <a:xfrm rot="5400000">
            <a:off x="7143750" y="4638676"/>
            <a:ext cx="76200" cy="76200"/>
          </a:xfrm>
          <a:prstGeom prst="triangle">
            <a:avLst/>
          </a:prstGeom>
          <a:solidFill>
            <a:srgbClr val="557A96"/>
          </a:solidFill>
          <a:ln w="0">
            <a:solidFill>
              <a:srgbClr val="557A96"/>
            </a:solidFill>
            <a:prstDash val="solid"/>
          </a:ln>
        </p:spPr>
      </p:sp>
      <p:sp>
        <p:nvSpPr>
          <p:cNvPr id="72" name="subagent-current-box"/>
          <p:cNvSpPr>
            <a:spLocks noGrp="1"/>
          </p:cNvSpPr>
          <p:nvPr/>
        </p:nvSpPr>
        <p:spPr>
          <a:xfrm>
            <a:off x="5067300" y="4533901"/>
            <a:ext cx="790575" cy="295275"/>
          </a:xfrm>
          <a:prstGeom prst="roundRect">
            <a:avLst>
              <a:gd name="adj" fmla="val 12903"/>
            </a:avLst>
          </a:prstGeom>
          <a:solidFill>
            <a:srgbClr val="F7F9FA"/>
          </a:solidFill>
          <a:ln w="9525">
            <a:solidFill>
              <a:srgbClr val="7F9DB2"/>
            </a:solidFill>
            <a:prstDash val="solid"/>
          </a:ln>
        </p:spPr>
      </p:sp>
      <p:sp>
        <p:nvSpPr>
          <p:cNvPr id="73" name="subagent-current-text"/>
          <p:cNvSpPr>
            <a:spLocks noGrp="1"/>
          </p:cNvSpPr>
          <p:nvPr/>
        </p:nvSpPr>
        <p:spPr>
          <a:xfrm>
            <a:off x="5105400" y="4552951"/>
            <a:ext cx="714375" cy="257175"/>
          </a:xfrm>
          <a:prstGeom prst="rect">
            <a:avLst/>
          </a:prstGeom>
          <a:noFill/>
          <a:ln w="0">
            <a:noFill/>
            <a:prstDash val="solid"/>
          </a:ln>
        </p:spPr>
        <p:txBody>
          <a:bodyPr wrap="none" lIns="0" tIns="0" rIns="0" bIns="0" anchor="ctr">
            <a:normAutofit fontScale="97452" lnSpcReduction="10000"/>
          </a:bodyPr>
          <a:lstStyle/>
          <a:p>
            <a:pPr algn="ctr">
              <a:defRPr sz="940" b="1">
                <a:solidFill>
                  <a:srgbClr val="252B31"/>
                </a:solidFill>
                <a:latin typeface="微软雅黑" panose="020B0503020204020204" charset="-122"/>
                <a:ea typeface="微软雅黑" panose="020B0503020204020204" charset="-122"/>
                <a:cs typeface="微软雅黑" panose="020B0503020204020204" charset="-122"/>
              </a:defRPr>
            </a:pPr>
            <a:r>
              <a:rPr sz="940" b="1">
                <a:solidFill>
                  <a:srgbClr val="252B31"/>
                </a:solidFill>
                <a:latin typeface="微软雅黑" panose="020B0503020204020204" charset="-122"/>
                <a:ea typeface="微软雅黑" panose="020B0503020204020204" charset="-122"/>
                <a:cs typeface="微软雅黑" panose="020B0503020204020204" charset="-122"/>
              </a:rPr>
              <a:t>Current</a:t>
            </a:r>
          </a:p>
          <a:p>
            <a:pPr algn="ctr">
              <a:defRPr sz="940" b="1">
                <a:solidFill>
                  <a:srgbClr val="252B31"/>
                </a:solidFill>
                <a:latin typeface="微软雅黑" panose="020B0503020204020204" charset="-122"/>
                <a:ea typeface="微软雅黑" panose="020B0503020204020204" charset="-122"/>
                <a:cs typeface="微软雅黑" panose="020B0503020204020204" charset="-122"/>
              </a:defRPr>
            </a:pPr>
            <a:r>
              <a:rPr sz="940" b="1">
                <a:solidFill>
                  <a:srgbClr val="252B31"/>
                </a:solidFill>
                <a:latin typeface="微软雅黑" panose="020B0503020204020204" charset="-122"/>
                <a:ea typeface="微软雅黑" panose="020B0503020204020204" charset="-122"/>
                <a:cs typeface="微软雅黑" panose="020B0503020204020204" charset="-122"/>
              </a:rPr>
              <a:t>Workflow</a:t>
            </a:r>
          </a:p>
        </p:txBody>
      </p:sp>
      <p:sp>
        <p:nvSpPr>
          <p:cNvPr id="74" name="subagent-middle-box"/>
          <p:cNvSpPr>
            <a:spLocks noGrp="1"/>
          </p:cNvSpPr>
          <p:nvPr/>
        </p:nvSpPr>
        <p:spPr>
          <a:xfrm>
            <a:off x="6143625" y="4533901"/>
            <a:ext cx="800100" cy="295275"/>
          </a:xfrm>
          <a:prstGeom prst="roundRect">
            <a:avLst>
              <a:gd name="adj" fmla="val 12903"/>
            </a:avLst>
          </a:prstGeom>
          <a:solidFill>
            <a:srgbClr val="F2F6F8"/>
          </a:solidFill>
          <a:ln w="9525">
            <a:solidFill>
              <a:srgbClr val="7F9DB2"/>
            </a:solidFill>
            <a:prstDash val="solid"/>
          </a:ln>
        </p:spPr>
      </p:sp>
      <p:sp>
        <p:nvSpPr>
          <p:cNvPr id="75" name="subagent-middle-text"/>
          <p:cNvSpPr>
            <a:spLocks noGrp="1"/>
          </p:cNvSpPr>
          <p:nvPr/>
        </p:nvSpPr>
        <p:spPr>
          <a:xfrm>
            <a:off x="6181725" y="4552951"/>
            <a:ext cx="723900" cy="257175"/>
          </a:xfrm>
          <a:prstGeom prst="rect">
            <a:avLst/>
          </a:prstGeom>
          <a:noFill/>
          <a:ln w="0">
            <a:noFill/>
            <a:prstDash val="solid"/>
          </a:ln>
        </p:spPr>
        <p:txBody>
          <a:bodyPr wrap="none" lIns="0" tIns="0" rIns="0" bIns="0" anchor="ctr">
            <a:normAutofit/>
          </a:bodyPr>
          <a:lstStyle/>
          <a:p>
            <a:pPr algn="ctr">
              <a:defRPr sz="1015" b="1">
                <a:solidFill>
                  <a:srgbClr val="557A96"/>
                </a:solidFill>
                <a:latin typeface="微软雅黑" panose="020B0503020204020204" charset="-122"/>
                <a:ea typeface="微软雅黑" panose="020B0503020204020204" charset="-122"/>
                <a:cs typeface="微软雅黑" panose="020B0503020204020204" charset="-122"/>
              </a:defRPr>
            </a:pPr>
            <a:r>
              <a:rPr sz="1015" b="1">
                <a:solidFill>
                  <a:srgbClr val="557A96"/>
                </a:solidFill>
                <a:latin typeface="微软雅黑" panose="020B0503020204020204" charset="-122"/>
                <a:ea typeface="微软雅黑" panose="020B0503020204020204" charset="-122"/>
                <a:cs typeface="微软雅黑" panose="020B0503020204020204" charset="-122"/>
              </a:rPr>
              <a:t>Subagent</a:t>
            </a:r>
          </a:p>
        </p:txBody>
      </p:sp>
      <p:sp>
        <p:nvSpPr>
          <p:cNvPr id="76" name="subagent-result-box"/>
          <p:cNvSpPr>
            <a:spLocks noGrp="1"/>
          </p:cNvSpPr>
          <p:nvPr/>
        </p:nvSpPr>
        <p:spPr>
          <a:xfrm>
            <a:off x="7219950" y="4533901"/>
            <a:ext cx="685800" cy="295275"/>
          </a:xfrm>
          <a:prstGeom prst="roundRect">
            <a:avLst>
              <a:gd name="adj" fmla="val 12903"/>
            </a:avLst>
          </a:prstGeom>
          <a:solidFill>
            <a:srgbClr val="F7F9FA"/>
          </a:solidFill>
          <a:ln w="9525">
            <a:solidFill>
              <a:srgbClr val="7F9DB2"/>
            </a:solidFill>
            <a:prstDash val="solid"/>
          </a:ln>
        </p:spPr>
      </p:sp>
      <p:sp>
        <p:nvSpPr>
          <p:cNvPr id="77" name="subagent-result-text"/>
          <p:cNvSpPr>
            <a:spLocks noGrp="1"/>
          </p:cNvSpPr>
          <p:nvPr/>
        </p:nvSpPr>
        <p:spPr>
          <a:xfrm>
            <a:off x="7258050" y="4552951"/>
            <a:ext cx="609600" cy="257175"/>
          </a:xfrm>
          <a:prstGeom prst="rect">
            <a:avLst/>
          </a:prstGeom>
          <a:noFill/>
          <a:ln w="0">
            <a:noFill/>
            <a:prstDash val="solid"/>
          </a:ln>
        </p:spPr>
        <p:txBody>
          <a:bodyPr wrap="none" lIns="0" tIns="0" rIns="0" bIns="0" anchor="ctr">
            <a:normAutofit/>
          </a:bodyPr>
          <a:lstStyle/>
          <a:p>
            <a:pPr algn="ctr">
              <a:defRPr sz="1015" b="1">
                <a:solidFill>
                  <a:srgbClr val="252B31"/>
                </a:solidFill>
                <a:latin typeface="微软雅黑" panose="020B0503020204020204" charset="-122"/>
                <a:ea typeface="微软雅黑" panose="020B0503020204020204" charset="-122"/>
                <a:cs typeface="微软雅黑" panose="020B0503020204020204" charset="-122"/>
              </a:defRPr>
            </a:pPr>
            <a:r>
              <a:rPr sz="1015" b="1">
                <a:solidFill>
                  <a:srgbClr val="252B31"/>
                </a:solidFill>
                <a:latin typeface="微软雅黑" panose="020B0503020204020204" charset="-122"/>
                <a:ea typeface="微软雅黑" panose="020B0503020204020204" charset="-122"/>
                <a:cs typeface="微软雅黑" panose="020B0503020204020204" charset="-122"/>
              </a:rPr>
              <a:t>Result</a:t>
            </a:r>
          </a:p>
        </p:txBody>
      </p:sp>
      <p:sp>
        <p:nvSpPr>
          <p:cNvPr id="78" name="subagent-description"/>
          <p:cNvSpPr>
            <a:spLocks noGrp="1"/>
          </p:cNvSpPr>
          <p:nvPr/>
        </p:nvSpPr>
        <p:spPr>
          <a:xfrm>
            <a:off x="5086350" y="5024647"/>
            <a:ext cx="2952750" cy="209550"/>
          </a:xfrm>
          <a:prstGeom prst="rect">
            <a:avLst/>
          </a:prstGeom>
          <a:noFill/>
          <a:ln w="0">
            <a:noFill/>
            <a:prstDash val="solid"/>
          </a:ln>
        </p:spPr>
        <p:txBody>
          <a:bodyPr wrap="none" lIns="0" tIns="0" rIns="0" bIns="0" anchor="ctr">
            <a:normAutofit/>
          </a:bodyPr>
          <a:lstStyle/>
          <a:p>
            <a:pPr algn="ctr">
              <a:defRPr sz="1165" b="1">
                <a:solidFill>
                  <a:srgbClr val="414951"/>
                </a:solidFill>
                <a:latin typeface="微软雅黑" panose="020B0503020204020204" charset="-122"/>
                <a:ea typeface="微软雅黑" panose="020B0503020204020204" charset="-122"/>
                <a:cs typeface="微软雅黑" panose="020B0503020204020204" charset="-122"/>
              </a:defRPr>
            </a:pPr>
            <a:r>
              <a:rPr sz="1165" b="1" dirty="0" err="1">
                <a:solidFill>
                  <a:srgbClr val="414951"/>
                </a:solidFill>
                <a:latin typeface="微软雅黑" panose="020B0503020204020204" charset="-122"/>
                <a:ea typeface="微软雅黑" panose="020B0503020204020204" charset="-122"/>
                <a:cs typeface="微软雅黑" panose="020B0503020204020204" charset="-122"/>
              </a:rPr>
              <a:t>把明确的具体子任务交给独立</a:t>
            </a:r>
            <a:r>
              <a:rPr sz="1165" b="1" dirty="0">
                <a:solidFill>
                  <a:srgbClr val="414951"/>
                </a:solidFill>
                <a:latin typeface="微软雅黑" panose="020B0503020204020204" charset="-122"/>
                <a:ea typeface="微软雅黑" panose="020B0503020204020204" charset="-122"/>
                <a:cs typeface="微软雅黑" panose="020B0503020204020204" charset="-122"/>
              </a:rPr>
              <a:t> Agent</a:t>
            </a:r>
          </a:p>
        </p:txBody>
      </p:sp>
      <p:sp>
        <p:nvSpPr>
          <p:cNvPr id="82" name="other-skill-card"/>
          <p:cNvSpPr>
            <a:spLocks noGrp="1"/>
          </p:cNvSpPr>
          <p:nvPr/>
        </p:nvSpPr>
        <p:spPr>
          <a:xfrm>
            <a:off x="8286750" y="4152901"/>
            <a:ext cx="3257550" cy="1524000"/>
          </a:xfrm>
          <a:prstGeom prst="roundRect">
            <a:avLst>
              <a:gd name="adj" fmla="val 3750"/>
            </a:avLst>
          </a:prstGeom>
          <a:solidFill>
            <a:srgbClr val="FFFFFF"/>
          </a:solidFill>
          <a:ln w="9525">
            <a:solidFill>
              <a:srgbClr val="D8DEE3"/>
            </a:solidFill>
            <a:prstDash val="solid"/>
          </a:ln>
        </p:spPr>
      </p:sp>
      <p:sp>
        <p:nvSpPr>
          <p:cNvPr id="83" name="other-skill-accent"/>
          <p:cNvSpPr>
            <a:spLocks noGrp="1"/>
          </p:cNvSpPr>
          <p:nvPr/>
        </p:nvSpPr>
        <p:spPr>
          <a:xfrm>
            <a:off x="8286750" y="4152901"/>
            <a:ext cx="3257550" cy="28575"/>
          </a:xfrm>
          <a:prstGeom prst="rect">
            <a:avLst/>
          </a:prstGeom>
          <a:solidFill>
            <a:srgbClr val="557A96"/>
          </a:solidFill>
          <a:ln w="0">
            <a:noFill/>
            <a:prstDash val="solid"/>
          </a:ln>
        </p:spPr>
      </p:sp>
      <p:sp>
        <p:nvSpPr>
          <p:cNvPr id="87" name="other-skill-line-1"/>
          <p:cNvSpPr>
            <a:spLocks noGrp="1"/>
          </p:cNvSpPr>
          <p:nvPr/>
        </p:nvSpPr>
        <p:spPr>
          <a:xfrm>
            <a:off x="9229725" y="4676776"/>
            <a:ext cx="238125" cy="0"/>
          </a:xfrm>
          <a:prstGeom prst="line">
            <a:avLst/>
          </a:prstGeom>
          <a:noFill/>
          <a:ln w="11430">
            <a:solidFill>
              <a:srgbClr val="557A96"/>
            </a:solidFill>
            <a:prstDash val="solid"/>
          </a:ln>
        </p:spPr>
      </p:sp>
      <p:sp>
        <p:nvSpPr>
          <p:cNvPr id="88" name="other-skill-arrow-1"/>
          <p:cNvSpPr>
            <a:spLocks noGrp="1"/>
          </p:cNvSpPr>
          <p:nvPr/>
        </p:nvSpPr>
        <p:spPr>
          <a:xfrm rot="5400000">
            <a:off x="9429750" y="4638676"/>
            <a:ext cx="76200" cy="76200"/>
          </a:xfrm>
          <a:prstGeom prst="triangle">
            <a:avLst/>
          </a:prstGeom>
          <a:solidFill>
            <a:srgbClr val="557A96"/>
          </a:solidFill>
          <a:ln w="0">
            <a:solidFill>
              <a:srgbClr val="557A96"/>
            </a:solidFill>
            <a:prstDash val="solid"/>
          </a:ln>
        </p:spPr>
      </p:sp>
      <p:sp>
        <p:nvSpPr>
          <p:cNvPr id="89" name="other-skill-line-2"/>
          <p:cNvSpPr>
            <a:spLocks noGrp="1"/>
          </p:cNvSpPr>
          <p:nvPr/>
        </p:nvSpPr>
        <p:spPr>
          <a:xfrm>
            <a:off x="10315575" y="4676776"/>
            <a:ext cx="238125" cy="0"/>
          </a:xfrm>
          <a:prstGeom prst="line">
            <a:avLst/>
          </a:prstGeom>
          <a:noFill/>
          <a:ln w="11430">
            <a:solidFill>
              <a:srgbClr val="557A96"/>
            </a:solidFill>
            <a:prstDash val="solid"/>
          </a:ln>
        </p:spPr>
      </p:sp>
      <p:sp>
        <p:nvSpPr>
          <p:cNvPr id="90" name="other-skill-arrow-2"/>
          <p:cNvSpPr>
            <a:spLocks noGrp="1"/>
          </p:cNvSpPr>
          <p:nvPr/>
        </p:nvSpPr>
        <p:spPr>
          <a:xfrm rot="5400000">
            <a:off x="10515600" y="4638676"/>
            <a:ext cx="76200" cy="76200"/>
          </a:xfrm>
          <a:prstGeom prst="triangle">
            <a:avLst/>
          </a:prstGeom>
          <a:solidFill>
            <a:srgbClr val="557A96"/>
          </a:solidFill>
          <a:ln w="0">
            <a:solidFill>
              <a:srgbClr val="557A96"/>
            </a:solidFill>
            <a:prstDash val="solid"/>
          </a:ln>
        </p:spPr>
      </p:sp>
      <p:sp>
        <p:nvSpPr>
          <p:cNvPr id="91" name="other-skill-current-box"/>
          <p:cNvSpPr>
            <a:spLocks noGrp="1"/>
          </p:cNvSpPr>
          <p:nvPr/>
        </p:nvSpPr>
        <p:spPr>
          <a:xfrm>
            <a:off x="8439150" y="4533901"/>
            <a:ext cx="790575" cy="295275"/>
          </a:xfrm>
          <a:prstGeom prst="roundRect">
            <a:avLst>
              <a:gd name="adj" fmla="val 12903"/>
            </a:avLst>
          </a:prstGeom>
          <a:solidFill>
            <a:srgbClr val="F7F9FA"/>
          </a:solidFill>
          <a:ln w="9525">
            <a:solidFill>
              <a:srgbClr val="7F9DB2"/>
            </a:solidFill>
            <a:prstDash val="solid"/>
          </a:ln>
        </p:spPr>
      </p:sp>
      <p:sp>
        <p:nvSpPr>
          <p:cNvPr id="92" name="other-skill-current-text"/>
          <p:cNvSpPr>
            <a:spLocks noGrp="1"/>
          </p:cNvSpPr>
          <p:nvPr/>
        </p:nvSpPr>
        <p:spPr>
          <a:xfrm>
            <a:off x="8477250" y="4552951"/>
            <a:ext cx="714375" cy="257175"/>
          </a:xfrm>
          <a:prstGeom prst="rect">
            <a:avLst/>
          </a:prstGeom>
          <a:noFill/>
          <a:ln w="0">
            <a:noFill/>
            <a:prstDash val="solid"/>
          </a:ln>
        </p:spPr>
        <p:txBody>
          <a:bodyPr wrap="none" lIns="0" tIns="0" rIns="0" bIns="0" anchor="ctr">
            <a:normAutofit fontScale="97452" lnSpcReduction="10000"/>
          </a:bodyPr>
          <a:lstStyle/>
          <a:p>
            <a:pPr algn="ctr">
              <a:defRPr sz="940" b="1">
                <a:solidFill>
                  <a:srgbClr val="252B31"/>
                </a:solidFill>
                <a:latin typeface="微软雅黑" panose="020B0503020204020204" charset="-122"/>
                <a:ea typeface="微软雅黑" panose="020B0503020204020204" charset="-122"/>
                <a:cs typeface="微软雅黑" panose="020B0503020204020204" charset="-122"/>
              </a:defRPr>
            </a:pPr>
            <a:r>
              <a:rPr sz="940" b="1">
                <a:solidFill>
                  <a:srgbClr val="252B31"/>
                </a:solidFill>
                <a:latin typeface="微软雅黑" panose="020B0503020204020204" charset="-122"/>
                <a:ea typeface="微软雅黑" panose="020B0503020204020204" charset="-122"/>
                <a:cs typeface="微软雅黑" panose="020B0503020204020204" charset="-122"/>
              </a:rPr>
              <a:t>Current</a:t>
            </a:r>
          </a:p>
          <a:p>
            <a:pPr algn="ctr">
              <a:defRPr sz="940" b="1">
                <a:solidFill>
                  <a:srgbClr val="252B31"/>
                </a:solidFill>
                <a:latin typeface="微软雅黑" panose="020B0503020204020204" charset="-122"/>
                <a:ea typeface="微软雅黑" panose="020B0503020204020204" charset="-122"/>
                <a:cs typeface="微软雅黑" panose="020B0503020204020204" charset="-122"/>
              </a:defRPr>
            </a:pPr>
            <a:r>
              <a:rPr sz="940" b="1">
                <a:solidFill>
                  <a:srgbClr val="252B31"/>
                </a:solidFill>
                <a:latin typeface="微软雅黑" panose="020B0503020204020204" charset="-122"/>
                <a:ea typeface="微软雅黑" panose="020B0503020204020204" charset="-122"/>
                <a:cs typeface="微软雅黑" panose="020B0503020204020204" charset="-122"/>
              </a:rPr>
              <a:t>Skill</a:t>
            </a:r>
          </a:p>
        </p:txBody>
      </p:sp>
      <p:sp>
        <p:nvSpPr>
          <p:cNvPr id="93" name="other-skill-middle-box"/>
          <p:cNvSpPr>
            <a:spLocks noGrp="1"/>
          </p:cNvSpPr>
          <p:nvPr/>
        </p:nvSpPr>
        <p:spPr>
          <a:xfrm>
            <a:off x="9515475" y="4533901"/>
            <a:ext cx="800100" cy="295275"/>
          </a:xfrm>
          <a:prstGeom prst="roundRect">
            <a:avLst>
              <a:gd name="adj" fmla="val 12903"/>
            </a:avLst>
          </a:prstGeom>
          <a:solidFill>
            <a:srgbClr val="F2F6F8"/>
          </a:solidFill>
          <a:ln w="9525">
            <a:solidFill>
              <a:srgbClr val="7F9DB2"/>
            </a:solidFill>
            <a:prstDash val="solid"/>
          </a:ln>
        </p:spPr>
      </p:sp>
      <p:sp>
        <p:nvSpPr>
          <p:cNvPr id="94" name="other-skill-middle-text"/>
          <p:cNvSpPr>
            <a:spLocks noGrp="1"/>
          </p:cNvSpPr>
          <p:nvPr/>
        </p:nvSpPr>
        <p:spPr>
          <a:xfrm>
            <a:off x="9553575" y="4552951"/>
            <a:ext cx="723900" cy="257175"/>
          </a:xfrm>
          <a:prstGeom prst="rect">
            <a:avLst/>
          </a:prstGeom>
          <a:noFill/>
          <a:ln w="0">
            <a:noFill/>
            <a:prstDash val="solid"/>
          </a:ln>
        </p:spPr>
        <p:txBody>
          <a:bodyPr wrap="none" lIns="0" tIns="0" rIns="0" bIns="0" anchor="ctr">
            <a:normAutofit fontScale="90792" lnSpcReduction="10000"/>
          </a:bodyPr>
          <a:lstStyle/>
          <a:p>
            <a:pPr algn="ctr">
              <a:defRPr sz="1015" b="1">
                <a:solidFill>
                  <a:srgbClr val="557A96"/>
                </a:solidFill>
                <a:latin typeface="微软雅黑" panose="020B0503020204020204" charset="-122"/>
                <a:ea typeface="微软雅黑" panose="020B0503020204020204" charset="-122"/>
                <a:cs typeface="微软雅黑" panose="020B0503020204020204" charset="-122"/>
              </a:defRPr>
            </a:pPr>
            <a:r>
              <a:rPr sz="1015" b="1">
                <a:solidFill>
                  <a:srgbClr val="557A96"/>
                </a:solidFill>
                <a:latin typeface="微软雅黑" panose="020B0503020204020204" charset="-122"/>
                <a:ea typeface="微软雅黑" panose="020B0503020204020204" charset="-122"/>
                <a:cs typeface="微软雅黑" panose="020B0503020204020204" charset="-122"/>
              </a:rPr>
              <a:t>Other</a:t>
            </a:r>
          </a:p>
          <a:p>
            <a:pPr algn="ctr">
              <a:defRPr sz="1015" b="1">
                <a:solidFill>
                  <a:srgbClr val="557A96"/>
                </a:solidFill>
                <a:latin typeface="微软雅黑" panose="020B0503020204020204" charset="-122"/>
                <a:ea typeface="微软雅黑" panose="020B0503020204020204" charset="-122"/>
                <a:cs typeface="微软雅黑" panose="020B0503020204020204" charset="-122"/>
              </a:defRPr>
            </a:pPr>
            <a:r>
              <a:rPr sz="1015" b="1">
                <a:solidFill>
                  <a:srgbClr val="557A96"/>
                </a:solidFill>
                <a:latin typeface="微软雅黑" panose="020B0503020204020204" charset="-122"/>
                <a:ea typeface="微软雅黑" panose="020B0503020204020204" charset="-122"/>
                <a:cs typeface="微软雅黑" panose="020B0503020204020204" charset="-122"/>
              </a:rPr>
              <a:t>Skill</a:t>
            </a:r>
          </a:p>
        </p:txBody>
      </p:sp>
      <p:sp>
        <p:nvSpPr>
          <p:cNvPr id="95" name="other-skill-result-box"/>
          <p:cNvSpPr>
            <a:spLocks noGrp="1"/>
          </p:cNvSpPr>
          <p:nvPr/>
        </p:nvSpPr>
        <p:spPr>
          <a:xfrm>
            <a:off x="10591800" y="4533901"/>
            <a:ext cx="685800" cy="295275"/>
          </a:xfrm>
          <a:prstGeom prst="roundRect">
            <a:avLst>
              <a:gd name="adj" fmla="val 12903"/>
            </a:avLst>
          </a:prstGeom>
          <a:solidFill>
            <a:srgbClr val="F7F9FA"/>
          </a:solidFill>
          <a:ln w="9525">
            <a:solidFill>
              <a:srgbClr val="7F9DB2"/>
            </a:solidFill>
            <a:prstDash val="solid"/>
          </a:ln>
        </p:spPr>
      </p:sp>
      <p:sp>
        <p:nvSpPr>
          <p:cNvPr id="96" name="other-skill-result-text"/>
          <p:cNvSpPr>
            <a:spLocks noGrp="1"/>
          </p:cNvSpPr>
          <p:nvPr/>
        </p:nvSpPr>
        <p:spPr>
          <a:xfrm>
            <a:off x="10629900" y="4552951"/>
            <a:ext cx="609600" cy="257175"/>
          </a:xfrm>
          <a:prstGeom prst="rect">
            <a:avLst/>
          </a:prstGeom>
          <a:noFill/>
          <a:ln w="0">
            <a:noFill/>
            <a:prstDash val="solid"/>
          </a:ln>
        </p:spPr>
        <p:txBody>
          <a:bodyPr wrap="none" lIns="0" tIns="0" rIns="0" bIns="0" anchor="ctr">
            <a:normAutofit/>
          </a:bodyPr>
          <a:lstStyle/>
          <a:p>
            <a:pPr algn="ctr">
              <a:defRPr sz="1015" b="1">
                <a:solidFill>
                  <a:srgbClr val="252B31"/>
                </a:solidFill>
                <a:latin typeface="微软雅黑" panose="020B0503020204020204" charset="-122"/>
                <a:ea typeface="微软雅黑" panose="020B0503020204020204" charset="-122"/>
                <a:cs typeface="微软雅黑" panose="020B0503020204020204" charset="-122"/>
              </a:defRPr>
            </a:pPr>
            <a:r>
              <a:rPr sz="1015" b="1">
                <a:solidFill>
                  <a:srgbClr val="252B31"/>
                </a:solidFill>
                <a:latin typeface="微软雅黑" panose="020B0503020204020204" charset="-122"/>
                <a:ea typeface="微软雅黑" panose="020B0503020204020204" charset="-122"/>
                <a:cs typeface="微软雅黑" panose="020B0503020204020204" charset="-122"/>
              </a:rPr>
              <a:t>Result</a:t>
            </a:r>
          </a:p>
        </p:txBody>
      </p:sp>
      <p:sp>
        <p:nvSpPr>
          <p:cNvPr id="97" name="other-skill-description"/>
          <p:cNvSpPr>
            <a:spLocks noGrp="1"/>
          </p:cNvSpPr>
          <p:nvPr/>
        </p:nvSpPr>
        <p:spPr>
          <a:xfrm>
            <a:off x="8420100" y="5044111"/>
            <a:ext cx="2952750" cy="209550"/>
          </a:xfrm>
          <a:prstGeom prst="rect">
            <a:avLst/>
          </a:prstGeom>
          <a:noFill/>
          <a:ln w="0">
            <a:noFill/>
            <a:prstDash val="solid"/>
          </a:ln>
        </p:spPr>
        <p:txBody>
          <a:bodyPr wrap="none" lIns="0" tIns="0" rIns="0" bIns="0" anchor="ctr">
            <a:normAutofit/>
          </a:bodyPr>
          <a:lstStyle/>
          <a:p>
            <a:pPr algn="ctr">
              <a:defRPr sz="1165" b="1">
                <a:solidFill>
                  <a:srgbClr val="414951"/>
                </a:solidFill>
                <a:latin typeface="微软雅黑" panose="020B0503020204020204" charset="-122"/>
                <a:ea typeface="微软雅黑" panose="020B0503020204020204" charset="-122"/>
                <a:cs typeface="微软雅黑" panose="020B0503020204020204" charset="-122"/>
              </a:defRPr>
            </a:pPr>
            <a:r>
              <a:rPr sz="1165" b="1" dirty="0" err="1">
                <a:solidFill>
                  <a:srgbClr val="414951"/>
                </a:solidFill>
                <a:latin typeface="微软雅黑" panose="020B0503020204020204" charset="-122"/>
                <a:ea typeface="微软雅黑" panose="020B0503020204020204" charset="-122"/>
                <a:cs typeface="微软雅黑" panose="020B0503020204020204" charset="-122"/>
              </a:rPr>
              <a:t>复用已独立封装的完整能力模块</a:t>
            </a:r>
            <a:endParaRPr sz="1165" b="1" dirty="0">
              <a:solidFill>
                <a:srgbClr val="414951"/>
              </a:solidFill>
              <a:latin typeface="微软雅黑" panose="020B0503020204020204" charset="-122"/>
              <a:ea typeface="微软雅黑" panose="020B0503020204020204" charset="-122"/>
              <a:cs typeface="微软雅黑" panose="020B0503020204020204" charset="-122"/>
            </a:endParaRPr>
          </a:p>
        </p:txBody>
      </p:sp>
      <p:sp>
        <p:nvSpPr>
          <p:cNvPr id="101" name="summary-band"/>
          <p:cNvSpPr>
            <a:spLocks noGrp="1"/>
          </p:cNvSpPr>
          <p:nvPr/>
        </p:nvSpPr>
        <p:spPr>
          <a:xfrm>
            <a:off x="609600" y="6000750"/>
            <a:ext cx="10972800" cy="609600"/>
          </a:xfrm>
          <a:prstGeom prst="rect">
            <a:avLst/>
          </a:prstGeom>
          <a:solidFill>
            <a:srgbClr val="F3F4F5"/>
          </a:solidFill>
          <a:ln w="0">
            <a:noFill/>
            <a:prstDash val="solid"/>
          </a:ln>
        </p:spPr>
      </p:sp>
      <p:sp>
        <p:nvSpPr>
          <p:cNvPr id="102" name="summary-accent"/>
          <p:cNvSpPr>
            <a:spLocks noGrp="1"/>
          </p:cNvSpPr>
          <p:nvPr/>
        </p:nvSpPr>
        <p:spPr>
          <a:xfrm>
            <a:off x="609600" y="6000750"/>
            <a:ext cx="38100" cy="609600"/>
          </a:xfrm>
          <a:prstGeom prst="rect">
            <a:avLst/>
          </a:prstGeom>
          <a:solidFill>
            <a:srgbClr val="557A96"/>
          </a:solidFill>
          <a:ln w="0">
            <a:noFill/>
            <a:prstDash val="solid"/>
          </a:ln>
        </p:spPr>
      </p:sp>
      <p:sp>
        <p:nvSpPr>
          <p:cNvPr id="103" name="summary-title"/>
          <p:cNvSpPr>
            <a:spLocks noGrp="1"/>
          </p:cNvSpPr>
          <p:nvPr/>
        </p:nvSpPr>
        <p:spPr>
          <a:xfrm>
            <a:off x="800100" y="6156876"/>
            <a:ext cx="2457450" cy="238125"/>
          </a:xfrm>
          <a:prstGeom prst="rect">
            <a:avLst/>
          </a:prstGeom>
          <a:noFill/>
          <a:ln w="0">
            <a:noFill/>
            <a:prstDash val="solid"/>
          </a:ln>
        </p:spPr>
        <p:txBody>
          <a:bodyPr wrap="none" lIns="0" tIns="0" rIns="0" bIns="0" anchor="ctr">
            <a:normAutofit/>
          </a:bodyPr>
          <a:lstStyle/>
          <a:p>
            <a:pPr algn="l">
              <a:defRPr sz="1425" b="1">
                <a:solidFill>
                  <a:srgbClr val="252B31"/>
                </a:solidFill>
                <a:latin typeface="微软雅黑" panose="020B0503020204020204" charset="-122"/>
                <a:ea typeface="微软雅黑" panose="020B0503020204020204" charset="-122"/>
                <a:cs typeface="微软雅黑" panose="020B0503020204020204" charset="-122"/>
              </a:defRPr>
            </a:pPr>
            <a:r>
              <a:rPr sz="1425" b="1" dirty="0" err="1">
                <a:solidFill>
                  <a:srgbClr val="252B31"/>
                </a:solidFill>
                <a:latin typeface="微软雅黑" panose="020B0503020204020204" charset="-122"/>
                <a:ea typeface="微软雅黑" panose="020B0503020204020204" charset="-122"/>
                <a:cs typeface="微软雅黑" panose="020B0503020204020204" charset="-122"/>
              </a:rPr>
              <a:t>按需组合，而不是固定模板</a:t>
            </a:r>
            <a:endParaRPr sz="1425" b="1" dirty="0">
              <a:solidFill>
                <a:srgbClr val="252B31"/>
              </a:solidFill>
              <a:latin typeface="微软雅黑" panose="020B0503020204020204" charset="-122"/>
              <a:ea typeface="微软雅黑" panose="020B0503020204020204" charset="-122"/>
              <a:cs typeface="微软雅黑" panose="020B0503020204020204" charset="-122"/>
            </a:endParaRPr>
          </a:p>
        </p:txBody>
      </p:sp>
      <p:sp>
        <p:nvSpPr>
          <p:cNvPr id="105" name="summary-body"/>
          <p:cNvSpPr>
            <a:spLocks noGrp="1"/>
          </p:cNvSpPr>
          <p:nvPr/>
        </p:nvSpPr>
        <p:spPr>
          <a:xfrm>
            <a:off x="3409950" y="6214028"/>
            <a:ext cx="7962900" cy="228600"/>
          </a:xfrm>
          <a:prstGeom prst="rect">
            <a:avLst/>
          </a:prstGeom>
          <a:noFill/>
          <a:ln w="0">
            <a:noFill/>
            <a:prstDash val="solid"/>
          </a:ln>
        </p:spPr>
        <p:txBody>
          <a:bodyPr wrap="none" lIns="0" tIns="0" rIns="0" bIns="0" anchor="ctr">
            <a:normAutofit/>
          </a:bodyPr>
          <a:lstStyle/>
          <a:p>
            <a:pPr algn="l">
              <a:defRPr sz="1240" b="1">
                <a:solidFill>
                  <a:srgbClr val="414951"/>
                </a:solidFill>
                <a:latin typeface="微软雅黑" panose="020B0503020204020204" charset="-122"/>
                <a:ea typeface="微软雅黑" panose="020B0503020204020204" charset="-122"/>
                <a:cs typeface="微软雅黑" panose="020B0503020204020204" charset="-122"/>
              </a:defRPr>
            </a:pPr>
            <a:r>
              <a:rPr sz="1240" b="1" dirty="0" err="1">
                <a:solidFill>
                  <a:srgbClr val="414951"/>
                </a:solidFill>
                <a:latin typeface="微软雅黑" panose="020B0503020204020204" charset="-122"/>
                <a:ea typeface="微软雅黑" panose="020B0503020204020204" charset="-122"/>
                <a:cs typeface="微软雅黑" panose="020B0503020204020204" charset="-122"/>
              </a:rPr>
              <a:t>Reference、Example、Script、Subagent、Other</a:t>
            </a:r>
            <a:r>
              <a:rPr sz="1240" b="1" dirty="0">
                <a:solidFill>
                  <a:srgbClr val="414951"/>
                </a:solidFill>
                <a:latin typeface="微软雅黑" panose="020B0503020204020204" charset="-122"/>
                <a:ea typeface="微软雅黑" panose="020B0503020204020204" charset="-122"/>
                <a:cs typeface="微软雅黑" panose="020B0503020204020204" charset="-122"/>
              </a:rPr>
              <a:t> Skill </a:t>
            </a:r>
            <a:r>
              <a:rPr sz="1240" b="1" dirty="0" err="1" smtClean="0">
                <a:solidFill>
                  <a:srgbClr val="414951"/>
                </a:solidFill>
                <a:latin typeface="微软雅黑" panose="020B0503020204020204" charset="-122"/>
                <a:ea typeface="微软雅黑" panose="020B0503020204020204" charset="-122"/>
                <a:cs typeface="微软雅黑" panose="020B0503020204020204" charset="-122"/>
              </a:rPr>
              <a:t>非强制</a:t>
            </a:r>
            <a:r>
              <a:rPr sz="1240" b="1" dirty="0" err="1">
                <a:solidFill>
                  <a:srgbClr val="414951"/>
                </a:solidFill>
                <a:latin typeface="微软雅黑" panose="020B0503020204020204" charset="-122"/>
                <a:ea typeface="微软雅黑" panose="020B0503020204020204" charset="-122"/>
                <a:cs typeface="微软雅黑" panose="020B0503020204020204" charset="-122"/>
              </a:rPr>
              <a:t>；只配置完成当前职责真正需要的部分</a:t>
            </a:r>
            <a:r>
              <a:rPr sz="1240" b="1" dirty="0">
                <a:solidFill>
                  <a:srgbClr val="414951"/>
                </a:solidFill>
                <a:latin typeface="微软雅黑" panose="020B0503020204020204" charset="-122"/>
                <a:ea typeface="微软雅黑" panose="020B0503020204020204" charset="-122"/>
                <a:cs typeface="微软雅黑" panose="020B0503020204020204" charset="-122"/>
              </a:rPr>
              <a:t>。</a:t>
            </a:r>
          </a:p>
        </p:txBody>
      </p:sp>
      <p:sp>
        <p:nvSpPr>
          <p:cNvPr id="108" name="s13-title-rule"/>
          <p:cNvSpPr>
            <a:spLocks noGrp="1"/>
          </p:cNvSpPr>
          <p:nvPr/>
        </p:nvSpPr>
        <p:spPr>
          <a:xfrm>
            <a:off x="247650" y="714375"/>
            <a:ext cx="11734800" cy="19050"/>
          </a:xfrm>
          <a:prstGeom prst="rect">
            <a:avLst/>
          </a:prstGeom>
          <a:solidFill>
            <a:srgbClr val="5B7188"/>
          </a:solidFill>
          <a:ln w="0">
            <a:solidFill>
              <a:srgbClr val="294A6D"/>
            </a:solidFill>
            <a:prstDash val="solid"/>
          </a:ln>
          <a:effectLst/>
        </p:spPr>
      </p:sp>
      <p:sp>
        <p:nvSpPr>
          <p:cNvPr id="109" name="slide-1-title"/>
          <p:cNvSpPr>
            <a:spLocks noGrp="1"/>
          </p:cNvSpPr>
          <p:nvPr/>
        </p:nvSpPr>
        <p:spPr>
          <a:xfrm>
            <a:off x="342900" y="223460"/>
            <a:ext cx="635000" cy="495300"/>
          </a:xfrm>
          <a:prstGeom prst="rect">
            <a:avLst/>
          </a:prstGeom>
          <a:noFill/>
          <a:ln w="0">
            <a:noFill/>
            <a:prstDash val="solid"/>
          </a:ln>
          <a:effectLst/>
        </p:spPr>
        <p:txBody>
          <a:bodyPr wrap="square" lIns="0" tIns="0" rIns="0" bIns="0" anchor="t">
            <a:noAutofit/>
          </a:bodyPr>
          <a:lstStyle/>
          <a:p>
            <a:pPr>
              <a:buNone/>
              <a:defRPr sz="3000" b="1">
                <a:solidFill>
                  <a:srgbClr val="072A67"/>
                </a:solidFill>
                <a:latin typeface="微软雅黑" panose="020B0503020204020204" charset="-122"/>
                <a:ea typeface="微软雅黑" panose="020B0503020204020204" charset="-122"/>
                <a:cs typeface="微软雅黑" panose="020B0503020204020204" charset="-122"/>
              </a:defRPr>
            </a:pPr>
            <a:r>
              <a:rPr lang="en-US" sz="3000" b="1" dirty="0" smtClean="0">
                <a:solidFill>
                  <a:srgbClr val="243B53"/>
                </a:solidFill>
                <a:latin typeface="Arial" panose="020B0604020202020204" pitchFamily="34" charset="0"/>
                <a:ea typeface="微软雅黑" panose="020B0503020204020204" charset="-122"/>
                <a:cs typeface="微软雅黑" panose="020B0503020204020204" charset="-122"/>
              </a:rPr>
              <a:t>1.4</a:t>
            </a:r>
            <a:endParaRPr sz="3000" b="1" dirty="0">
              <a:solidFill>
                <a:srgbClr val="243B53"/>
              </a:solidFill>
              <a:latin typeface="Arial" panose="020B0604020202020204" pitchFamily="34" charset="0"/>
              <a:ea typeface="微软雅黑" panose="020B0503020204020204" charset="-122"/>
              <a:cs typeface="微软雅黑" panose="020B0503020204020204" charset="-122"/>
            </a:endParaRPr>
          </a:p>
        </p:txBody>
      </p:sp>
      <p:sp>
        <p:nvSpPr>
          <p:cNvPr id="110" name="slide-7-page-number"/>
          <p:cNvSpPr>
            <a:spLocks noGrp="1"/>
          </p:cNvSpPr>
          <p:nvPr/>
        </p:nvSpPr>
        <p:spPr>
          <a:xfrm>
            <a:off x="11366500" y="317500"/>
            <a:ext cx="330200" cy="279400"/>
          </a:xfrm>
          <a:prstGeom prst="roundRect">
            <a:avLst>
              <a:gd name="adj" fmla="val 14706"/>
            </a:avLst>
          </a:prstGeom>
          <a:noFill/>
          <a:ln w="9525">
            <a:noFill/>
            <a:prstDash val="solid"/>
          </a:ln>
          <a:effectLst/>
          <a:extLst>
            <a:ext uri="{909E8E84-426E-40DD-AFC4-6F175D3DCCD1}">
              <a14:hiddenFill xmlns:a14="http://schemas.microsoft.com/office/drawing/2010/main">
                <a:solidFill>
                  <a:srgbClr val="294A6D"/>
                </a:solidFill>
              </a14:hiddenFill>
            </a:ext>
            <a:ext uri="{91240B29-F687-4F45-9708-019B960494DF}">
              <a14:hiddenLine xmlns:a14="http://schemas.microsoft.com/office/drawing/2010/main" w="9525">
                <a:solidFill>
                  <a:srgbClr val="294A6D"/>
                </a:solidFill>
                <a:prstDash val="solid"/>
              </a14:hiddenLine>
            </a:ext>
          </a:extLst>
        </p:spPr>
        <p:txBody>
          <a:bodyPr wrap="square" lIns="0" tIns="0" rIns="0" bIns="0" anchor="ctr">
            <a:noAutofit/>
          </a:bodyPr>
          <a:lstStyle/>
          <a:p>
            <a:pPr algn="ctr">
              <a:buNone/>
              <a:defRPr sz="1200" b="1">
                <a:solidFill>
                  <a:srgbClr val="FFFFFF"/>
                </a:solidFill>
                <a:latin typeface="微软雅黑" panose="020B0503020204020204" charset="-122"/>
                <a:ea typeface="微软雅黑" panose="020B0503020204020204" charset="-122"/>
                <a:cs typeface="微软雅黑" panose="020B0503020204020204" charset="-122"/>
              </a:defRPr>
            </a:pPr>
            <a:r>
              <a:rPr lang="en-US" sz="1200" b="1" dirty="0">
                <a:solidFill>
                  <a:srgbClr val="66737F"/>
                </a:solidFill>
                <a:latin typeface="Arial" panose="020B0604020202020204" pitchFamily="34" charset="0"/>
                <a:ea typeface="微软雅黑" panose="020B0503020204020204" charset="-122"/>
                <a:cs typeface="微软雅黑" panose="020B0503020204020204" charset="-122"/>
              </a:rPr>
              <a:t>4</a:t>
            </a:r>
          </a:p>
        </p:txBody>
      </p:sp>
    </p:spTree>
  </p:cSld>
  <p:clrMapOvr>
    <a:masterClrMapping/>
  </p:clrMapOvr>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title"/>
          <p:cNvSpPr>
            <a:spLocks noGrp="1"/>
          </p:cNvSpPr>
          <p:nvPr/>
        </p:nvSpPr>
        <p:spPr>
          <a:xfrm>
            <a:off x="1085850" y="172729"/>
            <a:ext cx="10572750" cy="533400"/>
          </a:xfrm>
          <a:prstGeom prst="rect">
            <a:avLst/>
          </a:prstGeom>
          <a:noFill/>
          <a:ln w="0">
            <a:noFill/>
            <a:prstDash val="solid"/>
          </a:ln>
        </p:spPr>
        <p:txBody>
          <a:bodyPr wrap="none" lIns="0" tIns="0" rIns="0" bIns="0" anchor="ctr">
            <a:normAutofit/>
          </a:bodyPr>
          <a:lstStyle/>
          <a:p>
            <a:pPr algn="l">
              <a:defRPr sz="2925" b="1">
                <a:solidFill>
                  <a:srgbClr val="252B31"/>
                </a:solidFill>
                <a:latin typeface="微软雅黑" panose="020B0503020204020204" charset="-122"/>
                <a:ea typeface="微软雅黑" panose="020B0503020204020204" charset="-122"/>
                <a:cs typeface="微软雅黑" panose="020B0503020204020204" charset="-122"/>
              </a:defRPr>
            </a:pPr>
            <a:r>
              <a:rPr sz="2700" b="1" dirty="0">
                <a:solidFill>
                  <a:srgbClr val="243B53"/>
                </a:solidFill>
                <a:latin typeface="Arial" panose="020B0604020202020204" pitchFamily="34" charset="0"/>
                <a:ea typeface="微软雅黑" panose="020B0503020204020204" charset="-122"/>
                <a:cs typeface="微软雅黑" panose="020B0503020204020204" charset="-122"/>
              </a:rPr>
              <a:t>Skill </a:t>
            </a:r>
            <a:r>
              <a:rPr sz="2700" b="1" dirty="0" err="1">
                <a:solidFill>
                  <a:srgbClr val="243B53"/>
                </a:solidFill>
                <a:latin typeface="Arial" panose="020B0604020202020204" pitchFamily="34" charset="0"/>
                <a:ea typeface="微软雅黑" panose="020B0503020204020204" charset="-122"/>
                <a:cs typeface="微软雅黑" panose="020B0503020204020204" charset="-122"/>
              </a:rPr>
              <a:t>开发流程</a:t>
            </a:r>
            <a:r>
              <a:rPr sz="2700" b="1" dirty="0">
                <a:solidFill>
                  <a:srgbClr val="243B53"/>
                </a:solidFill>
                <a:latin typeface="Arial" panose="020B0604020202020204" pitchFamily="34" charset="0"/>
                <a:ea typeface="微软雅黑" panose="020B0503020204020204" charset="-122"/>
                <a:cs typeface="微软雅黑" panose="020B0503020204020204" charset="-122"/>
              </a:rPr>
              <a:t>①</a:t>
            </a:r>
          </a:p>
        </p:txBody>
      </p:sp>
      <p:sp>
        <p:nvSpPr>
          <p:cNvPr id="3" name="subtitle-prefix"/>
          <p:cNvSpPr>
            <a:spLocks noGrp="1"/>
          </p:cNvSpPr>
          <p:nvPr/>
        </p:nvSpPr>
        <p:spPr>
          <a:xfrm>
            <a:off x="800100" y="752475"/>
            <a:ext cx="628650" cy="257175"/>
          </a:xfrm>
          <a:prstGeom prst="rect">
            <a:avLst/>
          </a:prstGeom>
          <a:noFill/>
          <a:ln w="0">
            <a:noFill/>
            <a:prstDash val="solid"/>
          </a:ln>
        </p:spPr>
        <p:txBody>
          <a:bodyPr wrap="none" lIns="0" tIns="0" rIns="0" bIns="0" anchor="ctr">
            <a:normAutofit/>
          </a:bodyPr>
          <a:lstStyle/>
          <a:p>
            <a:pPr algn="l">
              <a:defRPr sz="1390" b="0">
                <a:solidFill>
                  <a:srgbClr val="68727B"/>
                </a:solidFill>
                <a:latin typeface="微软雅黑" panose="020B0503020204020204" charset="-122"/>
                <a:ea typeface="微软雅黑" panose="020B0503020204020204" charset="-122"/>
                <a:cs typeface="微软雅黑" panose="020B0503020204020204" charset="-122"/>
              </a:defRPr>
            </a:pPr>
            <a:endParaRPr sz="1390" b="0" dirty="0">
              <a:solidFill>
                <a:srgbClr val="68727B"/>
              </a:solidFill>
              <a:latin typeface="微软雅黑" panose="020B0503020204020204" charset="-122"/>
              <a:ea typeface="微软雅黑" panose="020B0503020204020204" charset="-122"/>
              <a:cs typeface="微软雅黑" panose="020B0503020204020204" charset="-122"/>
            </a:endParaRPr>
          </a:p>
        </p:txBody>
      </p:sp>
      <p:sp>
        <p:nvSpPr>
          <p:cNvPr id="5" name="subtitle-suffix"/>
          <p:cNvSpPr>
            <a:spLocks noGrp="1"/>
          </p:cNvSpPr>
          <p:nvPr/>
        </p:nvSpPr>
        <p:spPr>
          <a:xfrm>
            <a:off x="3067050" y="752475"/>
            <a:ext cx="4000500" cy="257175"/>
          </a:xfrm>
          <a:prstGeom prst="rect">
            <a:avLst/>
          </a:prstGeom>
          <a:noFill/>
          <a:ln w="0">
            <a:noFill/>
            <a:prstDash val="solid"/>
          </a:ln>
        </p:spPr>
        <p:txBody>
          <a:bodyPr wrap="none" lIns="0" tIns="0" rIns="0" bIns="0" anchor="ctr">
            <a:normAutofit/>
          </a:bodyPr>
          <a:lstStyle/>
          <a:p>
            <a:pPr algn="l">
              <a:defRPr sz="1390" b="0">
                <a:solidFill>
                  <a:srgbClr val="68727B"/>
                </a:solidFill>
                <a:latin typeface="微软雅黑" panose="020B0503020204020204" charset="-122"/>
                <a:ea typeface="微软雅黑" panose="020B0503020204020204" charset="-122"/>
                <a:cs typeface="微软雅黑" panose="020B0503020204020204" charset="-122"/>
              </a:defRPr>
            </a:pPr>
            <a:endParaRPr sz="1390" b="0" dirty="0">
              <a:solidFill>
                <a:srgbClr val="68727B"/>
              </a:solidFill>
              <a:latin typeface="微软雅黑" panose="020B0503020204020204" charset="-122"/>
              <a:ea typeface="微软雅黑" panose="020B0503020204020204" charset="-122"/>
              <a:cs typeface="微软雅黑" panose="020B0503020204020204" charset="-122"/>
            </a:endParaRPr>
          </a:p>
        </p:txBody>
      </p:sp>
      <p:sp>
        <p:nvSpPr>
          <p:cNvPr id="7" name="what-how-line"/>
          <p:cNvSpPr>
            <a:spLocks noGrp="1"/>
          </p:cNvSpPr>
          <p:nvPr/>
        </p:nvSpPr>
        <p:spPr>
          <a:xfrm>
            <a:off x="2809875" y="1225412"/>
            <a:ext cx="2133600" cy="0"/>
          </a:xfrm>
          <a:prstGeom prst="line">
            <a:avLst/>
          </a:prstGeom>
          <a:noFill/>
          <a:ln w="12383">
            <a:solidFill>
              <a:srgbClr val="7F9DB2"/>
            </a:solidFill>
            <a:prstDash val="solid"/>
          </a:ln>
        </p:spPr>
      </p:sp>
      <p:sp>
        <p:nvSpPr>
          <p:cNvPr id="8" name="what-how-arrow"/>
          <p:cNvSpPr>
            <a:spLocks noGrp="1"/>
          </p:cNvSpPr>
          <p:nvPr/>
        </p:nvSpPr>
        <p:spPr>
          <a:xfrm rot="5400000">
            <a:off x="4905375" y="1187312"/>
            <a:ext cx="76200" cy="76200"/>
          </a:xfrm>
          <a:prstGeom prst="triangle">
            <a:avLst/>
          </a:prstGeom>
          <a:solidFill>
            <a:srgbClr val="557A96"/>
          </a:solidFill>
          <a:ln w="0">
            <a:solidFill>
              <a:srgbClr val="557A96"/>
            </a:solidFill>
            <a:prstDash val="solid"/>
          </a:ln>
        </p:spPr>
      </p:sp>
      <p:sp>
        <p:nvSpPr>
          <p:cNvPr id="9" name="how-who-line"/>
          <p:cNvSpPr>
            <a:spLocks noGrp="1"/>
          </p:cNvSpPr>
          <p:nvPr/>
        </p:nvSpPr>
        <p:spPr>
          <a:xfrm>
            <a:off x="6962775" y="1225412"/>
            <a:ext cx="1971675" cy="0"/>
          </a:xfrm>
          <a:prstGeom prst="line">
            <a:avLst/>
          </a:prstGeom>
          <a:noFill/>
          <a:ln w="12383">
            <a:solidFill>
              <a:srgbClr val="7F9DB2"/>
            </a:solidFill>
            <a:prstDash val="solid"/>
          </a:ln>
        </p:spPr>
      </p:sp>
      <p:sp>
        <p:nvSpPr>
          <p:cNvPr id="10" name="how-who-arrow"/>
          <p:cNvSpPr>
            <a:spLocks noGrp="1"/>
          </p:cNvSpPr>
          <p:nvPr/>
        </p:nvSpPr>
        <p:spPr>
          <a:xfrm rot="5400000">
            <a:off x="8896350" y="1187312"/>
            <a:ext cx="76200" cy="76200"/>
          </a:xfrm>
          <a:prstGeom prst="triangle">
            <a:avLst/>
          </a:prstGeom>
          <a:solidFill>
            <a:srgbClr val="557A96"/>
          </a:solidFill>
          <a:ln w="0">
            <a:solidFill>
              <a:srgbClr val="557A96"/>
            </a:solidFill>
            <a:prstDash val="solid"/>
          </a:ln>
        </p:spPr>
      </p:sp>
      <p:sp>
        <p:nvSpPr>
          <p:cNvPr id="11" name="what-how-label"/>
          <p:cNvSpPr>
            <a:spLocks noGrp="1"/>
          </p:cNvSpPr>
          <p:nvPr/>
        </p:nvSpPr>
        <p:spPr>
          <a:xfrm>
            <a:off x="3267075" y="977762"/>
            <a:ext cx="1238250" cy="190500"/>
          </a:xfrm>
          <a:prstGeom prst="rect">
            <a:avLst/>
          </a:prstGeom>
          <a:noFill/>
          <a:ln w="0">
            <a:noFill/>
            <a:prstDash val="solid"/>
          </a:ln>
        </p:spPr>
        <p:txBody>
          <a:bodyPr wrap="none" lIns="0" tIns="0" rIns="0" bIns="0" anchor="ctr">
            <a:normAutofit/>
          </a:bodyPr>
          <a:lstStyle/>
          <a:p>
            <a:pPr algn="ctr">
              <a:defRPr sz="1015" b="0">
                <a:solidFill>
                  <a:srgbClr val="68727B"/>
                </a:solidFill>
                <a:latin typeface="微软雅黑" panose="020B0503020204020204" charset="-122"/>
                <a:ea typeface="微软雅黑" panose="020B0503020204020204" charset="-122"/>
                <a:cs typeface="微软雅黑" panose="020B0503020204020204" charset="-122"/>
              </a:defRPr>
            </a:pPr>
            <a:r>
              <a:rPr sz="1015" b="0">
                <a:solidFill>
                  <a:srgbClr val="68727B"/>
                </a:solidFill>
                <a:latin typeface="微软雅黑" panose="020B0503020204020204" charset="-122"/>
                <a:ea typeface="微软雅黑" panose="020B0503020204020204" charset="-122"/>
                <a:cs typeface="微软雅黑" panose="020B0503020204020204" charset="-122"/>
              </a:rPr>
              <a:t>得到目标与边界</a:t>
            </a:r>
          </a:p>
        </p:txBody>
      </p:sp>
      <p:sp>
        <p:nvSpPr>
          <p:cNvPr id="12" name="how-who-label"/>
          <p:cNvSpPr>
            <a:spLocks noGrp="1"/>
          </p:cNvSpPr>
          <p:nvPr/>
        </p:nvSpPr>
        <p:spPr>
          <a:xfrm>
            <a:off x="7334250" y="977762"/>
            <a:ext cx="1276350" cy="190500"/>
          </a:xfrm>
          <a:prstGeom prst="rect">
            <a:avLst/>
          </a:prstGeom>
          <a:noFill/>
          <a:ln w="0">
            <a:noFill/>
            <a:prstDash val="solid"/>
          </a:ln>
        </p:spPr>
        <p:txBody>
          <a:bodyPr wrap="none" lIns="0" tIns="0" rIns="0" bIns="0" anchor="ctr">
            <a:normAutofit/>
          </a:bodyPr>
          <a:lstStyle/>
          <a:p>
            <a:pPr algn="ctr">
              <a:defRPr sz="1015" b="0">
                <a:solidFill>
                  <a:srgbClr val="68727B"/>
                </a:solidFill>
                <a:latin typeface="微软雅黑" panose="020B0503020204020204" charset="-122"/>
                <a:ea typeface="微软雅黑" panose="020B0503020204020204" charset="-122"/>
                <a:cs typeface="微软雅黑" panose="020B0503020204020204" charset="-122"/>
              </a:defRPr>
            </a:pPr>
            <a:r>
              <a:rPr lang="zh-CN" altLang="en-US" sz="1015" dirty="0">
                <a:solidFill>
                  <a:srgbClr val="68727B"/>
                </a:solidFill>
                <a:latin typeface="微软雅黑" panose="020B0503020204020204" charset="-122"/>
                <a:ea typeface="微软雅黑" panose="020B0503020204020204" charset="-122"/>
                <a:cs typeface="微软雅黑" panose="020B0503020204020204" charset="-122"/>
              </a:rPr>
              <a:t>划分</a:t>
            </a:r>
            <a:r>
              <a:rPr sz="1015" b="0" dirty="0" smtClean="0">
                <a:solidFill>
                  <a:srgbClr val="68727B"/>
                </a:solidFill>
                <a:latin typeface="微软雅黑" panose="020B0503020204020204" charset="-122"/>
                <a:ea typeface="微软雅黑" panose="020B0503020204020204" charset="-122"/>
                <a:cs typeface="微软雅黑" panose="020B0503020204020204" charset="-122"/>
              </a:rPr>
              <a:t>Stage </a:t>
            </a:r>
            <a:r>
              <a:rPr sz="1015" b="0" dirty="0" err="1">
                <a:solidFill>
                  <a:srgbClr val="68727B"/>
                </a:solidFill>
                <a:latin typeface="微软雅黑" panose="020B0503020204020204" charset="-122"/>
                <a:ea typeface="微软雅黑" panose="020B0503020204020204" charset="-122"/>
                <a:cs typeface="微软雅黑" panose="020B0503020204020204" charset="-122"/>
              </a:rPr>
              <a:t>与交接</a:t>
            </a:r>
            <a:endParaRPr sz="1015" b="0" dirty="0">
              <a:solidFill>
                <a:srgbClr val="68727B"/>
              </a:solidFill>
              <a:latin typeface="微软雅黑" panose="020B0503020204020204" charset="-122"/>
              <a:ea typeface="微软雅黑" panose="020B0503020204020204" charset="-122"/>
              <a:cs typeface="微软雅黑" panose="020B0503020204020204" charset="-122"/>
            </a:endParaRPr>
          </a:p>
        </p:txBody>
      </p:sp>
      <p:sp>
        <p:nvSpPr>
          <p:cNvPr id="13" name="what-en"/>
          <p:cNvSpPr>
            <a:spLocks noGrp="1"/>
          </p:cNvSpPr>
          <p:nvPr/>
        </p:nvSpPr>
        <p:spPr>
          <a:xfrm>
            <a:off x="1552575" y="958712"/>
            <a:ext cx="1238250" cy="171450"/>
          </a:xfrm>
          <a:prstGeom prst="rect">
            <a:avLst/>
          </a:prstGeom>
          <a:noFill/>
          <a:ln w="0">
            <a:noFill/>
            <a:prstDash val="solid"/>
          </a:ln>
        </p:spPr>
        <p:txBody>
          <a:bodyPr wrap="none" lIns="0" tIns="0" rIns="0" bIns="0" anchor="ctr">
            <a:normAutofit/>
          </a:bodyPr>
          <a:lstStyle/>
          <a:p>
            <a:pPr algn="ctr">
              <a:defRPr sz="975" b="1">
                <a:solidFill>
                  <a:srgbClr val="557A96"/>
                </a:solidFill>
                <a:latin typeface="微软雅黑" panose="020B0503020204020204" charset="-122"/>
                <a:ea typeface="微软雅黑" panose="020B0503020204020204" charset="-122"/>
                <a:cs typeface="微软雅黑" panose="020B0503020204020204" charset="-122"/>
              </a:defRPr>
            </a:pPr>
            <a:r>
              <a:rPr sz="975" b="1">
                <a:solidFill>
                  <a:srgbClr val="557A96"/>
                </a:solidFill>
                <a:latin typeface="微软雅黑" panose="020B0503020204020204" charset="-122"/>
                <a:ea typeface="微软雅黑" panose="020B0503020204020204" charset="-122"/>
                <a:cs typeface="微软雅黑" panose="020B0503020204020204" charset="-122"/>
              </a:rPr>
              <a:t>WHAT</a:t>
            </a:r>
          </a:p>
        </p:txBody>
      </p:sp>
      <p:sp>
        <p:nvSpPr>
          <p:cNvPr id="14" name="what-cn"/>
          <p:cNvSpPr>
            <a:spLocks noGrp="1"/>
          </p:cNvSpPr>
          <p:nvPr/>
        </p:nvSpPr>
        <p:spPr>
          <a:xfrm>
            <a:off x="1552575" y="1130162"/>
            <a:ext cx="1238250" cy="257175"/>
          </a:xfrm>
          <a:prstGeom prst="rect">
            <a:avLst/>
          </a:prstGeom>
          <a:noFill/>
          <a:ln w="0">
            <a:noFill/>
            <a:prstDash val="solid"/>
          </a:ln>
        </p:spPr>
        <p:txBody>
          <a:bodyPr wrap="none" lIns="0" tIns="0" rIns="0" bIns="0" anchor="ctr">
            <a:normAutofit/>
          </a:bodyPr>
          <a:lstStyle/>
          <a:p>
            <a:pPr algn="ctr">
              <a:defRPr sz="1350" b="1">
                <a:solidFill>
                  <a:srgbClr val="252B31"/>
                </a:solidFill>
                <a:latin typeface="微软雅黑" panose="020B0503020204020204" charset="-122"/>
                <a:ea typeface="微软雅黑" panose="020B0503020204020204" charset="-122"/>
                <a:cs typeface="微软雅黑" panose="020B0503020204020204" charset="-122"/>
              </a:defRPr>
            </a:pPr>
            <a:r>
              <a:rPr sz="1350" b="1">
                <a:solidFill>
                  <a:srgbClr val="252B31"/>
                </a:solidFill>
                <a:latin typeface="微软雅黑" panose="020B0503020204020204" charset="-122"/>
                <a:ea typeface="微软雅黑" panose="020B0503020204020204" charset="-122"/>
                <a:cs typeface="微软雅黑" panose="020B0503020204020204" charset="-122"/>
              </a:rPr>
              <a:t>做什么</a:t>
            </a:r>
          </a:p>
        </p:txBody>
      </p:sp>
      <p:sp>
        <p:nvSpPr>
          <p:cNvPr id="15" name="how-en"/>
          <p:cNvSpPr>
            <a:spLocks noGrp="1"/>
          </p:cNvSpPr>
          <p:nvPr/>
        </p:nvSpPr>
        <p:spPr>
          <a:xfrm>
            <a:off x="5381625" y="958712"/>
            <a:ext cx="1238250" cy="171450"/>
          </a:xfrm>
          <a:prstGeom prst="rect">
            <a:avLst/>
          </a:prstGeom>
          <a:noFill/>
          <a:ln w="0">
            <a:noFill/>
            <a:prstDash val="solid"/>
          </a:ln>
        </p:spPr>
        <p:txBody>
          <a:bodyPr wrap="none" lIns="0" tIns="0" rIns="0" bIns="0" anchor="ctr">
            <a:normAutofit/>
          </a:bodyPr>
          <a:lstStyle/>
          <a:p>
            <a:pPr algn="ctr">
              <a:defRPr sz="975" b="1">
                <a:solidFill>
                  <a:srgbClr val="557A96"/>
                </a:solidFill>
                <a:latin typeface="微软雅黑" panose="020B0503020204020204" charset="-122"/>
                <a:ea typeface="微软雅黑" panose="020B0503020204020204" charset="-122"/>
                <a:cs typeface="微软雅黑" panose="020B0503020204020204" charset="-122"/>
              </a:defRPr>
            </a:pPr>
            <a:r>
              <a:rPr sz="975" b="1">
                <a:solidFill>
                  <a:srgbClr val="557A96"/>
                </a:solidFill>
                <a:latin typeface="微软雅黑" panose="020B0503020204020204" charset="-122"/>
                <a:ea typeface="微软雅黑" panose="020B0503020204020204" charset="-122"/>
                <a:cs typeface="微软雅黑" panose="020B0503020204020204" charset="-122"/>
              </a:rPr>
              <a:t>HOW</a:t>
            </a:r>
          </a:p>
        </p:txBody>
      </p:sp>
      <p:sp>
        <p:nvSpPr>
          <p:cNvPr id="16" name="how-cn"/>
          <p:cNvSpPr>
            <a:spLocks noGrp="1"/>
          </p:cNvSpPr>
          <p:nvPr/>
        </p:nvSpPr>
        <p:spPr>
          <a:xfrm>
            <a:off x="5381625" y="1130162"/>
            <a:ext cx="1238250" cy="257175"/>
          </a:xfrm>
          <a:prstGeom prst="rect">
            <a:avLst/>
          </a:prstGeom>
          <a:noFill/>
          <a:ln w="0">
            <a:noFill/>
            <a:prstDash val="solid"/>
          </a:ln>
        </p:spPr>
        <p:txBody>
          <a:bodyPr wrap="none" lIns="0" tIns="0" rIns="0" bIns="0" anchor="ctr">
            <a:normAutofit/>
          </a:bodyPr>
          <a:lstStyle/>
          <a:p>
            <a:pPr algn="ctr">
              <a:defRPr sz="1350" b="1">
                <a:solidFill>
                  <a:srgbClr val="252B31"/>
                </a:solidFill>
                <a:latin typeface="微软雅黑" panose="020B0503020204020204" charset="-122"/>
                <a:ea typeface="微软雅黑" panose="020B0503020204020204" charset="-122"/>
                <a:cs typeface="微软雅黑" panose="020B0503020204020204" charset="-122"/>
              </a:defRPr>
            </a:pPr>
            <a:r>
              <a:rPr sz="1350" b="1">
                <a:solidFill>
                  <a:srgbClr val="252B31"/>
                </a:solidFill>
                <a:latin typeface="微软雅黑" panose="020B0503020204020204" charset="-122"/>
                <a:ea typeface="微软雅黑" panose="020B0503020204020204" charset="-122"/>
                <a:cs typeface="微软雅黑" panose="020B0503020204020204" charset="-122"/>
              </a:rPr>
              <a:t>怎么做</a:t>
            </a:r>
          </a:p>
        </p:txBody>
      </p:sp>
      <p:sp>
        <p:nvSpPr>
          <p:cNvPr id="17" name="who-en"/>
          <p:cNvSpPr>
            <a:spLocks noGrp="1"/>
          </p:cNvSpPr>
          <p:nvPr/>
        </p:nvSpPr>
        <p:spPr>
          <a:xfrm>
            <a:off x="9191625" y="958712"/>
            <a:ext cx="1238250" cy="171450"/>
          </a:xfrm>
          <a:prstGeom prst="rect">
            <a:avLst/>
          </a:prstGeom>
          <a:noFill/>
          <a:ln w="0">
            <a:noFill/>
            <a:prstDash val="solid"/>
          </a:ln>
        </p:spPr>
        <p:txBody>
          <a:bodyPr wrap="none" lIns="0" tIns="0" rIns="0" bIns="0" anchor="ctr">
            <a:normAutofit/>
          </a:bodyPr>
          <a:lstStyle/>
          <a:p>
            <a:pPr algn="ctr">
              <a:defRPr sz="975" b="1">
                <a:solidFill>
                  <a:srgbClr val="557A96"/>
                </a:solidFill>
                <a:latin typeface="微软雅黑" panose="020B0503020204020204" charset="-122"/>
                <a:ea typeface="微软雅黑" panose="020B0503020204020204" charset="-122"/>
                <a:cs typeface="微软雅黑" panose="020B0503020204020204" charset="-122"/>
              </a:defRPr>
            </a:pPr>
            <a:r>
              <a:rPr sz="975" b="1">
                <a:solidFill>
                  <a:srgbClr val="557A96"/>
                </a:solidFill>
                <a:latin typeface="微软雅黑" panose="020B0503020204020204" charset="-122"/>
                <a:ea typeface="微软雅黑" panose="020B0503020204020204" charset="-122"/>
                <a:cs typeface="微软雅黑" panose="020B0503020204020204" charset="-122"/>
              </a:rPr>
              <a:t>WHO</a:t>
            </a:r>
          </a:p>
        </p:txBody>
      </p:sp>
      <p:sp>
        <p:nvSpPr>
          <p:cNvPr id="18" name="who-cn"/>
          <p:cNvSpPr>
            <a:spLocks noGrp="1"/>
          </p:cNvSpPr>
          <p:nvPr/>
        </p:nvSpPr>
        <p:spPr>
          <a:xfrm>
            <a:off x="9191625" y="1130162"/>
            <a:ext cx="1238250" cy="257175"/>
          </a:xfrm>
          <a:prstGeom prst="rect">
            <a:avLst/>
          </a:prstGeom>
          <a:noFill/>
          <a:ln w="0">
            <a:noFill/>
            <a:prstDash val="solid"/>
          </a:ln>
        </p:spPr>
        <p:txBody>
          <a:bodyPr wrap="none" lIns="0" tIns="0" rIns="0" bIns="0" anchor="ctr">
            <a:normAutofit/>
          </a:bodyPr>
          <a:lstStyle/>
          <a:p>
            <a:pPr algn="ctr">
              <a:defRPr sz="1350" b="1">
                <a:solidFill>
                  <a:srgbClr val="252B31"/>
                </a:solidFill>
                <a:latin typeface="微软雅黑" panose="020B0503020204020204" charset="-122"/>
                <a:ea typeface="微软雅黑" panose="020B0503020204020204" charset="-122"/>
                <a:cs typeface="微软雅黑" panose="020B0503020204020204" charset="-122"/>
              </a:defRPr>
            </a:pPr>
            <a:r>
              <a:rPr sz="1350" b="1">
                <a:solidFill>
                  <a:srgbClr val="252B31"/>
                </a:solidFill>
                <a:latin typeface="微软雅黑" panose="020B0503020204020204" charset="-122"/>
                <a:ea typeface="微软雅黑" panose="020B0503020204020204" charset="-122"/>
                <a:cs typeface="微软雅黑" panose="020B0503020204020204" charset="-122"/>
              </a:rPr>
              <a:t>谁来做</a:t>
            </a:r>
          </a:p>
        </p:txBody>
      </p:sp>
      <p:sp>
        <p:nvSpPr>
          <p:cNvPr id="19" name="define-frame"/>
          <p:cNvSpPr>
            <a:spLocks noGrp="1"/>
          </p:cNvSpPr>
          <p:nvPr/>
        </p:nvSpPr>
        <p:spPr>
          <a:xfrm>
            <a:off x="609600" y="1828800"/>
            <a:ext cx="3333750" cy="3981450"/>
          </a:xfrm>
          <a:prstGeom prst="roundRect">
            <a:avLst>
              <a:gd name="adj" fmla="val 1429"/>
            </a:avLst>
          </a:prstGeom>
          <a:solidFill>
            <a:srgbClr val="FFFFFF"/>
          </a:solidFill>
          <a:ln w="9525">
            <a:solidFill>
              <a:srgbClr val="D8DEE3"/>
            </a:solidFill>
            <a:prstDash val="solid"/>
          </a:ln>
        </p:spPr>
      </p:sp>
      <p:sp>
        <p:nvSpPr>
          <p:cNvPr id="20" name="define-accent"/>
          <p:cNvSpPr>
            <a:spLocks noGrp="1"/>
          </p:cNvSpPr>
          <p:nvPr/>
        </p:nvSpPr>
        <p:spPr>
          <a:xfrm>
            <a:off x="609600" y="1828800"/>
            <a:ext cx="3333750" cy="28575"/>
          </a:xfrm>
          <a:prstGeom prst="rect">
            <a:avLst/>
          </a:prstGeom>
          <a:solidFill>
            <a:srgbClr val="557A96"/>
          </a:solidFill>
          <a:ln w="0">
            <a:noFill/>
            <a:prstDash val="solid"/>
          </a:ln>
        </p:spPr>
      </p:sp>
      <p:sp>
        <p:nvSpPr>
          <p:cNvPr id="21" name="define-number"/>
          <p:cNvSpPr>
            <a:spLocks noGrp="1"/>
          </p:cNvSpPr>
          <p:nvPr/>
        </p:nvSpPr>
        <p:spPr>
          <a:xfrm>
            <a:off x="762000" y="1924050"/>
            <a:ext cx="323850" cy="238125"/>
          </a:xfrm>
          <a:prstGeom prst="rect">
            <a:avLst/>
          </a:prstGeom>
          <a:noFill/>
          <a:ln w="0">
            <a:noFill/>
            <a:prstDash val="solid"/>
          </a:ln>
        </p:spPr>
        <p:txBody>
          <a:bodyPr wrap="none" lIns="0" tIns="0" rIns="0" bIns="0" anchor="ctr">
            <a:normAutofit/>
          </a:bodyPr>
          <a:lstStyle/>
          <a:p>
            <a:pPr algn="l">
              <a:defRPr sz="1350" b="1">
                <a:solidFill>
                  <a:srgbClr val="557A96"/>
                </a:solidFill>
                <a:latin typeface="微软雅黑" panose="020B0503020204020204" charset="-122"/>
                <a:ea typeface="微软雅黑" panose="020B0503020204020204" charset="-122"/>
                <a:cs typeface="微软雅黑" panose="020B0503020204020204" charset="-122"/>
              </a:defRPr>
            </a:pPr>
            <a:r>
              <a:rPr sz="1350" b="1">
                <a:solidFill>
                  <a:srgbClr val="557A96"/>
                </a:solidFill>
                <a:latin typeface="微软雅黑" panose="020B0503020204020204" charset="-122"/>
                <a:ea typeface="微软雅黑" panose="020B0503020204020204" charset="-122"/>
                <a:cs typeface="微软雅黑" panose="020B0503020204020204" charset="-122"/>
              </a:rPr>
              <a:t>01</a:t>
            </a:r>
          </a:p>
        </p:txBody>
      </p:sp>
      <p:sp>
        <p:nvSpPr>
          <p:cNvPr id="22" name="define-title"/>
          <p:cNvSpPr>
            <a:spLocks noGrp="1"/>
          </p:cNvSpPr>
          <p:nvPr/>
        </p:nvSpPr>
        <p:spPr>
          <a:xfrm>
            <a:off x="1162050" y="1905000"/>
            <a:ext cx="2628900" cy="276225"/>
          </a:xfrm>
          <a:prstGeom prst="rect">
            <a:avLst/>
          </a:prstGeom>
          <a:noFill/>
          <a:ln w="0">
            <a:noFill/>
            <a:prstDash val="solid"/>
          </a:ln>
        </p:spPr>
        <p:txBody>
          <a:bodyPr wrap="none" lIns="0" tIns="0" rIns="0" bIns="0" anchor="ctr">
            <a:normAutofit/>
          </a:bodyPr>
          <a:lstStyle/>
          <a:p>
            <a:pPr algn="l">
              <a:defRPr sz="1650" b="1">
                <a:solidFill>
                  <a:srgbClr val="252B31"/>
                </a:solidFill>
                <a:latin typeface="微软雅黑" panose="020B0503020204020204" charset="-122"/>
                <a:ea typeface="微软雅黑" panose="020B0503020204020204" charset="-122"/>
                <a:cs typeface="微软雅黑" panose="020B0503020204020204" charset="-122"/>
              </a:defRPr>
            </a:pPr>
            <a:r>
              <a:rPr sz="1650" b="1">
                <a:solidFill>
                  <a:srgbClr val="252B31"/>
                </a:solidFill>
                <a:latin typeface="微软雅黑" panose="020B0503020204020204" charset="-122"/>
                <a:ea typeface="微软雅黑" panose="020B0503020204020204" charset="-122"/>
                <a:cs typeface="微软雅黑" panose="020B0503020204020204" charset="-122"/>
              </a:rPr>
              <a:t>定义任务</a:t>
            </a:r>
          </a:p>
        </p:txBody>
      </p:sp>
      <p:sp>
        <p:nvSpPr>
          <p:cNvPr id="23" name="define-subtitle"/>
          <p:cNvSpPr>
            <a:spLocks noGrp="1"/>
          </p:cNvSpPr>
          <p:nvPr/>
        </p:nvSpPr>
        <p:spPr>
          <a:xfrm>
            <a:off x="762000" y="2209800"/>
            <a:ext cx="3028950" cy="219075"/>
          </a:xfrm>
          <a:prstGeom prst="rect">
            <a:avLst/>
          </a:prstGeom>
          <a:noFill/>
          <a:ln w="0">
            <a:noFill/>
            <a:prstDash val="solid"/>
          </a:ln>
        </p:spPr>
        <p:txBody>
          <a:bodyPr wrap="none" lIns="0" tIns="0" rIns="0" bIns="0" anchor="ctr">
            <a:normAutofit/>
          </a:bodyPr>
          <a:lstStyle/>
          <a:p>
            <a:pPr algn="l">
              <a:defRPr sz="1200" b="1">
                <a:solidFill>
                  <a:srgbClr val="557A96"/>
                </a:solidFill>
                <a:latin typeface="微软雅黑" panose="020B0503020204020204" charset="-122"/>
                <a:ea typeface="微软雅黑" panose="020B0503020204020204" charset="-122"/>
                <a:cs typeface="微软雅黑" panose="020B0503020204020204" charset="-122"/>
              </a:defRPr>
            </a:pPr>
            <a:r>
              <a:rPr sz="1200" b="1">
                <a:solidFill>
                  <a:srgbClr val="557A96"/>
                </a:solidFill>
                <a:latin typeface="微软雅黑" panose="020B0503020204020204" charset="-122"/>
                <a:ea typeface="微软雅黑" panose="020B0503020204020204" charset="-122"/>
                <a:cs typeface="微软雅黑" panose="020B0503020204020204" charset="-122"/>
              </a:rPr>
              <a:t>先明确“做什么”</a:t>
            </a:r>
          </a:p>
        </p:txBody>
      </p:sp>
      <p:sp>
        <p:nvSpPr>
          <p:cNvPr id="24" name="define-header-line"/>
          <p:cNvSpPr>
            <a:spLocks noGrp="1"/>
          </p:cNvSpPr>
          <p:nvPr/>
        </p:nvSpPr>
        <p:spPr>
          <a:xfrm>
            <a:off x="762000" y="2486025"/>
            <a:ext cx="3028950" cy="0"/>
          </a:xfrm>
          <a:prstGeom prst="line">
            <a:avLst/>
          </a:prstGeom>
          <a:noFill/>
          <a:ln w="9525">
            <a:solidFill>
              <a:srgbClr val="D8DEE3"/>
            </a:solidFill>
            <a:prstDash val="solid"/>
          </a:ln>
        </p:spPr>
      </p:sp>
      <p:sp>
        <p:nvSpPr>
          <p:cNvPr id="25" name="workflow-frame"/>
          <p:cNvSpPr>
            <a:spLocks noGrp="1"/>
          </p:cNvSpPr>
          <p:nvPr/>
        </p:nvSpPr>
        <p:spPr>
          <a:xfrm>
            <a:off x="4200525" y="1828800"/>
            <a:ext cx="3781425" cy="3981450"/>
          </a:xfrm>
          <a:prstGeom prst="roundRect">
            <a:avLst>
              <a:gd name="adj" fmla="val 1259"/>
            </a:avLst>
          </a:prstGeom>
          <a:solidFill>
            <a:srgbClr val="FFFFFF"/>
          </a:solidFill>
          <a:ln w="9525">
            <a:solidFill>
              <a:srgbClr val="D8DEE3"/>
            </a:solidFill>
            <a:prstDash val="solid"/>
          </a:ln>
        </p:spPr>
      </p:sp>
      <p:sp>
        <p:nvSpPr>
          <p:cNvPr id="26" name="workflow-accent"/>
          <p:cNvSpPr>
            <a:spLocks noGrp="1"/>
          </p:cNvSpPr>
          <p:nvPr/>
        </p:nvSpPr>
        <p:spPr>
          <a:xfrm>
            <a:off x="4200525" y="1828800"/>
            <a:ext cx="3781425" cy="28575"/>
          </a:xfrm>
          <a:prstGeom prst="rect">
            <a:avLst/>
          </a:prstGeom>
          <a:solidFill>
            <a:srgbClr val="557A96"/>
          </a:solidFill>
          <a:ln w="0">
            <a:noFill/>
            <a:prstDash val="solid"/>
          </a:ln>
        </p:spPr>
      </p:sp>
      <p:sp>
        <p:nvSpPr>
          <p:cNvPr id="27" name="workflow-number"/>
          <p:cNvSpPr>
            <a:spLocks noGrp="1"/>
          </p:cNvSpPr>
          <p:nvPr/>
        </p:nvSpPr>
        <p:spPr>
          <a:xfrm>
            <a:off x="4352925" y="1924050"/>
            <a:ext cx="323850" cy="238125"/>
          </a:xfrm>
          <a:prstGeom prst="rect">
            <a:avLst/>
          </a:prstGeom>
          <a:noFill/>
          <a:ln w="0">
            <a:noFill/>
            <a:prstDash val="solid"/>
          </a:ln>
        </p:spPr>
        <p:txBody>
          <a:bodyPr wrap="none" lIns="0" tIns="0" rIns="0" bIns="0" anchor="ctr">
            <a:normAutofit/>
          </a:bodyPr>
          <a:lstStyle/>
          <a:p>
            <a:pPr algn="l">
              <a:defRPr sz="1350" b="1">
                <a:solidFill>
                  <a:srgbClr val="557A96"/>
                </a:solidFill>
                <a:latin typeface="微软雅黑" panose="020B0503020204020204" charset="-122"/>
                <a:ea typeface="微软雅黑" panose="020B0503020204020204" charset="-122"/>
                <a:cs typeface="微软雅黑" panose="020B0503020204020204" charset="-122"/>
              </a:defRPr>
            </a:pPr>
            <a:r>
              <a:rPr sz="1350" b="1">
                <a:solidFill>
                  <a:srgbClr val="557A96"/>
                </a:solidFill>
                <a:latin typeface="微软雅黑" panose="020B0503020204020204" charset="-122"/>
                <a:ea typeface="微软雅黑" panose="020B0503020204020204" charset="-122"/>
                <a:cs typeface="微软雅黑" panose="020B0503020204020204" charset="-122"/>
              </a:rPr>
              <a:t>02</a:t>
            </a:r>
          </a:p>
        </p:txBody>
      </p:sp>
      <p:sp>
        <p:nvSpPr>
          <p:cNvPr id="28" name="workflow-title"/>
          <p:cNvSpPr>
            <a:spLocks noGrp="1"/>
          </p:cNvSpPr>
          <p:nvPr/>
        </p:nvSpPr>
        <p:spPr>
          <a:xfrm>
            <a:off x="4752975" y="1905000"/>
            <a:ext cx="3076575" cy="276225"/>
          </a:xfrm>
          <a:prstGeom prst="rect">
            <a:avLst/>
          </a:prstGeom>
          <a:noFill/>
          <a:ln w="0">
            <a:noFill/>
            <a:prstDash val="solid"/>
          </a:ln>
        </p:spPr>
        <p:txBody>
          <a:bodyPr wrap="none" lIns="0" tIns="0" rIns="0" bIns="0" anchor="ctr">
            <a:normAutofit/>
          </a:bodyPr>
          <a:lstStyle/>
          <a:p>
            <a:pPr algn="l">
              <a:defRPr sz="1650" b="1">
                <a:solidFill>
                  <a:srgbClr val="252B31"/>
                </a:solidFill>
                <a:latin typeface="微软雅黑" panose="020B0503020204020204" charset="-122"/>
                <a:ea typeface="微软雅黑" panose="020B0503020204020204" charset="-122"/>
                <a:cs typeface="微软雅黑" panose="020B0503020204020204" charset="-122"/>
              </a:defRPr>
            </a:pPr>
            <a:r>
              <a:rPr sz="1650" b="1">
                <a:solidFill>
                  <a:srgbClr val="252B31"/>
                </a:solidFill>
                <a:latin typeface="微软雅黑" panose="020B0503020204020204" charset="-122"/>
                <a:ea typeface="微软雅黑" panose="020B0503020204020204" charset="-122"/>
                <a:cs typeface="微软雅黑" panose="020B0503020204020204" charset="-122"/>
              </a:rPr>
              <a:t>设计基础 Workflow</a:t>
            </a:r>
          </a:p>
        </p:txBody>
      </p:sp>
      <p:sp>
        <p:nvSpPr>
          <p:cNvPr id="29" name="workflow-subtitle"/>
          <p:cNvSpPr>
            <a:spLocks noGrp="1"/>
          </p:cNvSpPr>
          <p:nvPr/>
        </p:nvSpPr>
        <p:spPr>
          <a:xfrm>
            <a:off x="4352925" y="2209800"/>
            <a:ext cx="3476625" cy="219075"/>
          </a:xfrm>
          <a:prstGeom prst="rect">
            <a:avLst/>
          </a:prstGeom>
          <a:noFill/>
          <a:ln w="0">
            <a:noFill/>
            <a:prstDash val="solid"/>
          </a:ln>
        </p:spPr>
        <p:txBody>
          <a:bodyPr wrap="none" lIns="0" tIns="0" rIns="0" bIns="0" anchor="ctr">
            <a:normAutofit/>
          </a:bodyPr>
          <a:lstStyle/>
          <a:p>
            <a:pPr algn="l">
              <a:defRPr sz="1200" b="1">
                <a:solidFill>
                  <a:srgbClr val="557A96"/>
                </a:solidFill>
                <a:latin typeface="微软雅黑" panose="020B0503020204020204" charset="-122"/>
                <a:ea typeface="微软雅黑" panose="020B0503020204020204" charset="-122"/>
                <a:cs typeface="微软雅黑" panose="020B0503020204020204" charset="-122"/>
              </a:defRPr>
            </a:pPr>
            <a:r>
              <a:rPr lang="zh-CN" altLang="en-US" sz="1200" b="1" dirty="0" smtClean="0">
                <a:solidFill>
                  <a:srgbClr val="557A96"/>
                </a:solidFill>
                <a:latin typeface="微软雅黑" panose="020B0503020204020204" charset="-122"/>
                <a:ea typeface="微软雅黑" panose="020B0503020204020204" charset="-122"/>
                <a:cs typeface="微软雅黑" panose="020B0503020204020204" charset="-122"/>
              </a:rPr>
              <a:t>划分具体阶段，</a:t>
            </a:r>
            <a:r>
              <a:rPr sz="1200" b="1" dirty="0" err="1" smtClean="0">
                <a:solidFill>
                  <a:srgbClr val="557A96"/>
                </a:solidFill>
                <a:latin typeface="微软雅黑" panose="020B0503020204020204" charset="-122"/>
                <a:ea typeface="微软雅黑" panose="020B0503020204020204" charset="-122"/>
                <a:cs typeface="微软雅黑" panose="020B0503020204020204" charset="-122"/>
              </a:rPr>
              <a:t>明确</a:t>
            </a:r>
            <a:r>
              <a:rPr sz="1200" b="1" dirty="0" err="1">
                <a:solidFill>
                  <a:srgbClr val="557A96"/>
                </a:solidFill>
                <a:latin typeface="微软雅黑" panose="020B0503020204020204" charset="-122"/>
                <a:ea typeface="微软雅黑" panose="020B0503020204020204" charset="-122"/>
                <a:cs typeface="微软雅黑" panose="020B0503020204020204" charset="-122"/>
              </a:rPr>
              <a:t>“怎么做</a:t>
            </a:r>
            <a:r>
              <a:rPr sz="1200" b="1" dirty="0">
                <a:solidFill>
                  <a:srgbClr val="557A96"/>
                </a:solidFill>
                <a:latin typeface="微软雅黑" panose="020B0503020204020204" charset="-122"/>
                <a:ea typeface="微软雅黑" panose="020B0503020204020204" charset="-122"/>
                <a:cs typeface="微软雅黑" panose="020B0503020204020204" charset="-122"/>
              </a:rPr>
              <a:t>”</a:t>
            </a:r>
          </a:p>
        </p:txBody>
      </p:sp>
      <p:sp>
        <p:nvSpPr>
          <p:cNvPr id="30" name="workflow-header-line"/>
          <p:cNvSpPr>
            <a:spLocks noGrp="1"/>
          </p:cNvSpPr>
          <p:nvPr/>
        </p:nvSpPr>
        <p:spPr>
          <a:xfrm>
            <a:off x="4352925" y="2486025"/>
            <a:ext cx="3476625" cy="0"/>
          </a:xfrm>
          <a:prstGeom prst="line">
            <a:avLst/>
          </a:prstGeom>
          <a:noFill/>
          <a:ln w="9525">
            <a:solidFill>
              <a:srgbClr val="D8DEE3"/>
            </a:solidFill>
            <a:prstDash val="solid"/>
          </a:ln>
        </p:spPr>
      </p:sp>
      <p:sp>
        <p:nvSpPr>
          <p:cNvPr id="31" name="roles-frame"/>
          <p:cNvSpPr>
            <a:spLocks noGrp="1"/>
          </p:cNvSpPr>
          <p:nvPr/>
        </p:nvSpPr>
        <p:spPr>
          <a:xfrm>
            <a:off x="8239125" y="1828800"/>
            <a:ext cx="3343275" cy="3981450"/>
          </a:xfrm>
          <a:prstGeom prst="roundRect">
            <a:avLst>
              <a:gd name="adj" fmla="val 1425"/>
            </a:avLst>
          </a:prstGeom>
          <a:solidFill>
            <a:srgbClr val="FFFFFF"/>
          </a:solidFill>
          <a:ln w="9525">
            <a:solidFill>
              <a:srgbClr val="D8DEE3"/>
            </a:solidFill>
            <a:prstDash val="solid"/>
          </a:ln>
        </p:spPr>
      </p:sp>
      <p:sp>
        <p:nvSpPr>
          <p:cNvPr id="32" name="roles-accent"/>
          <p:cNvSpPr>
            <a:spLocks noGrp="1"/>
          </p:cNvSpPr>
          <p:nvPr/>
        </p:nvSpPr>
        <p:spPr>
          <a:xfrm>
            <a:off x="8239125" y="1828800"/>
            <a:ext cx="3343275" cy="28575"/>
          </a:xfrm>
          <a:prstGeom prst="rect">
            <a:avLst/>
          </a:prstGeom>
          <a:solidFill>
            <a:srgbClr val="557A96"/>
          </a:solidFill>
          <a:ln w="0">
            <a:noFill/>
            <a:prstDash val="solid"/>
          </a:ln>
        </p:spPr>
      </p:sp>
      <p:sp>
        <p:nvSpPr>
          <p:cNvPr id="33" name="roles-number"/>
          <p:cNvSpPr>
            <a:spLocks noGrp="1"/>
          </p:cNvSpPr>
          <p:nvPr/>
        </p:nvSpPr>
        <p:spPr>
          <a:xfrm>
            <a:off x="8391525" y="1924050"/>
            <a:ext cx="323850" cy="238125"/>
          </a:xfrm>
          <a:prstGeom prst="rect">
            <a:avLst/>
          </a:prstGeom>
          <a:noFill/>
          <a:ln w="0">
            <a:noFill/>
            <a:prstDash val="solid"/>
          </a:ln>
        </p:spPr>
        <p:txBody>
          <a:bodyPr wrap="none" lIns="0" tIns="0" rIns="0" bIns="0" anchor="ctr">
            <a:normAutofit/>
          </a:bodyPr>
          <a:lstStyle/>
          <a:p>
            <a:pPr algn="l">
              <a:defRPr sz="1350" b="1">
                <a:solidFill>
                  <a:srgbClr val="557A96"/>
                </a:solidFill>
                <a:latin typeface="微软雅黑" panose="020B0503020204020204" charset="-122"/>
                <a:ea typeface="微软雅黑" panose="020B0503020204020204" charset="-122"/>
                <a:cs typeface="微软雅黑" panose="020B0503020204020204" charset="-122"/>
              </a:defRPr>
            </a:pPr>
            <a:r>
              <a:rPr sz="1350" b="1">
                <a:solidFill>
                  <a:srgbClr val="557A96"/>
                </a:solidFill>
                <a:latin typeface="微软雅黑" panose="020B0503020204020204" charset="-122"/>
                <a:ea typeface="微软雅黑" panose="020B0503020204020204" charset="-122"/>
                <a:cs typeface="微软雅黑" panose="020B0503020204020204" charset="-122"/>
              </a:rPr>
              <a:t>03</a:t>
            </a:r>
          </a:p>
        </p:txBody>
      </p:sp>
      <p:sp>
        <p:nvSpPr>
          <p:cNvPr id="34" name="roles-title"/>
          <p:cNvSpPr>
            <a:spLocks noGrp="1"/>
          </p:cNvSpPr>
          <p:nvPr/>
        </p:nvSpPr>
        <p:spPr>
          <a:xfrm>
            <a:off x="8791575" y="1905000"/>
            <a:ext cx="2638425" cy="276225"/>
          </a:xfrm>
          <a:prstGeom prst="rect">
            <a:avLst/>
          </a:prstGeom>
          <a:noFill/>
          <a:ln w="0">
            <a:noFill/>
            <a:prstDash val="solid"/>
          </a:ln>
        </p:spPr>
        <p:txBody>
          <a:bodyPr wrap="none" lIns="0" tIns="0" rIns="0" bIns="0" anchor="ctr">
            <a:normAutofit/>
          </a:bodyPr>
          <a:lstStyle/>
          <a:p>
            <a:pPr algn="l">
              <a:defRPr sz="1650" b="1">
                <a:solidFill>
                  <a:srgbClr val="252B31"/>
                </a:solidFill>
                <a:latin typeface="微软雅黑" panose="020B0503020204020204" charset="-122"/>
                <a:ea typeface="微软雅黑" panose="020B0503020204020204" charset="-122"/>
                <a:cs typeface="微软雅黑" panose="020B0503020204020204" charset="-122"/>
              </a:defRPr>
            </a:pPr>
            <a:r>
              <a:rPr sz="1650" b="1">
                <a:solidFill>
                  <a:srgbClr val="252B31"/>
                </a:solidFill>
                <a:latin typeface="微软雅黑" panose="020B0503020204020204" charset="-122"/>
                <a:ea typeface="微软雅黑" panose="020B0503020204020204" charset="-122"/>
                <a:cs typeface="微软雅黑" panose="020B0503020204020204" charset="-122"/>
              </a:rPr>
              <a:t>划分执行职责</a:t>
            </a:r>
          </a:p>
        </p:txBody>
      </p:sp>
      <p:sp>
        <p:nvSpPr>
          <p:cNvPr id="35" name="roles-subtitle"/>
          <p:cNvSpPr>
            <a:spLocks noGrp="1"/>
          </p:cNvSpPr>
          <p:nvPr/>
        </p:nvSpPr>
        <p:spPr>
          <a:xfrm>
            <a:off x="8391525" y="2209800"/>
            <a:ext cx="3038475" cy="219075"/>
          </a:xfrm>
          <a:prstGeom prst="rect">
            <a:avLst/>
          </a:prstGeom>
          <a:noFill/>
          <a:ln w="0">
            <a:noFill/>
            <a:prstDash val="solid"/>
          </a:ln>
        </p:spPr>
        <p:txBody>
          <a:bodyPr wrap="none" lIns="0" tIns="0" rIns="0" bIns="0" anchor="ctr">
            <a:normAutofit/>
          </a:bodyPr>
          <a:lstStyle/>
          <a:p>
            <a:pPr algn="l">
              <a:defRPr sz="1200" b="1">
                <a:solidFill>
                  <a:srgbClr val="557A96"/>
                </a:solidFill>
                <a:latin typeface="微软雅黑" panose="020B0503020204020204" charset="-122"/>
                <a:ea typeface="微软雅黑" panose="020B0503020204020204" charset="-122"/>
                <a:cs typeface="微软雅黑" panose="020B0503020204020204" charset="-122"/>
              </a:defRPr>
            </a:pPr>
            <a:r>
              <a:rPr sz="1200" b="1">
                <a:solidFill>
                  <a:srgbClr val="557A96"/>
                </a:solidFill>
                <a:latin typeface="微软雅黑" panose="020B0503020204020204" charset="-122"/>
                <a:ea typeface="微软雅黑" panose="020B0503020204020204" charset="-122"/>
                <a:cs typeface="微软雅黑" panose="020B0503020204020204" charset="-122"/>
              </a:rPr>
              <a:t>明确“谁来做”</a:t>
            </a:r>
          </a:p>
        </p:txBody>
      </p:sp>
      <p:sp>
        <p:nvSpPr>
          <p:cNvPr id="36" name="roles-header-line"/>
          <p:cNvSpPr>
            <a:spLocks noGrp="1"/>
          </p:cNvSpPr>
          <p:nvPr/>
        </p:nvSpPr>
        <p:spPr>
          <a:xfrm>
            <a:off x="8334375" y="2488095"/>
            <a:ext cx="3038475" cy="0"/>
          </a:xfrm>
          <a:prstGeom prst="line">
            <a:avLst/>
          </a:prstGeom>
          <a:noFill/>
          <a:ln w="9525">
            <a:solidFill>
              <a:srgbClr val="D8DEE3"/>
            </a:solidFill>
            <a:prstDash val="solid"/>
          </a:ln>
        </p:spPr>
      </p:sp>
      <p:sp>
        <p:nvSpPr>
          <p:cNvPr id="37" name="define-equation-band"/>
          <p:cNvSpPr>
            <a:spLocks noGrp="1"/>
          </p:cNvSpPr>
          <p:nvPr/>
        </p:nvSpPr>
        <p:spPr>
          <a:xfrm>
            <a:off x="762000" y="2571750"/>
            <a:ext cx="3028950" cy="323850"/>
          </a:xfrm>
          <a:prstGeom prst="rect">
            <a:avLst/>
          </a:prstGeom>
          <a:solidFill>
            <a:srgbClr val="F2F6F8"/>
          </a:solidFill>
          <a:ln w="0">
            <a:noFill/>
            <a:prstDash val="solid"/>
          </a:ln>
        </p:spPr>
      </p:sp>
      <p:sp>
        <p:nvSpPr>
          <p:cNvPr id="38" name="define-equation"/>
          <p:cNvSpPr>
            <a:spLocks noGrp="1"/>
          </p:cNvSpPr>
          <p:nvPr/>
        </p:nvSpPr>
        <p:spPr>
          <a:xfrm>
            <a:off x="876300" y="2581275"/>
            <a:ext cx="2800350" cy="304800"/>
          </a:xfrm>
          <a:prstGeom prst="rect">
            <a:avLst/>
          </a:prstGeom>
          <a:noFill/>
          <a:ln w="0">
            <a:noFill/>
            <a:prstDash val="solid"/>
          </a:ln>
        </p:spPr>
        <p:txBody>
          <a:bodyPr wrap="none" lIns="0" tIns="0" rIns="0" bIns="0" anchor="ctr">
            <a:normAutofit/>
          </a:bodyPr>
          <a:lstStyle/>
          <a:p>
            <a:pPr algn="ctr">
              <a:defRPr sz="1200" b="1">
                <a:solidFill>
                  <a:srgbClr val="557A96"/>
                </a:solidFill>
                <a:latin typeface="微软雅黑" panose="020B0503020204020204" charset="-122"/>
                <a:ea typeface="微软雅黑" panose="020B0503020204020204" charset="-122"/>
                <a:cs typeface="微软雅黑" panose="020B0503020204020204" charset="-122"/>
              </a:defRPr>
            </a:pPr>
            <a:r>
              <a:rPr sz="1200" b="1">
                <a:solidFill>
                  <a:srgbClr val="557A96"/>
                </a:solidFill>
                <a:latin typeface="微软雅黑" panose="020B0503020204020204" charset="-122"/>
                <a:ea typeface="微软雅黑" panose="020B0503020204020204" charset="-122"/>
                <a:cs typeface="微软雅黑" panose="020B0503020204020204" charset="-122"/>
              </a:rPr>
              <a:t>输入 X   →   处理过程   →   输出 Y</a:t>
            </a:r>
          </a:p>
        </p:txBody>
      </p:sp>
      <p:sp>
        <p:nvSpPr>
          <p:cNvPr id="39" name="goal-label"/>
          <p:cNvSpPr>
            <a:spLocks noGrp="1"/>
          </p:cNvSpPr>
          <p:nvPr/>
        </p:nvSpPr>
        <p:spPr>
          <a:xfrm>
            <a:off x="762000" y="3009900"/>
            <a:ext cx="876300" cy="238125"/>
          </a:xfrm>
          <a:prstGeom prst="rect">
            <a:avLst/>
          </a:prstGeom>
          <a:noFill/>
          <a:ln w="0">
            <a:noFill/>
            <a:prstDash val="solid"/>
          </a:ln>
        </p:spPr>
        <p:txBody>
          <a:bodyPr wrap="none" lIns="0" tIns="0" rIns="0" bIns="0" anchor="ctr">
            <a:normAutofit/>
          </a:bodyPr>
          <a:lstStyle/>
          <a:p>
            <a:pPr algn="l">
              <a:defRPr sz="1200" b="1">
                <a:solidFill>
                  <a:srgbClr val="557A96"/>
                </a:solidFill>
                <a:latin typeface="微软雅黑" panose="020B0503020204020204" charset="-122"/>
                <a:ea typeface="微软雅黑" panose="020B0503020204020204" charset="-122"/>
                <a:cs typeface="微软雅黑" panose="020B0503020204020204" charset="-122"/>
              </a:defRPr>
            </a:pPr>
            <a:r>
              <a:rPr sz="1200" b="1">
                <a:solidFill>
                  <a:srgbClr val="557A96"/>
                </a:solidFill>
                <a:latin typeface="微软雅黑" panose="020B0503020204020204" charset="-122"/>
                <a:ea typeface="微软雅黑" panose="020B0503020204020204" charset="-122"/>
                <a:cs typeface="微软雅黑" panose="020B0503020204020204" charset="-122"/>
              </a:rPr>
              <a:t>任务目标</a:t>
            </a:r>
          </a:p>
        </p:txBody>
      </p:sp>
      <p:sp>
        <p:nvSpPr>
          <p:cNvPr id="40" name="goal-detail"/>
          <p:cNvSpPr>
            <a:spLocks noGrp="1"/>
          </p:cNvSpPr>
          <p:nvPr/>
        </p:nvSpPr>
        <p:spPr>
          <a:xfrm>
            <a:off x="1676400" y="3009900"/>
            <a:ext cx="2114550" cy="238125"/>
          </a:xfrm>
          <a:prstGeom prst="rect">
            <a:avLst/>
          </a:prstGeom>
          <a:noFill/>
          <a:ln w="0">
            <a:noFill/>
            <a:prstDash val="solid"/>
          </a:ln>
        </p:spPr>
        <p:txBody>
          <a:bodyPr wrap="none" lIns="0" tIns="0" rIns="0" bIns="0" anchor="ctr">
            <a:normAutofit/>
          </a:bodyPr>
          <a:lstStyle/>
          <a:p>
            <a:pPr algn="l">
              <a:defRPr sz="1110" b="0">
                <a:solidFill>
                  <a:srgbClr val="414951"/>
                </a:solidFill>
                <a:latin typeface="微软雅黑" panose="020B0503020204020204" charset="-122"/>
                <a:ea typeface="微软雅黑" panose="020B0503020204020204" charset="-122"/>
                <a:cs typeface="微软雅黑" panose="020B0503020204020204" charset="-122"/>
              </a:defRPr>
            </a:pPr>
            <a:r>
              <a:rPr sz="1110" b="0">
                <a:solidFill>
                  <a:srgbClr val="414951"/>
                </a:solidFill>
                <a:latin typeface="微软雅黑" panose="020B0503020204020204" charset="-122"/>
                <a:ea typeface="微软雅黑" panose="020B0503020204020204" charset="-122"/>
                <a:cs typeface="微软雅黑" panose="020B0503020204020204" charset="-122"/>
              </a:rPr>
              <a:t>最终解决什么问题？</a:t>
            </a:r>
          </a:p>
        </p:txBody>
      </p:sp>
      <p:sp>
        <p:nvSpPr>
          <p:cNvPr id="41" name="goal-line"/>
          <p:cNvSpPr>
            <a:spLocks noGrp="1"/>
          </p:cNvSpPr>
          <p:nvPr/>
        </p:nvSpPr>
        <p:spPr>
          <a:xfrm>
            <a:off x="762000" y="3305175"/>
            <a:ext cx="3028950" cy="0"/>
          </a:xfrm>
          <a:prstGeom prst="line">
            <a:avLst/>
          </a:prstGeom>
          <a:noFill/>
          <a:ln w="6668">
            <a:solidFill>
              <a:srgbClr val="D8DEE3"/>
            </a:solidFill>
            <a:prstDash val="solid"/>
          </a:ln>
        </p:spPr>
      </p:sp>
      <p:sp>
        <p:nvSpPr>
          <p:cNvPr id="42" name="input-label"/>
          <p:cNvSpPr>
            <a:spLocks noGrp="1"/>
          </p:cNvSpPr>
          <p:nvPr/>
        </p:nvSpPr>
        <p:spPr>
          <a:xfrm>
            <a:off x="762000" y="3409950"/>
            <a:ext cx="876300" cy="238125"/>
          </a:xfrm>
          <a:prstGeom prst="rect">
            <a:avLst/>
          </a:prstGeom>
          <a:noFill/>
          <a:ln w="0">
            <a:noFill/>
            <a:prstDash val="solid"/>
          </a:ln>
        </p:spPr>
        <p:txBody>
          <a:bodyPr wrap="none" lIns="0" tIns="0" rIns="0" bIns="0" anchor="ctr">
            <a:normAutofit/>
          </a:bodyPr>
          <a:lstStyle/>
          <a:p>
            <a:pPr algn="l">
              <a:defRPr sz="1200" b="1">
                <a:solidFill>
                  <a:srgbClr val="557A96"/>
                </a:solidFill>
                <a:latin typeface="微软雅黑" panose="020B0503020204020204" charset="-122"/>
                <a:ea typeface="微软雅黑" panose="020B0503020204020204" charset="-122"/>
                <a:cs typeface="微软雅黑" panose="020B0503020204020204" charset="-122"/>
              </a:defRPr>
            </a:pPr>
            <a:r>
              <a:rPr sz="1200" b="1">
                <a:solidFill>
                  <a:srgbClr val="557A96"/>
                </a:solidFill>
                <a:latin typeface="微软雅黑" panose="020B0503020204020204" charset="-122"/>
                <a:ea typeface="微软雅黑" panose="020B0503020204020204" charset="-122"/>
                <a:cs typeface="微软雅黑" panose="020B0503020204020204" charset="-122"/>
              </a:rPr>
              <a:t>Input</a:t>
            </a:r>
          </a:p>
        </p:txBody>
      </p:sp>
      <p:sp>
        <p:nvSpPr>
          <p:cNvPr id="43" name="input-detail"/>
          <p:cNvSpPr>
            <a:spLocks noGrp="1"/>
          </p:cNvSpPr>
          <p:nvPr/>
        </p:nvSpPr>
        <p:spPr>
          <a:xfrm>
            <a:off x="1676400" y="3409950"/>
            <a:ext cx="2114550" cy="238125"/>
          </a:xfrm>
          <a:prstGeom prst="rect">
            <a:avLst/>
          </a:prstGeom>
          <a:noFill/>
          <a:ln w="0">
            <a:noFill/>
            <a:prstDash val="solid"/>
          </a:ln>
        </p:spPr>
        <p:txBody>
          <a:bodyPr wrap="none" lIns="0" tIns="0" rIns="0" bIns="0" anchor="ctr">
            <a:normAutofit/>
          </a:bodyPr>
          <a:lstStyle/>
          <a:p>
            <a:pPr algn="l">
              <a:defRPr sz="1110" b="0">
                <a:solidFill>
                  <a:srgbClr val="414951"/>
                </a:solidFill>
                <a:latin typeface="微软雅黑" panose="020B0503020204020204" charset="-122"/>
                <a:ea typeface="微软雅黑" panose="020B0503020204020204" charset="-122"/>
                <a:cs typeface="微软雅黑" panose="020B0503020204020204" charset="-122"/>
              </a:defRPr>
            </a:pPr>
            <a:r>
              <a:rPr sz="1110" b="0">
                <a:solidFill>
                  <a:srgbClr val="414951"/>
                </a:solidFill>
                <a:latin typeface="微软雅黑" panose="020B0503020204020204" charset="-122"/>
                <a:ea typeface="微软雅黑" panose="020B0503020204020204" charset="-122"/>
                <a:cs typeface="微软雅黑" panose="020B0503020204020204" charset="-122"/>
              </a:rPr>
              <a:t>需求 / 文件 / 代码 / 参数 / 数据</a:t>
            </a:r>
          </a:p>
        </p:txBody>
      </p:sp>
      <p:sp>
        <p:nvSpPr>
          <p:cNvPr id="44" name="input-line"/>
          <p:cNvSpPr>
            <a:spLocks noGrp="1"/>
          </p:cNvSpPr>
          <p:nvPr/>
        </p:nvSpPr>
        <p:spPr>
          <a:xfrm>
            <a:off x="762000" y="3705225"/>
            <a:ext cx="3028950" cy="0"/>
          </a:xfrm>
          <a:prstGeom prst="line">
            <a:avLst/>
          </a:prstGeom>
          <a:noFill/>
          <a:ln w="6668">
            <a:solidFill>
              <a:srgbClr val="D8DEE3"/>
            </a:solidFill>
            <a:prstDash val="solid"/>
          </a:ln>
        </p:spPr>
      </p:sp>
      <p:sp>
        <p:nvSpPr>
          <p:cNvPr id="45" name="output-label"/>
          <p:cNvSpPr>
            <a:spLocks noGrp="1"/>
          </p:cNvSpPr>
          <p:nvPr/>
        </p:nvSpPr>
        <p:spPr>
          <a:xfrm>
            <a:off x="762000" y="3810000"/>
            <a:ext cx="876300" cy="238125"/>
          </a:xfrm>
          <a:prstGeom prst="rect">
            <a:avLst/>
          </a:prstGeom>
          <a:noFill/>
          <a:ln w="0">
            <a:noFill/>
            <a:prstDash val="solid"/>
          </a:ln>
        </p:spPr>
        <p:txBody>
          <a:bodyPr wrap="none" lIns="0" tIns="0" rIns="0" bIns="0" anchor="ctr">
            <a:normAutofit/>
          </a:bodyPr>
          <a:lstStyle/>
          <a:p>
            <a:pPr algn="l">
              <a:defRPr sz="1200" b="1">
                <a:solidFill>
                  <a:srgbClr val="557A96"/>
                </a:solidFill>
                <a:latin typeface="微软雅黑" panose="020B0503020204020204" charset="-122"/>
                <a:ea typeface="微软雅黑" panose="020B0503020204020204" charset="-122"/>
                <a:cs typeface="微软雅黑" panose="020B0503020204020204" charset="-122"/>
              </a:defRPr>
            </a:pPr>
            <a:r>
              <a:rPr sz="1200" b="1">
                <a:solidFill>
                  <a:srgbClr val="557A96"/>
                </a:solidFill>
                <a:latin typeface="微软雅黑" panose="020B0503020204020204" charset="-122"/>
                <a:ea typeface="微软雅黑" panose="020B0503020204020204" charset="-122"/>
                <a:cs typeface="微软雅黑" panose="020B0503020204020204" charset="-122"/>
              </a:rPr>
              <a:t>Output</a:t>
            </a:r>
          </a:p>
        </p:txBody>
      </p:sp>
      <p:sp>
        <p:nvSpPr>
          <p:cNvPr id="46" name="output-detail"/>
          <p:cNvSpPr>
            <a:spLocks noGrp="1"/>
          </p:cNvSpPr>
          <p:nvPr/>
        </p:nvSpPr>
        <p:spPr>
          <a:xfrm>
            <a:off x="1676400" y="3810000"/>
            <a:ext cx="2114550" cy="238125"/>
          </a:xfrm>
          <a:prstGeom prst="rect">
            <a:avLst/>
          </a:prstGeom>
          <a:noFill/>
          <a:ln w="0">
            <a:noFill/>
            <a:prstDash val="solid"/>
          </a:ln>
        </p:spPr>
        <p:txBody>
          <a:bodyPr wrap="none" lIns="0" tIns="0" rIns="0" bIns="0" anchor="ctr">
            <a:normAutofit/>
          </a:bodyPr>
          <a:lstStyle/>
          <a:p>
            <a:pPr algn="l">
              <a:defRPr sz="1110" b="0">
                <a:solidFill>
                  <a:srgbClr val="414951"/>
                </a:solidFill>
                <a:latin typeface="微软雅黑" panose="020B0503020204020204" charset="-122"/>
                <a:ea typeface="微软雅黑" panose="020B0503020204020204" charset="-122"/>
                <a:cs typeface="微软雅黑" panose="020B0503020204020204" charset="-122"/>
              </a:defRPr>
            </a:pPr>
            <a:r>
              <a:rPr sz="1110" b="0">
                <a:solidFill>
                  <a:srgbClr val="414951"/>
                </a:solidFill>
                <a:latin typeface="微软雅黑" panose="020B0503020204020204" charset="-122"/>
                <a:ea typeface="微软雅黑" panose="020B0503020204020204" charset="-122"/>
                <a:cs typeface="微软雅黑" panose="020B0503020204020204" charset="-122"/>
              </a:rPr>
              <a:t>代码 / 文档 / 文件 / 结果 / 报告</a:t>
            </a:r>
          </a:p>
        </p:txBody>
      </p:sp>
      <p:sp>
        <p:nvSpPr>
          <p:cNvPr id="47" name="output-line"/>
          <p:cNvSpPr>
            <a:spLocks noGrp="1"/>
          </p:cNvSpPr>
          <p:nvPr/>
        </p:nvSpPr>
        <p:spPr>
          <a:xfrm>
            <a:off x="762000" y="4105275"/>
            <a:ext cx="3028950" cy="0"/>
          </a:xfrm>
          <a:prstGeom prst="line">
            <a:avLst/>
          </a:prstGeom>
          <a:noFill/>
          <a:ln w="6668">
            <a:solidFill>
              <a:srgbClr val="D8DEE3"/>
            </a:solidFill>
            <a:prstDash val="solid"/>
          </a:ln>
        </p:spPr>
      </p:sp>
      <p:sp>
        <p:nvSpPr>
          <p:cNvPr id="48" name="boundary-label"/>
          <p:cNvSpPr>
            <a:spLocks noGrp="1"/>
          </p:cNvSpPr>
          <p:nvPr/>
        </p:nvSpPr>
        <p:spPr>
          <a:xfrm>
            <a:off x="762000" y="4210050"/>
            <a:ext cx="876300" cy="238125"/>
          </a:xfrm>
          <a:prstGeom prst="rect">
            <a:avLst/>
          </a:prstGeom>
          <a:noFill/>
          <a:ln w="0">
            <a:noFill/>
            <a:prstDash val="solid"/>
          </a:ln>
        </p:spPr>
        <p:txBody>
          <a:bodyPr wrap="none" lIns="0" tIns="0" rIns="0" bIns="0" anchor="ctr">
            <a:normAutofit/>
          </a:bodyPr>
          <a:lstStyle/>
          <a:p>
            <a:pPr algn="l">
              <a:defRPr sz="1200" b="1">
                <a:solidFill>
                  <a:srgbClr val="557A96"/>
                </a:solidFill>
                <a:latin typeface="微软雅黑" panose="020B0503020204020204" charset="-122"/>
                <a:ea typeface="微软雅黑" panose="020B0503020204020204" charset="-122"/>
                <a:cs typeface="微软雅黑" panose="020B0503020204020204" charset="-122"/>
              </a:defRPr>
            </a:pPr>
            <a:r>
              <a:rPr sz="1200" b="1">
                <a:solidFill>
                  <a:srgbClr val="557A96"/>
                </a:solidFill>
                <a:latin typeface="微软雅黑" panose="020B0503020204020204" charset="-122"/>
                <a:ea typeface="微软雅黑" panose="020B0503020204020204" charset="-122"/>
                <a:cs typeface="微软雅黑" panose="020B0503020204020204" charset="-122"/>
              </a:rPr>
              <a:t>Boundary</a:t>
            </a:r>
          </a:p>
        </p:txBody>
      </p:sp>
      <p:sp>
        <p:nvSpPr>
          <p:cNvPr id="49" name="boundary-detail"/>
          <p:cNvSpPr>
            <a:spLocks noGrp="1"/>
          </p:cNvSpPr>
          <p:nvPr/>
        </p:nvSpPr>
        <p:spPr>
          <a:xfrm>
            <a:off x="1676400" y="4210050"/>
            <a:ext cx="2114550" cy="238125"/>
          </a:xfrm>
          <a:prstGeom prst="rect">
            <a:avLst/>
          </a:prstGeom>
          <a:noFill/>
          <a:ln w="0">
            <a:noFill/>
            <a:prstDash val="solid"/>
          </a:ln>
        </p:spPr>
        <p:txBody>
          <a:bodyPr wrap="none" lIns="0" tIns="0" rIns="0" bIns="0" anchor="ctr">
            <a:normAutofit/>
          </a:bodyPr>
          <a:lstStyle/>
          <a:p>
            <a:pPr algn="l">
              <a:defRPr sz="1110" b="0">
                <a:solidFill>
                  <a:srgbClr val="414951"/>
                </a:solidFill>
                <a:latin typeface="微软雅黑" panose="020B0503020204020204" charset="-122"/>
                <a:ea typeface="微软雅黑" panose="020B0503020204020204" charset="-122"/>
                <a:cs typeface="微软雅黑" panose="020B0503020204020204" charset="-122"/>
              </a:defRPr>
            </a:pPr>
            <a:r>
              <a:rPr sz="1110" b="0">
                <a:solidFill>
                  <a:srgbClr val="414951"/>
                </a:solidFill>
                <a:latin typeface="微软雅黑" panose="020B0503020204020204" charset="-122"/>
                <a:ea typeface="微软雅黑" panose="020B0503020204020204" charset="-122"/>
                <a:cs typeface="微软雅黑" panose="020B0503020204020204" charset="-122"/>
              </a:rPr>
              <a:t>负责什么；不修改未指定内容</a:t>
            </a:r>
          </a:p>
        </p:txBody>
      </p:sp>
      <p:sp>
        <p:nvSpPr>
          <p:cNvPr id="50" name="boundary-line"/>
          <p:cNvSpPr>
            <a:spLocks noGrp="1"/>
          </p:cNvSpPr>
          <p:nvPr/>
        </p:nvSpPr>
        <p:spPr>
          <a:xfrm>
            <a:off x="762000" y="4505325"/>
            <a:ext cx="3028950" cy="0"/>
          </a:xfrm>
          <a:prstGeom prst="line">
            <a:avLst/>
          </a:prstGeom>
          <a:noFill/>
          <a:ln w="6668">
            <a:solidFill>
              <a:srgbClr val="D8DEE3"/>
            </a:solidFill>
            <a:prstDash val="solid"/>
          </a:ln>
        </p:spPr>
      </p:sp>
      <p:sp>
        <p:nvSpPr>
          <p:cNvPr id="51" name="success-label"/>
          <p:cNvSpPr>
            <a:spLocks noGrp="1"/>
          </p:cNvSpPr>
          <p:nvPr/>
        </p:nvSpPr>
        <p:spPr>
          <a:xfrm>
            <a:off x="762000" y="4610100"/>
            <a:ext cx="876300" cy="238125"/>
          </a:xfrm>
          <a:prstGeom prst="rect">
            <a:avLst/>
          </a:prstGeom>
          <a:noFill/>
          <a:ln w="0">
            <a:noFill/>
            <a:prstDash val="solid"/>
          </a:ln>
        </p:spPr>
        <p:txBody>
          <a:bodyPr wrap="none" lIns="0" tIns="0" rIns="0" bIns="0" anchor="ctr">
            <a:normAutofit/>
          </a:bodyPr>
          <a:lstStyle/>
          <a:p>
            <a:pPr algn="l">
              <a:defRPr sz="1200" b="1">
                <a:solidFill>
                  <a:srgbClr val="557A96"/>
                </a:solidFill>
                <a:latin typeface="微软雅黑" panose="020B0503020204020204" charset="-122"/>
                <a:ea typeface="微软雅黑" panose="020B0503020204020204" charset="-122"/>
                <a:cs typeface="微软雅黑" panose="020B0503020204020204" charset="-122"/>
              </a:defRPr>
            </a:pPr>
            <a:r>
              <a:rPr sz="1200" b="1">
                <a:solidFill>
                  <a:srgbClr val="557A96"/>
                </a:solidFill>
                <a:latin typeface="微软雅黑" panose="020B0503020204020204" charset="-122"/>
                <a:ea typeface="微软雅黑" panose="020B0503020204020204" charset="-122"/>
                <a:cs typeface="微软雅黑" panose="020B0503020204020204" charset="-122"/>
              </a:rPr>
              <a:t>Success</a:t>
            </a:r>
          </a:p>
        </p:txBody>
      </p:sp>
      <p:sp>
        <p:nvSpPr>
          <p:cNvPr id="52" name="success-detail"/>
          <p:cNvSpPr>
            <a:spLocks noGrp="1"/>
          </p:cNvSpPr>
          <p:nvPr/>
        </p:nvSpPr>
        <p:spPr>
          <a:xfrm>
            <a:off x="1676400" y="4610100"/>
            <a:ext cx="2114550" cy="238125"/>
          </a:xfrm>
          <a:prstGeom prst="rect">
            <a:avLst/>
          </a:prstGeom>
          <a:noFill/>
          <a:ln w="0">
            <a:noFill/>
            <a:prstDash val="solid"/>
          </a:ln>
        </p:spPr>
        <p:txBody>
          <a:bodyPr wrap="none" lIns="0" tIns="0" rIns="0" bIns="0" anchor="ctr">
            <a:normAutofit/>
          </a:bodyPr>
          <a:lstStyle/>
          <a:p>
            <a:pPr algn="l">
              <a:defRPr sz="1110" b="0">
                <a:solidFill>
                  <a:srgbClr val="414951"/>
                </a:solidFill>
                <a:latin typeface="微软雅黑" panose="020B0503020204020204" charset="-122"/>
                <a:ea typeface="微软雅黑" panose="020B0503020204020204" charset="-122"/>
                <a:cs typeface="微软雅黑" panose="020B0503020204020204" charset="-122"/>
              </a:defRPr>
            </a:pPr>
            <a:r>
              <a:rPr sz="1110" b="0">
                <a:solidFill>
                  <a:srgbClr val="414951"/>
                </a:solidFill>
                <a:latin typeface="微软雅黑" panose="020B0503020204020204" charset="-122"/>
                <a:ea typeface="微软雅黑" panose="020B0503020204020204" charset="-122"/>
                <a:cs typeface="微软雅黑" panose="020B0503020204020204" charset="-122"/>
              </a:rPr>
              <a:t>文件存在 · 测试通过 · 格式合规</a:t>
            </a:r>
          </a:p>
        </p:txBody>
      </p:sp>
      <p:sp>
        <p:nvSpPr>
          <p:cNvPr id="53" name="success-line"/>
          <p:cNvSpPr>
            <a:spLocks noGrp="1"/>
          </p:cNvSpPr>
          <p:nvPr/>
        </p:nvSpPr>
        <p:spPr>
          <a:xfrm>
            <a:off x="762000" y="4905375"/>
            <a:ext cx="3028950" cy="0"/>
          </a:xfrm>
          <a:prstGeom prst="line">
            <a:avLst/>
          </a:prstGeom>
          <a:noFill/>
          <a:ln w="6668">
            <a:solidFill>
              <a:srgbClr val="D8DEE3"/>
            </a:solidFill>
            <a:prstDash val="solid"/>
          </a:ln>
        </p:spPr>
      </p:sp>
      <p:sp>
        <p:nvSpPr>
          <p:cNvPr id="54" name="define-product-band"/>
          <p:cNvSpPr>
            <a:spLocks noGrp="1"/>
          </p:cNvSpPr>
          <p:nvPr/>
        </p:nvSpPr>
        <p:spPr>
          <a:xfrm>
            <a:off x="762000" y="5314950"/>
            <a:ext cx="3028950" cy="333375"/>
          </a:xfrm>
          <a:prstGeom prst="rect">
            <a:avLst/>
          </a:prstGeom>
          <a:solidFill>
            <a:srgbClr val="F7F9FA"/>
          </a:solidFill>
          <a:ln w="6668">
            <a:solidFill>
              <a:srgbClr val="D8DEE3"/>
            </a:solidFill>
            <a:prstDash val="solid"/>
          </a:ln>
        </p:spPr>
      </p:sp>
      <p:sp>
        <p:nvSpPr>
          <p:cNvPr id="55" name="define-product"/>
          <p:cNvSpPr>
            <a:spLocks noGrp="1"/>
          </p:cNvSpPr>
          <p:nvPr/>
        </p:nvSpPr>
        <p:spPr>
          <a:xfrm>
            <a:off x="876300" y="5334000"/>
            <a:ext cx="2800350" cy="295275"/>
          </a:xfrm>
          <a:prstGeom prst="rect">
            <a:avLst/>
          </a:prstGeom>
          <a:noFill/>
          <a:ln w="0">
            <a:noFill/>
            <a:prstDash val="solid"/>
          </a:ln>
        </p:spPr>
        <p:txBody>
          <a:bodyPr wrap="none" lIns="0" tIns="0" rIns="0" bIns="0" anchor="ctr">
            <a:normAutofit/>
          </a:bodyPr>
          <a:lstStyle/>
          <a:p>
            <a:pPr algn="ctr">
              <a:defRPr sz="1110" b="1">
                <a:solidFill>
                  <a:srgbClr val="557A96"/>
                </a:solidFill>
                <a:latin typeface="微软雅黑" panose="020B0503020204020204" charset="-122"/>
                <a:ea typeface="微软雅黑" panose="020B0503020204020204" charset="-122"/>
                <a:cs typeface="微软雅黑" panose="020B0503020204020204" charset="-122"/>
              </a:defRPr>
            </a:pPr>
            <a:r>
              <a:rPr lang="zh-CN" altLang="en-US" sz="1110" b="1" dirty="0">
                <a:solidFill>
                  <a:srgbClr val="557A96"/>
                </a:solidFill>
                <a:latin typeface="微软雅黑" panose="020B0503020204020204" charset="-122"/>
                <a:ea typeface="微软雅黑" panose="020B0503020204020204" charset="-122"/>
                <a:cs typeface="微软雅黑" panose="020B0503020204020204" charset="-122"/>
              </a:rPr>
              <a:t>完成</a:t>
            </a:r>
            <a:r>
              <a:rPr sz="1110" b="1" dirty="0" smtClean="0">
                <a:solidFill>
                  <a:srgbClr val="557A96"/>
                </a:solidFill>
                <a:latin typeface="微软雅黑" panose="020B0503020204020204" charset="-122"/>
                <a:ea typeface="微软雅黑" panose="020B0503020204020204" charset="-122"/>
                <a:cs typeface="微软雅黑" panose="020B0503020204020204" charset="-122"/>
              </a:rPr>
              <a:t>：</a:t>
            </a:r>
            <a:r>
              <a:rPr sz="1110" b="1" dirty="0" err="1">
                <a:solidFill>
                  <a:srgbClr val="557A96"/>
                </a:solidFill>
                <a:latin typeface="微软雅黑" panose="020B0503020204020204" charset="-122"/>
                <a:ea typeface="微软雅黑" panose="020B0503020204020204" charset="-122"/>
                <a:cs typeface="微软雅黑" panose="020B0503020204020204" charset="-122"/>
              </a:rPr>
              <a:t>任务定义</a:t>
            </a:r>
            <a:r>
              <a:rPr sz="1110" b="1" dirty="0">
                <a:solidFill>
                  <a:srgbClr val="557A96"/>
                </a:solidFill>
                <a:latin typeface="微软雅黑" panose="020B0503020204020204" charset="-122"/>
                <a:ea typeface="微软雅黑" panose="020B0503020204020204" charset="-122"/>
                <a:cs typeface="微软雅黑" panose="020B0503020204020204" charset="-122"/>
              </a:rPr>
              <a:t> + </a:t>
            </a:r>
            <a:r>
              <a:rPr sz="1110" b="1" dirty="0" err="1">
                <a:solidFill>
                  <a:srgbClr val="557A96"/>
                </a:solidFill>
                <a:latin typeface="微软雅黑" panose="020B0503020204020204" charset="-122"/>
                <a:ea typeface="微软雅黑" panose="020B0503020204020204" charset="-122"/>
                <a:cs typeface="微软雅黑" panose="020B0503020204020204" charset="-122"/>
              </a:rPr>
              <a:t>初始输入输出契约</a:t>
            </a:r>
            <a:endParaRPr sz="1110" b="1" dirty="0">
              <a:solidFill>
                <a:srgbClr val="557A96"/>
              </a:solidFill>
              <a:latin typeface="微软雅黑" panose="020B0503020204020204" charset="-122"/>
              <a:ea typeface="微软雅黑" panose="020B0503020204020204" charset="-122"/>
              <a:cs typeface="微软雅黑" panose="020B0503020204020204" charset="-122"/>
            </a:endParaRPr>
          </a:p>
        </p:txBody>
      </p:sp>
      <p:sp>
        <p:nvSpPr>
          <p:cNvPr id="56" name="workflow-flow-line-0"/>
          <p:cNvSpPr>
            <a:spLocks noGrp="1"/>
          </p:cNvSpPr>
          <p:nvPr/>
        </p:nvSpPr>
        <p:spPr>
          <a:xfrm>
            <a:off x="4867275" y="2781300"/>
            <a:ext cx="152400" cy="0"/>
          </a:xfrm>
          <a:prstGeom prst="line">
            <a:avLst/>
          </a:prstGeom>
          <a:noFill/>
          <a:ln w="11430">
            <a:solidFill>
              <a:srgbClr val="557A96"/>
            </a:solidFill>
            <a:prstDash val="solid"/>
          </a:ln>
        </p:spPr>
      </p:sp>
      <p:sp>
        <p:nvSpPr>
          <p:cNvPr id="57" name="workflow-flow-arrow-0"/>
          <p:cNvSpPr>
            <a:spLocks noGrp="1"/>
          </p:cNvSpPr>
          <p:nvPr/>
        </p:nvSpPr>
        <p:spPr>
          <a:xfrm rot="5400000">
            <a:off x="4972050" y="2743200"/>
            <a:ext cx="76200" cy="76200"/>
          </a:xfrm>
          <a:prstGeom prst="triangle">
            <a:avLst/>
          </a:prstGeom>
          <a:solidFill>
            <a:srgbClr val="557A96"/>
          </a:solidFill>
          <a:ln w="0">
            <a:solidFill>
              <a:srgbClr val="557A96"/>
            </a:solidFill>
            <a:prstDash val="solid"/>
          </a:ln>
        </p:spPr>
      </p:sp>
      <p:sp>
        <p:nvSpPr>
          <p:cNvPr id="58" name="workflow-flow-line-1"/>
          <p:cNvSpPr>
            <a:spLocks noGrp="1"/>
          </p:cNvSpPr>
          <p:nvPr/>
        </p:nvSpPr>
        <p:spPr>
          <a:xfrm>
            <a:off x="5610225" y="2781300"/>
            <a:ext cx="152400" cy="0"/>
          </a:xfrm>
          <a:prstGeom prst="line">
            <a:avLst/>
          </a:prstGeom>
          <a:noFill/>
          <a:ln w="11430">
            <a:solidFill>
              <a:srgbClr val="557A96"/>
            </a:solidFill>
            <a:prstDash val="solid"/>
          </a:ln>
        </p:spPr>
      </p:sp>
      <p:sp>
        <p:nvSpPr>
          <p:cNvPr id="59" name="workflow-flow-arrow-1"/>
          <p:cNvSpPr>
            <a:spLocks noGrp="1"/>
          </p:cNvSpPr>
          <p:nvPr/>
        </p:nvSpPr>
        <p:spPr>
          <a:xfrm rot="5400000">
            <a:off x="5715000" y="2743200"/>
            <a:ext cx="76200" cy="76200"/>
          </a:xfrm>
          <a:prstGeom prst="triangle">
            <a:avLst/>
          </a:prstGeom>
          <a:solidFill>
            <a:srgbClr val="557A96"/>
          </a:solidFill>
          <a:ln w="0">
            <a:solidFill>
              <a:srgbClr val="557A96"/>
            </a:solidFill>
            <a:prstDash val="solid"/>
          </a:ln>
        </p:spPr>
      </p:sp>
      <p:sp>
        <p:nvSpPr>
          <p:cNvPr id="60" name="workflow-flow-line-2"/>
          <p:cNvSpPr>
            <a:spLocks noGrp="1"/>
          </p:cNvSpPr>
          <p:nvPr/>
        </p:nvSpPr>
        <p:spPr>
          <a:xfrm>
            <a:off x="6467475" y="2781300"/>
            <a:ext cx="152400" cy="0"/>
          </a:xfrm>
          <a:prstGeom prst="line">
            <a:avLst/>
          </a:prstGeom>
          <a:noFill/>
          <a:ln w="11430">
            <a:solidFill>
              <a:srgbClr val="557A96"/>
            </a:solidFill>
            <a:prstDash val="solid"/>
          </a:ln>
        </p:spPr>
      </p:sp>
      <p:sp>
        <p:nvSpPr>
          <p:cNvPr id="61" name="workflow-flow-arrow-2"/>
          <p:cNvSpPr>
            <a:spLocks noGrp="1"/>
          </p:cNvSpPr>
          <p:nvPr/>
        </p:nvSpPr>
        <p:spPr>
          <a:xfrm rot="5400000">
            <a:off x="6572250" y="2743200"/>
            <a:ext cx="76200" cy="76200"/>
          </a:xfrm>
          <a:prstGeom prst="triangle">
            <a:avLst/>
          </a:prstGeom>
          <a:solidFill>
            <a:srgbClr val="557A96"/>
          </a:solidFill>
          <a:ln w="0">
            <a:solidFill>
              <a:srgbClr val="557A96"/>
            </a:solidFill>
            <a:prstDash val="solid"/>
          </a:ln>
        </p:spPr>
      </p:sp>
      <p:sp>
        <p:nvSpPr>
          <p:cNvPr id="62" name="workflow-flow-line-3"/>
          <p:cNvSpPr>
            <a:spLocks noGrp="1"/>
          </p:cNvSpPr>
          <p:nvPr/>
        </p:nvSpPr>
        <p:spPr>
          <a:xfrm>
            <a:off x="7210425" y="2781300"/>
            <a:ext cx="152400" cy="0"/>
          </a:xfrm>
          <a:prstGeom prst="line">
            <a:avLst/>
          </a:prstGeom>
          <a:noFill/>
          <a:ln w="11430">
            <a:solidFill>
              <a:srgbClr val="557A96"/>
            </a:solidFill>
            <a:prstDash val="solid"/>
          </a:ln>
        </p:spPr>
      </p:sp>
      <p:sp>
        <p:nvSpPr>
          <p:cNvPr id="63" name="workflow-flow-arrow-3"/>
          <p:cNvSpPr>
            <a:spLocks noGrp="1"/>
          </p:cNvSpPr>
          <p:nvPr/>
        </p:nvSpPr>
        <p:spPr>
          <a:xfrm rot="5400000">
            <a:off x="7315200" y="2743200"/>
            <a:ext cx="76200" cy="76200"/>
          </a:xfrm>
          <a:prstGeom prst="triangle">
            <a:avLst/>
          </a:prstGeom>
          <a:solidFill>
            <a:srgbClr val="557A96"/>
          </a:solidFill>
          <a:ln w="0">
            <a:solidFill>
              <a:srgbClr val="557A96"/>
            </a:solidFill>
            <a:prstDash val="solid"/>
          </a:ln>
        </p:spPr>
      </p:sp>
      <p:sp>
        <p:nvSpPr>
          <p:cNvPr id="64" name="input-node-box"/>
          <p:cNvSpPr>
            <a:spLocks noGrp="1"/>
          </p:cNvSpPr>
          <p:nvPr/>
        </p:nvSpPr>
        <p:spPr>
          <a:xfrm>
            <a:off x="4362450" y="2628900"/>
            <a:ext cx="504825" cy="304800"/>
          </a:xfrm>
          <a:prstGeom prst="roundRect">
            <a:avLst>
              <a:gd name="adj" fmla="val 12500"/>
            </a:avLst>
          </a:prstGeom>
          <a:solidFill>
            <a:srgbClr val="F7F9FA"/>
          </a:solidFill>
          <a:ln w="9525">
            <a:solidFill>
              <a:srgbClr val="7F9DB2"/>
            </a:solidFill>
            <a:prstDash val="solid"/>
          </a:ln>
        </p:spPr>
      </p:sp>
      <p:sp>
        <p:nvSpPr>
          <p:cNvPr id="65" name="input-node-text"/>
          <p:cNvSpPr>
            <a:spLocks noGrp="1"/>
          </p:cNvSpPr>
          <p:nvPr/>
        </p:nvSpPr>
        <p:spPr>
          <a:xfrm>
            <a:off x="4391025" y="2647950"/>
            <a:ext cx="447675" cy="266700"/>
          </a:xfrm>
          <a:prstGeom prst="rect">
            <a:avLst/>
          </a:prstGeom>
          <a:noFill/>
          <a:ln w="0">
            <a:noFill/>
            <a:prstDash val="solid"/>
          </a:ln>
        </p:spPr>
        <p:txBody>
          <a:bodyPr wrap="none" lIns="0" tIns="0" rIns="0" bIns="0" anchor="ctr">
            <a:normAutofit/>
          </a:bodyPr>
          <a:lstStyle/>
          <a:p>
            <a:pPr algn="ctr">
              <a:defRPr sz="990" b="1">
                <a:solidFill>
                  <a:srgbClr val="252B31"/>
                </a:solidFill>
                <a:latin typeface="微软雅黑" panose="020B0503020204020204" charset="-122"/>
                <a:ea typeface="微软雅黑" panose="020B0503020204020204" charset="-122"/>
                <a:cs typeface="微软雅黑" panose="020B0503020204020204" charset="-122"/>
              </a:defRPr>
            </a:pPr>
            <a:r>
              <a:rPr sz="990" b="1">
                <a:solidFill>
                  <a:srgbClr val="252B31"/>
                </a:solidFill>
                <a:latin typeface="微软雅黑" panose="020B0503020204020204" charset="-122"/>
                <a:ea typeface="微软雅黑" panose="020B0503020204020204" charset="-122"/>
                <a:cs typeface="微软雅黑" panose="020B0503020204020204" charset="-122"/>
              </a:rPr>
              <a:t>Input</a:t>
            </a:r>
          </a:p>
        </p:txBody>
      </p:sp>
      <p:sp>
        <p:nvSpPr>
          <p:cNvPr id="66" name="stage-a-node-box"/>
          <p:cNvSpPr>
            <a:spLocks noGrp="1"/>
          </p:cNvSpPr>
          <p:nvPr/>
        </p:nvSpPr>
        <p:spPr>
          <a:xfrm>
            <a:off x="5019675" y="2628900"/>
            <a:ext cx="590550" cy="304800"/>
          </a:xfrm>
          <a:prstGeom prst="roundRect">
            <a:avLst>
              <a:gd name="adj" fmla="val 12500"/>
            </a:avLst>
          </a:prstGeom>
          <a:solidFill>
            <a:srgbClr val="F7F9FA"/>
          </a:solidFill>
          <a:ln w="9525">
            <a:solidFill>
              <a:srgbClr val="7F9DB2"/>
            </a:solidFill>
            <a:prstDash val="solid"/>
          </a:ln>
        </p:spPr>
      </p:sp>
      <p:sp>
        <p:nvSpPr>
          <p:cNvPr id="67" name="stage-a-node-text"/>
          <p:cNvSpPr>
            <a:spLocks noGrp="1"/>
          </p:cNvSpPr>
          <p:nvPr/>
        </p:nvSpPr>
        <p:spPr>
          <a:xfrm>
            <a:off x="5048250" y="2647950"/>
            <a:ext cx="533400" cy="266700"/>
          </a:xfrm>
          <a:prstGeom prst="rect">
            <a:avLst/>
          </a:prstGeom>
          <a:noFill/>
          <a:ln w="0">
            <a:noFill/>
            <a:prstDash val="solid"/>
          </a:ln>
        </p:spPr>
        <p:txBody>
          <a:bodyPr wrap="none" lIns="0" tIns="0" rIns="0" bIns="0" anchor="ctr">
            <a:normAutofit/>
          </a:bodyPr>
          <a:lstStyle/>
          <a:p>
            <a:pPr algn="ctr">
              <a:defRPr sz="990" b="1">
                <a:solidFill>
                  <a:srgbClr val="252B31"/>
                </a:solidFill>
                <a:latin typeface="微软雅黑" panose="020B0503020204020204" charset="-122"/>
                <a:ea typeface="微软雅黑" panose="020B0503020204020204" charset="-122"/>
                <a:cs typeface="微软雅黑" panose="020B0503020204020204" charset="-122"/>
              </a:defRPr>
            </a:pPr>
            <a:r>
              <a:rPr sz="990" b="1">
                <a:solidFill>
                  <a:srgbClr val="252B31"/>
                </a:solidFill>
                <a:latin typeface="微软雅黑" panose="020B0503020204020204" charset="-122"/>
                <a:ea typeface="微软雅黑" panose="020B0503020204020204" charset="-122"/>
                <a:cs typeface="微软雅黑" panose="020B0503020204020204" charset="-122"/>
              </a:rPr>
              <a:t>Stage A</a:t>
            </a:r>
          </a:p>
        </p:txBody>
      </p:sp>
      <p:sp>
        <p:nvSpPr>
          <p:cNvPr id="68" name="artifact-node-box"/>
          <p:cNvSpPr>
            <a:spLocks noGrp="1"/>
          </p:cNvSpPr>
          <p:nvPr/>
        </p:nvSpPr>
        <p:spPr>
          <a:xfrm>
            <a:off x="5762625" y="2628900"/>
            <a:ext cx="704850" cy="304800"/>
          </a:xfrm>
          <a:prstGeom prst="roundRect">
            <a:avLst>
              <a:gd name="adj" fmla="val 12500"/>
            </a:avLst>
          </a:prstGeom>
          <a:solidFill>
            <a:srgbClr val="F2F6F8"/>
          </a:solidFill>
          <a:ln w="9525">
            <a:solidFill>
              <a:srgbClr val="7F9DB2"/>
            </a:solidFill>
            <a:prstDash val="solid"/>
          </a:ln>
        </p:spPr>
      </p:sp>
      <p:sp>
        <p:nvSpPr>
          <p:cNvPr id="69" name="artifact-node-text"/>
          <p:cNvSpPr>
            <a:spLocks noGrp="1"/>
          </p:cNvSpPr>
          <p:nvPr/>
        </p:nvSpPr>
        <p:spPr>
          <a:xfrm>
            <a:off x="5791200" y="2647950"/>
            <a:ext cx="647700" cy="266700"/>
          </a:xfrm>
          <a:prstGeom prst="rect">
            <a:avLst/>
          </a:prstGeom>
          <a:noFill/>
          <a:ln w="0">
            <a:noFill/>
            <a:prstDash val="solid"/>
          </a:ln>
        </p:spPr>
        <p:txBody>
          <a:bodyPr wrap="none" lIns="0" tIns="0" rIns="0" bIns="0" anchor="ctr">
            <a:normAutofit/>
          </a:bodyPr>
          <a:lstStyle/>
          <a:p>
            <a:pPr algn="ctr">
              <a:defRPr sz="955" b="1">
                <a:solidFill>
                  <a:srgbClr val="557A96"/>
                </a:solidFill>
                <a:latin typeface="微软雅黑" panose="020B0503020204020204" charset="-122"/>
                <a:ea typeface="微软雅黑" panose="020B0503020204020204" charset="-122"/>
                <a:cs typeface="微软雅黑" panose="020B0503020204020204" charset="-122"/>
              </a:defRPr>
            </a:pPr>
            <a:r>
              <a:rPr sz="955" b="1">
                <a:solidFill>
                  <a:srgbClr val="557A96"/>
                </a:solidFill>
                <a:latin typeface="微软雅黑" panose="020B0503020204020204" charset="-122"/>
                <a:ea typeface="微软雅黑" panose="020B0503020204020204" charset="-122"/>
                <a:cs typeface="微软雅黑" panose="020B0503020204020204" charset="-122"/>
              </a:rPr>
              <a:t>Artifact A</a:t>
            </a:r>
          </a:p>
        </p:txBody>
      </p:sp>
      <p:sp>
        <p:nvSpPr>
          <p:cNvPr id="70" name="stage-b-node-box"/>
          <p:cNvSpPr>
            <a:spLocks noGrp="1"/>
          </p:cNvSpPr>
          <p:nvPr/>
        </p:nvSpPr>
        <p:spPr>
          <a:xfrm>
            <a:off x="6619875" y="2628900"/>
            <a:ext cx="590550" cy="304800"/>
          </a:xfrm>
          <a:prstGeom prst="roundRect">
            <a:avLst>
              <a:gd name="adj" fmla="val 12500"/>
            </a:avLst>
          </a:prstGeom>
          <a:solidFill>
            <a:srgbClr val="F7F9FA"/>
          </a:solidFill>
          <a:ln w="9525">
            <a:solidFill>
              <a:srgbClr val="7F9DB2"/>
            </a:solidFill>
            <a:prstDash val="solid"/>
          </a:ln>
        </p:spPr>
      </p:sp>
      <p:sp>
        <p:nvSpPr>
          <p:cNvPr id="71" name="stage-b-node-text"/>
          <p:cNvSpPr>
            <a:spLocks noGrp="1"/>
          </p:cNvSpPr>
          <p:nvPr/>
        </p:nvSpPr>
        <p:spPr>
          <a:xfrm>
            <a:off x="6648450" y="2647950"/>
            <a:ext cx="533400" cy="266700"/>
          </a:xfrm>
          <a:prstGeom prst="rect">
            <a:avLst/>
          </a:prstGeom>
          <a:noFill/>
          <a:ln w="0">
            <a:noFill/>
            <a:prstDash val="solid"/>
          </a:ln>
        </p:spPr>
        <p:txBody>
          <a:bodyPr wrap="none" lIns="0" tIns="0" rIns="0" bIns="0" anchor="ctr">
            <a:normAutofit/>
          </a:bodyPr>
          <a:lstStyle/>
          <a:p>
            <a:pPr algn="ctr">
              <a:defRPr sz="990" b="1">
                <a:solidFill>
                  <a:srgbClr val="252B31"/>
                </a:solidFill>
                <a:latin typeface="微软雅黑" panose="020B0503020204020204" charset="-122"/>
                <a:ea typeface="微软雅黑" panose="020B0503020204020204" charset="-122"/>
                <a:cs typeface="微软雅黑" panose="020B0503020204020204" charset="-122"/>
              </a:defRPr>
            </a:pPr>
            <a:r>
              <a:rPr sz="990" b="1">
                <a:solidFill>
                  <a:srgbClr val="252B31"/>
                </a:solidFill>
                <a:latin typeface="微软雅黑" panose="020B0503020204020204" charset="-122"/>
                <a:ea typeface="微软雅黑" panose="020B0503020204020204" charset="-122"/>
                <a:cs typeface="微软雅黑" panose="020B0503020204020204" charset="-122"/>
              </a:rPr>
              <a:t>Stage B</a:t>
            </a:r>
          </a:p>
        </p:txBody>
      </p:sp>
      <p:sp>
        <p:nvSpPr>
          <p:cNvPr id="72" name="output-node-box"/>
          <p:cNvSpPr>
            <a:spLocks noGrp="1"/>
          </p:cNvSpPr>
          <p:nvPr/>
        </p:nvSpPr>
        <p:spPr>
          <a:xfrm>
            <a:off x="7362825" y="2628900"/>
            <a:ext cx="495300" cy="304800"/>
          </a:xfrm>
          <a:prstGeom prst="roundRect">
            <a:avLst>
              <a:gd name="adj" fmla="val 12500"/>
            </a:avLst>
          </a:prstGeom>
          <a:solidFill>
            <a:srgbClr val="F7F9FA"/>
          </a:solidFill>
          <a:ln w="9525">
            <a:solidFill>
              <a:srgbClr val="7F9DB2"/>
            </a:solidFill>
            <a:prstDash val="solid"/>
          </a:ln>
        </p:spPr>
      </p:sp>
      <p:sp>
        <p:nvSpPr>
          <p:cNvPr id="73" name="output-node-text"/>
          <p:cNvSpPr>
            <a:spLocks noGrp="1"/>
          </p:cNvSpPr>
          <p:nvPr/>
        </p:nvSpPr>
        <p:spPr>
          <a:xfrm>
            <a:off x="7391400" y="2647950"/>
            <a:ext cx="438150" cy="266700"/>
          </a:xfrm>
          <a:prstGeom prst="rect">
            <a:avLst/>
          </a:prstGeom>
          <a:noFill/>
          <a:ln w="0">
            <a:noFill/>
            <a:prstDash val="solid"/>
          </a:ln>
        </p:spPr>
        <p:txBody>
          <a:bodyPr wrap="none" lIns="0" tIns="0" rIns="0" bIns="0" anchor="ctr">
            <a:normAutofit fontScale="96398"/>
          </a:bodyPr>
          <a:lstStyle/>
          <a:p>
            <a:pPr algn="ctr">
              <a:defRPr sz="990" b="1">
                <a:solidFill>
                  <a:srgbClr val="252B31"/>
                </a:solidFill>
                <a:latin typeface="微软雅黑" panose="020B0503020204020204" charset="-122"/>
                <a:ea typeface="微软雅黑" panose="020B0503020204020204" charset="-122"/>
                <a:cs typeface="微软雅黑" panose="020B0503020204020204" charset="-122"/>
              </a:defRPr>
            </a:pPr>
            <a:r>
              <a:rPr sz="990" b="1">
                <a:solidFill>
                  <a:srgbClr val="252B31"/>
                </a:solidFill>
                <a:latin typeface="微软雅黑" panose="020B0503020204020204" charset="-122"/>
                <a:ea typeface="微软雅黑" panose="020B0503020204020204" charset="-122"/>
                <a:cs typeface="微软雅黑" panose="020B0503020204020204" charset="-122"/>
              </a:rPr>
              <a:t>Output</a:t>
            </a:r>
          </a:p>
        </p:txBody>
      </p:sp>
      <p:sp>
        <p:nvSpPr>
          <p:cNvPr id="75" name="stage-row-label"/>
          <p:cNvSpPr>
            <a:spLocks noGrp="1"/>
          </p:cNvSpPr>
          <p:nvPr/>
        </p:nvSpPr>
        <p:spPr>
          <a:xfrm>
            <a:off x="4371975" y="3190875"/>
            <a:ext cx="800100" cy="238125"/>
          </a:xfrm>
          <a:prstGeom prst="rect">
            <a:avLst/>
          </a:prstGeom>
          <a:noFill/>
          <a:ln w="0">
            <a:noFill/>
            <a:prstDash val="solid"/>
          </a:ln>
        </p:spPr>
        <p:txBody>
          <a:bodyPr wrap="none" lIns="0" tIns="0" rIns="0" bIns="0" anchor="ctr">
            <a:normAutofit/>
          </a:bodyPr>
          <a:lstStyle/>
          <a:p>
            <a:pPr algn="l">
              <a:defRPr sz="1185" b="1">
                <a:solidFill>
                  <a:srgbClr val="557A96"/>
                </a:solidFill>
                <a:latin typeface="微软雅黑" panose="020B0503020204020204" charset="-122"/>
                <a:ea typeface="微软雅黑" panose="020B0503020204020204" charset="-122"/>
                <a:cs typeface="微软雅黑" panose="020B0503020204020204" charset="-122"/>
              </a:defRPr>
            </a:pPr>
            <a:r>
              <a:rPr sz="1185" b="1">
                <a:solidFill>
                  <a:srgbClr val="557A96"/>
                </a:solidFill>
                <a:latin typeface="微软雅黑" panose="020B0503020204020204" charset="-122"/>
                <a:ea typeface="微软雅黑" panose="020B0503020204020204" charset="-122"/>
                <a:cs typeface="微软雅黑" panose="020B0503020204020204" charset="-122"/>
              </a:rPr>
              <a:t>Stage</a:t>
            </a:r>
          </a:p>
        </p:txBody>
      </p:sp>
      <p:sp>
        <p:nvSpPr>
          <p:cNvPr id="76" name="stage-row-detail"/>
          <p:cNvSpPr>
            <a:spLocks noGrp="1"/>
          </p:cNvSpPr>
          <p:nvPr/>
        </p:nvSpPr>
        <p:spPr>
          <a:xfrm>
            <a:off x="5191125" y="3190875"/>
            <a:ext cx="2628900" cy="238125"/>
          </a:xfrm>
          <a:prstGeom prst="rect">
            <a:avLst/>
          </a:prstGeom>
          <a:noFill/>
          <a:ln w="0">
            <a:noFill/>
            <a:prstDash val="solid"/>
          </a:ln>
        </p:spPr>
        <p:txBody>
          <a:bodyPr wrap="none" lIns="0" tIns="0" rIns="0" bIns="0" anchor="ctr">
            <a:normAutofit/>
          </a:bodyPr>
          <a:lstStyle/>
          <a:p>
            <a:pPr algn="l">
              <a:defRPr sz="1090" b="0">
                <a:solidFill>
                  <a:srgbClr val="414951"/>
                </a:solidFill>
                <a:latin typeface="微软雅黑" panose="020B0503020204020204" charset="-122"/>
                <a:ea typeface="微软雅黑" panose="020B0503020204020204" charset="-122"/>
                <a:cs typeface="微软雅黑" panose="020B0503020204020204" charset="-122"/>
              </a:defRPr>
            </a:pPr>
            <a:r>
              <a:rPr sz="1090" b="0">
                <a:solidFill>
                  <a:srgbClr val="414951"/>
                </a:solidFill>
                <a:latin typeface="微软雅黑" panose="020B0503020204020204" charset="-122"/>
                <a:ea typeface="微软雅黑" panose="020B0503020204020204" charset="-122"/>
                <a:cs typeface="微软雅黑" panose="020B0503020204020204" charset="-122"/>
              </a:rPr>
              <a:t>每阶段明确 Input · Action · Output</a:t>
            </a:r>
          </a:p>
        </p:txBody>
      </p:sp>
      <p:sp>
        <p:nvSpPr>
          <p:cNvPr id="77" name="stage-row-line"/>
          <p:cNvSpPr>
            <a:spLocks noGrp="1"/>
          </p:cNvSpPr>
          <p:nvPr/>
        </p:nvSpPr>
        <p:spPr>
          <a:xfrm>
            <a:off x="4371975" y="3486150"/>
            <a:ext cx="3448050" cy="0"/>
          </a:xfrm>
          <a:prstGeom prst="line">
            <a:avLst/>
          </a:prstGeom>
          <a:noFill/>
          <a:ln w="6668">
            <a:solidFill>
              <a:srgbClr val="D8DEE3"/>
            </a:solidFill>
            <a:prstDash val="solid"/>
          </a:ln>
        </p:spPr>
      </p:sp>
      <p:sp>
        <p:nvSpPr>
          <p:cNvPr id="78" name="handoff-row-label"/>
          <p:cNvSpPr>
            <a:spLocks noGrp="1"/>
          </p:cNvSpPr>
          <p:nvPr/>
        </p:nvSpPr>
        <p:spPr>
          <a:xfrm>
            <a:off x="4371975" y="3590925"/>
            <a:ext cx="800100" cy="238125"/>
          </a:xfrm>
          <a:prstGeom prst="rect">
            <a:avLst/>
          </a:prstGeom>
          <a:noFill/>
          <a:ln w="0">
            <a:noFill/>
            <a:prstDash val="solid"/>
          </a:ln>
        </p:spPr>
        <p:txBody>
          <a:bodyPr wrap="none" lIns="0" tIns="0" rIns="0" bIns="0" anchor="ctr">
            <a:normAutofit/>
          </a:bodyPr>
          <a:lstStyle/>
          <a:p>
            <a:pPr algn="l">
              <a:defRPr sz="1185" b="1">
                <a:solidFill>
                  <a:srgbClr val="557A96"/>
                </a:solidFill>
                <a:latin typeface="微软雅黑" panose="020B0503020204020204" charset="-122"/>
                <a:ea typeface="微软雅黑" panose="020B0503020204020204" charset="-122"/>
                <a:cs typeface="微软雅黑" panose="020B0503020204020204" charset="-122"/>
              </a:defRPr>
            </a:pPr>
            <a:r>
              <a:rPr sz="1185" b="1">
                <a:solidFill>
                  <a:srgbClr val="557A96"/>
                </a:solidFill>
                <a:latin typeface="微软雅黑" panose="020B0503020204020204" charset="-122"/>
                <a:ea typeface="微软雅黑" panose="020B0503020204020204" charset="-122"/>
                <a:cs typeface="微软雅黑" panose="020B0503020204020204" charset="-122"/>
              </a:rPr>
              <a:t>Handoff</a:t>
            </a:r>
          </a:p>
        </p:txBody>
      </p:sp>
      <p:sp>
        <p:nvSpPr>
          <p:cNvPr id="79" name="handoff-row-detail"/>
          <p:cNvSpPr>
            <a:spLocks noGrp="1"/>
          </p:cNvSpPr>
          <p:nvPr/>
        </p:nvSpPr>
        <p:spPr>
          <a:xfrm>
            <a:off x="5191125" y="3590925"/>
            <a:ext cx="2628900" cy="238125"/>
          </a:xfrm>
          <a:prstGeom prst="rect">
            <a:avLst/>
          </a:prstGeom>
          <a:noFill/>
          <a:ln w="0">
            <a:noFill/>
            <a:prstDash val="solid"/>
          </a:ln>
        </p:spPr>
        <p:txBody>
          <a:bodyPr wrap="none" lIns="0" tIns="0" rIns="0" bIns="0" anchor="ctr">
            <a:normAutofit fontScale="95808"/>
          </a:bodyPr>
          <a:lstStyle/>
          <a:p>
            <a:pPr algn="l">
              <a:defRPr sz="1090" b="0">
                <a:solidFill>
                  <a:srgbClr val="414951"/>
                </a:solidFill>
                <a:latin typeface="微软雅黑" panose="020B0503020204020204" charset="-122"/>
                <a:ea typeface="微软雅黑" panose="020B0503020204020204" charset="-122"/>
                <a:cs typeface="微软雅黑" panose="020B0503020204020204" charset="-122"/>
              </a:defRPr>
            </a:pPr>
            <a:r>
              <a:rPr sz="1090" b="0">
                <a:solidFill>
                  <a:srgbClr val="414951"/>
                </a:solidFill>
                <a:latin typeface="微软雅黑" panose="020B0503020204020204" charset="-122"/>
                <a:ea typeface="微软雅黑" panose="020B0503020204020204" charset="-122"/>
                <a:cs typeface="微软雅黑" panose="020B0503020204020204" charset="-122"/>
              </a:rPr>
              <a:t>Output Contract → Artifact → Input Contract</a:t>
            </a:r>
          </a:p>
        </p:txBody>
      </p:sp>
      <p:sp>
        <p:nvSpPr>
          <p:cNvPr id="80" name="handoff-row-line"/>
          <p:cNvSpPr>
            <a:spLocks noGrp="1"/>
          </p:cNvSpPr>
          <p:nvPr/>
        </p:nvSpPr>
        <p:spPr>
          <a:xfrm>
            <a:off x="4371975" y="3886200"/>
            <a:ext cx="3448050" cy="0"/>
          </a:xfrm>
          <a:prstGeom prst="line">
            <a:avLst/>
          </a:prstGeom>
          <a:noFill/>
          <a:ln w="6668">
            <a:solidFill>
              <a:srgbClr val="D8DEE3"/>
            </a:solidFill>
            <a:prstDash val="solid"/>
          </a:ln>
        </p:spPr>
      </p:sp>
      <p:sp>
        <p:nvSpPr>
          <p:cNvPr id="81" name="gate-row-label"/>
          <p:cNvSpPr>
            <a:spLocks noGrp="1"/>
          </p:cNvSpPr>
          <p:nvPr/>
        </p:nvSpPr>
        <p:spPr>
          <a:xfrm>
            <a:off x="4371975" y="3990975"/>
            <a:ext cx="800100" cy="238125"/>
          </a:xfrm>
          <a:prstGeom prst="rect">
            <a:avLst/>
          </a:prstGeom>
          <a:noFill/>
          <a:ln w="0">
            <a:noFill/>
            <a:prstDash val="solid"/>
          </a:ln>
        </p:spPr>
        <p:txBody>
          <a:bodyPr wrap="none" lIns="0" tIns="0" rIns="0" bIns="0" anchor="ctr">
            <a:normAutofit/>
          </a:bodyPr>
          <a:lstStyle/>
          <a:p>
            <a:pPr algn="l">
              <a:defRPr sz="1185" b="1">
                <a:solidFill>
                  <a:srgbClr val="557A96"/>
                </a:solidFill>
                <a:latin typeface="微软雅黑" panose="020B0503020204020204" charset="-122"/>
                <a:ea typeface="微软雅黑" panose="020B0503020204020204" charset="-122"/>
                <a:cs typeface="微软雅黑" panose="020B0503020204020204" charset="-122"/>
              </a:defRPr>
            </a:pPr>
            <a:r>
              <a:rPr sz="1185" b="1">
                <a:solidFill>
                  <a:srgbClr val="557A96"/>
                </a:solidFill>
                <a:latin typeface="微软雅黑" panose="020B0503020204020204" charset="-122"/>
                <a:ea typeface="微软雅黑" panose="020B0503020204020204" charset="-122"/>
                <a:cs typeface="微软雅黑" panose="020B0503020204020204" charset="-122"/>
              </a:rPr>
              <a:t>Gate</a:t>
            </a:r>
          </a:p>
        </p:txBody>
      </p:sp>
      <p:sp>
        <p:nvSpPr>
          <p:cNvPr id="82" name="gate-row-detail"/>
          <p:cNvSpPr>
            <a:spLocks noGrp="1"/>
          </p:cNvSpPr>
          <p:nvPr/>
        </p:nvSpPr>
        <p:spPr>
          <a:xfrm>
            <a:off x="5191125" y="3990975"/>
            <a:ext cx="2628900" cy="238125"/>
          </a:xfrm>
          <a:prstGeom prst="rect">
            <a:avLst/>
          </a:prstGeom>
          <a:noFill/>
          <a:ln w="0">
            <a:noFill/>
            <a:prstDash val="solid"/>
          </a:ln>
        </p:spPr>
        <p:txBody>
          <a:bodyPr wrap="none" lIns="0" tIns="0" rIns="0" bIns="0" anchor="ctr">
            <a:normAutofit/>
          </a:bodyPr>
          <a:lstStyle/>
          <a:p>
            <a:pPr algn="l">
              <a:defRPr sz="1090" b="0">
                <a:solidFill>
                  <a:srgbClr val="414951"/>
                </a:solidFill>
                <a:latin typeface="微软雅黑" panose="020B0503020204020204" charset="-122"/>
                <a:ea typeface="微软雅黑" panose="020B0503020204020204" charset="-122"/>
                <a:cs typeface="微软雅黑" panose="020B0503020204020204" charset="-122"/>
              </a:defRPr>
            </a:pPr>
            <a:r>
              <a:rPr sz="1090" b="0">
                <a:solidFill>
                  <a:srgbClr val="414951"/>
                </a:solidFill>
                <a:latin typeface="微软雅黑" panose="020B0503020204020204" charset="-122"/>
                <a:ea typeface="微软雅黑" panose="020B0503020204020204" charset="-122"/>
                <a:cs typeface="微软雅黑" panose="020B0503020204020204" charset="-122"/>
              </a:rPr>
              <a:t>PASS 才推进；FAIL 转入失败路径</a:t>
            </a:r>
          </a:p>
        </p:txBody>
      </p:sp>
      <p:sp>
        <p:nvSpPr>
          <p:cNvPr id="83" name="gate-row-line"/>
          <p:cNvSpPr>
            <a:spLocks noGrp="1"/>
          </p:cNvSpPr>
          <p:nvPr/>
        </p:nvSpPr>
        <p:spPr>
          <a:xfrm>
            <a:off x="4371975" y="4286250"/>
            <a:ext cx="3448050" cy="0"/>
          </a:xfrm>
          <a:prstGeom prst="line">
            <a:avLst/>
          </a:prstGeom>
          <a:noFill/>
          <a:ln w="6668">
            <a:solidFill>
              <a:srgbClr val="D8DEE3"/>
            </a:solidFill>
            <a:prstDash val="solid"/>
          </a:ln>
        </p:spPr>
      </p:sp>
      <p:sp>
        <p:nvSpPr>
          <p:cNvPr id="84" name="failure-row-label"/>
          <p:cNvSpPr>
            <a:spLocks noGrp="1"/>
          </p:cNvSpPr>
          <p:nvPr/>
        </p:nvSpPr>
        <p:spPr>
          <a:xfrm>
            <a:off x="4371975" y="4391025"/>
            <a:ext cx="800100" cy="238125"/>
          </a:xfrm>
          <a:prstGeom prst="rect">
            <a:avLst/>
          </a:prstGeom>
          <a:noFill/>
          <a:ln w="0">
            <a:noFill/>
            <a:prstDash val="solid"/>
          </a:ln>
        </p:spPr>
        <p:txBody>
          <a:bodyPr wrap="none" lIns="0" tIns="0" rIns="0" bIns="0" anchor="ctr">
            <a:normAutofit/>
          </a:bodyPr>
          <a:lstStyle/>
          <a:p>
            <a:pPr algn="l">
              <a:defRPr sz="1185" b="1">
                <a:solidFill>
                  <a:srgbClr val="557A96"/>
                </a:solidFill>
                <a:latin typeface="微软雅黑" panose="020B0503020204020204" charset="-122"/>
                <a:ea typeface="微软雅黑" panose="020B0503020204020204" charset="-122"/>
                <a:cs typeface="微软雅黑" panose="020B0503020204020204" charset="-122"/>
              </a:defRPr>
            </a:pPr>
            <a:r>
              <a:rPr sz="1185" b="1">
                <a:solidFill>
                  <a:srgbClr val="557A96"/>
                </a:solidFill>
                <a:latin typeface="微软雅黑" panose="020B0503020204020204" charset="-122"/>
                <a:ea typeface="微软雅黑" panose="020B0503020204020204" charset="-122"/>
                <a:cs typeface="微软雅黑" panose="020B0503020204020204" charset="-122"/>
              </a:rPr>
              <a:t>Failure</a:t>
            </a:r>
          </a:p>
        </p:txBody>
      </p:sp>
      <p:sp>
        <p:nvSpPr>
          <p:cNvPr id="85" name="failure-row-detail"/>
          <p:cNvSpPr>
            <a:spLocks noGrp="1"/>
          </p:cNvSpPr>
          <p:nvPr/>
        </p:nvSpPr>
        <p:spPr>
          <a:xfrm>
            <a:off x="5191125" y="4391025"/>
            <a:ext cx="2628900" cy="238125"/>
          </a:xfrm>
          <a:prstGeom prst="rect">
            <a:avLst/>
          </a:prstGeom>
          <a:noFill/>
          <a:ln w="0">
            <a:noFill/>
            <a:prstDash val="solid"/>
          </a:ln>
        </p:spPr>
        <p:txBody>
          <a:bodyPr wrap="none" lIns="0" tIns="0" rIns="0" bIns="0" anchor="ctr">
            <a:normAutofit/>
          </a:bodyPr>
          <a:lstStyle/>
          <a:p>
            <a:pPr algn="l">
              <a:defRPr sz="1090" b="0">
                <a:solidFill>
                  <a:srgbClr val="414951"/>
                </a:solidFill>
                <a:latin typeface="微软雅黑" panose="020B0503020204020204" charset="-122"/>
                <a:ea typeface="微软雅黑" panose="020B0503020204020204" charset="-122"/>
                <a:cs typeface="微软雅黑" panose="020B0503020204020204" charset="-122"/>
              </a:defRPr>
            </a:pPr>
            <a:r>
              <a:rPr sz="1090" b="0">
                <a:solidFill>
                  <a:srgbClr val="414951"/>
                </a:solidFill>
                <a:latin typeface="微软雅黑" panose="020B0503020204020204" charset="-122"/>
                <a:ea typeface="微软雅黑" panose="020B0503020204020204" charset="-122"/>
                <a:cs typeface="微软雅黑" panose="020B0503020204020204" charset="-122"/>
              </a:rPr>
              <a:t>Retry 当前阶段 · Fallback 前一阶段</a:t>
            </a:r>
          </a:p>
        </p:txBody>
      </p:sp>
      <p:sp>
        <p:nvSpPr>
          <p:cNvPr id="86" name="failure-row-line"/>
          <p:cNvSpPr>
            <a:spLocks noGrp="1"/>
          </p:cNvSpPr>
          <p:nvPr/>
        </p:nvSpPr>
        <p:spPr>
          <a:xfrm>
            <a:off x="4371975" y="4686300"/>
            <a:ext cx="3448050" cy="0"/>
          </a:xfrm>
          <a:prstGeom prst="line">
            <a:avLst/>
          </a:prstGeom>
          <a:noFill/>
          <a:ln w="6668">
            <a:solidFill>
              <a:srgbClr val="D8DEE3"/>
            </a:solidFill>
            <a:prstDash val="solid"/>
          </a:ln>
        </p:spPr>
      </p:sp>
      <p:sp>
        <p:nvSpPr>
          <p:cNvPr id="87" name="routing-note-band"/>
          <p:cNvSpPr>
            <a:spLocks noGrp="1"/>
          </p:cNvSpPr>
          <p:nvPr/>
        </p:nvSpPr>
        <p:spPr>
          <a:xfrm>
            <a:off x="4352925" y="4857750"/>
            <a:ext cx="3476625" cy="352425"/>
          </a:xfrm>
          <a:prstGeom prst="rect">
            <a:avLst/>
          </a:prstGeom>
          <a:solidFill>
            <a:srgbClr val="F7F9FA"/>
          </a:solidFill>
          <a:ln w="0">
            <a:noFill/>
            <a:prstDash val="solid"/>
          </a:ln>
        </p:spPr>
      </p:sp>
      <p:sp>
        <p:nvSpPr>
          <p:cNvPr id="88" name="routing-note"/>
          <p:cNvSpPr>
            <a:spLocks noGrp="1"/>
          </p:cNvSpPr>
          <p:nvPr/>
        </p:nvSpPr>
        <p:spPr>
          <a:xfrm>
            <a:off x="4476750" y="4876800"/>
            <a:ext cx="3228975" cy="314325"/>
          </a:xfrm>
          <a:prstGeom prst="rect">
            <a:avLst/>
          </a:prstGeom>
          <a:noFill/>
          <a:ln w="0">
            <a:noFill/>
            <a:prstDash val="solid"/>
          </a:ln>
        </p:spPr>
        <p:txBody>
          <a:bodyPr wrap="none" lIns="0" tIns="0" rIns="0" bIns="0" anchor="ctr">
            <a:normAutofit/>
          </a:bodyPr>
          <a:lstStyle/>
          <a:p>
            <a:pPr algn="ctr">
              <a:defRPr sz="1035" b="1">
                <a:solidFill>
                  <a:srgbClr val="414951"/>
                </a:solidFill>
                <a:latin typeface="微软雅黑" panose="020B0503020204020204" charset="-122"/>
                <a:ea typeface="微软雅黑" panose="020B0503020204020204" charset="-122"/>
                <a:cs typeface="微软雅黑" panose="020B0503020204020204" charset="-122"/>
              </a:defRPr>
            </a:pPr>
            <a:r>
              <a:rPr sz="1035" b="1" dirty="0">
                <a:solidFill>
                  <a:srgbClr val="414951"/>
                </a:solidFill>
                <a:latin typeface="微软雅黑" panose="020B0503020204020204" charset="-122"/>
                <a:ea typeface="微软雅黑" panose="020B0503020204020204" charset="-122"/>
                <a:cs typeface="微软雅黑" panose="020B0503020204020204" charset="-122"/>
              </a:rPr>
              <a:t>Routing </a:t>
            </a:r>
            <a:r>
              <a:rPr lang="zh-CN" altLang="en-US" sz="1035" b="1" dirty="0" smtClean="0">
                <a:solidFill>
                  <a:srgbClr val="414951"/>
                </a:solidFill>
                <a:latin typeface="微软雅黑" panose="020B0503020204020204" charset="-122"/>
                <a:ea typeface="微软雅黑" panose="020B0503020204020204" charset="-122"/>
                <a:cs typeface="微软雅黑" panose="020B0503020204020204" charset="-122"/>
              </a:rPr>
              <a:t>一般</a:t>
            </a:r>
            <a:r>
              <a:rPr sz="1035" b="1" dirty="0" err="1" smtClean="0">
                <a:solidFill>
                  <a:srgbClr val="414951"/>
                </a:solidFill>
                <a:latin typeface="微软雅黑" panose="020B0503020204020204" charset="-122"/>
                <a:ea typeface="微软雅黑" panose="020B0503020204020204" charset="-122"/>
                <a:cs typeface="微软雅黑" panose="020B0503020204020204" charset="-122"/>
              </a:rPr>
              <a:t>仅在多分支时设计</a:t>
            </a:r>
            <a:r>
              <a:rPr sz="1035" b="1" dirty="0" smtClean="0">
                <a:solidFill>
                  <a:srgbClr val="414951"/>
                </a:solidFill>
                <a:latin typeface="微软雅黑" panose="020B0503020204020204" charset="-122"/>
                <a:ea typeface="微软雅黑" panose="020B0503020204020204" charset="-122"/>
                <a:cs typeface="微软雅黑" panose="020B0503020204020204" charset="-122"/>
              </a:rPr>
              <a:t>。</a:t>
            </a:r>
            <a:endParaRPr sz="1035" b="1" dirty="0">
              <a:solidFill>
                <a:srgbClr val="414951"/>
              </a:solidFill>
              <a:latin typeface="微软雅黑" panose="020B0503020204020204" charset="-122"/>
              <a:ea typeface="微软雅黑" panose="020B0503020204020204" charset="-122"/>
              <a:cs typeface="微软雅黑" panose="020B0503020204020204" charset="-122"/>
            </a:endParaRPr>
          </a:p>
        </p:txBody>
      </p:sp>
      <p:sp>
        <p:nvSpPr>
          <p:cNvPr id="89" name="workflow-product-band"/>
          <p:cNvSpPr>
            <a:spLocks noGrp="1"/>
          </p:cNvSpPr>
          <p:nvPr/>
        </p:nvSpPr>
        <p:spPr>
          <a:xfrm>
            <a:off x="4352925" y="5314950"/>
            <a:ext cx="3476625" cy="333375"/>
          </a:xfrm>
          <a:prstGeom prst="rect">
            <a:avLst/>
          </a:prstGeom>
          <a:solidFill>
            <a:srgbClr val="F2F6F8"/>
          </a:solidFill>
          <a:ln w="6668">
            <a:solidFill>
              <a:srgbClr val="D8DEE3"/>
            </a:solidFill>
            <a:prstDash val="solid"/>
          </a:ln>
        </p:spPr>
      </p:sp>
      <p:sp>
        <p:nvSpPr>
          <p:cNvPr id="90" name="workflow-product"/>
          <p:cNvSpPr>
            <a:spLocks noGrp="1"/>
          </p:cNvSpPr>
          <p:nvPr/>
        </p:nvSpPr>
        <p:spPr>
          <a:xfrm>
            <a:off x="4453973" y="5381624"/>
            <a:ext cx="3267075" cy="200025"/>
          </a:xfrm>
          <a:prstGeom prst="rect">
            <a:avLst/>
          </a:prstGeom>
          <a:noFill/>
          <a:ln w="0">
            <a:noFill/>
            <a:prstDash val="solid"/>
          </a:ln>
        </p:spPr>
        <p:txBody>
          <a:bodyPr wrap="none" lIns="0" tIns="0" rIns="0" bIns="0" anchor="ctr">
            <a:normAutofit/>
          </a:bodyPr>
          <a:lstStyle/>
          <a:p>
            <a:pPr algn="ctr">
              <a:defRPr sz="1060" b="1">
                <a:solidFill>
                  <a:srgbClr val="557A96"/>
                </a:solidFill>
                <a:latin typeface="微软雅黑" panose="020B0503020204020204" charset="-122"/>
                <a:ea typeface="微软雅黑" panose="020B0503020204020204" charset="-122"/>
                <a:cs typeface="微软雅黑" panose="020B0503020204020204" charset="-122"/>
              </a:defRPr>
            </a:pPr>
            <a:r>
              <a:rPr lang="zh-CN" altLang="en-US" sz="1060" b="1" dirty="0">
                <a:solidFill>
                  <a:srgbClr val="557A96"/>
                </a:solidFill>
                <a:latin typeface="微软雅黑" panose="020B0503020204020204" charset="-122"/>
                <a:ea typeface="微软雅黑" panose="020B0503020204020204" charset="-122"/>
                <a:cs typeface="微软雅黑" panose="020B0503020204020204" charset="-122"/>
              </a:rPr>
              <a:t>完成</a:t>
            </a:r>
            <a:r>
              <a:rPr sz="1060" b="1" dirty="0" smtClean="0">
                <a:solidFill>
                  <a:srgbClr val="557A96"/>
                </a:solidFill>
                <a:latin typeface="微软雅黑" panose="020B0503020204020204" charset="-122"/>
                <a:ea typeface="微软雅黑" panose="020B0503020204020204" charset="-122"/>
                <a:cs typeface="微软雅黑" panose="020B0503020204020204" charset="-122"/>
              </a:rPr>
              <a:t>：</a:t>
            </a:r>
            <a:r>
              <a:rPr sz="1060" b="1" dirty="0">
                <a:solidFill>
                  <a:srgbClr val="557A96"/>
                </a:solidFill>
                <a:latin typeface="微软雅黑" panose="020B0503020204020204" charset="-122"/>
                <a:ea typeface="微软雅黑" panose="020B0503020204020204" charset="-122"/>
                <a:cs typeface="微软雅黑" panose="020B0503020204020204" charset="-122"/>
              </a:rPr>
              <a:t>从 Input 到 Output </a:t>
            </a:r>
            <a:r>
              <a:rPr sz="1060" b="1" dirty="0" err="1">
                <a:solidFill>
                  <a:srgbClr val="557A96"/>
                </a:solidFill>
                <a:latin typeface="微软雅黑" panose="020B0503020204020204" charset="-122"/>
                <a:ea typeface="微软雅黑" panose="020B0503020204020204" charset="-122"/>
                <a:cs typeface="微软雅黑" panose="020B0503020204020204" charset="-122"/>
              </a:rPr>
              <a:t>的最小可运行</a:t>
            </a:r>
            <a:r>
              <a:rPr sz="1060" b="1" dirty="0">
                <a:solidFill>
                  <a:srgbClr val="557A96"/>
                </a:solidFill>
                <a:latin typeface="微软雅黑" panose="020B0503020204020204" charset="-122"/>
                <a:ea typeface="微软雅黑" panose="020B0503020204020204" charset="-122"/>
                <a:cs typeface="微软雅黑" panose="020B0503020204020204" charset="-122"/>
              </a:rPr>
              <a:t> Workflow</a:t>
            </a:r>
          </a:p>
        </p:txBody>
      </p:sp>
      <p:sp>
        <p:nvSpPr>
          <p:cNvPr id="92" name="roles-intro"/>
          <p:cNvSpPr>
            <a:spLocks noGrp="1"/>
          </p:cNvSpPr>
          <p:nvPr/>
        </p:nvSpPr>
        <p:spPr>
          <a:xfrm>
            <a:off x="8391525" y="2765562"/>
            <a:ext cx="2990850" cy="209550"/>
          </a:xfrm>
          <a:prstGeom prst="rect">
            <a:avLst/>
          </a:prstGeom>
          <a:noFill/>
          <a:ln w="0">
            <a:noFill/>
            <a:prstDash val="solid"/>
          </a:ln>
        </p:spPr>
        <p:txBody>
          <a:bodyPr wrap="none" lIns="0" tIns="0" rIns="0" bIns="0" anchor="ctr">
            <a:normAutofit/>
          </a:bodyPr>
          <a:lstStyle/>
          <a:p>
            <a:pPr algn="ctr">
              <a:defRPr sz="1110" b="0">
                <a:solidFill>
                  <a:srgbClr val="68727B"/>
                </a:solidFill>
                <a:latin typeface="微软雅黑" panose="020B0503020204020204" charset="-122"/>
                <a:ea typeface="微软雅黑" panose="020B0503020204020204" charset="-122"/>
                <a:cs typeface="微软雅黑" panose="020B0503020204020204" charset="-122"/>
              </a:defRPr>
            </a:pPr>
            <a:r>
              <a:rPr sz="1110" b="0" dirty="0" err="1" smtClean="0">
                <a:solidFill>
                  <a:srgbClr val="68727B"/>
                </a:solidFill>
                <a:latin typeface="微软雅黑" panose="020B0503020204020204" charset="-122"/>
                <a:ea typeface="微软雅黑" panose="020B0503020204020204" charset="-122"/>
                <a:cs typeface="微软雅黑" panose="020B0503020204020204" charset="-122"/>
              </a:rPr>
              <a:t>逐个判断每个</a:t>
            </a:r>
            <a:r>
              <a:rPr sz="1110" b="0" dirty="0" smtClean="0">
                <a:solidFill>
                  <a:srgbClr val="68727B"/>
                </a:solidFill>
                <a:latin typeface="微软雅黑" panose="020B0503020204020204" charset="-122"/>
                <a:ea typeface="微软雅黑" panose="020B0503020204020204" charset="-122"/>
                <a:cs typeface="微软雅黑" panose="020B0503020204020204" charset="-122"/>
              </a:rPr>
              <a:t> </a:t>
            </a:r>
            <a:r>
              <a:rPr lang="zh-CN" altLang="en-US" sz="1110" dirty="0" smtClean="0">
                <a:solidFill>
                  <a:srgbClr val="68727B"/>
                </a:solidFill>
                <a:latin typeface="微软雅黑" panose="020B0503020204020204" charset="-122"/>
                <a:ea typeface="微软雅黑" panose="020B0503020204020204" charset="-122"/>
                <a:cs typeface="微软雅黑" panose="020B0503020204020204" charset="-122"/>
              </a:rPr>
              <a:t>阶段要做什么</a:t>
            </a:r>
            <a:r>
              <a:rPr lang="zh-CN" altLang="en-US" sz="1110" b="0" dirty="0" smtClean="0">
                <a:solidFill>
                  <a:srgbClr val="68727B"/>
                </a:solidFill>
                <a:latin typeface="微软雅黑" panose="020B0503020204020204" charset="-122"/>
                <a:ea typeface="微软雅黑" panose="020B0503020204020204" charset="-122"/>
                <a:cs typeface="微软雅黑" panose="020B0503020204020204" charset="-122"/>
              </a:rPr>
              <a:t>，</a:t>
            </a:r>
            <a:r>
              <a:rPr lang="zh-CN" altLang="en-US" sz="1110" b="0" dirty="0" smtClean="0">
                <a:solidFill>
                  <a:srgbClr val="68727B"/>
                </a:solidFill>
                <a:latin typeface="微软雅黑" panose="020B0503020204020204" charset="-122"/>
                <a:ea typeface="微软雅黑" panose="020B0503020204020204" charset="-122"/>
                <a:cs typeface="微软雅黑" panose="020B0503020204020204" charset="-122"/>
              </a:rPr>
              <a:t>需要什么</a:t>
            </a:r>
            <a:endParaRPr sz="1110" b="0" dirty="0">
              <a:solidFill>
                <a:srgbClr val="68727B"/>
              </a:solidFill>
              <a:latin typeface="微软雅黑" panose="020B0503020204020204" charset="-122"/>
              <a:ea typeface="微软雅黑" panose="020B0503020204020204" charset="-122"/>
              <a:cs typeface="微软雅黑" panose="020B0503020204020204" charset="-122"/>
            </a:endParaRPr>
          </a:p>
        </p:txBody>
      </p:sp>
      <p:sp>
        <p:nvSpPr>
          <p:cNvPr id="93" name="role-stage-down"/>
          <p:cNvSpPr>
            <a:spLocks noGrp="1"/>
          </p:cNvSpPr>
          <p:nvPr/>
        </p:nvSpPr>
        <p:spPr>
          <a:xfrm>
            <a:off x="9896475" y="3279912"/>
            <a:ext cx="0" cy="114300"/>
          </a:xfrm>
          <a:prstGeom prst="line">
            <a:avLst/>
          </a:prstGeom>
          <a:noFill/>
          <a:ln w="11430">
            <a:solidFill>
              <a:srgbClr val="557A96"/>
            </a:solidFill>
            <a:prstDash val="solid"/>
          </a:ln>
        </p:spPr>
      </p:sp>
      <p:sp>
        <p:nvSpPr>
          <p:cNvPr id="94" name="role-branch"/>
          <p:cNvSpPr>
            <a:spLocks noGrp="1"/>
          </p:cNvSpPr>
          <p:nvPr/>
        </p:nvSpPr>
        <p:spPr>
          <a:xfrm>
            <a:off x="8724900" y="3394212"/>
            <a:ext cx="2295525" cy="0"/>
          </a:xfrm>
          <a:prstGeom prst="line">
            <a:avLst/>
          </a:prstGeom>
          <a:noFill/>
          <a:ln w="11430">
            <a:solidFill>
              <a:srgbClr val="557A96"/>
            </a:solidFill>
            <a:prstDash val="solid"/>
          </a:ln>
        </p:spPr>
      </p:sp>
      <p:sp>
        <p:nvSpPr>
          <p:cNvPr id="95" name="role-drop-0"/>
          <p:cNvSpPr>
            <a:spLocks noGrp="1"/>
          </p:cNvSpPr>
          <p:nvPr/>
        </p:nvSpPr>
        <p:spPr>
          <a:xfrm>
            <a:off x="8724900" y="3394212"/>
            <a:ext cx="0" cy="85725"/>
          </a:xfrm>
          <a:prstGeom prst="line">
            <a:avLst/>
          </a:prstGeom>
          <a:noFill/>
          <a:ln w="11430">
            <a:solidFill>
              <a:srgbClr val="557A96"/>
            </a:solidFill>
            <a:prstDash val="solid"/>
          </a:ln>
        </p:spPr>
      </p:sp>
      <p:sp>
        <p:nvSpPr>
          <p:cNvPr id="96" name="role-arrow-0"/>
          <p:cNvSpPr>
            <a:spLocks noGrp="1"/>
          </p:cNvSpPr>
          <p:nvPr/>
        </p:nvSpPr>
        <p:spPr>
          <a:xfrm rot="10800000">
            <a:off x="8686800" y="3441837"/>
            <a:ext cx="76200" cy="76200"/>
          </a:xfrm>
          <a:prstGeom prst="triangle">
            <a:avLst/>
          </a:prstGeom>
          <a:solidFill>
            <a:srgbClr val="557A96"/>
          </a:solidFill>
          <a:ln w="0">
            <a:solidFill>
              <a:srgbClr val="557A96"/>
            </a:solidFill>
            <a:prstDash val="solid"/>
          </a:ln>
        </p:spPr>
      </p:sp>
      <p:sp>
        <p:nvSpPr>
          <p:cNvPr id="97" name="role-drop-1"/>
          <p:cNvSpPr>
            <a:spLocks noGrp="1"/>
          </p:cNvSpPr>
          <p:nvPr/>
        </p:nvSpPr>
        <p:spPr>
          <a:xfrm>
            <a:off x="9477375" y="3394212"/>
            <a:ext cx="0" cy="85725"/>
          </a:xfrm>
          <a:prstGeom prst="line">
            <a:avLst/>
          </a:prstGeom>
          <a:noFill/>
          <a:ln w="11430">
            <a:solidFill>
              <a:srgbClr val="557A96"/>
            </a:solidFill>
            <a:prstDash val="solid"/>
          </a:ln>
        </p:spPr>
      </p:sp>
      <p:sp>
        <p:nvSpPr>
          <p:cNvPr id="98" name="role-arrow-1"/>
          <p:cNvSpPr>
            <a:spLocks noGrp="1"/>
          </p:cNvSpPr>
          <p:nvPr/>
        </p:nvSpPr>
        <p:spPr>
          <a:xfrm rot="10800000">
            <a:off x="9439275" y="3441837"/>
            <a:ext cx="76200" cy="76200"/>
          </a:xfrm>
          <a:prstGeom prst="triangle">
            <a:avLst/>
          </a:prstGeom>
          <a:solidFill>
            <a:srgbClr val="557A96"/>
          </a:solidFill>
          <a:ln w="0">
            <a:solidFill>
              <a:srgbClr val="557A96"/>
            </a:solidFill>
            <a:prstDash val="solid"/>
          </a:ln>
        </p:spPr>
      </p:sp>
      <p:sp>
        <p:nvSpPr>
          <p:cNvPr id="99" name="role-drop-2"/>
          <p:cNvSpPr>
            <a:spLocks noGrp="1"/>
          </p:cNvSpPr>
          <p:nvPr/>
        </p:nvSpPr>
        <p:spPr>
          <a:xfrm>
            <a:off x="10229850" y="3394212"/>
            <a:ext cx="0" cy="85725"/>
          </a:xfrm>
          <a:prstGeom prst="line">
            <a:avLst/>
          </a:prstGeom>
          <a:noFill/>
          <a:ln w="11430">
            <a:solidFill>
              <a:srgbClr val="557A96"/>
            </a:solidFill>
            <a:prstDash val="solid"/>
          </a:ln>
        </p:spPr>
      </p:sp>
      <p:sp>
        <p:nvSpPr>
          <p:cNvPr id="100" name="role-arrow-2"/>
          <p:cNvSpPr>
            <a:spLocks noGrp="1"/>
          </p:cNvSpPr>
          <p:nvPr/>
        </p:nvSpPr>
        <p:spPr>
          <a:xfrm rot="10800000">
            <a:off x="10191750" y="3441837"/>
            <a:ext cx="76200" cy="76200"/>
          </a:xfrm>
          <a:prstGeom prst="triangle">
            <a:avLst/>
          </a:prstGeom>
          <a:solidFill>
            <a:srgbClr val="557A96"/>
          </a:solidFill>
          <a:ln w="0">
            <a:solidFill>
              <a:srgbClr val="557A96"/>
            </a:solidFill>
            <a:prstDash val="solid"/>
          </a:ln>
        </p:spPr>
      </p:sp>
      <p:sp>
        <p:nvSpPr>
          <p:cNvPr id="101" name="role-drop-3"/>
          <p:cNvSpPr>
            <a:spLocks noGrp="1"/>
          </p:cNvSpPr>
          <p:nvPr/>
        </p:nvSpPr>
        <p:spPr>
          <a:xfrm>
            <a:off x="11020425" y="3394212"/>
            <a:ext cx="0" cy="85725"/>
          </a:xfrm>
          <a:prstGeom prst="line">
            <a:avLst/>
          </a:prstGeom>
          <a:noFill/>
          <a:ln w="11430">
            <a:solidFill>
              <a:srgbClr val="557A96"/>
            </a:solidFill>
            <a:prstDash val="solid"/>
          </a:ln>
        </p:spPr>
      </p:sp>
      <p:sp>
        <p:nvSpPr>
          <p:cNvPr id="102" name="role-arrow-3"/>
          <p:cNvSpPr>
            <a:spLocks noGrp="1"/>
          </p:cNvSpPr>
          <p:nvPr/>
        </p:nvSpPr>
        <p:spPr>
          <a:xfrm rot="10800000">
            <a:off x="10982325" y="3441837"/>
            <a:ext cx="76200" cy="76200"/>
          </a:xfrm>
          <a:prstGeom prst="triangle">
            <a:avLst/>
          </a:prstGeom>
          <a:solidFill>
            <a:srgbClr val="557A96"/>
          </a:solidFill>
          <a:ln w="0">
            <a:solidFill>
              <a:srgbClr val="557A96"/>
            </a:solidFill>
            <a:prstDash val="solid"/>
          </a:ln>
        </p:spPr>
      </p:sp>
      <p:sp>
        <p:nvSpPr>
          <p:cNvPr id="103" name="stage-owner-box"/>
          <p:cNvSpPr>
            <a:spLocks noGrp="1"/>
          </p:cNvSpPr>
          <p:nvPr/>
        </p:nvSpPr>
        <p:spPr>
          <a:xfrm>
            <a:off x="9544050" y="2994162"/>
            <a:ext cx="704850" cy="285750"/>
          </a:xfrm>
          <a:prstGeom prst="roundRect">
            <a:avLst>
              <a:gd name="adj" fmla="val 13333"/>
            </a:avLst>
          </a:prstGeom>
          <a:solidFill>
            <a:srgbClr val="F2F6F8"/>
          </a:solidFill>
          <a:ln w="9525">
            <a:solidFill>
              <a:srgbClr val="7F9DB2"/>
            </a:solidFill>
            <a:prstDash val="solid"/>
          </a:ln>
        </p:spPr>
      </p:sp>
      <p:sp>
        <p:nvSpPr>
          <p:cNvPr id="104" name="stage-owner-text"/>
          <p:cNvSpPr>
            <a:spLocks noGrp="1"/>
          </p:cNvSpPr>
          <p:nvPr/>
        </p:nvSpPr>
        <p:spPr>
          <a:xfrm>
            <a:off x="9572625" y="3013212"/>
            <a:ext cx="647700" cy="247650"/>
          </a:xfrm>
          <a:prstGeom prst="rect">
            <a:avLst/>
          </a:prstGeom>
          <a:noFill/>
          <a:ln w="0">
            <a:noFill/>
            <a:prstDash val="solid"/>
          </a:ln>
        </p:spPr>
        <p:txBody>
          <a:bodyPr wrap="none" lIns="0" tIns="0" rIns="0" bIns="0" anchor="ctr">
            <a:normAutofit/>
          </a:bodyPr>
          <a:lstStyle/>
          <a:p>
            <a:pPr algn="ctr">
              <a:defRPr sz="1065" b="1">
                <a:solidFill>
                  <a:srgbClr val="557A96"/>
                </a:solidFill>
                <a:latin typeface="微软雅黑" panose="020B0503020204020204" charset="-122"/>
                <a:ea typeface="微软雅黑" panose="020B0503020204020204" charset="-122"/>
                <a:cs typeface="微软雅黑" panose="020B0503020204020204" charset="-122"/>
              </a:defRPr>
            </a:pPr>
            <a:r>
              <a:rPr sz="1065" b="1">
                <a:solidFill>
                  <a:srgbClr val="557A96"/>
                </a:solidFill>
                <a:latin typeface="微软雅黑" panose="020B0503020204020204" charset="-122"/>
                <a:ea typeface="微软雅黑" panose="020B0503020204020204" charset="-122"/>
                <a:cs typeface="微软雅黑" panose="020B0503020204020204" charset="-122"/>
              </a:rPr>
              <a:t>Stage</a:t>
            </a:r>
          </a:p>
        </p:txBody>
      </p:sp>
      <p:sp>
        <p:nvSpPr>
          <p:cNvPr id="105" name="main-agent-node-box"/>
          <p:cNvSpPr>
            <a:spLocks noGrp="1"/>
          </p:cNvSpPr>
          <p:nvPr/>
        </p:nvSpPr>
        <p:spPr>
          <a:xfrm>
            <a:off x="8382000" y="3518037"/>
            <a:ext cx="685800" cy="342900"/>
          </a:xfrm>
          <a:prstGeom prst="roundRect">
            <a:avLst>
              <a:gd name="adj" fmla="val 11111"/>
            </a:avLst>
          </a:prstGeom>
          <a:solidFill>
            <a:srgbClr val="F7F9FA"/>
          </a:solidFill>
          <a:ln w="9525">
            <a:solidFill>
              <a:srgbClr val="7F9DB2"/>
            </a:solidFill>
            <a:prstDash val="solid"/>
          </a:ln>
        </p:spPr>
      </p:sp>
      <p:sp>
        <p:nvSpPr>
          <p:cNvPr id="106" name="main-agent-node-text"/>
          <p:cNvSpPr>
            <a:spLocks noGrp="1"/>
          </p:cNvSpPr>
          <p:nvPr/>
        </p:nvSpPr>
        <p:spPr>
          <a:xfrm>
            <a:off x="8410575" y="3537087"/>
            <a:ext cx="628650" cy="304800"/>
          </a:xfrm>
          <a:prstGeom prst="rect">
            <a:avLst/>
          </a:prstGeom>
          <a:noFill/>
          <a:ln w="0">
            <a:noFill/>
            <a:prstDash val="solid"/>
          </a:ln>
        </p:spPr>
        <p:txBody>
          <a:bodyPr wrap="none" lIns="0" tIns="0" rIns="0" bIns="0" anchor="ctr">
            <a:normAutofit/>
          </a:bodyPr>
          <a:lstStyle/>
          <a:p>
            <a:pPr algn="ctr">
              <a:defRPr sz="925" b="1">
                <a:solidFill>
                  <a:srgbClr val="252B31"/>
                </a:solidFill>
                <a:latin typeface="微软雅黑" panose="020B0503020204020204" charset="-122"/>
                <a:ea typeface="微软雅黑" panose="020B0503020204020204" charset="-122"/>
                <a:cs typeface="微软雅黑" panose="020B0503020204020204" charset="-122"/>
              </a:defRPr>
            </a:pPr>
            <a:r>
              <a:rPr sz="925" b="1">
                <a:solidFill>
                  <a:srgbClr val="252B31"/>
                </a:solidFill>
                <a:latin typeface="微软雅黑" panose="020B0503020204020204" charset="-122"/>
                <a:ea typeface="微软雅黑" panose="020B0503020204020204" charset="-122"/>
                <a:cs typeface="微软雅黑" panose="020B0503020204020204" charset="-122"/>
              </a:rPr>
              <a:t>Main</a:t>
            </a:r>
          </a:p>
          <a:p>
            <a:pPr algn="ctr">
              <a:defRPr sz="925" b="1">
                <a:solidFill>
                  <a:srgbClr val="252B31"/>
                </a:solidFill>
                <a:latin typeface="微软雅黑" panose="020B0503020204020204" charset="-122"/>
                <a:ea typeface="微软雅黑" panose="020B0503020204020204" charset="-122"/>
                <a:cs typeface="微软雅黑" panose="020B0503020204020204" charset="-122"/>
              </a:defRPr>
            </a:pPr>
            <a:r>
              <a:rPr sz="925" b="1">
                <a:solidFill>
                  <a:srgbClr val="252B31"/>
                </a:solidFill>
                <a:latin typeface="微软雅黑" panose="020B0503020204020204" charset="-122"/>
                <a:ea typeface="微软雅黑" panose="020B0503020204020204" charset="-122"/>
                <a:cs typeface="微软雅黑" panose="020B0503020204020204" charset="-122"/>
              </a:rPr>
              <a:t>Agent</a:t>
            </a:r>
          </a:p>
        </p:txBody>
      </p:sp>
      <p:sp>
        <p:nvSpPr>
          <p:cNvPr id="107" name="script-node-box"/>
          <p:cNvSpPr>
            <a:spLocks noGrp="1"/>
          </p:cNvSpPr>
          <p:nvPr/>
        </p:nvSpPr>
        <p:spPr>
          <a:xfrm>
            <a:off x="9134475" y="3518037"/>
            <a:ext cx="685800" cy="342900"/>
          </a:xfrm>
          <a:prstGeom prst="roundRect">
            <a:avLst>
              <a:gd name="adj" fmla="val 11111"/>
            </a:avLst>
          </a:prstGeom>
          <a:solidFill>
            <a:srgbClr val="F7F9FA"/>
          </a:solidFill>
          <a:ln w="9525">
            <a:solidFill>
              <a:srgbClr val="7F9DB2"/>
            </a:solidFill>
            <a:prstDash val="solid"/>
          </a:ln>
        </p:spPr>
      </p:sp>
      <p:sp>
        <p:nvSpPr>
          <p:cNvPr id="108" name="script-node-text"/>
          <p:cNvSpPr>
            <a:spLocks noGrp="1"/>
          </p:cNvSpPr>
          <p:nvPr/>
        </p:nvSpPr>
        <p:spPr>
          <a:xfrm>
            <a:off x="9163050" y="3537087"/>
            <a:ext cx="628650" cy="304800"/>
          </a:xfrm>
          <a:prstGeom prst="rect">
            <a:avLst/>
          </a:prstGeom>
          <a:noFill/>
          <a:ln w="0">
            <a:noFill/>
            <a:prstDash val="solid"/>
          </a:ln>
        </p:spPr>
        <p:txBody>
          <a:bodyPr wrap="none" lIns="0" tIns="0" rIns="0" bIns="0" anchor="ctr">
            <a:normAutofit/>
          </a:bodyPr>
          <a:lstStyle/>
          <a:p>
            <a:pPr algn="ctr">
              <a:defRPr sz="990" b="1">
                <a:solidFill>
                  <a:srgbClr val="252B31"/>
                </a:solidFill>
                <a:latin typeface="微软雅黑" panose="020B0503020204020204" charset="-122"/>
                <a:ea typeface="微软雅黑" panose="020B0503020204020204" charset="-122"/>
                <a:cs typeface="微软雅黑" panose="020B0503020204020204" charset="-122"/>
              </a:defRPr>
            </a:pPr>
            <a:r>
              <a:rPr sz="990" b="1">
                <a:solidFill>
                  <a:srgbClr val="252B31"/>
                </a:solidFill>
                <a:latin typeface="微软雅黑" panose="020B0503020204020204" charset="-122"/>
                <a:ea typeface="微软雅黑" panose="020B0503020204020204" charset="-122"/>
                <a:cs typeface="微软雅黑" panose="020B0503020204020204" charset="-122"/>
              </a:rPr>
              <a:t>Script</a:t>
            </a:r>
          </a:p>
        </p:txBody>
      </p:sp>
      <p:sp>
        <p:nvSpPr>
          <p:cNvPr id="109" name="subagent-node-box"/>
          <p:cNvSpPr>
            <a:spLocks noGrp="1"/>
          </p:cNvSpPr>
          <p:nvPr/>
        </p:nvSpPr>
        <p:spPr>
          <a:xfrm>
            <a:off x="9886950" y="3518037"/>
            <a:ext cx="685800" cy="342900"/>
          </a:xfrm>
          <a:prstGeom prst="roundRect">
            <a:avLst>
              <a:gd name="adj" fmla="val 11111"/>
            </a:avLst>
          </a:prstGeom>
          <a:solidFill>
            <a:srgbClr val="F7F9FA"/>
          </a:solidFill>
          <a:ln w="9525">
            <a:solidFill>
              <a:srgbClr val="7F9DB2"/>
            </a:solidFill>
            <a:prstDash val="solid"/>
          </a:ln>
        </p:spPr>
      </p:sp>
      <p:sp>
        <p:nvSpPr>
          <p:cNvPr id="110" name="subagent-node-text"/>
          <p:cNvSpPr>
            <a:spLocks noGrp="1"/>
          </p:cNvSpPr>
          <p:nvPr/>
        </p:nvSpPr>
        <p:spPr>
          <a:xfrm>
            <a:off x="9915525" y="3537087"/>
            <a:ext cx="628650" cy="304800"/>
          </a:xfrm>
          <a:prstGeom prst="rect">
            <a:avLst/>
          </a:prstGeom>
          <a:noFill/>
          <a:ln w="0">
            <a:noFill/>
            <a:prstDash val="solid"/>
          </a:ln>
        </p:spPr>
        <p:txBody>
          <a:bodyPr wrap="none" lIns="0" tIns="0" rIns="0" bIns="0" anchor="ctr">
            <a:normAutofit/>
          </a:bodyPr>
          <a:lstStyle/>
          <a:p>
            <a:pPr algn="ctr">
              <a:defRPr sz="930" b="1">
                <a:solidFill>
                  <a:srgbClr val="252B31"/>
                </a:solidFill>
                <a:latin typeface="微软雅黑" panose="020B0503020204020204" charset="-122"/>
                <a:ea typeface="微软雅黑" panose="020B0503020204020204" charset="-122"/>
                <a:cs typeface="微软雅黑" panose="020B0503020204020204" charset="-122"/>
              </a:defRPr>
            </a:pPr>
            <a:r>
              <a:rPr sz="930" b="1">
                <a:solidFill>
                  <a:srgbClr val="252B31"/>
                </a:solidFill>
                <a:latin typeface="微软雅黑" panose="020B0503020204020204" charset="-122"/>
                <a:ea typeface="微软雅黑" panose="020B0503020204020204" charset="-122"/>
                <a:cs typeface="微软雅黑" panose="020B0503020204020204" charset="-122"/>
              </a:rPr>
              <a:t>Subagent</a:t>
            </a:r>
          </a:p>
        </p:txBody>
      </p:sp>
      <p:sp>
        <p:nvSpPr>
          <p:cNvPr id="111" name="other-skill-node-box"/>
          <p:cNvSpPr>
            <a:spLocks noGrp="1"/>
          </p:cNvSpPr>
          <p:nvPr/>
        </p:nvSpPr>
        <p:spPr>
          <a:xfrm>
            <a:off x="10639425" y="3518037"/>
            <a:ext cx="762000" cy="342900"/>
          </a:xfrm>
          <a:prstGeom prst="roundRect">
            <a:avLst>
              <a:gd name="adj" fmla="val 11111"/>
            </a:avLst>
          </a:prstGeom>
          <a:solidFill>
            <a:srgbClr val="F7F9FA"/>
          </a:solidFill>
          <a:ln w="9525">
            <a:solidFill>
              <a:srgbClr val="7F9DB2"/>
            </a:solidFill>
            <a:prstDash val="solid"/>
          </a:ln>
        </p:spPr>
      </p:sp>
      <p:sp>
        <p:nvSpPr>
          <p:cNvPr id="112" name="other-skill-node-text"/>
          <p:cNvSpPr>
            <a:spLocks noGrp="1"/>
          </p:cNvSpPr>
          <p:nvPr/>
        </p:nvSpPr>
        <p:spPr>
          <a:xfrm>
            <a:off x="10668000" y="3537087"/>
            <a:ext cx="704850" cy="304800"/>
          </a:xfrm>
          <a:prstGeom prst="rect">
            <a:avLst/>
          </a:prstGeom>
          <a:noFill/>
          <a:ln w="0">
            <a:noFill/>
            <a:prstDash val="solid"/>
          </a:ln>
        </p:spPr>
        <p:txBody>
          <a:bodyPr wrap="none" lIns="0" tIns="0" rIns="0" bIns="0" anchor="ctr">
            <a:normAutofit/>
          </a:bodyPr>
          <a:lstStyle/>
          <a:p>
            <a:pPr algn="ctr">
              <a:defRPr sz="915" b="1">
                <a:solidFill>
                  <a:srgbClr val="252B31"/>
                </a:solidFill>
                <a:latin typeface="微软雅黑" panose="020B0503020204020204" charset="-122"/>
                <a:ea typeface="微软雅黑" panose="020B0503020204020204" charset="-122"/>
                <a:cs typeface="微软雅黑" panose="020B0503020204020204" charset="-122"/>
              </a:defRPr>
            </a:pPr>
            <a:r>
              <a:rPr sz="915" b="1">
                <a:solidFill>
                  <a:srgbClr val="252B31"/>
                </a:solidFill>
                <a:latin typeface="微软雅黑" panose="020B0503020204020204" charset="-122"/>
                <a:ea typeface="微软雅黑" panose="020B0503020204020204" charset="-122"/>
                <a:cs typeface="微软雅黑" panose="020B0503020204020204" charset="-122"/>
              </a:rPr>
              <a:t>Other</a:t>
            </a:r>
          </a:p>
          <a:p>
            <a:pPr algn="ctr">
              <a:defRPr sz="915" b="1">
                <a:solidFill>
                  <a:srgbClr val="252B31"/>
                </a:solidFill>
                <a:latin typeface="微软雅黑" panose="020B0503020204020204" charset="-122"/>
                <a:ea typeface="微软雅黑" panose="020B0503020204020204" charset="-122"/>
                <a:cs typeface="微软雅黑" panose="020B0503020204020204" charset="-122"/>
              </a:defRPr>
            </a:pPr>
            <a:r>
              <a:rPr sz="915" b="1">
                <a:solidFill>
                  <a:srgbClr val="252B31"/>
                </a:solidFill>
                <a:latin typeface="微软雅黑" panose="020B0503020204020204" charset="-122"/>
                <a:ea typeface="微软雅黑" panose="020B0503020204020204" charset="-122"/>
                <a:cs typeface="微软雅黑" panose="020B0503020204020204" charset="-122"/>
              </a:rPr>
              <a:t>Skill</a:t>
            </a:r>
          </a:p>
        </p:txBody>
      </p:sp>
      <p:sp>
        <p:nvSpPr>
          <p:cNvPr id="113" name="main-agent-row-label"/>
          <p:cNvSpPr>
            <a:spLocks noGrp="1"/>
          </p:cNvSpPr>
          <p:nvPr/>
        </p:nvSpPr>
        <p:spPr>
          <a:xfrm>
            <a:off x="8391525" y="3965712"/>
            <a:ext cx="876300" cy="219075"/>
          </a:xfrm>
          <a:prstGeom prst="rect">
            <a:avLst/>
          </a:prstGeom>
          <a:noFill/>
          <a:ln w="0">
            <a:noFill/>
            <a:prstDash val="solid"/>
          </a:ln>
        </p:spPr>
        <p:txBody>
          <a:bodyPr wrap="none" lIns="0" tIns="0" rIns="0" bIns="0" anchor="ctr">
            <a:normAutofit/>
          </a:bodyPr>
          <a:lstStyle/>
          <a:p>
            <a:pPr algn="l">
              <a:defRPr sz="1140" b="1">
                <a:solidFill>
                  <a:srgbClr val="557A96"/>
                </a:solidFill>
                <a:latin typeface="微软雅黑" panose="020B0503020204020204" charset="-122"/>
                <a:ea typeface="微软雅黑" panose="020B0503020204020204" charset="-122"/>
                <a:cs typeface="微软雅黑" panose="020B0503020204020204" charset="-122"/>
              </a:defRPr>
            </a:pPr>
            <a:r>
              <a:rPr sz="1140" b="1">
                <a:solidFill>
                  <a:srgbClr val="557A96"/>
                </a:solidFill>
                <a:latin typeface="微软雅黑" panose="020B0503020204020204" charset="-122"/>
                <a:ea typeface="微软雅黑" panose="020B0503020204020204" charset="-122"/>
                <a:cs typeface="微软雅黑" panose="020B0503020204020204" charset="-122"/>
              </a:rPr>
              <a:t>Main Agent</a:t>
            </a:r>
          </a:p>
        </p:txBody>
      </p:sp>
      <p:sp>
        <p:nvSpPr>
          <p:cNvPr id="114" name="main-agent-row-detail"/>
          <p:cNvSpPr>
            <a:spLocks noGrp="1"/>
          </p:cNvSpPr>
          <p:nvPr/>
        </p:nvSpPr>
        <p:spPr>
          <a:xfrm>
            <a:off x="9296400" y="3965712"/>
            <a:ext cx="2085975" cy="219075"/>
          </a:xfrm>
          <a:prstGeom prst="rect">
            <a:avLst/>
          </a:prstGeom>
          <a:noFill/>
          <a:ln w="0">
            <a:noFill/>
            <a:prstDash val="solid"/>
          </a:ln>
        </p:spPr>
        <p:txBody>
          <a:bodyPr wrap="none" lIns="0" tIns="0" rIns="0" bIns="0" anchor="ctr">
            <a:normAutofit/>
          </a:bodyPr>
          <a:lstStyle/>
          <a:p>
            <a:pPr algn="l">
              <a:defRPr sz="1075" b="0">
                <a:solidFill>
                  <a:srgbClr val="414951"/>
                </a:solidFill>
                <a:latin typeface="微软雅黑" panose="020B0503020204020204" charset="-122"/>
                <a:ea typeface="微软雅黑" panose="020B0503020204020204" charset="-122"/>
                <a:cs typeface="微软雅黑" panose="020B0503020204020204" charset="-122"/>
              </a:defRPr>
            </a:pPr>
            <a:r>
              <a:rPr sz="1075" b="0" dirty="0" err="1">
                <a:solidFill>
                  <a:srgbClr val="414951"/>
                </a:solidFill>
                <a:latin typeface="微软雅黑" panose="020B0503020204020204" charset="-122"/>
                <a:ea typeface="微软雅黑" panose="020B0503020204020204" charset="-122"/>
                <a:cs typeface="微软雅黑" panose="020B0503020204020204" charset="-122"/>
              </a:rPr>
              <a:t>简单判断</a:t>
            </a:r>
            <a:r>
              <a:rPr sz="1075" b="0" dirty="0">
                <a:solidFill>
                  <a:srgbClr val="414951"/>
                </a:solidFill>
                <a:latin typeface="微软雅黑" panose="020B0503020204020204" charset="-122"/>
                <a:ea typeface="微软雅黑" panose="020B0503020204020204" charset="-122"/>
                <a:cs typeface="微软雅黑" panose="020B0503020204020204" charset="-122"/>
              </a:rPr>
              <a:t> / </a:t>
            </a:r>
            <a:r>
              <a:rPr sz="1075" b="0" dirty="0" err="1">
                <a:solidFill>
                  <a:srgbClr val="414951"/>
                </a:solidFill>
                <a:latin typeface="微软雅黑" panose="020B0503020204020204" charset="-122"/>
                <a:ea typeface="微软雅黑" panose="020B0503020204020204" charset="-122"/>
                <a:cs typeface="微软雅黑" panose="020B0503020204020204" charset="-122"/>
              </a:rPr>
              <a:t>编排</a:t>
            </a:r>
            <a:r>
              <a:rPr sz="1075" b="0" dirty="0">
                <a:solidFill>
                  <a:srgbClr val="414951"/>
                </a:solidFill>
                <a:latin typeface="微软雅黑" panose="020B0503020204020204" charset="-122"/>
                <a:ea typeface="微软雅黑" panose="020B0503020204020204" charset="-122"/>
                <a:cs typeface="微软雅黑" panose="020B0503020204020204" charset="-122"/>
              </a:rPr>
              <a:t> / </a:t>
            </a:r>
            <a:r>
              <a:rPr sz="1075" b="0" dirty="0" err="1">
                <a:solidFill>
                  <a:srgbClr val="414951"/>
                </a:solidFill>
                <a:latin typeface="微软雅黑" panose="020B0503020204020204" charset="-122"/>
                <a:ea typeface="微软雅黑" panose="020B0503020204020204" charset="-122"/>
                <a:cs typeface="微软雅黑" panose="020B0503020204020204" charset="-122"/>
              </a:rPr>
              <a:t>轻量推理</a:t>
            </a:r>
            <a:endParaRPr sz="1075" b="0" dirty="0">
              <a:solidFill>
                <a:srgbClr val="414951"/>
              </a:solidFill>
              <a:latin typeface="微软雅黑" panose="020B0503020204020204" charset="-122"/>
              <a:ea typeface="微软雅黑" panose="020B0503020204020204" charset="-122"/>
              <a:cs typeface="微软雅黑" panose="020B0503020204020204" charset="-122"/>
            </a:endParaRPr>
          </a:p>
        </p:txBody>
      </p:sp>
      <p:sp>
        <p:nvSpPr>
          <p:cNvPr id="115" name="main-agent-row-line"/>
          <p:cNvSpPr>
            <a:spLocks noGrp="1"/>
          </p:cNvSpPr>
          <p:nvPr/>
        </p:nvSpPr>
        <p:spPr>
          <a:xfrm>
            <a:off x="8391525" y="4232412"/>
            <a:ext cx="2990850" cy="0"/>
          </a:xfrm>
          <a:prstGeom prst="line">
            <a:avLst/>
          </a:prstGeom>
          <a:noFill/>
          <a:ln w="6668">
            <a:solidFill>
              <a:srgbClr val="D8DEE3"/>
            </a:solidFill>
            <a:prstDash val="solid"/>
          </a:ln>
        </p:spPr>
      </p:sp>
      <p:sp>
        <p:nvSpPr>
          <p:cNvPr id="116" name="script-row-label"/>
          <p:cNvSpPr>
            <a:spLocks noGrp="1"/>
          </p:cNvSpPr>
          <p:nvPr/>
        </p:nvSpPr>
        <p:spPr>
          <a:xfrm>
            <a:off x="8391525" y="4280037"/>
            <a:ext cx="876300" cy="219075"/>
          </a:xfrm>
          <a:prstGeom prst="rect">
            <a:avLst/>
          </a:prstGeom>
          <a:noFill/>
          <a:ln w="0">
            <a:noFill/>
            <a:prstDash val="solid"/>
          </a:ln>
        </p:spPr>
        <p:txBody>
          <a:bodyPr wrap="none" lIns="0" tIns="0" rIns="0" bIns="0" anchor="ctr">
            <a:normAutofit/>
          </a:bodyPr>
          <a:lstStyle/>
          <a:p>
            <a:pPr algn="l">
              <a:defRPr sz="1140" b="1">
                <a:solidFill>
                  <a:srgbClr val="557A96"/>
                </a:solidFill>
                <a:latin typeface="微软雅黑" panose="020B0503020204020204" charset="-122"/>
                <a:ea typeface="微软雅黑" panose="020B0503020204020204" charset="-122"/>
                <a:cs typeface="微软雅黑" panose="020B0503020204020204" charset="-122"/>
              </a:defRPr>
            </a:pPr>
            <a:r>
              <a:rPr sz="1140" b="1">
                <a:solidFill>
                  <a:srgbClr val="557A96"/>
                </a:solidFill>
                <a:latin typeface="微软雅黑" panose="020B0503020204020204" charset="-122"/>
                <a:ea typeface="微软雅黑" panose="020B0503020204020204" charset="-122"/>
                <a:cs typeface="微软雅黑" panose="020B0503020204020204" charset="-122"/>
              </a:rPr>
              <a:t>Script</a:t>
            </a:r>
          </a:p>
        </p:txBody>
      </p:sp>
      <p:sp>
        <p:nvSpPr>
          <p:cNvPr id="117" name="script-row-detail"/>
          <p:cNvSpPr>
            <a:spLocks noGrp="1"/>
          </p:cNvSpPr>
          <p:nvPr/>
        </p:nvSpPr>
        <p:spPr>
          <a:xfrm>
            <a:off x="9296400" y="4280037"/>
            <a:ext cx="2085975" cy="219075"/>
          </a:xfrm>
          <a:prstGeom prst="rect">
            <a:avLst/>
          </a:prstGeom>
          <a:noFill/>
          <a:ln w="0">
            <a:noFill/>
            <a:prstDash val="solid"/>
          </a:ln>
        </p:spPr>
        <p:txBody>
          <a:bodyPr wrap="none" lIns="0" tIns="0" rIns="0" bIns="0" anchor="ctr">
            <a:normAutofit/>
          </a:bodyPr>
          <a:lstStyle/>
          <a:p>
            <a:pPr algn="l">
              <a:defRPr sz="1075" b="0">
                <a:solidFill>
                  <a:srgbClr val="414951"/>
                </a:solidFill>
                <a:latin typeface="微软雅黑" panose="020B0503020204020204" charset="-122"/>
                <a:ea typeface="微软雅黑" panose="020B0503020204020204" charset="-122"/>
                <a:cs typeface="微软雅黑" panose="020B0503020204020204" charset="-122"/>
              </a:defRPr>
            </a:pPr>
            <a:r>
              <a:rPr sz="1075" b="0">
                <a:solidFill>
                  <a:srgbClr val="414951"/>
                </a:solidFill>
                <a:latin typeface="微软雅黑" panose="020B0503020204020204" charset="-122"/>
                <a:ea typeface="微软雅黑" panose="020B0503020204020204" charset="-122"/>
                <a:cs typeface="微软雅黑" panose="020B0503020204020204" charset="-122"/>
              </a:rPr>
              <a:t>确定性 / 程序化 / 真实执行</a:t>
            </a:r>
          </a:p>
        </p:txBody>
      </p:sp>
      <p:sp>
        <p:nvSpPr>
          <p:cNvPr id="118" name="script-row-line"/>
          <p:cNvSpPr>
            <a:spLocks noGrp="1"/>
          </p:cNvSpPr>
          <p:nvPr/>
        </p:nvSpPr>
        <p:spPr>
          <a:xfrm>
            <a:off x="8391525" y="4546737"/>
            <a:ext cx="2990850" cy="0"/>
          </a:xfrm>
          <a:prstGeom prst="line">
            <a:avLst/>
          </a:prstGeom>
          <a:noFill/>
          <a:ln w="6668">
            <a:solidFill>
              <a:srgbClr val="D8DEE3"/>
            </a:solidFill>
            <a:prstDash val="solid"/>
          </a:ln>
        </p:spPr>
      </p:sp>
      <p:sp>
        <p:nvSpPr>
          <p:cNvPr id="119" name="subagent-row-label"/>
          <p:cNvSpPr>
            <a:spLocks noGrp="1"/>
          </p:cNvSpPr>
          <p:nvPr/>
        </p:nvSpPr>
        <p:spPr>
          <a:xfrm>
            <a:off x="8391525" y="4594362"/>
            <a:ext cx="876300" cy="219075"/>
          </a:xfrm>
          <a:prstGeom prst="rect">
            <a:avLst/>
          </a:prstGeom>
          <a:noFill/>
          <a:ln w="0">
            <a:noFill/>
            <a:prstDash val="solid"/>
          </a:ln>
        </p:spPr>
        <p:txBody>
          <a:bodyPr wrap="none" lIns="0" tIns="0" rIns="0" bIns="0" anchor="ctr">
            <a:normAutofit/>
          </a:bodyPr>
          <a:lstStyle/>
          <a:p>
            <a:pPr algn="l">
              <a:defRPr sz="1140" b="1">
                <a:solidFill>
                  <a:srgbClr val="557A96"/>
                </a:solidFill>
                <a:latin typeface="微软雅黑" panose="020B0503020204020204" charset="-122"/>
                <a:ea typeface="微软雅黑" panose="020B0503020204020204" charset="-122"/>
                <a:cs typeface="微软雅黑" panose="020B0503020204020204" charset="-122"/>
              </a:defRPr>
            </a:pPr>
            <a:r>
              <a:rPr sz="1140" b="1">
                <a:solidFill>
                  <a:srgbClr val="557A96"/>
                </a:solidFill>
                <a:latin typeface="微软雅黑" panose="020B0503020204020204" charset="-122"/>
                <a:ea typeface="微软雅黑" panose="020B0503020204020204" charset="-122"/>
                <a:cs typeface="微软雅黑" panose="020B0503020204020204" charset="-122"/>
              </a:rPr>
              <a:t>Subagent</a:t>
            </a:r>
          </a:p>
        </p:txBody>
      </p:sp>
      <p:sp>
        <p:nvSpPr>
          <p:cNvPr id="120" name="subagent-row-detail"/>
          <p:cNvSpPr>
            <a:spLocks noGrp="1"/>
          </p:cNvSpPr>
          <p:nvPr/>
        </p:nvSpPr>
        <p:spPr>
          <a:xfrm>
            <a:off x="9296400" y="4594362"/>
            <a:ext cx="2085975" cy="219075"/>
          </a:xfrm>
          <a:prstGeom prst="rect">
            <a:avLst/>
          </a:prstGeom>
          <a:noFill/>
          <a:ln w="0">
            <a:noFill/>
            <a:prstDash val="solid"/>
          </a:ln>
        </p:spPr>
        <p:txBody>
          <a:bodyPr wrap="none" lIns="0" tIns="0" rIns="0" bIns="0" anchor="ctr">
            <a:normAutofit/>
          </a:bodyPr>
          <a:lstStyle/>
          <a:p>
            <a:pPr algn="l">
              <a:defRPr sz="1075" b="0">
                <a:solidFill>
                  <a:srgbClr val="414951"/>
                </a:solidFill>
                <a:latin typeface="微软雅黑" panose="020B0503020204020204" charset="-122"/>
                <a:ea typeface="微软雅黑" panose="020B0503020204020204" charset="-122"/>
                <a:cs typeface="微软雅黑" panose="020B0503020204020204" charset="-122"/>
              </a:defRPr>
            </a:pPr>
            <a:r>
              <a:rPr sz="1075" b="0">
                <a:solidFill>
                  <a:srgbClr val="414951"/>
                </a:solidFill>
                <a:latin typeface="微软雅黑" panose="020B0503020204020204" charset="-122"/>
                <a:ea typeface="微软雅黑" panose="020B0503020204020204" charset="-122"/>
                <a:cs typeface="微软雅黑" panose="020B0503020204020204" charset="-122"/>
              </a:rPr>
              <a:t>独立复杂任务 / 上下文隔离</a:t>
            </a:r>
          </a:p>
        </p:txBody>
      </p:sp>
      <p:sp>
        <p:nvSpPr>
          <p:cNvPr id="121" name="subagent-row-line"/>
          <p:cNvSpPr>
            <a:spLocks noGrp="1"/>
          </p:cNvSpPr>
          <p:nvPr/>
        </p:nvSpPr>
        <p:spPr>
          <a:xfrm>
            <a:off x="8391525" y="4861062"/>
            <a:ext cx="2990850" cy="0"/>
          </a:xfrm>
          <a:prstGeom prst="line">
            <a:avLst/>
          </a:prstGeom>
          <a:noFill/>
          <a:ln w="6668">
            <a:solidFill>
              <a:srgbClr val="D8DEE3"/>
            </a:solidFill>
            <a:prstDash val="solid"/>
          </a:ln>
        </p:spPr>
      </p:sp>
      <p:sp>
        <p:nvSpPr>
          <p:cNvPr id="122" name="other-skill-row-label"/>
          <p:cNvSpPr>
            <a:spLocks noGrp="1"/>
          </p:cNvSpPr>
          <p:nvPr/>
        </p:nvSpPr>
        <p:spPr>
          <a:xfrm>
            <a:off x="8391525" y="4908687"/>
            <a:ext cx="876300" cy="219075"/>
          </a:xfrm>
          <a:prstGeom prst="rect">
            <a:avLst/>
          </a:prstGeom>
          <a:noFill/>
          <a:ln w="0">
            <a:noFill/>
            <a:prstDash val="solid"/>
          </a:ln>
        </p:spPr>
        <p:txBody>
          <a:bodyPr wrap="none" lIns="0" tIns="0" rIns="0" bIns="0" anchor="ctr">
            <a:normAutofit/>
          </a:bodyPr>
          <a:lstStyle/>
          <a:p>
            <a:pPr algn="l">
              <a:defRPr sz="1140" b="1">
                <a:solidFill>
                  <a:srgbClr val="557A96"/>
                </a:solidFill>
                <a:latin typeface="微软雅黑" panose="020B0503020204020204" charset="-122"/>
                <a:ea typeface="微软雅黑" panose="020B0503020204020204" charset="-122"/>
                <a:cs typeface="微软雅黑" panose="020B0503020204020204" charset="-122"/>
              </a:defRPr>
            </a:pPr>
            <a:r>
              <a:rPr sz="1140" b="1">
                <a:solidFill>
                  <a:srgbClr val="557A96"/>
                </a:solidFill>
                <a:latin typeface="微软雅黑" panose="020B0503020204020204" charset="-122"/>
                <a:ea typeface="微软雅黑" panose="020B0503020204020204" charset="-122"/>
                <a:cs typeface="微软雅黑" panose="020B0503020204020204" charset="-122"/>
              </a:rPr>
              <a:t>Other Skill</a:t>
            </a:r>
          </a:p>
        </p:txBody>
      </p:sp>
      <p:sp>
        <p:nvSpPr>
          <p:cNvPr id="123" name="other-skill-row-detail"/>
          <p:cNvSpPr>
            <a:spLocks noGrp="1"/>
          </p:cNvSpPr>
          <p:nvPr/>
        </p:nvSpPr>
        <p:spPr>
          <a:xfrm>
            <a:off x="9296400" y="4908687"/>
            <a:ext cx="2085975" cy="219075"/>
          </a:xfrm>
          <a:prstGeom prst="rect">
            <a:avLst/>
          </a:prstGeom>
          <a:noFill/>
          <a:ln w="0">
            <a:noFill/>
            <a:prstDash val="solid"/>
          </a:ln>
        </p:spPr>
        <p:txBody>
          <a:bodyPr wrap="none" lIns="0" tIns="0" rIns="0" bIns="0" anchor="ctr">
            <a:normAutofit/>
          </a:bodyPr>
          <a:lstStyle/>
          <a:p>
            <a:pPr algn="l">
              <a:defRPr sz="1075" b="0">
                <a:solidFill>
                  <a:srgbClr val="414951"/>
                </a:solidFill>
                <a:latin typeface="微软雅黑" panose="020B0503020204020204" charset="-122"/>
                <a:ea typeface="微软雅黑" panose="020B0503020204020204" charset="-122"/>
                <a:cs typeface="微软雅黑" panose="020B0503020204020204" charset="-122"/>
              </a:defRPr>
            </a:pPr>
            <a:r>
              <a:rPr sz="1075" b="0">
                <a:solidFill>
                  <a:srgbClr val="414951"/>
                </a:solidFill>
                <a:latin typeface="微软雅黑" panose="020B0503020204020204" charset="-122"/>
                <a:ea typeface="微软雅黑" panose="020B0503020204020204" charset="-122"/>
                <a:cs typeface="微软雅黑" panose="020B0503020204020204" charset="-122"/>
              </a:rPr>
              <a:t>完整能力 / 自有 Workflow / 复用</a:t>
            </a:r>
          </a:p>
        </p:txBody>
      </p:sp>
      <p:sp>
        <p:nvSpPr>
          <p:cNvPr id="124" name="other-skill-row-line"/>
          <p:cNvSpPr>
            <a:spLocks noGrp="1"/>
          </p:cNvSpPr>
          <p:nvPr/>
        </p:nvSpPr>
        <p:spPr>
          <a:xfrm>
            <a:off x="8391525" y="5175387"/>
            <a:ext cx="2990850" cy="0"/>
          </a:xfrm>
          <a:prstGeom prst="line">
            <a:avLst/>
          </a:prstGeom>
          <a:noFill/>
          <a:ln w="6668">
            <a:solidFill>
              <a:srgbClr val="D8DEE3"/>
            </a:solidFill>
            <a:prstDash val="solid"/>
          </a:ln>
        </p:spPr>
      </p:sp>
      <p:sp>
        <p:nvSpPr>
          <p:cNvPr id="126" name="role-decision-1"/>
          <p:cNvSpPr>
            <a:spLocks noGrp="1"/>
          </p:cNvSpPr>
          <p:nvPr/>
        </p:nvSpPr>
        <p:spPr>
          <a:xfrm>
            <a:off x="8496300" y="5000625"/>
            <a:ext cx="2828925" cy="171450"/>
          </a:xfrm>
          <a:prstGeom prst="rect">
            <a:avLst/>
          </a:prstGeom>
          <a:noFill/>
          <a:ln w="0">
            <a:noFill/>
            <a:prstDash val="solid"/>
          </a:ln>
        </p:spPr>
        <p:txBody>
          <a:bodyPr wrap="none" lIns="0" tIns="0" rIns="0" bIns="0" anchor="ctr">
            <a:normAutofit/>
          </a:bodyPr>
          <a:lstStyle/>
          <a:p>
            <a:pPr algn="ctr">
              <a:defRPr sz="960" b="1">
                <a:solidFill>
                  <a:srgbClr val="68727B"/>
                </a:solidFill>
                <a:latin typeface="微软雅黑" panose="020B0503020204020204" charset="-122"/>
                <a:ea typeface="微软雅黑" panose="020B0503020204020204" charset="-122"/>
                <a:cs typeface="微软雅黑" panose="020B0503020204020204" charset="-122"/>
              </a:defRPr>
            </a:pPr>
            <a:endParaRPr sz="960" b="1" dirty="0">
              <a:solidFill>
                <a:srgbClr val="68727B"/>
              </a:solidFill>
              <a:latin typeface="微软雅黑" panose="020B0503020204020204" charset="-122"/>
              <a:ea typeface="微软雅黑" panose="020B0503020204020204" charset="-122"/>
              <a:cs typeface="微软雅黑" panose="020B0503020204020204" charset="-122"/>
            </a:endParaRPr>
          </a:p>
        </p:txBody>
      </p:sp>
      <p:sp>
        <p:nvSpPr>
          <p:cNvPr id="127" name="role-decision-2"/>
          <p:cNvSpPr>
            <a:spLocks noGrp="1"/>
          </p:cNvSpPr>
          <p:nvPr/>
        </p:nvSpPr>
        <p:spPr>
          <a:xfrm>
            <a:off x="8496300" y="5172075"/>
            <a:ext cx="2828925" cy="161925"/>
          </a:xfrm>
          <a:prstGeom prst="rect">
            <a:avLst/>
          </a:prstGeom>
          <a:noFill/>
          <a:ln w="0">
            <a:noFill/>
            <a:prstDash val="solid"/>
          </a:ln>
        </p:spPr>
        <p:txBody>
          <a:bodyPr wrap="none" lIns="0" tIns="0" rIns="0" bIns="0" anchor="ctr">
            <a:normAutofit/>
          </a:bodyPr>
          <a:lstStyle/>
          <a:p>
            <a:pPr algn="ctr">
              <a:defRPr sz="930" b="1">
                <a:solidFill>
                  <a:srgbClr val="68727B"/>
                </a:solidFill>
                <a:latin typeface="微软雅黑" panose="020B0503020204020204" charset="-122"/>
                <a:ea typeface="微软雅黑" panose="020B0503020204020204" charset="-122"/>
                <a:cs typeface="微软雅黑" panose="020B0503020204020204" charset="-122"/>
              </a:defRPr>
            </a:pPr>
            <a:endParaRPr sz="930" b="1" dirty="0">
              <a:solidFill>
                <a:srgbClr val="68727B"/>
              </a:solidFill>
              <a:latin typeface="微软雅黑" panose="020B0503020204020204" charset="-122"/>
              <a:ea typeface="微软雅黑" panose="020B0503020204020204" charset="-122"/>
              <a:cs typeface="微软雅黑" panose="020B0503020204020204" charset="-122"/>
            </a:endParaRPr>
          </a:p>
        </p:txBody>
      </p:sp>
      <p:sp>
        <p:nvSpPr>
          <p:cNvPr id="128" name="role-principle-band"/>
          <p:cNvSpPr>
            <a:spLocks noGrp="1"/>
          </p:cNvSpPr>
          <p:nvPr/>
        </p:nvSpPr>
        <p:spPr>
          <a:xfrm>
            <a:off x="8391525" y="5327788"/>
            <a:ext cx="3038475" cy="358637"/>
          </a:xfrm>
          <a:prstGeom prst="rect">
            <a:avLst/>
          </a:prstGeom>
          <a:solidFill>
            <a:srgbClr val="F2F6F8"/>
          </a:solidFill>
          <a:ln w="0">
            <a:noFill/>
            <a:prstDash val="solid"/>
          </a:ln>
        </p:spPr>
      </p:sp>
      <p:sp>
        <p:nvSpPr>
          <p:cNvPr id="129" name="role-principle"/>
          <p:cNvSpPr>
            <a:spLocks noGrp="1"/>
          </p:cNvSpPr>
          <p:nvPr/>
        </p:nvSpPr>
        <p:spPr>
          <a:xfrm>
            <a:off x="8496300" y="5318263"/>
            <a:ext cx="2828925" cy="358638"/>
          </a:xfrm>
          <a:prstGeom prst="rect">
            <a:avLst/>
          </a:prstGeom>
          <a:noFill/>
          <a:ln w="0">
            <a:noFill/>
            <a:prstDash val="solid"/>
          </a:ln>
        </p:spPr>
        <p:txBody>
          <a:bodyPr wrap="none" lIns="0" tIns="0" rIns="0" bIns="0" anchor="ctr">
            <a:normAutofit fontScale="94019"/>
          </a:bodyPr>
          <a:lstStyle/>
          <a:p>
            <a:pPr algn="ctr">
              <a:defRPr sz="975" b="1">
                <a:solidFill>
                  <a:srgbClr val="557A96"/>
                </a:solidFill>
                <a:latin typeface="微软雅黑" panose="020B0503020204020204" charset="-122"/>
                <a:ea typeface="微软雅黑" panose="020B0503020204020204" charset="-122"/>
                <a:cs typeface="微软雅黑" panose="020B0503020204020204" charset="-122"/>
              </a:defRPr>
            </a:pPr>
            <a:r>
              <a:rPr lang="zh-CN" altLang="en-US" sz="1100" b="1" dirty="0" smtClean="0">
                <a:solidFill>
                  <a:srgbClr val="557A96"/>
                </a:solidFill>
                <a:latin typeface="微软雅黑" panose="020B0503020204020204" charset="-122"/>
                <a:ea typeface="微软雅黑" panose="020B0503020204020204" charset="-122"/>
                <a:cs typeface="微软雅黑" panose="020B0503020204020204" charset="-122"/>
              </a:rPr>
              <a:t>增加一些固定化的内容</a:t>
            </a:r>
            <a:r>
              <a:rPr sz="975" b="1" dirty="0" smtClean="0">
                <a:solidFill>
                  <a:srgbClr val="557A96"/>
                </a:solidFill>
                <a:latin typeface="微软雅黑" panose="020B0503020204020204" charset="-122"/>
                <a:ea typeface="微软雅黑" panose="020B0503020204020204" charset="-122"/>
                <a:cs typeface="微软雅黑" panose="020B0503020204020204" charset="-122"/>
              </a:rPr>
              <a:t>。</a:t>
            </a:r>
            <a:endParaRPr sz="975" b="1" dirty="0">
              <a:solidFill>
                <a:srgbClr val="557A96"/>
              </a:solidFill>
              <a:latin typeface="微软雅黑" panose="020B0503020204020204" charset="-122"/>
              <a:ea typeface="微软雅黑" panose="020B0503020204020204" charset="-122"/>
              <a:cs typeface="微软雅黑" panose="020B0503020204020204" charset="-122"/>
            </a:endParaRPr>
          </a:p>
        </p:txBody>
      </p:sp>
      <p:sp>
        <p:nvSpPr>
          <p:cNvPr id="130" name="summary-band"/>
          <p:cNvSpPr>
            <a:spLocks noGrp="1"/>
          </p:cNvSpPr>
          <p:nvPr/>
        </p:nvSpPr>
        <p:spPr>
          <a:xfrm>
            <a:off x="609600" y="6000750"/>
            <a:ext cx="10972800" cy="609600"/>
          </a:xfrm>
          <a:prstGeom prst="rect">
            <a:avLst/>
          </a:prstGeom>
          <a:solidFill>
            <a:srgbClr val="F3F4F5"/>
          </a:solidFill>
          <a:ln w="0">
            <a:noFill/>
            <a:prstDash val="solid"/>
          </a:ln>
        </p:spPr>
      </p:sp>
      <p:sp>
        <p:nvSpPr>
          <p:cNvPr id="131" name="summary-accent"/>
          <p:cNvSpPr>
            <a:spLocks noGrp="1"/>
          </p:cNvSpPr>
          <p:nvPr/>
        </p:nvSpPr>
        <p:spPr>
          <a:xfrm>
            <a:off x="609600" y="6000750"/>
            <a:ext cx="38100" cy="609600"/>
          </a:xfrm>
          <a:prstGeom prst="rect">
            <a:avLst/>
          </a:prstGeom>
          <a:solidFill>
            <a:srgbClr val="557A96"/>
          </a:solidFill>
          <a:ln w="0">
            <a:noFill/>
            <a:prstDash val="solid"/>
          </a:ln>
        </p:spPr>
      </p:sp>
      <p:sp>
        <p:nvSpPr>
          <p:cNvPr id="134" name="summary-body"/>
          <p:cNvSpPr>
            <a:spLocks noGrp="1"/>
          </p:cNvSpPr>
          <p:nvPr/>
        </p:nvSpPr>
        <p:spPr>
          <a:xfrm>
            <a:off x="1714914" y="5905500"/>
            <a:ext cx="8124411" cy="719136"/>
          </a:xfrm>
          <a:prstGeom prst="rect">
            <a:avLst/>
          </a:prstGeom>
          <a:noFill/>
          <a:ln w="0">
            <a:noFill/>
            <a:prstDash val="solid"/>
          </a:ln>
        </p:spPr>
        <p:txBody>
          <a:bodyPr wrap="none" lIns="0" tIns="0" rIns="0" bIns="0" anchor="ctr">
            <a:normAutofit/>
          </a:bodyPr>
          <a:lstStyle/>
          <a:p>
            <a:pPr algn="ctr">
              <a:defRPr sz="1290" b="1">
                <a:solidFill>
                  <a:srgbClr val="414951"/>
                </a:solidFill>
                <a:latin typeface="微软雅黑" panose="020B0503020204020204" charset="-122"/>
                <a:ea typeface="微软雅黑" panose="020B0503020204020204" charset="-122"/>
                <a:cs typeface="微软雅黑" panose="020B0503020204020204" charset="-122"/>
              </a:defRPr>
            </a:pPr>
            <a:r>
              <a:rPr lang="zh-CN" altLang="en-US" sz="1400" b="1" dirty="0">
                <a:solidFill>
                  <a:srgbClr val="252B31"/>
                </a:solidFill>
                <a:latin typeface="微软雅黑" panose="020B0503020204020204" charset="-122"/>
                <a:ea typeface="微软雅黑" panose="020B0503020204020204" charset="-122"/>
                <a:cs typeface="微软雅黑" panose="020B0503020204020204" charset="-122"/>
              </a:rPr>
              <a:t>从任务定义到基础 </a:t>
            </a:r>
            <a:r>
              <a:rPr lang="en-US" altLang="zh-CN" sz="1400" b="1" dirty="0">
                <a:solidFill>
                  <a:srgbClr val="252B31"/>
                </a:solidFill>
                <a:latin typeface="微软雅黑" panose="020B0503020204020204" charset="-122"/>
                <a:ea typeface="微软雅黑" panose="020B0503020204020204" charset="-122"/>
                <a:cs typeface="微软雅黑" panose="020B0503020204020204" charset="-122"/>
              </a:rPr>
              <a:t>Workflow</a:t>
            </a:r>
          </a:p>
          <a:p>
            <a:pPr algn="ctr">
              <a:defRPr sz="1290" b="1">
                <a:solidFill>
                  <a:srgbClr val="414951"/>
                </a:solidFill>
                <a:latin typeface="微软雅黑" panose="020B0503020204020204" charset="-122"/>
                <a:ea typeface="微软雅黑" panose="020B0503020204020204" charset="-122"/>
                <a:cs typeface="微软雅黑" panose="020B0503020204020204" charset="-122"/>
              </a:defRPr>
            </a:pPr>
            <a:r>
              <a:rPr sz="1290" b="1" dirty="0" err="1" smtClean="0">
                <a:solidFill>
                  <a:srgbClr val="414951"/>
                </a:solidFill>
                <a:latin typeface="微软雅黑" panose="020B0503020204020204" charset="-122"/>
                <a:ea typeface="微软雅黑" panose="020B0503020204020204" charset="-122"/>
                <a:cs typeface="微软雅黑" panose="020B0503020204020204" charset="-122"/>
              </a:rPr>
              <a:t>先得到目标与边界</a:t>
            </a:r>
            <a:r>
              <a:rPr sz="1290" b="1" dirty="0" err="1">
                <a:solidFill>
                  <a:srgbClr val="414951"/>
                </a:solidFill>
                <a:latin typeface="微软雅黑" panose="020B0503020204020204" charset="-122"/>
                <a:ea typeface="微软雅黑" panose="020B0503020204020204" charset="-122"/>
                <a:cs typeface="微软雅黑" panose="020B0503020204020204" charset="-122"/>
              </a:rPr>
              <a:t>，再形成最小可运行</a:t>
            </a:r>
            <a:r>
              <a:rPr sz="1290" b="1" dirty="0">
                <a:solidFill>
                  <a:srgbClr val="414951"/>
                </a:solidFill>
                <a:latin typeface="微软雅黑" panose="020B0503020204020204" charset="-122"/>
                <a:ea typeface="微软雅黑" panose="020B0503020204020204" charset="-122"/>
                <a:cs typeface="微软雅黑" panose="020B0503020204020204" charset="-122"/>
              </a:rPr>
              <a:t> </a:t>
            </a:r>
            <a:r>
              <a:rPr sz="1290" b="1" dirty="0" err="1">
                <a:solidFill>
                  <a:srgbClr val="414951"/>
                </a:solidFill>
                <a:latin typeface="微软雅黑" panose="020B0503020204020204" charset="-122"/>
                <a:ea typeface="微软雅黑" panose="020B0503020204020204" charset="-122"/>
                <a:cs typeface="微软雅黑" panose="020B0503020204020204" charset="-122"/>
              </a:rPr>
              <a:t>Workflow，最后按复杂度分配执行者</a:t>
            </a:r>
            <a:r>
              <a:rPr sz="1290" b="1" dirty="0">
                <a:solidFill>
                  <a:srgbClr val="414951"/>
                </a:solidFill>
                <a:latin typeface="微软雅黑" panose="020B0503020204020204" charset="-122"/>
                <a:ea typeface="微软雅黑" panose="020B0503020204020204" charset="-122"/>
                <a:cs typeface="微软雅黑" panose="020B0503020204020204" charset="-122"/>
              </a:rPr>
              <a:t>。</a:t>
            </a:r>
          </a:p>
        </p:txBody>
      </p:sp>
      <p:sp>
        <p:nvSpPr>
          <p:cNvPr id="136" name="s13-title-rule"/>
          <p:cNvSpPr>
            <a:spLocks noGrp="1"/>
          </p:cNvSpPr>
          <p:nvPr/>
        </p:nvSpPr>
        <p:spPr>
          <a:xfrm>
            <a:off x="247650" y="714375"/>
            <a:ext cx="11734800" cy="19050"/>
          </a:xfrm>
          <a:prstGeom prst="rect">
            <a:avLst/>
          </a:prstGeom>
          <a:solidFill>
            <a:srgbClr val="5B7188"/>
          </a:solidFill>
          <a:ln w="0">
            <a:solidFill>
              <a:srgbClr val="294A6D"/>
            </a:solidFill>
            <a:prstDash val="solid"/>
          </a:ln>
          <a:effectLst/>
        </p:spPr>
      </p:sp>
      <p:sp>
        <p:nvSpPr>
          <p:cNvPr id="138" name="slide-1-title"/>
          <p:cNvSpPr>
            <a:spLocks noGrp="1"/>
          </p:cNvSpPr>
          <p:nvPr/>
        </p:nvSpPr>
        <p:spPr>
          <a:xfrm>
            <a:off x="342900" y="223460"/>
            <a:ext cx="635000" cy="495300"/>
          </a:xfrm>
          <a:prstGeom prst="rect">
            <a:avLst/>
          </a:prstGeom>
          <a:noFill/>
          <a:ln w="0">
            <a:noFill/>
            <a:prstDash val="solid"/>
          </a:ln>
          <a:effectLst/>
        </p:spPr>
        <p:txBody>
          <a:bodyPr wrap="square" lIns="0" tIns="0" rIns="0" bIns="0" anchor="t">
            <a:noAutofit/>
          </a:bodyPr>
          <a:lstStyle/>
          <a:p>
            <a:pPr>
              <a:buNone/>
              <a:defRPr sz="3000" b="1">
                <a:solidFill>
                  <a:srgbClr val="072A67"/>
                </a:solidFill>
                <a:latin typeface="微软雅黑" panose="020B0503020204020204" charset="-122"/>
                <a:ea typeface="微软雅黑" panose="020B0503020204020204" charset="-122"/>
                <a:cs typeface="微软雅黑" panose="020B0503020204020204" charset="-122"/>
              </a:defRPr>
            </a:pPr>
            <a:r>
              <a:rPr lang="en-US" sz="3000" b="1" dirty="0" smtClean="0">
                <a:solidFill>
                  <a:srgbClr val="243B53"/>
                </a:solidFill>
                <a:latin typeface="Arial" panose="020B0604020202020204" pitchFamily="34" charset="0"/>
                <a:ea typeface="微软雅黑" panose="020B0503020204020204" charset="-122"/>
                <a:cs typeface="微软雅黑" panose="020B0503020204020204" charset="-122"/>
              </a:rPr>
              <a:t>1.5</a:t>
            </a:r>
            <a:endParaRPr sz="3000" b="1" dirty="0">
              <a:solidFill>
                <a:srgbClr val="243B53"/>
              </a:solidFill>
              <a:latin typeface="Arial" panose="020B0604020202020204" pitchFamily="34" charset="0"/>
              <a:ea typeface="微软雅黑" panose="020B0503020204020204" charset="-122"/>
              <a:cs typeface="微软雅黑" panose="020B0503020204020204" charset="-122"/>
            </a:endParaRPr>
          </a:p>
        </p:txBody>
      </p:sp>
      <p:sp>
        <p:nvSpPr>
          <p:cNvPr id="139" name="slide-7-page-number"/>
          <p:cNvSpPr>
            <a:spLocks noGrp="1"/>
          </p:cNvSpPr>
          <p:nvPr/>
        </p:nvSpPr>
        <p:spPr>
          <a:xfrm>
            <a:off x="11366500" y="317500"/>
            <a:ext cx="330200" cy="279400"/>
          </a:xfrm>
          <a:prstGeom prst="roundRect">
            <a:avLst>
              <a:gd name="adj" fmla="val 14706"/>
            </a:avLst>
          </a:prstGeom>
          <a:noFill/>
          <a:ln w="9525">
            <a:noFill/>
            <a:prstDash val="solid"/>
          </a:ln>
          <a:effectLst/>
          <a:extLst>
            <a:ext uri="{909E8E84-426E-40DD-AFC4-6F175D3DCCD1}">
              <a14:hiddenFill xmlns:a14="http://schemas.microsoft.com/office/drawing/2010/main">
                <a:solidFill>
                  <a:srgbClr val="294A6D"/>
                </a:solidFill>
              </a14:hiddenFill>
            </a:ext>
            <a:ext uri="{91240B29-F687-4F45-9708-019B960494DF}">
              <a14:hiddenLine xmlns:a14="http://schemas.microsoft.com/office/drawing/2010/main" w="9525">
                <a:solidFill>
                  <a:srgbClr val="294A6D"/>
                </a:solidFill>
                <a:prstDash val="solid"/>
              </a14:hiddenLine>
            </a:ext>
          </a:extLst>
        </p:spPr>
        <p:txBody>
          <a:bodyPr wrap="square" lIns="0" tIns="0" rIns="0" bIns="0" anchor="ctr">
            <a:noAutofit/>
          </a:bodyPr>
          <a:lstStyle/>
          <a:p>
            <a:pPr algn="ctr">
              <a:buNone/>
              <a:defRPr sz="1200" b="1">
                <a:solidFill>
                  <a:srgbClr val="FFFFFF"/>
                </a:solidFill>
                <a:latin typeface="微软雅黑" panose="020B0503020204020204" charset="-122"/>
                <a:ea typeface="微软雅黑" panose="020B0503020204020204" charset="-122"/>
                <a:cs typeface="微软雅黑" panose="020B0503020204020204" charset="-122"/>
              </a:defRPr>
            </a:pPr>
            <a:r>
              <a:rPr lang="en-US" sz="1200" b="1" dirty="0">
                <a:solidFill>
                  <a:srgbClr val="66737F"/>
                </a:solidFill>
                <a:latin typeface="Arial" panose="020B0604020202020204" pitchFamily="34" charset="0"/>
                <a:ea typeface="微软雅黑" panose="020B0503020204020204" charset="-122"/>
                <a:cs typeface="微软雅黑" panose="020B0503020204020204" charset="-122"/>
              </a:rPr>
              <a:t>5</a:t>
            </a:r>
          </a:p>
        </p:txBody>
      </p:sp>
    </p:spTree>
  </p:cSld>
  <p:clrMapOvr>
    <a:masterClrMapping/>
  </p:clrMapOvr>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title"/>
          <p:cNvSpPr>
            <a:spLocks noGrp="1"/>
          </p:cNvSpPr>
          <p:nvPr/>
        </p:nvSpPr>
        <p:spPr>
          <a:xfrm>
            <a:off x="1004887" y="171035"/>
            <a:ext cx="10572750" cy="523875"/>
          </a:xfrm>
          <a:prstGeom prst="rect">
            <a:avLst/>
          </a:prstGeom>
          <a:noFill/>
          <a:ln w="0">
            <a:noFill/>
            <a:prstDash val="solid"/>
          </a:ln>
        </p:spPr>
        <p:txBody>
          <a:bodyPr wrap="none" lIns="0" tIns="0" rIns="0" bIns="0" anchor="ctr">
            <a:normAutofit/>
          </a:bodyPr>
          <a:lstStyle/>
          <a:p>
            <a:pPr algn="l">
              <a:defRPr sz="2925" b="1">
                <a:solidFill>
                  <a:srgbClr val="252B31"/>
                </a:solidFill>
                <a:latin typeface="微软雅黑" panose="020B0503020204020204" charset="-122"/>
                <a:ea typeface="微软雅黑" panose="020B0503020204020204" charset="-122"/>
                <a:cs typeface="微软雅黑" panose="020B0503020204020204" charset="-122"/>
              </a:defRPr>
            </a:pPr>
            <a:r>
              <a:rPr sz="2700" b="1" dirty="0">
                <a:solidFill>
                  <a:srgbClr val="243B53"/>
                </a:solidFill>
                <a:latin typeface="Arial" panose="020B0604020202020204" pitchFamily="34" charset="0"/>
                <a:ea typeface="微软雅黑" panose="020B0503020204020204" charset="-122"/>
                <a:cs typeface="微软雅黑" panose="020B0503020204020204" charset="-122"/>
              </a:rPr>
              <a:t>Skill </a:t>
            </a:r>
            <a:r>
              <a:rPr sz="2700" b="1" dirty="0" err="1">
                <a:solidFill>
                  <a:srgbClr val="243B53"/>
                </a:solidFill>
                <a:latin typeface="Arial" panose="020B0604020202020204" pitchFamily="34" charset="0"/>
                <a:ea typeface="微软雅黑" panose="020B0503020204020204" charset="-122"/>
                <a:cs typeface="微软雅黑" panose="020B0503020204020204" charset="-122"/>
              </a:rPr>
              <a:t>开发流程</a:t>
            </a:r>
            <a:r>
              <a:rPr sz="2700" b="1" dirty="0">
                <a:solidFill>
                  <a:srgbClr val="243B53"/>
                </a:solidFill>
                <a:latin typeface="Arial" panose="020B0604020202020204" pitchFamily="34" charset="0"/>
                <a:ea typeface="微软雅黑" panose="020B0503020204020204" charset="-122"/>
                <a:cs typeface="微软雅黑" panose="020B0503020204020204" charset="-122"/>
              </a:rPr>
              <a:t>②</a:t>
            </a:r>
          </a:p>
        </p:txBody>
      </p:sp>
      <p:sp>
        <p:nvSpPr>
          <p:cNvPr id="5" name="resources-constraints-line"/>
          <p:cNvSpPr>
            <a:spLocks noGrp="1"/>
          </p:cNvSpPr>
          <p:nvPr/>
        </p:nvSpPr>
        <p:spPr>
          <a:xfrm>
            <a:off x="2809875" y="1183998"/>
            <a:ext cx="2133600" cy="0"/>
          </a:xfrm>
          <a:prstGeom prst="line">
            <a:avLst/>
          </a:prstGeom>
          <a:noFill/>
          <a:ln w="11430">
            <a:solidFill>
              <a:srgbClr val="7F9DB2"/>
            </a:solidFill>
            <a:prstDash val="solid"/>
          </a:ln>
        </p:spPr>
      </p:sp>
      <p:sp>
        <p:nvSpPr>
          <p:cNvPr id="6" name="resources-constraints-arrow"/>
          <p:cNvSpPr>
            <a:spLocks noGrp="1"/>
          </p:cNvSpPr>
          <p:nvPr/>
        </p:nvSpPr>
        <p:spPr>
          <a:xfrm rot="5400000">
            <a:off x="4905375" y="1145898"/>
            <a:ext cx="76200" cy="76200"/>
          </a:xfrm>
          <a:prstGeom prst="triangle">
            <a:avLst/>
          </a:prstGeom>
          <a:solidFill>
            <a:srgbClr val="557A96"/>
          </a:solidFill>
          <a:ln w="0">
            <a:solidFill>
              <a:srgbClr val="557A96"/>
            </a:solidFill>
            <a:prstDash val="solid"/>
          </a:ln>
        </p:spPr>
      </p:sp>
      <p:sp>
        <p:nvSpPr>
          <p:cNvPr id="7" name="constraints-validation-line"/>
          <p:cNvSpPr>
            <a:spLocks noGrp="1"/>
          </p:cNvSpPr>
          <p:nvPr/>
        </p:nvSpPr>
        <p:spPr>
          <a:xfrm>
            <a:off x="6962775" y="1183998"/>
            <a:ext cx="1971675" cy="0"/>
          </a:xfrm>
          <a:prstGeom prst="line">
            <a:avLst/>
          </a:prstGeom>
          <a:noFill/>
          <a:ln w="11430">
            <a:solidFill>
              <a:srgbClr val="7F9DB2"/>
            </a:solidFill>
            <a:prstDash val="solid"/>
          </a:ln>
        </p:spPr>
      </p:sp>
      <p:sp>
        <p:nvSpPr>
          <p:cNvPr id="8" name="constraints-validation-arrow"/>
          <p:cNvSpPr>
            <a:spLocks noGrp="1"/>
          </p:cNvSpPr>
          <p:nvPr/>
        </p:nvSpPr>
        <p:spPr>
          <a:xfrm rot="5400000">
            <a:off x="8896350" y="1145898"/>
            <a:ext cx="76200" cy="76200"/>
          </a:xfrm>
          <a:prstGeom prst="triangle">
            <a:avLst/>
          </a:prstGeom>
          <a:solidFill>
            <a:srgbClr val="557A96"/>
          </a:solidFill>
          <a:ln w="0">
            <a:solidFill>
              <a:srgbClr val="557A96"/>
            </a:solidFill>
            <a:prstDash val="solid"/>
          </a:ln>
        </p:spPr>
      </p:sp>
      <p:sp>
        <p:nvSpPr>
          <p:cNvPr id="9" name="resources-en"/>
          <p:cNvSpPr>
            <a:spLocks noGrp="1"/>
          </p:cNvSpPr>
          <p:nvPr/>
        </p:nvSpPr>
        <p:spPr>
          <a:xfrm>
            <a:off x="1552575" y="945873"/>
            <a:ext cx="1238250" cy="161925"/>
          </a:xfrm>
          <a:prstGeom prst="rect">
            <a:avLst/>
          </a:prstGeom>
          <a:noFill/>
          <a:ln w="0">
            <a:noFill/>
            <a:prstDash val="solid"/>
          </a:ln>
        </p:spPr>
        <p:txBody>
          <a:bodyPr wrap="none" lIns="0" tIns="0" rIns="0" bIns="0" anchor="ctr">
            <a:normAutofit/>
          </a:bodyPr>
          <a:lstStyle/>
          <a:p>
            <a:pPr algn="ctr">
              <a:defRPr sz="940" b="1">
                <a:solidFill>
                  <a:srgbClr val="557A96"/>
                </a:solidFill>
                <a:latin typeface="微软雅黑" panose="020B0503020204020204" charset="-122"/>
                <a:ea typeface="微软雅黑" panose="020B0503020204020204" charset="-122"/>
                <a:cs typeface="微软雅黑" panose="020B0503020204020204" charset="-122"/>
              </a:defRPr>
            </a:pPr>
            <a:r>
              <a:rPr sz="940" b="1">
                <a:solidFill>
                  <a:srgbClr val="557A96"/>
                </a:solidFill>
                <a:latin typeface="微软雅黑" panose="020B0503020204020204" charset="-122"/>
                <a:ea typeface="微软雅黑" panose="020B0503020204020204" charset="-122"/>
                <a:cs typeface="微软雅黑" panose="020B0503020204020204" charset="-122"/>
              </a:rPr>
              <a:t>RESOURCES</a:t>
            </a:r>
          </a:p>
        </p:txBody>
      </p:sp>
      <p:sp>
        <p:nvSpPr>
          <p:cNvPr id="10" name="resources-cn"/>
          <p:cNvSpPr>
            <a:spLocks noGrp="1"/>
          </p:cNvSpPr>
          <p:nvPr/>
        </p:nvSpPr>
        <p:spPr>
          <a:xfrm>
            <a:off x="1552575" y="1107798"/>
            <a:ext cx="1238250" cy="228600"/>
          </a:xfrm>
          <a:prstGeom prst="rect">
            <a:avLst/>
          </a:prstGeom>
          <a:noFill/>
          <a:ln w="0">
            <a:noFill/>
            <a:prstDash val="solid"/>
          </a:ln>
        </p:spPr>
        <p:txBody>
          <a:bodyPr wrap="none" lIns="0" tIns="0" rIns="0" bIns="0" anchor="ctr">
            <a:normAutofit/>
          </a:bodyPr>
          <a:lstStyle/>
          <a:p>
            <a:pPr algn="ctr">
              <a:defRPr sz="1315" b="1">
                <a:solidFill>
                  <a:srgbClr val="252B31"/>
                </a:solidFill>
                <a:latin typeface="微软雅黑" panose="020B0503020204020204" charset="-122"/>
                <a:ea typeface="微软雅黑" panose="020B0503020204020204" charset="-122"/>
                <a:cs typeface="微软雅黑" panose="020B0503020204020204" charset="-122"/>
              </a:defRPr>
            </a:pPr>
            <a:r>
              <a:rPr sz="1315" b="1">
                <a:solidFill>
                  <a:srgbClr val="252B31"/>
                </a:solidFill>
                <a:latin typeface="微软雅黑" panose="020B0503020204020204" charset="-122"/>
                <a:ea typeface="微软雅黑" panose="020B0503020204020204" charset="-122"/>
                <a:cs typeface="微软雅黑" panose="020B0503020204020204" charset="-122"/>
              </a:rPr>
              <a:t>补“缺什么”</a:t>
            </a:r>
          </a:p>
        </p:txBody>
      </p:sp>
      <p:sp>
        <p:nvSpPr>
          <p:cNvPr id="11" name="constraints-en"/>
          <p:cNvSpPr>
            <a:spLocks noGrp="1"/>
          </p:cNvSpPr>
          <p:nvPr/>
        </p:nvSpPr>
        <p:spPr>
          <a:xfrm>
            <a:off x="5114925" y="945873"/>
            <a:ext cx="1752600" cy="161925"/>
          </a:xfrm>
          <a:prstGeom prst="rect">
            <a:avLst/>
          </a:prstGeom>
          <a:noFill/>
          <a:ln w="0">
            <a:noFill/>
            <a:prstDash val="solid"/>
          </a:ln>
        </p:spPr>
        <p:txBody>
          <a:bodyPr wrap="none" lIns="0" tIns="0" rIns="0" bIns="0" anchor="ctr">
            <a:normAutofit/>
          </a:bodyPr>
          <a:lstStyle/>
          <a:p>
            <a:pPr algn="ctr">
              <a:defRPr sz="940" b="1">
                <a:solidFill>
                  <a:srgbClr val="557A96"/>
                </a:solidFill>
                <a:latin typeface="微软雅黑" panose="020B0503020204020204" charset="-122"/>
                <a:ea typeface="微软雅黑" panose="020B0503020204020204" charset="-122"/>
                <a:cs typeface="微软雅黑" panose="020B0503020204020204" charset="-122"/>
              </a:defRPr>
            </a:pPr>
            <a:r>
              <a:rPr sz="940" b="1">
                <a:solidFill>
                  <a:srgbClr val="557A96"/>
                </a:solidFill>
                <a:latin typeface="微软雅黑" panose="020B0503020204020204" charset="-122"/>
                <a:ea typeface="微软雅黑" panose="020B0503020204020204" charset="-122"/>
                <a:cs typeface="微软雅黑" panose="020B0503020204020204" charset="-122"/>
              </a:rPr>
              <a:t>CONSTRAINTS + TRIGGER</a:t>
            </a:r>
          </a:p>
        </p:txBody>
      </p:sp>
      <p:sp>
        <p:nvSpPr>
          <p:cNvPr id="12" name="constraints-cn"/>
          <p:cNvSpPr>
            <a:spLocks noGrp="1"/>
          </p:cNvSpPr>
          <p:nvPr/>
        </p:nvSpPr>
        <p:spPr>
          <a:xfrm>
            <a:off x="5114925" y="1107798"/>
            <a:ext cx="1752600" cy="228600"/>
          </a:xfrm>
          <a:prstGeom prst="rect">
            <a:avLst/>
          </a:prstGeom>
          <a:noFill/>
          <a:ln w="0">
            <a:noFill/>
            <a:prstDash val="solid"/>
          </a:ln>
        </p:spPr>
        <p:txBody>
          <a:bodyPr wrap="none" lIns="0" tIns="0" rIns="0" bIns="0" anchor="ctr">
            <a:normAutofit/>
          </a:bodyPr>
          <a:lstStyle/>
          <a:p>
            <a:pPr algn="ctr">
              <a:defRPr sz="1315" b="1">
                <a:solidFill>
                  <a:srgbClr val="252B31"/>
                </a:solidFill>
                <a:latin typeface="微软雅黑" panose="020B0503020204020204" charset="-122"/>
                <a:ea typeface="微软雅黑" panose="020B0503020204020204" charset="-122"/>
                <a:cs typeface="微软雅黑" panose="020B0503020204020204" charset="-122"/>
              </a:defRPr>
            </a:pPr>
            <a:r>
              <a:rPr sz="1315" b="1">
                <a:solidFill>
                  <a:srgbClr val="252B31"/>
                </a:solidFill>
                <a:latin typeface="微软雅黑" panose="020B0503020204020204" charset="-122"/>
                <a:ea typeface="微软雅黑" panose="020B0503020204020204" charset="-122"/>
                <a:cs typeface="微软雅黑" panose="020B0503020204020204" charset="-122"/>
              </a:rPr>
              <a:t>补“不能乱做什么”</a:t>
            </a:r>
          </a:p>
        </p:txBody>
      </p:sp>
      <p:sp>
        <p:nvSpPr>
          <p:cNvPr id="13" name="validation-en"/>
          <p:cNvSpPr>
            <a:spLocks noGrp="1"/>
          </p:cNvSpPr>
          <p:nvPr/>
        </p:nvSpPr>
        <p:spPr>
          <a:xfrm>
            <a:off x="9096375" y="945873"/>
            <a:ext cx="1428750" cy="161925"/>
          </a:xfrm>
          <a:prstGeom prst="rect">
            <a:avLst/>
          </a:prstGeom>
          <a:noFill/>
          <a:ln w="0">
            <a:noFill/>
            <a:prstDash val="solid"/>
          </a:ln>
        </p:spPr>
        <p:txBody>
          <a:bodyPr wrap="none" lIns="0" tIns="0" rIns="0" bIns="0" anchor="ctr">
            <a:normAutofit/>
          </a:bodyPr>
          <a:lstStyle/>
          <a:p>
            <a:pPr algn="ctr">
              <a:defRPr sz="940" b="1">
                <a:solidFill>
                  <a:srgbClr val="557A96"/>
                </a:solidFill>
                <a:latin typeface="微软雅黑" panose="020B0503020204020204" charset="-122"/>
                <a:ea typeface="微软雅黑" panose="020B0503020204020204" charset="-122"/>
                <a:cs typeface="微软雅黑" panose="020B0503020204020204" charset="-122"/>
              </a:defRPr>
            </a:pPr>
            <a:r>
              <a:rPr sz="940" b="1">
                <a:solidFill>
                  <a:srgbClr val="557A96"/>
                </a:solidFill>
                <a:latin typeface="微软雅黑" panose="020B0503020204020204" charset="-122"/>
                <a:ea typeface="微软雅黑" panose="020B0503020204020204" charset="-122"/>
                <a:cs typeface="微软雅黑" panose="020B0503020204020204" charset="-122"/>
              </a:rPr>
              <a:t>VALIDATION</a:t>
            </a:r>
          </a:p>
        </p:txBody>
      </p:sp>
      <p:sp>
        <p:nvSpPr>
          <p:cNvPr id="14" name="validation-cn"/>
          <p:cNvSpPr>
            <a:spLocks noGrp="1"/>
          </p:cNvSpPr>
          <p:nvPr/>
        </p:nvSpPr>
        <p:spPr>
          <a:xfrm>
            <a:off x="9001125" y="1107798"/>
            <a:ext cx="1619250" cy="228600"/>
          </a:xfrm>
          <a:prstGeom prst="rect">
            <a:avLst/>
          </a:prstGeom>
          <a:noFill/>
          <a:ln w="0">
            <a:noFill/>
            <a:prstDash val="solid"/>
          </a:ln>
        </p:spPr>
        <p:txBody>
          <a:bodyPr wrap="none" lIns="0" tIns="0" rIns="0" bIns="0" anchor="ctr">
            <a:normAutofit fontScale="97589"/>
          </a:bodyPr>
          <a:lstStyle/>
          <a:p>
            <a:pPr algn="ctr">
              <a:defRPr sz="1315" b="1">
                <a:solidFill>
                  <a:srgbClr val="252B31"/>
                </a:solidFill>
                <a:latin typeface="微软雅黑" panose="020B0503020204020204" charset="-122"/>
                <a:ea typeface="微软雅黑" panose="020B0503020204020204" charset="-122"/>
                <a:cs typeface="微软雅黑" panose="020B0503020204020204" charset="-122"/>
              </a:defRPr>
            </a:pPr>
            <a:r>
              <a:rPr sz="1315" b="1">
                <a:solidFill>
                  <a:srgbClr val="252B31"/>
                </a:solidFill>
                <a:latin typeface="微软雅黑" panose="020B0503020204020204" charset="-122"/>
                <a:ea typeface="微软雅黑" panose="020B0503020204020204" charset="-122"/>
                <a:cs typeface="微软雅黑" panose="020B0503020204020204" charset="-122"/>
              </a:rPr>
              <a:t>验证“是否真的好用”</a:t>
            </a:r>
          </a:p>
        </p:txBody>
      </p:sp>
      <p:sp>
        <p:nvSpPr>
          <p:cNvPr id="15" name="resources-frame"/>
          <p:cNvSpPr>
            <a:spLocks noGrp="1"/>
          </p:cNvSpPr>
          <p:nvPr/>
        </p:nvSpPr>
        <p:spPr>
          <a:xfrm>
            <a:off x="609600" y="1562100"/>
            <a:ext cx="3333750" cy="3905250"/>
          </a:xfrm>
          <a:prstGeom prst="roundRect">
            <a:avLst>
              <a:gd name="adj" fmla="val 1429"/>
            </a:avLst>
          </a:prstGeom>
          <a:solidFill>
            <a:srgbClr val="FFFFFF"/>
          </a:solidFill>
          <a:ln w="9525">
            <a:solidFill>
              <a:srgbClr val="D8DEE3"/>
            </a:solidFill>
            <a:prstDash val="solid"/>
          </a:ln>
        </p:spPr>
      </p:sp>
      <p:sp>
        <p:nvSpPr>
          <p:cNvPr id="16" name="resources-accent"/>
          <p:cNvSpPr>
            <a:spLocks noGrp="1"/>
          </p:cNvSpPr>
          <p:nvPr/>
        </p:nvSpPr>
        <p:spPr>
          <a:xfrm>
            <a:off x="609600" y="1562100"/>
            <a:ext cx="3333750" cy="28575"/>
          </a:xfrm>
          <a:prstGeom prst="rect">
            <a:avLst/>
          </a:prstGeom>
          <a:solidFill>
            <a:srgbClr val="557A96"/>
          </a:solidFill>
          <a:ln w="0">
            <a:noFill/>
            <a:prstDash val="solid"/>
          </a:ln>
        </p:spPr>
      </p:sp>
      <p:sp>
        <p:nvSpPr>
          <p:cNvPr id="17" name="resources-number"/>
          <p:cNvSpPr>
            <a:spLocks noGrp="1"/>
          </p:cNvSpPr>
          <p:nvPr/>
        </p:nvSpPr>
        <p:spPr>
          <a:xfrm>
            <a:off x="762000" y="1657350"/>
            <a:ext cx="323850" cy="238125"/>
          </a:xfrm>
          <a:prstGeom prst="rect">
            <a:avLst/>
          </a:prstGeom>
          <a:noFill/>
          <a:ln w="0">
            <a:noFill/>
            <a:prstDash val="solid"/>
          </a:ln>
        </p:spPr>
        <p:txBody>
          <a:bodyPr wrap="none" lIns="0" tIns="0" rIns="0" bIns="0" anchor="ctr">
            <a:normAutofit/>
          </a:bodyPr>
          <a:lstStyle/>
          <a:p>
            <a:pPr algn="l">
              <a:defRPr sz="1350" b="1">
                <a:solidFill>
                  <a:srgbClr val="557A96"/>
                </a:solidFill>
                <a:latin typeface="微软雅黑" panose="020B0503020204020204" charset="-122"/>
                <a:ea typeface="微软雅黑" panose="020B0503020204020204" charset="-122"/>
                <a:cs typeface="微软雅黑" panose="020B0503020204020204" charset="-122"/>
              </a:defRPr>
            </a:pPr>
            <a:r>
              <a:rPr sz="1350" b="1">
                <a:solidFill>
                  <a:srgbClr val="557A96"/>
                </a:solidFill>
                <a:latin typeface="微软雅黑" panose="020B0503020204020204" charset="-122"/>
                <a:ea typeface="微软雅黑" panose="020B0503020204020204" charset="-122"/>
                <a:cs typeface="微软雅黑" panose="020B0503020204020204" charset="-122"/>
              </a:rPr>
              <a:t>04</a:t>
            </a:r>
          </a:p>
        </p:txBody>
      </p:sp>
      <p:sp>
        <p:nvSpPr>
          <p:cNvPr id="18" name="resources-title"/>
          <p:cNvSpPr>
            <a:spLocks noGrp="1"/>
          </p:cNvSpPr>
          <p:nvPr/>
        </p:nvSpPr>
        <p:spPr>
          <a:xfrm>
            <a:off x="1162050" y="1638300"/>
            <a:ext cx="2628900" cy="276225"/>
          </a:xfrm>
          <a:prstGeom prst="rect">
            <a:avLst/>
          </a:prstGeom>
          <a:noFill/>
          <a:ln w="0">
            <a:noFill/>
            <a:prstDash val="solid"/>
          </a:ln>
        </p:spPr>
        <p:txBody>
          <a:bodyPr wrap="none" lIns="0" tIns="0" rIns="0" bIns="0" anchor="ctr">
            <a:normAutofit/>
          </a:bodyPr>
          <a:lstStyle/>
          <a:p>
            <a:pPr algn="l">
              <a:defRPr sz="1615" b="1">
                <a:solidFill>
                  <a:srgbClr val="252B31"/>
                </a:solidFill>
                <a:latin typeface="微软雅黑" panose="020B0503020204020204" charset="-122"/>
                <a:ea typeface="微软雅黑" panose="020B0503020204020204" charset="-122"/>
                <a:cs typeface="微软雅黑" panose="020B0503020204020204" charset="-122"/>
              </a:defRPr>
            </a:pPr>
            <a:r>
              <a:rPr sz="1615" b="1">
                <a:solidFill>
                  <a:srgbClr val="252B31"/>
                </a:solidFill>
                <a:latin typeface="微软雅黑" panose="020B0503020204020204" charset="-122"/>
                <a:ea typeface="微软雅黑" panose="020B0503020204020204" charset="-122"/>
                <a:cs typeface="微软雅黑" panose="020B0503020204020204" charset="-122"/>
              </a:rPr>
              <a:t>补充资源与知识</a:t>
            </a:r>
          </a:p>
        </p:txBody>
      </p:sp>
      <p:sp>
        <p:nvSpPr>
          <p:cNvPr id="19" name="resources-subtitle"/>
          <p:cNvSpPr>
            <a:spLocks noGrp="1"/>
          </p:cNvSpPr>
          <p:nvPr/>
        </p:nvSpPr>
        <p:spPr>
          <a:xfrm>
            <a:off x="762000" y="1943100"/>
            <a:ext cx="3028950" cy="219075"/>
          </a:xfrm>
          <a:prstGeom prst="rect">
            <a:avLst/>
          </a:prstGeom>
          <a:noFill/>
          <a:ln w="0">
            <a:noFill/>
            <a:prstDash val="solid"/>
          </a:ln>
        </p:spPr>
        <p:txBody>
          <a:bodyPr wrap="none" lIns="0" tIns="0" rIns="0" bIns="0" anchor="ctr">
            <a:normAutofit/>
          </a:bodyPr>
          <a:lstStyle/>
          <a:p>
            <a:pPr algn="l">
              <a:defRPr sz="1165" b="1">
                <a:solidFill>
                  <a:srgbClr val="557A96"/>
                </a:solidFill>
                <a:latin typeface="微软雅黑" panose="020B0503020204020204" charset="-122"/>
                <a:ea typeface="微软雅黑" panose="020B0503020204020204" charset="-122"/>
                <a:cs typeface="微软雅黑" panose="020B0503020204020204" charset="-122"/>
              </a:defRPr>
            </a:pPr>
            <a:endParaRPr sz="1165" b="1" dirty="0">
              <a:solidFill>
                <a:srgbClr val="557A96"/>
              </a:solidFill>
              <a:latin typeface="微软雅黑" panose="020B0503020204020204" charset="-122"/>
              <a:ea typeface="微软雅黑" panose="020B0503020204020204" charset="-122"/>
              <a:cs typeface="微软雅黑" panose="020B0503020204020204" charset="-122"/>
            </a:endParaRPr>
          </a:p>
        </p:txBody>
      </p:sp>
      <p:sp>
        <p:nvSpPr>
          <p:cNvPr id="21" name="constraints-frame"/>
          <p:cNvSpPr>
            <a:spLocks noGrp="1"/>
          </p:cNvSpPr>
          <p:nvPr/>
        </p:nvSpPr>
        <p:spPr>
          <a:xfrm>
            <a:off x="4200525" y="1562100"/>
            <a:ext cx="3781425" cy="3905250"/>
          </a:xfrm>
          <a:prstGeom prst="roundRect">
            <a:avLst>
              <a:gd name="adj" fmla="val 1259"/>
            </a:avLst>
          </a:prstGeom>
          <a:solidFill>
            <a:srgbClr val="FFFFFF"/>
          </a:solidFill>
          <a:ln w="9525">
            <a:solidFill>
              <a:srgbClr val="D8DEE3"/>
            </a:solidFill>
            <a:prstDash val="solid"/>
          </a:ln>
        </p:spPr>
      </p:sp>
      <p:sp>
        <p:nvSpPr>
          <p:cNvPr id="22" name="constraints-accent"/>
          <p:cNvSpPr>
            <a:spLocks noGrp="1"/>
          </p:cNvSpPr>
          <p:nvPr/>
        </p:nvSpPr>
        <p:spPr>
          <a:xfrm>
            <a:off x="4200525" y="1562100"/>
            <a:ext cx="3781425" cy="28575"/>
          </a:xfrm>
          <a:prstGeom prst="rect">
            <a:avLst/>
          </a:prstGeom>
          <a:solidFill>
            <a:srgbClr val="557A96"/>
          </a:solidFill>
          <a:ln w="0">
            <a:noFill/>
            <a:prstDash val="solid"/>
          </a:ln>
        </p:spPr>
      </p:sp>
      <p:sp>
        <p:nvSpPr>
          <p:cNvPr id="23" name="constraints-number"/>
          <p:cNvSpPr>
            <a:spLocks noGrp="1"/>
          </p:cNvSpPr>
          <p:nvPr/>
        </p:nvSpPr>
        <p:spPr>
          <a:xfrm>
            <a:off x="4352925" y="1657350"/>
            <a:ext cx="323850" cy="238125"/>
          </a:xfrm>
          <a:prstGeom prst="rect">
            <a:avLst/>
          </a:prstGeom>
          <a:noFill/>
          <a:ln w="0">
            <a:noFill/>
            <a:prstDash val="solid"/>
          </a:ln>
        </p:spPr>
        <p:txBody>
          <a:bodyPr wrap="none" lIns="0" tIns="0" rIns="0" bIns="0" anchor="ctr">
            <a:normAutofit/>
          </a:bodyPr>
          <a:lstStyle/>
          <a:p>
            <a:pPr algn="l">
              <a:defRPr sz="1350" b="1">
                <a:solidFill>
                  <a:srgbClr val="557A96"/>
                </a:solidFill>
                <a:latin typeface="微软雅黑" panose="020B0503020204020204" charset="-122"/>
                <a:ea typeface="微软雅黑" panose="020B0503020204020204" charset="-122"/>
                <a:cs typeface="微软雅黑" panose="020B0503020204020204" charset="-122"/>
              </a:defRPr>
            </a:pPr>
            <a:r>
              <a:rPr sz="1350" b="1">
                <a:solidFill>
                  <a:srgbClr val="557A96"/>
                </a:solidFill>
                <a:latin typeface="微软雅黑" panose="020B0503020204020204" charset="-122"/>
                <a:ea typeface="微软雅黑" panose="020B0503020204020204" charset="-122"/>
                <a:cs typeface="微软雅黑" panose="020B0503020204020204" charset="-122"/>
              </a:rPr>
              <a:t>05</a:t>
            </a:r>
          </a:p>
        </p:txBody>
      </p:sp>
      <p:sp>
        <p:nvSpPr>
          <p:cNvPr id="24" name="constraints-title"/>
          <p:cNvSpPr>
            <a:spLocks noGrp="1"/>
          </p:cNvSpPr>
          <p:nvPr/>
        </p:nvSpPr>
        <p:spPr>
          <a:xfrm>
            <a:off x="4752975" y="1638300"/>
            <a:ext cx="3076575" cy="276225"/>
          </a:xfrm>
          <a:prstGeom prst="rect">
            <a:avLst/>
          </a:prstGeom>
          <a:noFill/>
          <a:ln w="0">
            <a:noFill/>
            <a:prstDash val="solid"/>
          </a:ln>
        </p:spPr>
        <p:txBody>
          <a:bodyPr wrap="none" lIns="0" tIns="0" rIns="0" bIns="0" anchor="ctr">
            <a:normAutofit/>
          </a:bodyPr>
          <a:lstStyle/>
          <a:p>
            <a:pPr algn="l">
              <a:defRPr sz="1615" b="1">
                <a:solidFill>
                  <a:srgbClr val="252B31"/>
                </a:solidFill>
                <a:latin typeface="微软雅黑" panose="020B0503020204020204" charset="-122"/>
                <a:ea typeface="微软雅黑" panose="020B0503020204020204" charset="-122"/>
                <a:cs typeface="微软雅黑" panose="020B0503020204020204" charset="-122"/>
              </a:defRPr>
            </a:pPr>
            <a:r>
              <a:rPr sz="1615" b="1" dirty="0" err="1" smtClean="0">
                <a:solidFill>
                  <a:srgbClr val="252B31"/>
                </a:solidFill>
                <a:latin typeface="微软雅黑" panose="020B0503020204020204" charset="-122"/>
                <a:ea typeface="微软雅黑" panose="020B0503020204020204" charset="-122"/>
                <a:cs typeface="微软雅黑" panose="020B0503020204020204" charset="-122"/>
              </a:rPr>
              <a:t>完善约束与</a:t>
            </a:r>
            <a:r>
              <a:rPr lang="zh-CN" altLang="en-US" sz="1615" b="1" dirty="0" smtClean="0">
                <a:solidFill>
                  <a:srgbClr val="252B31"/>
                </a:solidFill>
                <a:latin typeface="微软雅黑" panose="020B0503020204020204" charset="-122"/>
                <a:ea typeface="微软雅黑" panose="020B0503020204020204" charset="-122"/>
                <a:cs typeface="微软雅黑" panose="020B0503020204020204" charset="-122"/>
              </a:rPr>
              <a:t>调用规则</a:t>
            </a:r>
            <a:endParaRPr sz="1615" b="1" dirty="0">
              <a:solidFill>
                <a:srgbClr val="252B31"/>
              </a:solidFill>
              <a:latin typeface="微软雅黑" panose="020B0503020204020204" charset="-122"/>
              <a:ea typeface="微软雅黑" panose="020B0503020204020204" charset="-122"/>
              <a:cs typeface="微软雅黑" panose="020B0503020204020204" charset="-122"/>
            </a:endParaRPr>
          </a:p>
        </p:txBody>
      </p:sp>
      <p:sp>
        <p:nvSpPr>
          <p:cNvPr id="25" name="constraints-subtitle"/>
          <p:cNvSpPr>
            <a:spLocks noGrp="1"/>
          </p:cNvSpPr>
          <p:nvPr/>
        </p:nvSpPr>
        <p:spPr>
          <a:xfrm>
            <a:off x="4352925" y="1943100"/>
            <a:ext cx="3476625" cy="219075"/>
          </a:xfrm>
          <a:prstGeom prst="rect">
            <a:avLst/>
          </a:prstGeom>
          <a:noFill/>
          <a:ln w="0">
            <a:noFill/>
            <a:prstDash val="solid"/>
          </a:ln>
        </p:spPr>
        <p:txBody>
          <a:bodyPr wrap="none" lIns="0" tIns="0" rIns="0" bIns="0" anchor="ctr">
            <a:normAutofit/>
          </a:bodyPr>
          <a:lstStyle/>
          <a:p>
            <a:pPr algn="l">
              <a:defRPr sz="1165" b="1">
                <a:solidFill>
                  <a:srgbClr val="557A96"/>
                </a:solidFill>
                <a:latin typeface="微软雅黑" panose="020B0503020204020204" charset="-122"/>
                <a:ea typeface="微软雅黑" panose="020B0503020204020204" charset="-122"/>
                <a:cs typeface="微软雅黑" panose="020B0503020204020204" charset="-122"/>
              </a:defRPr>
            </a:pPr>
            <a:endParaRPr sz="1165" b="1" dirty="0">
              <a:solidFill>
                <a:srgbClr val="557A96"/>
              </a:solidFill>
              <a:latin typeface="微软雅黑" panose="020B0503020204020204" charset="-122"/>
              <a:ea typeface="微软雅黑" panose="020B0503020204020204" charset="-122"/>
              <a:cs typeface="微软雅黑" panose="020B0503020204020204" charset="-122"/>
            </a:endParaRPr>
          </a:p>
        </p:txBody>
      </p:sp>
      <p:sp>
        <p:nvSpPr>
          <p:cNvPr id="26" name="constraints-header-line"/>
          <p:cNvSpPr>
            <a:spLocks noGrp="1"/>
          </p:cNvSpPr>
          <p:nvPr/>
        </p:nvSpPr>
        <p:spPr>
          <a:xfrm>
            <a:off x="4352925" y="2219325"/>
            <a:ext cx="3476625" cy="0"/>
          </a:xfrm>
          <a:prstGeom prst="line">
            <a:avLst/>
          </a:prstGeom>
          <a:noFill/>
          <a:ln w="9525">
            <a:solidFill>
              <a:srgbClr val="D8DEE3"/>
            </a:solidFill>
            <a:prstDash val="solid"/>
          </a:ln>
        </p:spPr>
      </p:sp>
      <p:sp>
        <p:nvSpPr>
          <p:cNvPr id="27" name="validation-frame"/>
          <p:cNvSpPr>
            <a:spLocks noGrp="1"/>
          </p:cNvSpPr>
          <p:nvPr/>
        </p:nvSpPr>
        <p:spPr>
          <a:xfrm>
            <a:off x="8239125" y="1562100"/>
            <a:ext cx="3343275" cy="3905250"/>
          </a:xfrm>
          <a:prstGeom prst="roundRect">
            <a:avLst>
              <a:gd name="adj" fmla="val 1425"/>
            </a:avLst>
          </a:prstGeom>
          <a:solidFill>
            <a:srgbClr val="FFFFFF"/>
          </a:solidFill>
          <a:ln w="9525">
            <a:solidFill>
              <a:srgbClr val="D8DEE3"/>
            </a:solidFill>
            <a:prstDash val="solid"/>
          </a:ln>
        </p:spPr>
      </p:sp>
      <p:sp>
        <p:nvSpPr>
          <p:cNvPr id="28" name="validation-accent"/>
          <p:cNvSpPr>
            <a:spLocks noGrp="1"/>
          </p:cNvSpPr>
          <p:nvPr/>
        </p:nvSpPr>
        <p:spPr>
          <a:xfrm>
            <a:off x="8239125" y="1562100"/>
            <a:ext cx="3343275" cy="28575"/>
          </a:xfrm>
          <a:prstGeom prst="rect">
            <a:avLst/>
          </a:prstGeom>
          <a:solidFill>
            <a:srgbClr val="557A96"/>
          </a:solidFill>
          <a:ln w="0">
            <a:noFill/>
            <a:prstDash val="solid"/>
          </a:ln>
        </p:spPr>
      </p:sp>
      <p:sp>
        <p:nvSpPr>
          <p:cNvPr id="29" name="validation-number"/>
          <p:cNvSpPr>
            <a:spLocks noGrp="1"/>
          </p:cNvSpPr>
          <p:nvPr/>
        </p:nvSpPr>
        <p:spPr>
          <a:xfrm>
            <a:off x="8391525" y="1657350"/>
            <a:ext cx="323850" cy="238125"/>
          </a:xfrm>
          <a:prstGeom prst="rect">
            <a:avLst/>
          </a:prstGeom>
          <a:noFill/>
          <a:ln w="0">
            <a:noFill/>
            <a:prstDash val="solid"/>
          </a:ln>
        </p:spPr>
        <p:txBody>
          <a:bodyPr wrap="none" lIns="0" tIns="0" rIns="0" bIns="0" anchor="ctr">
            <a:normAutofit/>
          </a:bodyPr>
          <a:lstStyle/>
          <a:p>
            <a:pPr algn="l">
              <a:defRPr sz="1350" b="1">
                <a:solidFill>
                  <a:srgbClr val="557A96"/>
                </a:solidFill>
                <a:latin typeface="微软雅黑" panose="020B0503020204020204" charset="-122"/>
                <a:ea typeface="微软雅黑" panose="020B0503020204020204" charset="-122"/>
                <a:cs typeface="微软雅黑" panose="020B0503020204020204" charset="-122"/>
              </a:defRPr>
            </a:pPr>
            <a:r>
              <a:rPr sz="1350" b="1">
                <a:solidFill>
                  <a:srgbClr val="557A96"/>
                </a:solidFill>
                <a:latin typeface="微软雅黑" panose="020B0503020204020204" charset="-122"/>
                <a:ea typeface="微软雅黑" panose="020B0503020204020204" charset="-122"/>
                <a:cs typeface="微软雅黑" panose="020B0503020204020204" charset="-122"/>
              </a:rPr>
              <a:t>06</a:t>
            </a:r>
          </a:p>
        </p:txBody>
      </p:sp>
      <p:sp>
        <p:nvSpPr>
          <p:cNvPr id="30" name="validation-title"/>
          <p:cNvSpPr>
            <a:spLocks noGrp="1"/>
          </p:cNvSpPr>
          <p:nvPr/>
        </p:nvSpPr>
        <p:spPr>
          <a:xfrm>
            <a:off x="8791575" y="1638300"/>
            <a:ext cx="2638425" cy="276225"/>
          </a:xfrm>
          <a:prstGeom prst="rect">
            <a:avLst/>
          </a:prstGeom>
          <a:noFill/>
          <a:ln w="0">
            <a:noFill/>
            <a:prstDash val="solid"/>
          </a:ln>
        </p:spPr>
        <p:txBody>
          <a:bodyPr wrap="none" lIns="0" tIns="0" rIns="0" bIns="0" anchor="ctr">
            <a:normAutofit/>
          </a:bodyPr>
          <a:lstStyle/>
          <a:p>
            <a:pPr algn="l">
              <a:defRPr sz="1615" b="1">
                <a:solidFill>
                  <a:srgbClr val="252B31"/>
                </a:solidFill>
                <a:latin typeface="微软雅黑" panose="020B0503020204020204" charset="-122"/>
                <a:ea typeface="微软雅黑" panose="020B0503020204020204" charset="-122"/>
                <a:cs typeface="微软雅黑" panose="020B0503020204020204" charset="-122"/>
              </a:defRPr>
            </a:pPr>
            <a:r>
              <a:rPr sz="1615" b="1">
                <a:solidFill>
                  <a:srgbClr val="252B31"/>
                </a:solidFill>
                <a:latin typeface="微软雅黑" panose="020B0503020204020204" charset="-122"/>
                <a:ea typeface="微软雅黑" panose="020B0503020204020204" charset="-122"/>
                <a:cs typeface="微软雅黑" panose="020B0503020204020204" charset="-122"/>
              </a:rPr>
              <a:t>实测验证与迭代</a:t>
            </a:r>
          </a:p>
        </p:txBody>
      </p:sp>
      <p:sp>
        <p:nvSpPr>
          <p:cNvPr id="31" name="validation-subtitle"/>
          <p:cNvSpPr>
            <a:spLocks noGrp="1"/>
          </p:cNvSpPr>
          <p:nvPr/>
        </p:nvSpPr>
        <p:spPr>
          <a:xfrm>
            <a:off x="8391525" y="1943100"/>
            <a:ext cx="3038475" cy="219075"/>
          </a:xfrm>
          <a:prstGeom prst="rect">
            <a:avLst/>
          </a:prstGeom>
          <a:noFill/>
          <a:ln w="0">
            <a:noFill/>
            <a:prstDash val="solid"/>
          </a:ln>
        </p:spPr>
        <p:txBody>
          <a:bodyPr wrap="none" lIns="0" tIns="0" rIns="0" bIns="0" anchor="ctr">
            <a:normAutofit/>
          </a:bodyPr>
          <a:lstStyle/>
          <a:p>
            <a:pPr algn="l">
              <a:defRPr sz="1165" b="1">
                <a:solidFill>
                  <a:srgbClr val="557A96"/>
                </a:solidFill>
                <a:latin typeface="微软雅黑" panose="020B0503020204020204" charset="-122"/>
                <a:ea typeface="微软雅黑" panose="020B0503020204020204" charset="-122"/>
                <a:cs typeface="微软雅黑" panose="020B0503020204020204" charset="-122"/>
              </a:defRPr>
            </a:pPr>
            <a:endParaRPr sz="1165" b="1" dirty="0">
              <a:solidFill>
                <a:srgbClr val="557A96"/>
              </a:solidFill>
              <a:latin typeface="微软雅黑" panose="020B0503020204020204" charset="-122"/>
              <a:ea typeface="微软雅黑" panose="020B0503020204020204" charset="-122"/>
              <a:cs typeface="微软雅黑" panose="020B0503020204020204" charset="-122"/>
            </a:endParaRPr>
          </a:p>
        </p:txBody>
      </p:sp>
      <p:sp>
        <p:nvSpPr>
          <p:cNvPr id="33" name="stage-question-line"/>
          <p:cNvSpPr>
            <a:spLocks noGrp="1"/>
          </p:cNvSpPr>
          <p:nvPr/>
        </p:nvSpPr>
        <p:spPr>
          <a:xfrm>
            <a:off x="2276475" y="2600325"/>
            <a:ext cx="0" cy="85725"/>
          </a:xfrm>
          <a:prstGeom prst="line">
            <a:avLst/>
          </a:prstGeom>
          <a:noFill/>
          <a:ln w="11430">
            <a:solidFill>
              <a:srgbClr val="557A96"/>
            </a:solidFill>
            <a:prstDash val="solid"/>
          </a:ln>
        </p:spPr>
      </p:sp>
      <p:sp>
        <p:nvSpPr>
          <p:cNvPr id="34" name="question-branch-down"/>
          <p:cNvSpPr>
            <a:spLocks noGrp="1"/>
          </p:cNvSpPr>
          <p:nvPr/>
        </p:nvSpPr>
        <p:spPr>
          <a:xfrm>
            <a:off x="2276475" y="2943225"/>
            <a:ext cx="0" cy="95250"/>
          </a:xfrm>
          <a:prstGeom prst="line">
            <a:avLst/>
          </a:prstGeom>
          <a:noFill/>
          <a:ln w="11430">
            <a:solidFill>
              <a:srgbClr val="557A96"/>
            </a:solidFill>
            <a:prstDash val="solid"/>
          </a:ln>
        </p:spPr>
      </p:sp>
      <p:sp>
        <p:nvSpPr>
          <p:cNvPr id="35" name="resource-branch"/>
          <p:cNvSpPr>
            <a:spLocks noGrp="1"/>
          </p:cNvSpPr>
          <p:nvPr/>
        </p:nvSpPr>
        <p:spPr>
          <a:xfrm>
            <a:off x="1228725" y="3038475"/>
            <a:ext cx="2095500" cy="0"/>
          </a:xfrm>
          <a:prstGeom prst="line">
            <a:avLst/>
          </a:prstGeom>
          <a:noFill/>
          <a:ln w="11430">
            <a:solidFill>
              <a:srgbClr val="557A96"/>
            </a:solidFill>
            <a:prstDash val="solid"/>
          </a:ln>
        </p:spPr>
      </p:sp>
      <p:sp>
        <p:nvSpPr>
          <p:cNvPr id="36" name="resource-drop-0"/>
          <p:cNvSpPr>
            <a:spLocks noGrp="1"/>
          </p:cNvSpPr>
          <p:nvPr/>
        </p:nvSpPr>
        <p:spPr>
          <a:xfrm>
            <a:off x="1228725" y="3038475"/>
            <a:ext cx="0" cy="76200"/>
          </a:xfrm>
          <a:prstGeom prst="line">
            <a:avLst/>
          </a:prstGeom>
          <a:noFill/>
          <a:ln w="11430">
            <a:solidFill>
              <a:srgbClr val="557A96"/>
            </a:solidFill>
            <a:prstDash val="solid"/>
          </a:ln>
        </p:spPr>
      </p:sp>
      <p:sp>
        <p:nvSpPr>
          <p:cNvPr id="37" name="resource-arrow-0"/>
          <p:cNvSpPr>
            <a:spLocks noGrp="1"/>
          </p:cNvSpPr>
          <p:nvPr/>
        </p:nvSpPr>
        <p:spPr>
          <a:xfrm rot="10800000">
            <a:off x="1190625" y="3076575"/>
            <a:ext cx="76200" cy="76200"/>
          </a:xfrm>
          <a:prstGeom prst="triangle">
            <a:avLst/>
          </a:prstGeom>
          <a:solidFill>
            <a:srgbClr val="557A96"/>
          </a:solidFill>
          <a:ln w="0">
            <a:solidFill>
              <a:srgbClr val="557A96"/>
            </a:solidFill>
            <a:prstDash val="solid"/>
          </a:ln>
        </p:spPr>
      </p:sp>
      <p:sp>
        <p:nvSpPr>
          <p:cNvPr id="38" name="resource-drop-1"/>
          <p:cNvSpPr>
            <a:spLocks noGrp="1"/>
          </p:cNvSpPr>
          <p:nvPr/>
        </p:nvSpPr>
        <p:spPr>
          <a:xfrm>
            <a:off x="2276475" y="3038475"/>
            <a:ext cx="0" cy="76200"/>
          </a:xfrm>
          <a:prstGeom prst="line">
            <a:avLst/>
          </a:prstGeom>
          <a:noFill/>
          <a:ln w="11430">
            <a:solidFill>
              <a:srgbClr val="557A96"/>
            </a:solidFill>
            <a:prstDash val="solid"/>
          </a:ln>
        </p:spPr>
      </p:sp>
      <p:sp>
        <p:nvSpPr>
          <p:cNvPr id="39" name="resource-arrow-1"/>
          <p:cNvSpPr>
            <a:spLocks noGrp="1"/>
          </p:cNvSpPr>
          <p:nvPr/>
        </p:nvSpPr>
        <p:spPr>
          <a:xfrm rot="10800000">
            <a:off x="2238375" y="3076575"/>
            <a:ext cx="76200" cy="76200"/>
          </a:xfrm>
          <a:prstGeom prst="triangle">
            <a:avLst/>
          </a:prstGeom>
          <a:solidFill>
            <a:srgbClr val="557A96"/>
          </a:solidFill>
          <a:ln w="0">
            <a:solidFill>
              <a:srgbClr val="557A96"/>
            </a:solidFill>
            <a:prstDash val="solid"/>
          </a:ln>
        </p:spPr>
      </p:sp>
      <p:sp>
        <p:nvSpPr>
          <p:cNvPr id="40" name="resource-drop-2"/>
          <p:cNvSpPr>
            <a:spLocks noGrp="1"/>
          </p:cNvSpPr>
          <p:nvPr/>
        </p:nvSpPr>
        <p:spPr>
          <a:xfrm>
            <a:off x="3324225" y="3038475"/>
            <a:ext cx="0" cy="76200"/>
          </a:xfrm>
          <a:prstGeom prst="line">
            <a:avLst/>
          </a:prstGeom>
          <a:noFill/>
          <a:ln w="11430">
            <a:solidFill>
              <a:srgbClr val="557A96"/>
            </a:solidFill>
            <a:prstDash val="solid"/>
          </a:ln>
        </p:spPr>
      </p:sp>
      <p:sp>
        <p:nvSpPr>
          <p:cNvPr id="41" name="resource-arrow-2"/>
          <p:cNvSpPr>
            <a:spLocks noGrp="1"/>
          </p:cNvSpPr>
          <p:nvPr/>
        </p:nvSpPr>
        <p:spPr>
          <a:xfrm rot="10800000">
            <a:off x="3286125" y="3076575"/>
            <a:ext cx="76200" cy="76200"/>
          </a:xfrm>
          <a:prstGeom prst="triangle">
            <a:avLst/>
          </a:prstGeom>
          <a:solidFill>
            <a:srgbClr val="557A96"/>
          </a:solidFill>
          <a:ln w="0">
            <a:solidFill>
              <a:srgbClr val="557A96"/>
            </a:solidFill>
            <a:prstDash val="solid"/>
          </a:ln>
        </p:spPr>
      </p:sp>
      <p:sp>
        <p:nvSpPr>
          <p:cNvPr id="42" name="resource-stage-box"/>
          <p:cNvSpPr>
            <a:spLocks noGrp="1"/>
          </p:cNvSpPr>
          <p:nvPr/>
        </p:nvSpPr>
        <p:spPr>
          <a:xfrm>
            <a:off x="1857375" y="2324100"/>
            <a:ext cx="838200" cy="276225"/>
          </a:xfrm>
          <a:prstGeom prst="roundRect">
            <a:avLst>
              <a:gd name="adj" fmla="val 13793"/>
            </a:avLst>
          </a:prstGeom>
          <a:solidFill>
            <a:srgbClr val="F2F6F8"/>
          </a:solidFill>
          <a:ln w="9525">
            <a:solidFill>
              <a:srgbClr val="7F9DB2"/>
            </a:solidFill>
            <a:prstDash val="solid"/>
          </a:ln>
        </p:spPr>
      </p:sp>
      <p:sp>
        <p:nvSpPr>
          <p:cNvPr id="43" name="resource-stage-text"/>
          <p:cNvSpPr>
            <a:spLocks noGrp="1"/>
          </p:cNvSpPr>
          <p:nvPr/>
        </p:nvSpPr>
        <p:spPr>
          <a:xfrm>
            <a:off x="1885950" y="2343150"/>
            <a:ext cx="781050" cy="238125"/>
          </a:xfrm>
          <a:prstGeom prst="rect">
            <a:avLst/>
          </a:prstGeom>
          <a:noFill/>
          <a:ln w="0">
            <a:noFill/>
            <a:prstDash val="solid"/>
          </a:ln>
        </p:spPr>
        <p:txBody>
          <a:bodyPr wrap="none" lIns="0" tIns="0" rIns="0" bIns="0" anchor="ctr">
            <a:normAutofit/>
          </a:bodyPr>
          <a:lstStyle/>
          <a:p>
            <a:pPr algn="ctr">
              <a:defRPr sz="1015" b="1">
                <a:solidFill>
                  <a:srgbClr val="557A96"/>
                </a:solidFill>
                <a:latin typeface="微软雅黑" panose="020B0503020204020204" charset="-122"/>
                <a:ea typeface="微软雅黑" panose="020B0503020204020204" charset="-122"/>
                <a:cs typeface="微软雅黑" panose="020B0503020204020204" charset="-122"/>
              </a:defRPr>
            </a:pPr>
            <a:r>
              <a:rPr sz="1015" b="1">
                <a:solidFill>
                  <a:srgbClr val="557A96"/>
                </a:solidFill>
                <a:latin typeface="微软雅黑" panose="020B0503020204020204" charset="-122"/>
                <a:ea typeface="微软雅黑" panose="020B0503020204020204" charset="-122"/>
                <a:cs typeface="微软雅黑" panose="020B0503020204020204" charset="-122"/>
              </a:rPr>
              <a:t>某个 Stage</a:t>
            </a:r>
          </a:p>
        </p:txBody>
      </p:sp>
      <p:sp>
        <p:nvSpPr>
          <p:cNvPr id="44" name="resource-question-band"/>
          <p:cNvSpPr>
            <a:spLocks noGrp="1"/>
          </p:cNvSpPr>
          <p:nvPr/>
        </p:nvSpPr>
        <p:spPr>
          <a:xfrm>
            <a:off x="1209675" y="2686050"/>
            <a:ext cx="2133600" cy="257175"/>
          </a:xfrm>
          <a:prstGeom prst="rect">
            <a:avLst/>
          </a:prstGeom>
          <a:solidFill>
            <a:srgbClr val="F7F9FA"/>
          </a:solidFill>
          <a:ln w="0">
            <a:noFill/>
            <a:prstDash val="solid"/>
          </a:ln>
        </p:spPr>
      </p:sp>
      <p:sp>
        <p:nvSpPr>
          <p:cNvPr id="45" name="resource-question"/>
          <p:cNvSpPr>
            <a:spLocks noGrp="1"/>
          </p:cNvSpPr>
          <p:nvPr/>
        </p:nvSpPr>
        <p:spPr>
          <a:xfrm>
            <a:off x="1323975" y="2695575"/>
            <a:ext cx="1905000" cy="238125"/>
          </a:xfrm>
          <a:prstGeom prst="rect">
            <a:avLst/>
          </a:prstGeom>
          <a:noFill/>
          <a:ln w="0">
            <a:noFill/>
            <a:prstDash val="solid"/>
          </a:ln>
        </p:spPr>
        <p:txBody>
          <a:bodyPr wrap="none" lIns="0" tIns="0" rIns="0" bIns="0" anchor="ctr">
            <a:normAutofit/>
          </a:bodyPr>
          <a:lstStyle/>
          <a:p>
            <a:pPr algn="ctr">
              <a:defRPr sz="1090" b="1">
                <a:solidFill>
                  <a:srgbClr val="414951"/>
                </a:solidFill>
                <a:latin typeface="微软雅黑" panose="020B0503020204020204" charset="-122"/>
                <a:ea typeface="微软雅黑" panose="020B0503020204020204" charset="-122"/>
                <a:cs typeface="微软雅黑" panose="020B0503020204020204" charset="-122"/>
              </a:defRPr>
            </a:pPr>
            <a:r>
              <a:rPr sz="1090" b="1">
                <a:solidFill>
                  <a:srgbClr val="414951"/>
                </a:solidFill>
                <a:latin typeface="微软雅黑" panose="020B0503020204020204" charset="-122"/>
                <a:ea typeface="微软雅黑" panose="020B0503020204020204" charset="-122"/>
                <a:cs typeface="微软雅黑" panose="020B0503020204020204" charset="-122"/>
              </a:rPr>
              <a:t>Agent 还缺什么？</a:t>
            </a:r>
          </a:p>
        </p:txBody>
      </p:sp>
      <p:sp>
        <p:nvSpPr>
          <p:cNvPr id="46" name="references-node-box"/>
          <p:cNvSpPr>
            <a:spLocks noGrp="1"/>
          </p:cNvSpPr>
          <p:nvPr/>
        </p:nvSpPr>
        <p:spPr>
          <a:xfrm>
            <a:off x="781050" y="3143250"/>
            <a:ext cx="895350" cy="352425"/>
          </a:xfrm>
          <a:prstGeom prst="roundRect">
            <a:avLst>
              <a:gd name="adj" fmla="val 10811"/>
            </a:avLst>
          </a:prstGeom>
          <a:solidFill>
            <a:srgbClr val="F7F9FA"/>
          </a:solidFill>
          <a:ln w="9525">
            <a:solidFill>
              <a:srgbClr val="7F9DB2"/>
            </a:solidFill>
            <a:prstDash val="solid"/>
          </a:ln>
        </p:spPr>
      </p:sp>
      <p:sp>
        <p:nvSpPr>
          <p:cNvPr id="47" name="references-node-text"/>
          <p:cNvSpPr>
            <a:spLocks noGrp="1"/>
          </p:cNvSpPr>
          <p:nvPr/>
        </p:nvSpPr>
        <p:spPr>
          <a:xfrm>
            <a:off x="809625" y="3162300"/>
            <a:ext cx="838200" cy="314325"/>
          </a:xfrm>
          <a:prstGeom prst="rect">
            <a:avLst/>
          </a:prstGeom>
          <a:noFill/>
          <a:ln w="0">
            <a:noFill/>
            <a:prstDash val="solid"/>
          </a:ln>
        </p:spPr>
        <p:txBody>
          <a:bodyPr wrap="none" lIns="0" tIns="0" rIns="0" bIns="0" anchor="ctr">
            <a:normAutofit/>
          </a:bodyPr>
          <a:lstStyle/>
          <a:p>
            <a:pPr algn="ctr">
              <a:defRPr sz="925" b="1">
                <a:solidFill>
                  <a:srgbClr val="252B31"/>
                </a:solidFill>
                <a:latin typeface="微软雅黑" panose="020B0503020204020204" charset="-122"/>
                <a:ea typeface="微软雅黑" panose="020B0503020204020204" charset="-122"/>
                <a:cs typeface="微软雅黑" panose="020B0503020204020204" charset="-122"/>
              </a:defRPr>
            </a:pPr>
            <a:r>
              <a:rPr sz="925" b="1">
                <a:solidFill>
                  <a:srgbClr val="252B31"/>
                </a:solidFill>
                <a:latin typeface="微软雅黑" panose="020B0503020204020204" charset="-122"/>
                <a:ea typeface="微软雅黑" panose="020B0503020204020204" charset="-122"/>
                <a:cs typeface="微软雅黑" panose="020B0503020204020204" charset="-122"/>
              </a:rPr>
              <a:t>缺知识</a:t>
            </a:r>
          </a:p>
          <a:p>
            <a:pPr algn="ctr">
              <a:defRPr sz="925" b="1">
                <a:solidFill>
                  <a:srgbClr val="252B31"/>
                </a:solidFill>
                <a:latin typeface="微软雅黑" panose="020B0503020204020204" charset="-122"/>
                <a:ea typeface="微软雅黑" panose="020B0503020204020204" charset="-122"/>
                <a:cs typeface="微软雅黑" panose="020B0503020204020204" charset="-122"/>
              </a:defRPr>
            </a:pPr>
            <a:r>
              <a:rPr sz="925" b="1">
                <a:solidFill>
                  <a:srgbClr val="252B31"/>
                </a:solidFill>
                <a:latin typeface="微软雅黑" panose="020B0503020204020204" charset="-122"/>
                <a:ea typeface="微软雅黑" panose="020B0503020204020204" charset="-122"/>
                <a:cs typeface="微软雅黑" panose="020B0503020204020204" charset="-122"/>
              </a:rPr>
              <a:t>References</a:t>
            </a:r>
          </a:p>
        </p:txBody>
      </p:sp>
      <p:sp>
        <p:nvSpPr>
          <p:cNvPr id="48" name="examples-node-box"/>
          <p:cNvSpPr>
            <a:spLocks noGrp="1"/>
          </p:cNvSpPr>
          <p:nvPr/>
        </p:nvSpPr>
        <p:spPr>
          <a:xfrm>
            <a:off x="1828800" y="3143250"/>
            <a:ext cx="895350" cy="352425"/>
          </a:xfrm>
          <a:prstGeom prst="roundRect">
            <a:avLst>
              <a:gd name="adj" fmla="val 10811"/>
            </a:avLst>
          </a:prstGeom>
          <a:solidFill>
            <a:srgbClr val="F7F9FA"/>
          </a:solidFill>
          <a:ln w="9525">
            <a:solidFill>
              <a:srgbClr val="7F9DB2"/>
            </a:solidFill>
            <a:prstDash val="solid"/>
          </a:ln>
        </p:spPr>
      </p:sp>
      <p:sp>
        <p:nvSpPr>
          <p:cNvPr id="49" name="examples-node-text"/>
          <p:cNvSpPr>
            <a:spLocks noGrp="1"/>
          </p:cNvSpPr>
          <p:nvPr/>
        </p:nvSpPr>
        <p:spPr>
          <a:xfrm>
            <a:off x="1857375" y="3162300"/>
            <a:ext cx="838200" cy="314325"/>
          </a:xfrm>
          <a:prstGeom prst="rect">
            <a:avLst/>
          </a:prstGeom>
          <a:noFill/>
          <a:ln w="0">
            <a:noFill/>
            <a:prstDash val="solid"/>
          </a:ln>
        </p:spPr>
        <p:txBody>
          <a:bodyPr wrap="none" lIns="0" tIns="0" rIns="0" bIns="0" anchor="ctr">
            <a:normAutofit/>
          </a:bodyPr>
          <a:lstStyle/>
          <a:p>
            <a:pPr algn="ctr">
              <a:defRPr sz="925" b="1">
                <a:solidFill>
                  <a:srgbClr val="252B31"/>
                </a:solidFill>
                <a:latin typeface="微软雅黑" panose="020B0503020204020204" charset="-122"/>
                <a:ea typeface="微软雅黑" panose="020B0503020204020204" charset="-122"/>
                <a:cs typeface="微软雅黑" panose="020B0503020204020204" charset="-122"/>
              </a:defRPr>
            </a:pPr>
            <a:r>
              <a:rPr sz="925" b="1">
                <a:solidFill>
                  <a:srgbClr val="252B31"/>
                </a:solidFill>
                <a:latin typeface="微软雅黑" panose="020B0503020204020204" charset="-122"/>
                <a:ea typeface="微软雅黑" panose="020B0503020204020204" charset="-122"/>
                <a:cs typeface="微软雅黑" panose="020B0503020204020204" charset="-122"/>
              </a:rPr>
              <a:t>缺案例</a:t>
            </a:r>
          </a:p>
          <a:p>
            <a:pPr algn="ctr">
              <a:defRPr sz="925" b="1">
                <a:solidFill>
                  <a:srgbClr val="252B31"/>
                </a:solidFill>
                <a:latin typeface="微软雅黑" panose="020B0503020204020204" charset="-122"/>
                <a:ea typeface="微软雅黑" panose="020B0503020204020204" charset="-122"/>
                <a:cs typeface="微软雅黑" panose="020B0503020204020204" charset="-122"/>
              </a:defRPr>
            </a:pPr>
            <a:r>
              <a:rPr sz="925" b="1">
                <a:solidFill>
                  <a:srgbClr val="252B31"/>
                </a:solidFill>
                <a:latin typeface="微软雅黑" panose="020B0503020204020204" charset="-122"/>
                <a:ea typeface="微软雅黑" panose="020B0503020204020204" charset="-122"/>
                <a:cs typeface="微软雅黑" panose="020B0503020204020204" charset="-122"/>
              </a:rPr>
              <a:t>Examples</a:t>
            </a:r>
          </a:p>
        </p:txBody>
      </p:sp>
      <p:sp>
        <p:nvSpPr>
          <p:cNvPr id="50" name="scripts-node-box"/>
          <p:cNvSpPr>
            <a:spLocks noGrp="1"/>
          </p:cNvSpPr>
          <p:nvPr/>
        </p:nvSpPr>
        <p:spPr>
          <a:xfrm>
            <a:off x="2876550" y="3143250"/>
            <a:ext cx="895350" cy="352425"/>
          </a:xfrm>
          <a:prstGeom prst="roundRect">
            <a:avLst>
              <a:gd name="adj" fmla="val 10811"/>
            </a:avLst>
          </a:prstGeom>
          <a:solidFill>
            <a:srgbClr val="F7F9FA"/>
          </a:solidFill>
          <a:ln w="9525">
            <a:solidFill>
              <a:srgbClr val="7F9DB2"/>
            </a:solidFill>
            <a:prstDash val="solid"/>
          </a:ln>
        </p:spPr>
      </p:sp>
      <p:sp>
        <p:nvSpPr>
          <p:cNvPr id="51" name="scripts-node-text"/>
          <p:cNvSpPr>
            <a:spLocks noGrp="1"/>
          </p:cNvSpPr>
          <p:nvPr/>
        </p:nvSpPr>
        <p:spPr>
          <a:xfrm>
            <a:off x="2905125" y="3162300"/>
            <a:ext cx="838200" cy="314325"/>
          </a:xfrm>
          <a:prstGeom prst="rect">
            <a:avLst/>
          </a:prstGeom>
          <a:noFill/>
          <a:ln w="0">
            <a:noFill/>
            <a:prstDash val="solid"/>
          </a:ln>
        </p:spPr>
        <p:txBody>
          <a:bodyPr wrap="none" lIns="0" tIns="0" rIns="0" bIns="0" anchor="ctr">
            <a:normAutofit/>
          </a:bodyPr>
          <a:lstStyle/>
          <a:p>
            <a:pPr algn="ctr">
              <a:defRPr sz="905" b="1">
                <a:solidFill>
                  <a:srgbClr val="252B31"/>
                </a:solidFill>
                <a:latin typeface="微软雅黑" panose="020B0503020204020204" charset="-122"/>
                <a:ea typeface="微软雅黑" panose="020B0503020204020204" charset="-122"/>
                <a:cs typeface="微软雅黑" panose="020B0503020204020204" charset="-122"/>
              </a:defRPr>
            </a:pPr>
            <a:r>
              <a:rPr sz="905" b="1">
                <a:solidFill>
                  <a:srgbClr val="252B31"/>
                </a:solidFill>
                <a:latin typeface="微软雅黑" panose="020B0503020204020204" charset="-122"/>
                <a:ea typeface="微软雅黑" panose="020B0503020204020204" charset="-122"/>
                <a:cs typeface="微软雅黑" panose="020B0503020204020204" charset="-122"/>
              </a:rPr>
              <a:t>缺确定执行</a:t>
            </a:r>
          </a:p>
          <a:p>
            <a:pPr algn="ctr">
              <a:defRPr sz="905" b="1">
                <a:solidFill>
                  <a:srgbClr val="252B31"/>
                </a:solidFill>
                <a:latin typeface="微软雅黑" panose="020B0503020204020204" charset="-122"/>
                <a:ea typeface="微软雅黑" panose="020B0503020204020204" charset="-122"/>
                <a:cs typeface="微软雅黑" panose="020B0503020204020204" charset="-122"/>
              </a:defRPr>
            </a:pPr>
            <a:r>
              <a:rPr sz="905" b="1">
                <a:solidFill>
                  <a:srgbClr val="252B31"/>
                </a:solidFill>
                <a:latin typeface="微软雅黑" panose="020B0503020204020204" charset="-122"/>
                <a:ea typeface="微软雅黑" panose="020B0503020204020204" charset="-122"/>
                <a:cs typeface="微软雅黑" panose="020B0503020204020204" charset="-122"/>
              </a:rPr>
              <a:t>Scripts</a:t>
            </a:r>
          </a:p>
        </p:txBody>
      </p:sp>
      <p:sp>
        <p:nvSpPr>
          <p:cNvPr id="52" name="references-keywords"/>
          <p:cNvSpPr>
            <a:spLocks noGrp="1"/>
          </p:cNvSpPr>
          <p:nvPr/>
        </p:nvSpPr>
        <p:spPr>
          <a:xfrm>
            <a:off x="781050" y="3543300"/>
            <a:ext cx="895350" cy="409575"/>
          </a:xfrm>
          <a:prstGeom prst="rect">
            <a:avLst/>
          </a:prstGeom>
          <a:noFill/>
          <a:ln w="0">
            <a:noFill/>
            <a:prstDash val="solid"/>
          </a:ln>
        </p:spPr>
        <p:txBody>
          <a:bodyPr wrap="none" lIns="0" tIns="0" rIns="0" bIns="0" anchor="ctr">
            <a:normAutofit/>
          </a:bodyPr>
          <a:lstStyle/>
          <a:p>
            <a:pPr algn="ctr">
              <a:defRPr sz="945" b="0">
                <a:solidFill>
                  <a:srgbClr val="68727B"/>
                </a:solidFill>
                <a:latin typeface="微软雅黑" panose="020B0503020204020204" charset="-122"/>
                <a:ea typeface="微软雅黑" panose="020B0503020204020204" charset="-122"/>
                <a:cs typeface="微软雅黑" panose="020B0503020204020204" charset="-122"/>
              </a:defRPr>
            </a:pPr>
            <a:r>
              <a:rPr sz="945" b="0">
                <a:solidFill>
                  <a:srgbClr val="68727B"/>
                </a:solidFill>
                <a:latin typeface="微软雅黑" panose="020B0503020204020204" charset="-122"/>
                <a:ea typeface="微软雅黑" panose="020B0503020204020204" charset="-122"/>
                <a:cs typeface="微软雅黑" panose="020B0503020204020204" charset="-122"/>
              </a:rPr>
              <a:t>领域 / API</a:t>
            </a:r>
          </a:p>
          <a:p>
            <a:pPr algn="ctr">
              <a:defRPr sz="945" b="0">
                <a:solidFill>
                  <a:srgbClr val="68727B"/>
                </a:solidFill>
                <a:latin typeface="微软雅黑" panose="020B0503020204020204" charset="-122"/>
                <a:ea typeface="微软雅黑" panose="020B0503020204020204" charset="-122"/>
                <a:cs typeface="微软雅黑" panose="020B0503020204020204" charset="-122"/>
              </a:defRPr>
            </a:pPr>
            <a:r>
              <a:rPr sz="945" b="0">
                <a:solidFill>
                  <a:srgbClr val="68727B"/>
                </a:solidFill>
                <a:latin typeface="微软雅黑" panose="020B0503020204020204" charset="-122"/>
                <a:ea typeface="微软雅黑" panose="020B0503020204020204" charset="-122"/>
                <a:cs typeface="微软雅黑" panose="020B0503020204020204" charset="-122"/>
              </a:rPr>
              <a:t>规则 / 限制</a:t>
            </a:r>
          </a:p>
        </p:txBody>
      </p:sp>
      <p:sp>
        <p:nvSpPr>
          <p:cNvPr id="53" name="examples-keywords"/>
          <p:cNvSpPr>
            <a:spLocks noGrp="1"/>
          </p:cNvSpPr>
          <p:nvPr/>
        </p:nvSpPr>
        <p:spPr>
          <a:xfrm>
            <a:off x="1828800" y="3543300"/>
            <a:ext cx="895350" cy="409575"/>
          </a:xfrm>
          <a:prstGeom prst="rect">
            <a:avLst/>
          </a:prstGeom>
          <a:noFill/>
          <a:ln w="0">
            <a:noFill/>
            <a:prstDash val="solid"/>
          </a:ln>
        </p:spPr>
        <p:txBody>
          <a:bodyPr wrap="none" lIns="0" tIns="0" rIns="0" bIns="0" anchor="ctr">
            <a:normAutofit/>
          </a:bodyPr>
          <a:lstStyle/>
          <a:p>
            <a:pPr algn="ctr">
              <a:defRPr sz="945" b="0">
                <a:solidFill>
                  <a:srgbClr val="68727B"/>
                </a:solidFill>
                <a:latin typeface="微软雅黑" panose="020B0503020204020204" charset="-122"/>
                <a:ea typeface="微软雅黑" panose="020B0503020204020204" charset="-122"/>
                <a:cs typeface="微软雅黑" panose="020B0503020204020204" charset="-122"/>
              </a:defRPr>
            </a:pPr>
            <a:r>
              <a:rPr sz="945" b="0">
                <a:solidFill>
                  <a:srgbClr val="68727B"/>
                </a:solidFill>
                <a:latin typeface="微软雅黑" panose="020B0503020204020204" charset="-122"/>
                <a:ea typeface="微软雅黑" panose="020B0503020204020204" charset="-122"/>
                <a:cs typeface="微软雅黑" panose="020B0503020204020204" charset="-122"/>
              </a:rPr>
              <a:t>案例 / I-O</a:t>
            </a:r>
          </a:p>
          <a:p>
            <a:pPr algn="ctr">
              <a:defRPr sz="945" b="0">
                <a:solidFill>
                  <a:srgbClr val="68727B"/>
                </a:solidFill>
                <a:latin typeface="微软雅黑" panose="020B0503020204020204" charset="-122"/>
                <a:ea typeface="微软雅黑" panose="020B0503020204020204" charset="-122"/>
                <a:cs typeface="微软雅黑" panose="020B0503020204020204" charset="-122"/>
              </a:defRPr>
            </a:pPr>
            <a:r>
              <a:rPr sz="945" b="0">
                <a:solidFill>
                  <a:srgbClr val="68727B"/>
                </a:solidFill>
                <a:latin typeface="微软雅黑" panose="020B0503020204020204" charset="-122"/>
                <a:ea typeface="微软雅黑" panose="020B0503020204020204" charset="-122"/>
                <a:cs typeface="微软雅黑" panose="020B0503020204020204" charset="-122"/>
              </a:rPr>
              <a:t>解法 / 实现</a:t>
            </a:r>
          </a:p>
        </p:txBody>
      </p:sp>
      <p:sp>
        <p:nvSpPr>
          <p:cNvPr id="54" name="scripts-keywords"/>
          <p:cNvSpPr>
            <a:spLocks noGrp="1"/>
          </p:cNvSpPr>
          <p:nvPr/>
        </p:nvSpPr>
        <p:spPr>
          <a:xfrm>
            <a:off x="2876550" y="3543300"/>
            <a:ext cx="895350" cy="409575"/>
          </a:xfrm>
          <a:prstGeom prst="rect">
            <a:avLst/>
          </a:prstGeom>
          <a:noFill/>
          <a:ln w="0">
            <a:noFill/>
            <a:prstDash val="solid"/>
          </a:ln>
        </p:spPr>
        <p:txBody>
          <a:bodyPr wrap="none" lIns="0" tIns="0" rIns="0" bIns="0" anchor="ctr">
            <a:normAutofit/>
          </a:bodyPr>
          <a:lstStyle/>
          <a:p>
            <a:pPr algn="ctr">
              <a:defRPr sz="945" b="0">
                <a:solidFill>
                  <a:srgbClr val="68727B"/>
                </a:solidFill>
                <a:latin typeface="微软雅黑" panose="020B0503020204020204" charset="-122"/>
                <a:ea typeface="微软雅黑" panose="020B0503020204020204" charset="-122"/>
                <a:cs typeface="微软雅黑" panose="020B0503020204020204" charset="-122"/>
              </a:defRPr>
            </a:pPr>
            <a:r>
              <a:rPr sz="945" b="0">
                <a:solidFill>
                  <a:srgbClr val="68727B"/>
                </a:solidFill>
                <a:latin typeface="微软雅黑" panose="020B0503020204020204" charset="-122"/>
                <a:ea typeface="微软雅黑" panose="020B0503020204020204" charset="-122"/>
                <a:cs typeface="微软雅黑" panose="020B0503020204020204" charset="-122"/>
              </a:rPr>
              <a:t>检测 / 执行</a:t>
            </a:r>
          </a:p>
          <a:p>
            <a:pPr algn="ctr">
              <a:defRPr sz="945" b="0">
                <a:solidFill>
                  <a:srgbClr val="68727B"/>
                </a:solidFill>
                <a:latin typeface="微软雅黑" panose="020B0503020204020204" charset="-122"/>
                <a:ea typeface="微软雅黑" panose="020B0503020204020204" charset="-122"/>
                <a:cs typeface="微软雅黑" panose="020B0503020204020204" charset="-122"/>
              </a:defRPr>
            </a:pPr>
            <a:r>
              <a:rPr sz="945" b="0">
                <a:solidFill>
                  <a:srgbClr val="68727B"/>
                </a:solidFill>
                <a:latin typeface="微软雅黑" panose="020B0503020204020204" charset="-122"/>
                <a:ea typeface="微软雅黑" panose="020B0503020204020204" charset="-122"/>
                <a:cs typeface="微软雅黑" panose="020B0503020204020204" charset="-122"/>
              </a:rPr>
              <a:t>测试 / Bench</a:t>
            </a:r>
          </a:p>
        </p:txBody>
      </p:sp>
      <p:sp>
        <p:nvSpPr>
          <p:cNvPr id="55" name="templates-band"/>
          <p:cNvSpPr>
            <a:spLocks noGrp="1"/>
          </p:cNvSpPr>
          <p:nvPr/>
        </p:nvSpPr>
        <p:spPr>
          <a:xfrm>
            <a:off x="847725" y="4352925"/>
            <a:ext cx="2990850" cy="400050"/>
          </a:xfrm>
          <a:prstGeom prst="rect">
            <a:avLst/>
          </a:prstGeom>
          <a:solidFill>
            <a:srgbClr val="F7F9FA"/>
          </a:solidFill>
          <a:ln w="6668">
            <a:solidFill>
              <a:srgbClr val="D8DEE3"/>
            </a:solidFill>
            <a:prstDash val="solid"/>
          </a:ln>
        </p:spPr>
      </p:sp>
      <p:sp>
        <p:nvSpPr>
          <p:cNvPr id="56" name="templates-title"/>
          <p:cNvSpPr>
            <a:spLocks noGrp="1"/>
          </p:cNvSpPr>
          <p:nvPr/>
        </p:nvSpPr>
        <p:spPr>
          <a:xfrm>
            <a:off x="1013791" y="4457700"/>
            <a:ext cx="876300" cy="190500"/>
          </a:xfrm>
          <a:prstGeom prst="rect">
            <a:avLst/>
          </a:prstGeom>
          <a:noFill/>
          <a:ln w="0">
            <a:noFill/>
            <a:prstDash val="solid"/>
          </a:ln>
        </p:spPr>
        <p:txBody>
          <a:bodyPr wrap="none" lIns="0" tIns="0" rIns="0" bIns="0" anchor="ctr">
            <a:normAutofit/>
          </a:bodyPr>
          <a:lstStyle/>
          <a:p>
            <a:pPr algn="l">
              <a:defRPr sz="1125" b="1">
                <a:solidFill>
                  <a:srgbClr val="557A96"/>
                </a:solidFill>
                <a:latin typeface="微软雅黑" panose="020B0503020204020204" charset="-122"/>
                <a:ea typeface="微软雅黑" panose="020B0503020204020204" charset="-122"/>
                <a:cs typeface="微软雅黑" panose="020B0503020204020204" charset="-122"/>
              </a:defRPr>
            </a:pPr>
            <a:r>
              <a:rPr sz="1125" b="1" dirty="0">
                <a:solidFill>
                  <a:srgbClr val="557A96"/>
                </a:solidFill>
                <a:latin typeface="微软雅黑" panose="020B0503020204020204" charset="-122"/>
                <a:ea typeface="微软雅黑" panose="020B0503020204020204" charset="-122"/>
                <a:cs typeface="微软雅黑" panose="020B0503020204020204" charset="-122"/>
              </a:rPr>
              <a:t>Templates</a:t>
            </a:r>
          </a:p>
        </p:txBody>
      </p:sp>
      <p:sp>
        <p:nvSpPr>
          <p:cNvPr id="57" name="templates-detail"/>
          <p:cNvSpPr>
            <a:spLocks noGrp="1"/>
          </p:cNvSpPr>
          <p:nvPr/>
        </p:nvSpPr>
        <p:spPr>
          <a:xfrm>
            <a:off x="1752600" y="4414837"/>
            <a:ext cx="1828800" cy="314325"/>
          </a:xfrm>
          <a:prstGeom prst="rect">
            <a:avLst/>
          </a:prstGeom>
          <a:noFill/>
          <a:ln w="0">
            <a:noFill/>
            <a:prstDash val="solid"/>
          </a:ln>
        </p:spPr>
        <p:txBody>
          <a:bodyPr wrap="none" lIns="0" tIns="0" rIns="0" bIns="0" anchor="ctr">
            <a:normAutofit fontScale="94395"/>
          </a:bodyPr>
          <a:lstStyle/>
          <a:p>
            <a:pPr algn="r">
              <a:defRPr sz="960" b="0">
                <a:solidFill>
                  <a:srgbClr val="414951"/>
                </a:solidFill>
                <a:latin typeface="微软雅黑" panose="020B0503020204020204" charset="-122"/>
                <a:ea typeface="微软雅黑" panose="020B0503020204020204" charset="-122"/>
                <a:cs typeface="微软雅黑" panose="020B0503020204020204" charset="-122"/>
              </a:defRPr>
            </a:pPr>
            <a:r>
              <a:rPr lang="zh-CN" altLang="en-US" sz="960" b="0" dirty="0" smtClean="0">
                <a:solidFill>
                  <a:srgbClr val="414951"/>
                </a:solidFill>
                <a:latin typeface="微软雅黑" panose="020B0503020204020204" charset="-122"/>
                <a:ea typeface="微软雅黑" panose="020B0503020204020204" charset="-122"/>
                <a:cs typeface="微软雅黑" panose="020B0503020204020204" charset="-122"/>
              </a:rPr>
              <a:t>定义输出，中间生成文件的模板</a:t>
            </a:r>
            <a:endParaRPr sz="960" b="0" dirty="0">
              <a:solidFill>
                <a:srgbClr val="414951"/>
              </a:solidFill>
              <a:latin typeface="微软雅黑" panose="020B0503020204020204" charset="-122"/>
              <a:ea typeface="微软雅黑" panose="020B0503020204020204" charset="-122"/>
              <a:cs typeface="微软雅黑" panose="020B0503020204020204" charset="-122"/>
            </a:endParaRPr>
          </a:p>
        </p:txBody>
      </p:sp>
      <p:sp>
        <p:nvSpPr>
          <p:cNvPr id="60" name="resources-product-band"/>
          <p:cNvSpPr>
            <a:spLocks noGrp="1"/>
          </p:cNvSpPr>
          <p:nvPr/>
        </p:nvSpPr>
        <p:spPr>
          <a:xfrm>
            <a:off x="781050" y="5029200"/>
            <a:ext cx="2990850" cy="295275"/>
          </a:xfrm>
          <a:prstGeom prst="rect">
            <a:avLst/>
          </a:prstGeom>
          <a:solidFill>
            <a:srgbClr val="F7F9FA"/>
          </a:solidFill>
          <a:ln w="6668">
            <a:solidFill>
              <a:srgbClr val="D8DEE3"/>
            </a:solidFill>
            <a:prstDash val="solid"/>
          </a:ln>
        </p:spPr>
      </p:sp>
      <p:sp>
        <p:nvSpPr>
          <p:cNvPr id="61" name="resources-product"/>
          <p:cNvSpPr>
            <a:spLocks noGrp="1"/>
          </p:cNvSpPr>
          <p:nvPr/>
        </p:nvSpPr>
        <p:spPr>
          <a:xfrm>
            <a:off x="895350" y="5038725"/>
            <a:ext cx="2762250" cy="276225"/>
          </a:xfrm>
          <a:prstGeom prst="rect">
            <a:avLst/>
          </a:prstGeom>
          <a:noFill/>
          <a:ln w="0">
            <a:noFill/>
            <a:prstDash val="solid"/>
          </a:ln>
        </p:spPr>
        <p:txBody>
          <a:bodyPr wrap="none" lIns="0" tIns="0" rIns="0" bIns="0" anchor="ctr">
            <a:normAutofit/>
          </a:bodyPr>
          <a:lstStyle/>
          <a:p>
            <a:pPr algn="ctr">
              <a:defRPr sz="1065" b="1">
                <a:solidFill>
                  <a:srgbClr val="557A96"/>
                </a:solidFill>
                <a:latin typeface="微软雅黑" panose="020B0503020204020204" charset="-122"/>
                <a:ea typeface="微软雅黑" panose="020B0503020204020204" charset="-122"/>
                <a:cs typeface="微软雅黑" panose="020B0503020204020204" charset="-122"/>
              </a:defRPr>
            </a:pPr>
            <a:r>
              <a:rPr sz="1065" b="1" dirty="0" err="1">
                <a:solidFill>
                  <a:srgbClr val="557A96"/>
                </a:solidFill>
                <a:latin typeface="微软雅黑" panose="020B0503020204020204" charset="-122"/>
                <a:ea typeface="微软雅黑" panose="020B0503020204020204" charset="-122"/>
                <a:cs typeface="微软雅黑" panose="020B0503020204020204" charset="-122"/>
              </a:rPr>
              <a:t>产物：支撑各</a:t>
            </a:r>
            <a:r>
              <a:rPr sz="1065" b="1" dirty="0">
                <a:solidFill>
                  <a:srgbClr val="557A96"/>
                </a:solidFill>
                <a:latin typeface="微软雅黑" panose="020B0503020204020204" charset="-122"/>
                <a:ea typeface="微软雅黑" panose="020B0503020204020204" charset="-122"/>
                <a:cs typeface="微软雅黑" panose="020B0503020204020204" charset="-122"/>
              </a:rPr>
              <a:t> Stage </a:t>
            </a:r>
            <a:r>
              <a:rPr sz="1065" b="1" dirty="0" err="1" smtClean="0">
                <a:solidFill>
                  <a:srgbClr val="557A96"/>
                </a:solidFill>
                <a:latin typeface="微软雅黑" panose="020B0503020204020204" charset="-122"/>
                <a:ea typeface="微软雅黑" panose="020B0503020204020204" charset="-122"/>
                <a:cs typeface="微软雅黑" panose="020B0503020204020204" charset="-122"/>
              </a:rPr>
              <a:t>的资源</a:t>
            </a:r>
            <a:r>
              <a:rPr lang="zh-CN" altLang="en-US" sz="1065" b="1" dirty="0" smtClean="0">
                <a:solidFill>
                  <a:srgbClr val="557A96"/>
                </a:solidFill>
                <a:latin typeface="微软雅黑" panose="020B0503020204020204" charset="-122"/>
                <a:ea typeface="微软雅黑" panose="020B0503020204020204" charset="-122"/>
                <a:cs typeface="微软雅黑" panose="020B0503020204020204" charset="-122"/>
              </a:rPr>
              <a:t>文件</a:t>
            </a:r>
            <a:endParaRPr sz="1065" b="1" dirty="0">
              <a:solidFill>
                <a:srgbClr val="557A96"/>
              </a:solidFill>
              <a:latin typeface="微软雅黑" panose="020B0503020204020204" charset="-122"/>
              <a:ea typeface="微软雅黑" panose="020B0503020204020204" charset="-122"/>
              <a:cs typeface="微软雅黑" panose="020B0503020204020204" charset="-122"/>
            </a:endParaRPr>
          </a:p>
        </p:txBody>
      </p:sp>
      <p:sp>
        <p:nvSpPr>
          <p:cNvPr id="62" name="trigger-line-0"/>
          <p:cNvSpPr>
            <a:spLocks noGrp="1"/>
          </p:cNvSpPr>
          <p:nvPr/>
        </p:nvSpPr>
        <p:spPr>
          <a:xfrm>
            <a:off x="5191125" y="2514600"/>
            <a:ext cx="238125" cy="0"/>
          </a:xfrm>
          <a:prstGeom prst="line">
            <a:avLst/>
          </a:prstGeom>
          <a:noFill/>
          <a:ln w="11430">
            <a:solidFill>
              <a:srgbClr val="557A96"/>
            </a:solidFill>
            <a:prstDash val="solid"/>
          </a:ln>
        </p:spPr>
      </p:sp>
      <p:sp>
        <p:nvSpPr>
          <p:cNvPr id="63" name="trigger-arrow-0"/>
          <p:cNvSpPr>
            <a:spLocks noGrp="1"/>
          </p:cNvSpPr>
          <p:nvPr/>
        </p:nvSpPr>
        <p:spPr>
          <a:xfrm rot="5400000">
            <a:off x="5381625" y="2476500"/>
            <a:ext cx="76200" cy="76200"/>
          </a:xfrm>
          <a:prstGeom prst="triangle">
            <a:avLst/>
          </a:prstGeom>
          <a:solidFill>
            <a:srgbClr val="557A96"/>
          </a:solidFill>
          <a:ln w="0">
            <a:solidFill>
              <a:srgbClr val="557A96"/>
            </a:solidFill>
            <a:prstDash val="solid"/>
          </a:ln>
        </p:spPr>
      </p:sp>
      <p:sp>
        <p:nvSpPr>
          <p:cNvPr id="64" name="trigger-line-1"/>
          <p:cNvSpPr>
            <a:spLocks noGrp="1"/>
          </p:cNvSpPr>
          <p:nvPr/>
        </p:nvSpPr>
        <p:spPr>
          <a:xfrm>
            <a:off x="6496050" y="2514600"/>
            <a:ext cx="238125" cy="0"/>
          </a:xfrm>
          <a:prstGeom prst="line">
            <a:avLst/>
          </a:prstGeom>
          <a:noFill/>
          <a:ln w="11430">
            <a:solidFill>
              <a:srgbClr val="557A96"/>
            </a:solidFill>
            <a:prstDash val="solid"/>
          </a:ln>
        </p:spPr>
      </p:sp>
      <p:sp>
        <p:nvSpPr>
          <p:cNvPr id="65" name="trigger-arrow-1"/>
          <p:cNvSpPr>
            <a:spLocks noGrp="1"/>
          </p:cNvSpPr>
          <p:nvPr/>
        </p:nvSpPr>
        <p:spPr>
          <a:xfrm rot="5400000">
            <a:off x="6686550" y="2476500"/>
            <a:ext cx="76200" cy="76200"/>
          </a:xfrm>
          <a:prstGeom prst="triangle">
            <a:avLst/>
          </a:prstGeom>
          <a:solidFill>
            <a:srgbClr val="557A96"/>
          </a:solidFill>
          <a:ln w="0">
            <a:solidFill>
              <a:srgbClr val="557A96"/>
            </a:solidFill>
            <a:prstDash val="solid"/>
          </a:ln>
        </p:spPr>
      </p:sp>
      <p:sp>
        <p:nvSpPr>
          <p:cNvPr id="66" name="request-node-box"/>
          <p:cNvSpPr>
            <a:spLocks noGrp="1"/>
          </p:cNvSpPr>
          <p:nvPr/>
        </p:nvSpPr>
        <p:spPr>
          <a:xfrm>
            <a:off x="4371975" y="2371725"/>
            <a:ext cx="819150" cy="285750"/>
          </a:xfrm>
          <a:prstGeom prst="roundRect">
            <a:avLst>
              <a:gd name="adj" fmla="val 13333"/>
            </a:avLst>
          </a:prstGeom>
          <a:solidFill>
            <a:srgbClr val="F7F9FA"/>
          </a:solidFill>
          <a:ln w="9525">
            <a:solidFill>
              <a:srgbClr val="7F9DB2"/>
            </a:solidFill>
            <a:prstDash val="solid"/>
          </a:ln>
        </p:spPr>
      </p:sp>
      <p:sp>
        <p:nvSpPr>
          <p:cNvPr id="67" name="request-node-text"/>
          <p:cNvSpPr>
            <a:spLocks noGrp="1"/>
          </p:cNvSpPr>
          <p:nvPr/>
        </p:nvSpPr>
        <p:spPr>
          <a:xfrm>
            <a:off x="4400550" y="2390775"/>
            <a:ext cx="762000" cy="247650"/>
          </a:xfrm>
          <a:prstGeom prst="rect">
            <a:avLst/>
          </a:prstGeom>
          <a:noFill/>
          <a:ln w="0">
            <a:noFill/>
            <a:prstDash val="solid"/>
          </a:ln>
        </p:spPr>
        <p:txBody>
          <a:bodyPr wrap="none" lIns="0" tIns="0" rIns="0" bIns="0" anchor="ctr">
            <a:normAutofit fontScale="92673"/>
          </a:bodyPr>
          <a:lstStyle/>
          <a:p>
            <a:pPr algn="ctr">
              <a:defRPr sz="975" b="1">
                <a:solidFill>
                  <a:srgbClr val="252B31"/>
                </a:solidFill>
                <a:latin typeface="微软雅黑" panose="020B0503020204020204" charset="-122"/>
                <a:ea typeface="微软雅黑" panose="020B0503020204020204" charset="-122"/>
                <a:cs typeface="微软雅黑" panose="020B0503020204020204" charset="-122"/>
              </a:defRPr>
            </a:pPr>
            <a:r>
              <a:rPr sz="975" b="1">
                <a:solidFill>
                  <a:srgbClr val="252B31"/>
                </a:solidFill>
                <a:latin typeface="微软雅黑" panose="020B0503020204020204" charset="-122"/>
                <a:ea typeface="微软雅黑" panose="020B0503020204020204" charset="-122"/>
                <a:cs typeface="微软雅黑" panose="020B0503020204020204" charset="-122"/>
              </a:rPr>
              <a:t>User Request</a:t>
            </a:r>
          </a:p>
        </p:txBody>
      </p:sp>
      <p:sp>
        <p:nvSpPr>
          <p:cNvPr id="68" name="description-node-box"/>
          <p:cNvSpPr>
            <a:spLocks noGrp="1"/>
          </p:cNvSpPr>
          <p:nvPr/>
        </p:nvSpPr>
        <p:spPr>
          <a:xfrm>
            <a:off x="5429250" y="2371725"/>
            <a:ext cx="1066800" cy="285750"/>
          </a:xfrm>
          <a:prstGeom prst="roundRect">
            <a:avLst>
              <a:gd name="adj" fmla="val 13333"/>
            </a:avLst>
          </a:prstGeom>
          <a:solidFill>
            <a:srgbClr val="F2F6F8"/>
          </a:solidFill>
          <a:ln w="9525">
            <a:solidFill>
              <a:srgbClr val="7F9DB2"/>
            </a:solidFill>
            <a:prstDash val="solid"/>
          </a:ln>
        </p:spPr>
      </p:sp>
      <p:sp>
        <p:nvSpPr>
          <p:cNvPr id="69" name="description-node-text"/>
          <p:cNvSpPr>
            <a:spLocks noGrp="1"/>
          </p:cNvSpPr>
          <p:nvPr/>
        </p:nvSpPr>
        <p:spPr>
          <a:xfrm>
            <a:off x="5457825" y="2390775"/>
            <a:ext cx="1009650" cy="247650"/>
          </a:xfrm>
          <a:prstGeom prst="rect">
            <a:avLst/>
          </a:prstGeom>
          <a:noFill/>
          <a:ln w="0">
            <a:noFill/>
            <a:prstDash val="solid"/>
          </a:ln>
        </p:spPr>
        <p:txBody>
          <a:bodyPr wrap="none" lIns="0" tIns="0" rIns="0" bIns="0" anchor="ctr">
            <a:normAutofit/>
          </a:bodyPr>
          <a:lstStyle/>
          <a:p>
            <a:pPr algn="ctr">
              <a:defRPr sz="940" b="1">
                <a:solidFill>
                  <a:srgbClr val="557A96"/>
                </a:solidFill>
                <a:latin typeface="微软雅黑" panose="020B0503020204020204" charset="-122"/>
                <a:ea typeface="微软雅黑" panose="020B0503020204020204" charset="-122"/>
                <a:cs typeface="微软雅黑" panose="020B0503020204020204" charset="-122"/>
              </a:defRPr>
            </a:pPr>
            <a:r>
              <a:rPr sz="940" b="1">
                <a:solidFill>
                  <a:srgbClr val="557A96"/>
                </a:solidFill>
                <a:latin typeface="微软雅黑" panose="020B0503020204020204" charset="-122"/>
                <a:ea typeface="微软雅黑" panose="020B0503020204020204" charset="-122"/>
                <a:cs typeface="微软雅黑" panose="020B0503020204020204" charset="-122"/>
              </a:rPr>
              <a:t>description</a:t>
            </a:r>
          </a:p>
        </p:txBody>
      </p:sp>
      <p:sp>
        <p:nvSpPr>
          <p:cNvPr id="70" name="skill-node-box"/>
          <p:cNvSpPr>
            <a:spLocks noGrp="1"/>
          </p:cNvSpPr>
          <p:nvPr/>
        </p:nvSpPr>
        <p:spPr>
          <a:xfrm>
            <a:off x="6734175" y="2371725"/>
            <a:ext cx="895350" cy="285750"/>
          </a:xfrm>
          <a:prstGeom prst="roundRect">
            <a:avLst>
              <a:gd name="adj" fmla="val 13333"/>
            </a:avLst>
          </a:prstGeom>
          <a:solidFill>
            <a:srgbClr val="F7F9FA"/>
          </a:solidFill>
          <a:ln w="9525">
            <a:solidFill>
              <a:srgbClr val="7F9DB2"/>
            </a:solidFill>
            <a:prstDash val="solid"/>
          </a:ln>
        </p:spPr>
      </p:sp>
      <p:sp>
        <p:nvSpPr>
          <p:cNvPr id="71" name="skill-node-text"/>
          <p:cNvSpPr>
            <a:spLocks noGrp="1"/>
          </p:cNvSpPr>
          <p:nvPr/>
        </p:nvSpPr>
        <p:spPr>
          <a:xfrm>
            <a:off x="6762750" y="2390775"/>
            <a:ext cx="838200" cy="247650"/>
          </a:xfrm>
          <a:prstGeom prst="rect">
            <a:avLst/>
          </a:prstGeom>
          <a:noFill/>
          <a:ln w="0">
            <a:noFill/>
            <a:prstDash val="solid"/>
          </a:ln>
        </p:spPr>
        <p:txBody>
          <a:bodyPr wrap="none" lIns="0" tIns="0" rIns="0" bIns="0" anchor="ctr">
            <a:normAutofit/>
          </a:bodyPr>
          <a:lstStyle/>
          <a:p>
            <a:pPr algn="ctr">
              <a:defRPr sz="975" b="1">
                <a:solidFill>
                  <a:srgbClr val="252B31"/>
                </a:solidFill>
                <a:latin typeface="微软雅黑" panose="020B0503020204020204" charset="-122"/>
                <a:ea typeface="微软雅黑" panose="020B0503020204020204" charset="-122"/>
                <a:cs typeface="微软雅黑" panose="020B0503020204020204" charset="-122"/>
              </a:defRPr>
            </a:pPr>
            <a:r>
              <a:rPr sz="975" b="1">
                <a:solidFill>
                  <a:srgbClr val="252B31"/>
                </a:solidFill>
                <a:latin typeface="微软雅黑" panose="020B0503020204020204" charset="-122"/>
                <a:ea typeface="微软雅黑" panose="020B0503020204020204" charset="-122"/>
                <a:cs typeface="微软雅黑" panose="020B0503020204020204" charset="-122"/>
              </a:rPr>
              <a:t>Skill</a:t>
            </a:r>
          </a:p>
        </p:txBody>
      </p:sp>
      <p:sp>
        <p:nvSpPr>
          <p:cNvPr id="73" name="boundary-row-label"/>
          <p:cNvSpPr>
            <a:spLocks noGrp="1"/>
          </p:cNvSpPr>
          <p:nvPr/>
        </p:nvSpPr>
        <p:spPr>
          <a:xfrm>
            <a:off x="4371975" y="2943225"/>
            <a:ext cx="1257300" cy="238125"/>
          </a:xfrm>
          <a:prstGeom prst="rect">
            <a:avLst/>
          </a:prstGeom>
          <a:noFill/>
          <a:ln w="0">
            <a:noFill/>
            <a:prstDash val="solid"/>
          </a:ln>
        </p:spPr>
        <p:txBody>
          <a:bodyPr wrap="none" lIns="0" tIns="0" rIns="0" bIns="0" anchor="ctr">
            <a:normAutofit/>
          </a:bodyPr>
          <a:lstStyle/>
          <a:p>
            <a:pPr algn="l">
              <a:defRPr sz="1090" b="1">
                <a:solidFill>
                  <a:srgbClr val="557A96"/>
                </a:solidFill>
                <a:latin typeface="微软雅黑" panose="020B0503020204020204" charset="-122"/>
                <a:ea typeface="微软雅黑" panose="020B0503020204020204" charset="-122"/>
                <a:cs typeface="微软雅黑" panose="020B0503020204020204" charset="-122"/>
              </a:defRPr>
            </a:pPr>
            <a:r>
              <a:rPr sz="1090" b="1">
                <a:solidFill>
                  <a:srgbClr val="557A96"/>
                </a:solidFill>
                <a:latin typeface="微软雅黑" panose="020B0503020204020204" charset="-122"/>
                <a:ea typeface="微软雅黑" panose="020B0503020204020204" charset="-122"/>
                <a:cs typeface="微软雅黑" panose="020B0503020204020204" charset="-122"/>
              </a:rPr>
              <a:t>Boundary</a:t>
            </a:r>
          </a:p>
        </p:txBody>
      </p:sp>
      <p:sp>
        <p:nvSpPr>
          <p:cNvPr id="74" name="boundary-row-detail"/>
          <p:cNvSpPr>
            <a:spLocks noGrp="1"/>
          </p:cNvSpPr>
          <p:nvPr/>
        </p:nvSpPr>
        <p:spPr>
          <a:xfrm>
            <a:off x="5676900" y="2943225"/>
            <a:ext cx="2143125" cy="238125"/>
          </a:xfrm>
          <a:prstGeom prst="rect">
            <a:avLst/>
          </a:prstGeom>
          <a:noFill/>
          <a:ln w="0">
            <a:noFill/>
            <a:prstDash val="solid"/>
          </a:ln>
        </p:spPr>
        <p:txBody>
          <a:bodyPr wrap="none" lIns="0" tIns="0" rIns="0" bIns="0" anchor="ctr">
            <a:normAutofit/>
          </a:bodyPr>
          <a:lstStyle/>
          <a:p>
            <a:pPr algn="l">
              <a:defRPr sz="1050" b="0">
                <a:solidFill>
                  <a:srgbClr val="414951"/>
                </a:solidFill>
                <a:latin typeface="微软雅黑" panose="020B0503020204020204" charset="-122"/>
                <a:ea typeface="微软雅黑" panose="020B0503020204020204" charset="-122"/>
                <a:cs typeface="微软雅黑" panose="020B0503020204020204" charset="-122"/>
              </a:defRPr>
            </a:pPr>
            <a:r>
              <a:rPr sz="1050" b="0">
                <a:solidFill>
                  <a:srgbClr val="414951"/>
                </a:solidFill>
                <a:latin typeface="微软雅黑" panose="020B0503020204020204" charset="-122"/>
                <a:ea typeface="微软雅黑" panose="020B0503020204020204" charset="-122"/>
                <a:cs typeface="微软雅黑" panose="020B0503020204020204" charset="-122"/>
              </a:rPr>
              <a:t>明确做什么 / 不做什么</a:t>
            </a:r>
          </a:p>
        </p:txBody>
      </p:sp>
      <p:sp>
        <p:nvSpPr>
          <p:cNvPr id="75" name="boundary-row-line"/>
          <p:cNvSpPr>
            <a:spLocks noGrp="1"/>
          </p:cNvSpPr>
          <p:nvPr/>
        </p:nvSpPr>
        <p:spPr>
          <a:xfrm>
            <a:off x="4371975" y="3238500"/>
            <a:ext cx="3448050" cy="0"/>
          </a:xfrm>
          <a:prstGeom prst="line">
            <a:avLst/>
          </a:prstGeom>
          <a:noFill/>
          <a:ln w="6668">
            <a:solidFill>
              <a:srgbClr val="D8DEE3"/>
            </a:solidFill>
            <a:prstDash val="solid"/>
          </a:ln>
        </p:spPr>
      </p:sp>
      <p:sp>
        <p:nvSpPr>
          <p:cNvPr id="76" name="contract-policy-row-label"/>
          <p:cNvSpPr>
            <a:spLocks noGrp="1"/>
          </p:cNvSpPr>
          <p:nvPr/>
        </p:nvSpPr>
        <p:spPr>
          <a:xfrm>
            <a:off x="4371975" y="3343275"/>
            <a:ext cx="1257300" cy="238125"/>
          </a:xfrm>
          <a:prstGeom prst="rect">
            <a:avLst/>
          </a:prstGeom>
          <a:noFill/>
          <a:ln w="0">
            <a:noFill/>
            <a:prstDash val="solid"/>
          </a:ln>
        </p:spPr>
        <p:txBody>
          <a:bodyPr wrap="none" lIns="0" tIns="0" rIns="0" bIns="0" anchor="ctr">
            <a:normAutofit/>
          </a:bodyPr>
          <a:lstStyle/>
          <a:p>
            <a:pPr algn="l">
              <a:defRPr sz="1090" b="1">
                <a:solidFill>
                  <a:srgbClr val="557A96"/>
                </a:solidFill>
                <a:latin typeface="微软雅黑" panose="020B0503020204020204" charset="-122"/>
                <a:ea typeface="微软雅黑" panose="020B0503020204020204" charset="-122"/>
                <a:cs typeface="微软雅黑" panose="020B0503020204020204" charset="-122"/>
              </a:defRPr>
            </a:pPr>
            <a:r>
              <a:rPr sz="1090" b="1">
                <a:solidFill>
                  <a:srgbClr val="557A96"/>
                </a:solidFill>
                <a:latin typeface="微软雅黑" panose="020B0503020204020204" charset="-122"/>
                <a:ea typeface="微软雅黑" panose="020B0503020204020204" charset="-122"/>
                <a:cs typeface="微软雅黑" panose="020B0503020204020204" charset="-122"/>
              </a:rPr>
              <a:t>Contract / Policy</a:t>
            </a:r>
          </a:p>
        </p:txBody>
      </p:sp>
      <p:sp>
        <p:nvSpPr>
          <p:cNvPr id="77" name="contract-policy-row-detail"/>
          <p:cNvSpPr>
            <a:spLocks noGrp="1"/>
          </p:cNvSpPr>
          <p:nvPr/>
        </p:nvSpPr>
        <p:spPr>
          <a:xfrm>
            <a:off x="5676900" y="3343275"/>
            <a:ext cx="2143125" cy="238125"/>
          </a:xfrm>
          <a:prstGeom prst="rect">
            <a:avLst/>
          </a:prstGeom>
          <a:noFill/>
          <a:ln w="0">
            <a:noFill/>
            <a:prstDash val="solid"/>
          </a:ln>
        </p:spPr>
        <p:txBody>
          <a:bodyPr wrap="none" lIns="0" tIns="0" rIns="0" bIns="0" anchor="ctr">
            <a:normAutofit/>
          </a:bodyPr>
          <a:lstStyle/>
          <a:p>
            <a:pPr algn="l">
              <a:defRPr sz="1050" b="0">
                <a:solidFill>
                  <a:srgbClr val="414951"/>
                </a:solidFill>
                <a:latin typeface="微软雅黑" panose="020B0503020204020204" charset="-122"/>
                <a:ea typeface="微软雅黑" panose="020B0503020204020204" charset="-122"/>
                <a:cs typeface="微软雅黑" panose="020B0503020204020204" charset="-122"/>
              </a:defRPr>
            </a:pPr>
            <a:r>
              <a:rPr sz="1050" b="0">
                <a:solidFill>
                  <a:srgbClr val="414951"/>
                </a:solidFill>
                <a:latin typeface="微软雅黑" panose="020B0503020204020204" charset="-122"/>
                <a:ea typeface="微软雅黑" panose="020B0503020204020204" charset="-122"/>
                <a:cs typeface="微软雅黑" panose="020B0503020204020204" charset="-122"/>
              </a:rPr>
              <a:t>接受什么 / 产出什么 / 如何执行</a:t>
            </a:r>
          </a:p>
        </p:txBody>
      </p:sp>
      <p:sp>
        <p:nvSpPr>
          <p:cNvPr id="78" name="contract-policy-row-line"/>
          <p:cNvSpPr>
            <a:spLocks noGrp="1"/>
          </p:cNvSpPr>
          <p:nvPr/>
        </p:nvSpPr>
        <p:spPr>
          <a:xfrm>
            <a:off x="4371975" y="3638550"/>
            <a:ext cx="3448050" cy="0"/>
          </a:xfrm>
          <a:prstGeom prst="line">
            <a:avLst/>
          </a:prstGeom>
          <a:noFill/>
          <a:ln w="6668">
            <a:solidFill>
              <a:srgbClr val="D8DEE3"/>
            </a:solidFill>
            <a:prstDash val="solid"/>
          </a:ln>
        </p:spPr>
      </p:sp>
      <p:sp>
        <p:nvSpPr>
          <p:cNvPr id="79" name="constraint-gate-row-label"/>
          <p:cNvSpPr>
            <a:spLocks noGrp="1"/>
          </p:cNvSpPr>
          <p:nvPr/>
        </p:nvSpPr>
        <p:spPr>
          <a:xfrm>
            <a:off x="4371975" y="3743325"/>
            <a:ext cx="1257300" cy="238125"/>
          </a:xfrm>
          <a:prstGeom prst="rect">
            <a:avLst/>
          </a:prstGeom>
          <a:noFill/>
          <a:ln w="0">
            <a:noFill/>
            <a:prstDash val="solid"/>
          </a:ln>
        </p:spPr>
        <p:txBody>
          <a:bodyPr wrap="none" lIns="0" tIns="0" rIns="0" bIns="0" anchor="ctr">
            <a:normAutofit/>
          </a:bodyPr>
          <a:lstStyle/>
          <a:p>
            <a:pPr algn="l">
              <a:defRPr sz="1090" b="1">
                <a:solidFill>
                  <a:srgbClr val="557A96"/>
                </a:solidFill>
                <a:latin typeface="微软雅黑" panose="020B0503020204020204" charset="-122"/>
                <a:ea typeface="微软雅黑" panose="020B0503020204020204" charset="-122"/>
                <a:cs typeface="微软雅黑" panose="020B0503020204020204" charset="-122"/>
              </a:defRPr>
            </a:pPr>
            <a:r>
              <a:rPr sz="1090" b="1">
                <a:solidFill>
                  <a:srgbClr val="557A96"/>
                </a:solidFill>
                <a:latin typeface="微软雅黑" panose="020B0503020204020204" charset="-122"/>
                <a:ea typeface="微软雅黑" panose="020B0503020204020204" charset="-122"/>
                <a:cs typeface="微软雅黑" panose="020B0503020204020204" charset="-122"/>
              </a:rPr>
              <a:t>Gate</a:t>
            </a:r>
          </a:p>
        </p:txBody>
      </p:sp>
      <p:sp>
        <p:nvSpPr>
          <p:cNvPr id="80" name="constraint-gate-row-detail"/>
          <p:cNvSpPr>
            <a:spLocks noGrp="1"/>
          </p:cNvSpPr>
          <p:nvPr/>
        </p:nvSpPr>
        <p:spPr>
          <a:xfrm>
            <a:off x="5676900" y="3743325"/>
            <a:ext cx="2143125" cy="238125"/>
          </a:xfrm>
          <a:prstGeom prst="rect">
            <a:avLst/>
          </a:prstGeom>
          <a:noFill/>
          <a:ln w="0">
            <a:noFill/>
            <a:prstDash val="solid"/>
          </a:ln>
        </p:spPr>
        <p:txBody>
          <a:bodyPr wrap="none" lIns="0" tIns="0" rIns="0" bIns="0" anchor="ctr">
            <a:normAutofit/>
          </a:bodyPr>
          <a:lstStyle/>
          <a:p>
            <a:pPr algn="l">
              <a:defRPr sz="1050" b="0">
                <a:solidFill>
                  <a:srgbClr val="414951"/>
                </a:solidFill>
                <a:latin typeface="微软雅黑" panose="020B0503020204020204" charset="-122"/>
                <a:ea typeface="微软雅黑" panose="020B0503020204020204" charset="-122"/>
                <a:cs typeface="微软雅黑" panose="020B0503020204020204" charset="-122"/>
              </a:defRPr>
            </a:pPr>
            <a:r>
              <a:rPr sz="1050" b="0">
                <a:solidFill>
                  <a:srgbClr val="414951"/>
                </a:solidFill>
                <a:latin typeface="微软雅黑" panose="020B0503020204020204" charset="-122"/>
                <a:ea typeface="微软雅黑" panose="020B0503020204020204" charset="-122"/>
                <a:cs typeface="微软雅黑" panose="020B0503020204020204" charset="-122"/>
              </a:rPr>
              <a:t>条件未满足时绝不推进</a:t>
            </a:r>
          </a:p>
        </p:txBody>
      </p:sp>
      <p:sp>
        <p:nvSpPr>
          <p:cNvPr id="81" name="constraint-gate-row-line"/>
          <p:cNvSpPr>
            <a:spLocks noGrp="1"/>
          </p:cNvSpPr>
          <p:nvPr/>
        </p:nvSpPr>
        <p:spPr>
          <a:xfrm>
            <a:off x="4371975" y="4038600"/>
            <a:ext cx="3448050" cy="0"/>
          </a:xfrm>
          <a:prstGeom prst="line">
            <a:avLst/>
          </a:prstGeom>
          <a:noFill/>
          <a:ln w="6668">
            <a:solidFill>
              <a:srgbClr val="D8DEE3"/>
            </a:solidFill>
            <a:prstDash val="solid"/>
          </a:ln>
        </p:spPr>
      </p:sp>
      <p:sp>
        <p:nvSpPr>
          <p:cNvPr id="82" name="identity-row-label"/>
          <p:cNvSpPr>
            <a:spLocks noGrp="1"/>
          </p:cNvSpPr>
          <p:nvPr/>
        </p:nvSpPr>
        <p:spPr>
          <a:xfrm>
            <a:off x="4371975" y="4143375"/>
            <a:ext cx="1257300" cy="238125"/>
          </a:xfrm>
          <a:prstGeom prst="rect">
            <a:avLst/>
          </a:prstGeom>
          <a:noFill/>
          <a:ln w="0">
            <a:noFill/>
            <a:prstDash val="solid"/>
          </a:ln>
        </p:spPr>
        <p:txBody>
          <a:bodyPr wrap="none" lIns="0" tIns="0" rIns="0" bIns="0" anchor="ctr">
            <a:normAutofit fontScale="95463"/>
          </a:bodyPr>
          <a:lstStyle/>
          <a:p>
            <a:pPr algn="l">
              <a:defRPr sz="1090" b="1">
                <a:solidFill>
                  <a:srgbClr val="557A96"/>
                </a:solidFill>
                <a:latin typeface="微软雅黑" panose="020B0503020204020204" charset="-122"/>
                <a:ea typeface="微软雅黑" panose="020B0503020204020204" charset="-122"/>
                <a:cs typeface="微软雅黑" panose="020B0503020204020204" charset="-122"/>
              </a:defRPr>
            </a:pPr>
            <a:r>
              <a:rPr sz="1090" b="1">
                <a:solidFill>
                  <a:srgbClr val="557A96"/>
                </a:solidFill>
                <a:latin typeface="微软雅黑" panose="020B0503020204020204" charset="-122"/>
                <a:ea typeface="微软雅黑" panose="020B0503020204020204" charset="-122"/>
                <a:cs typeface="微软雅黑" panose="020B0503020204020204" charset="-122"/>
              </a:rPr>
              <a:t>name / description</a:t>
            </a:r>
          </a:p>
        </p:txBody>
      </p:sp>
      <p:sp>
        <p:nvSpPr>
          <p:cNvPr id="83" name="identity-row-detail"/>
          <p:cNvSpPr>
            <a:spLocks noGrp="1"/>
          </p:cNvSpPr>
          <p:nvPr/>
        </p:nvSpPr>
        <p:spPr>
          <a:xfrm>
            <a:off x="5676900" y="4143375"/>
            <a:ext cx="2143125" cy="238125"/>
          </a:xfrm>
          <a:prstGeom prst="rect">
            <a:avLst/>
          </a:prstGeom>
          <a:noFill/>
          <a:ln w="0">
            <a:noFill/>
            <a:prstDash val="solid"/>
          </a:ln>
        </p:spPr>
        <p:txBody>
          <a:bodyPr wrap="none" lIns="0" tIns="0" rIns="0" bIns="0" anchor="ctr">
            <a:normAutofit/>
          </a:bodyPr>
          <a:lstStyle/>
          <a:p>
            <a:pPr algn="l">
              <a:defRPr sz="1050" b="0">
                <a:solidFill>
                  <a:srgbClr val="414951"/>
                </a:solidFill>
                <a:latin typeface="微软雅黑" panose="020B0503020204020204" charset="-122"/>
                <a:ea typeface="微软雅黑" panose="020B0503020204020204" charset="-122"/>
                <a:cs typeface="微软雅黑" panose="020B0503020204020204" charset="-122"/>
              </a:defRPr>
            </a:pPr>
            <a:r>
              <a:rPr sz="1050" b="0">
                <a:solidFill>
                  <a:srgbClr val="414951"/>
                </a:solidFill>
                <a:latin typeface="微软雅黑" panose="020B0503020204020204" charset="-122"/>
                <a:ea typeface="微软雅黑" panose="020B0503020204020204" charset="-122"/>
                <a:cs typeface="微软雅黑" panose="020B0503020204020204" charset="-122"/>
              </a:rPr>
              <a:t>能力身份 + 触发边界</a:t>
            </a:r>
          </a:p>
        </p:txBody>
      </p:sp>
      <p:sp>
        <p:nvSpPr>
          <p:cNvPr id="84" name="identity-row-line"/>
          <p:cNvSpPr>
            <a:spLocks noGrp="1"/>
          </p:cNvSpPr>
          <p:nvPr/>
        </p:nvSpPr>
        <p:spPr>
          <a:xfrm>
            <a:off x="4371975" y="4438650"/>
            <a:ext cx="3448050" cy="0"/>
          </a:xfrm>
          <a:prstGeom prst="line">
            <a:avLst/>
          </a:prstGeom>
          <a:noFill/>
          <a:ln w="6668">
            <a:solidFill>
              <a:srgbClr val="D8DEE3"/>
            </a:solidFill>
            <a:prstDash val="solid"/>
          </a:ln>
        </p:spPr>
      </p:sp>
      <p:sp>
        <p:nvSpPr>
          <p:cNvPr id="85" name="constraints-principle-band"/>
          <p:cNvSpPr>
            <a:spLocks noGrp="1"/>
          </p:cNvSpPr>
          <p:nvPr/>
        </p:nvSpPr>
        <p:spPr>
          <a:xfrm>
            <a:off x="4352925" y="4572000"/>
            <a:ext cx="3476625" cy="333375"/>
          </a:xfrm>
          <a:prstGeom prst="rect">
            <a:avLst/>
          </a:prstGeom>
          <a:solidFill>
            <a:srgbClr val="F2F6F8"/>
          </a:solidFill>
          <a:ln w="0">
            <a:noFill/>
            <a:prstDash val="solid"/>
          </a:ln>
        </p:spPr>
      </p:sp>
      <p:sp>
        <p:nvSpPr>
          <p:cNvPr id="86" name="constraints-principle"/>
          <p:cNvSpPr>
            <a:spLocks noGrp="1"/>
          </p:cNvSpPr>
          <p:nvPr/>
        </p:nvSpPr>
        <p:spPr>
          <a:xfrm>
            <a:off x="4476750" y="4581525"/>
            <a:ext cx="3228975" cy="314325"/>
          </a:xfrm>
          <a:prstGeom prst="rect">
            <a:avLst/>
          </a:prstGeom>
          <a:noFill/>
          <a:ln w="0">
            <a:noFill/>
            <a:prstDash val="solid"/>
          </a:ln>
        </p:spPr>
        <p:txBody>
          <a:bodyPr wrap="none" lIns="0" tIns="0" rIns="0" bIns="0" anchor="ctr">
            <a:normAutofit/>
          </a:bodyPr>
          <a:lstStyle/>
          <a:p>
            <a:pPr algn="ctr">
              <a:defRPr sz="1015" b="1">
                <a:solidFill>
                  <a:srgbClr val="414951"/>
                </a:solidFill>
                <a:latin typeface="微软雅黑" panose="020B0503020204020204" charset="-122"/>
                <a:ea typeface="微软雅黑" panose="020B0503020204020204" charset="-122"/>
                <a:cs typeface="微软雅黑" panose="020B0503020204020204" charset="-122"/>
              </a:defRPr>
            </a:pPr>
            <a:r>
              <a:rPr sz="1015" b="1">
                <a:solidFill>
                  <a:srgbClr val="414951"/>
                </a:solidFill>
                <a:latin typeface="微软雅黑" panose="020B0503020204020204" charset="-122"/>
                <a:ea typeface="微软雅黑" panose="020B0503020204020204" charset="-122"/>
                <a:cs typeface="微软雅黑" panose="020B0503020204020204" charset="-122"/>
              </a:rPr>
              <a:t>约束越清楚，运行越稳定；描述越准确，触发越可靠。</a:t>
            </a:r>
          </a:p>
        </p:txBody>
      </p:sp>
      <p:sp>
        <p:nvSpPr>
          <p:cNvPr id="87" name="constraints-product-band"/>
          <p:cNvSpPr>
            <a:spLocks noGrp="1"/>
          </p:cNvSpPr>
          <p:nvPr/>
        </p:nvSpPr>
        <p:spPr>
          <a:xfrm>
            <a:off x="4352925" y="5029200"/>
            <a:ext cx="3476625" cy="295275"/>
          </a:xfrm>
          <a:prstGeom prst="rect">
            <a:avLst/>
          </a:prstGeom>
          <a:solidFill>
            <a:srgbClr val="F7F9FA"/>
          </a:solidFill>
          <a:ln w="6668">
            <a:solidFill>
              <a:srgbClr val="D8DEE3"/>
            </a:solidFill>
            <a:prstDash val="solid"/>
          </a:ln>
        </p:spPr>
      </p:sp>
      <p:sp>
        <p:nvSpPr>
          <p:cNvPr id="88" name="constraints-product"/>
          <p:cNvSpPr>
            <a:spLocks noGrp="1"/>
          </p:cNvSpPr>
          <p:nvPr/>
        </p:nvSpPr>
        <p:spPr>
          <a:xfrm>
            <a:off x="4476750" y="5038725"/>
            <a:ext cx="3228975" cy="276225"/>
          </a:xfrm>
          <a:prstGeom prst="rect">
            <a:avLst/>
          </a:prstGeom>
          <a:noFill/>
          <a:ln w="0">
            <a:noFill/>
            <a:prstDash val="solid"/>
          </a:ln>
        </p:spPr>
        <p:txBody>
          <a:bodyPr wrap="none" lIns="0" tIns="0" rIns="0" bIns="0" anchor="ctr">
            <a:normAutofit/>
          </a:bodyPr>
          <a:lstStyle/>
          <a:p>
            <a:pPr algn="ctr">
              <a:defRPr sz="1065" b="1">
                <a:solidFill>
                  <a:srgbClr val="557A96"/>
                </a:solidFill>
                <a:latin typeface="微软雅黑" panose="020B0503020204020204" charset="-122"/>
                <a:ea typeface="微软雅黑" panose="020B0503020204020204" charset="-122"/>
                <a:cs typeface="微软雅黑" panose="020B0503020204020204" charset="-122"/>
              </a:defRPr>
            </a:pPr>
            <a:r>
              <a:rPr sz="1065" b="1">
                <a:solidFill>
                  <a:srgbClr val="557A96"/>
                </a:solidFill>
                <a:latin typeface="微软雅黑" panose="020B0503020204020204" charset="-122"/>
                <a:ea typeface="微软雅黑" panose="020B0503020204020204" charset="-122"/>
                <a:cs typeface="微软雅黑" panose="020B0503020204020204" charset="-122"/>
              </a:rPr>
              <a:t>产物：稳定边界 + 可发现、可调用入口</a:t>
            </a:r>
          </a:p>
        </p:txBody>
      </p:sp>
      <p:sp>
        <p:nvSpPr>
          <p:cNvPr id="89" name="test-line-0"/>
          <p:cNvSpPr>
            <a:spLocks noGrp="1"/>
          </p:cNvSpPr>
          <p:nvPr/>
        </p:nvSpPr>
        <p:spPr>
          <a:xfrm>
            <a:off x="9906000" y="2714625"/>
            <a:ext cx="0" cy="104775"/>
          </a:xfrm>
          <a:prstGeom prst="line">
            <a:avLst/>
          </a:prstGeom>
          <a:noFill/>
          <a:ln w="11430">
            <a:solidFill>
              <a:srgbClr val="557A96"/>
            </a:solidFill>
            <a:prstDash val="solid"/>
          </a:ln>
        </p:spPr>
      </p:sp>
      <p:sp>
        <p:nvSpPr>
          <p:cNvPr id="90" name="test-arrow-0"/>
          <p:cNvSpPr>
            <a:spLocks noGrp="1"/>
          </p:cNvSpPr>
          <p:nvPr/>
        </p:nvSpPr>
        <p:spPr>
          <a:xfrm rot="10800000">
            <a:off x="9867900" y="2781300"/>
            <a:ext cx="76200" cy="76200"/>
          </a:xfrm>
          <a:prstGeom prst="triangle">
            <a:avLst/>
          </a:prstGeom>
          <a:solidFill>
            <a:srgbClr val="557A96"/>
          </a:solidFill>
          <a:ln w="0">
            <a:solidFill>
              <a:srgbClr val="557A96"/>
            </a:solidFill>
            <a:prstDash val="solid"/>
          </a:ln>
        </p:spPr>
      </p:sp>
      <p:sp>
        <p:nvSpPr>
          <p:cNvPr id="91" name="test-line-1"/>
          <p:cNvSpPr>
            <a:spLocks noGrp="1"/>
          </p:cNvSpPr>
          <p:nvPr/>
        </p:nvSpPr>
        <p:spPr>
          <a:xfrm>
            <a:off x="9906000" y="3190875"/>
            <a:ext cx="0" cy="104775"/>
          </a:xfrm>
          <a:prstGeom prst="line">
            <a:avLst/>
          </a:prstGeom>
          <a:noFill/>
          <a:ln w="11430">
            <a:solidFill>
              <a:srgbClr val="557A96"/>
            </a:solidFill>
            <a:prstDash val="solid"/>
          </a:ln>
        </p:spPr>
      </p:sp>
      <p:sp>
        <p:nvSpPr>
          <p:cNvPr id="92" name="test-arrow-1"/>
          <p:cNvSpPr>
            <a:spLocks noGrp="1"/>
          </p:cNvSpPr>
          <p:nvPr/>
        </p:nvSpPr>
        <p:spPr>
          <a:xfrm rot="10800000">
            <a:off x="9867900" y="3257550"/>
            <a:ext cx="76200" cy="76200"/>
          </a:xfrm>
          <a:prstGeom prst="triangle">
            <a:avLst/>
          </a:prstGeom>
          <a:solidFill>
            <a:srgbClr val="557A96"/>
          </a:solidFill>
          <a:ln w="0">
            <a:solidFill>
              <a:srgbClr val="557A96"/>
            </a:solidFill>
            <a:prstDash val="solid"/>
          </a:ln>
        </p:spPr>
      </p:sp>
      <p:sp>
        <p:nvSpPr>
          <p:cNvPr id="93" name="test-line-2"/>
          <p:cNvSpPr>
            <a:spLocks noGrp="1"/>
          </p:cNvSpPr>
          <p:nvPr/>
        </p:nvSpPr>
        <p:spPr>
          <a:xfrm>
            <a:off x="9906000" y="3667125"/>
            <a:ext cx="0" cy="104775"/>
          </a:xfrm>
          <a:prstGeom prst="line">
            <a:avLst/>
          </a:prstGeom>
          <a:noFill/>
          <a:ln w="11430">
            <a:solidFill>
              <a:srgbClr val="557A96"/>
            </a:solidFill>
            <a:prstDash val="solid"/>
          </a:ln>
        </p:spPr>
      </p:sp>
      <p:sp>
        <p:nvSpPr>
          <p:cNvPr id="94" name="test-arrow-2"/>
          <p:cNvSpPr>
            <a:spLocks noGrp="1"/>
          </p:cNvSpPr>
          <p:nvPr/>
        </p:nvSpPr>
        <p:spPr>
          <a:xfrm rot="10800000">
            <a:off x="9867900" y="3733800"/>
            <a:ext cx="76200" cy="76200"/>
          </a:xfrm>
          <a:prstGeom prst="triangle">
            <a:avLst/>
          </a:prstGeom>
          <a:solidFill>
            <a:srgbClr val="557A96"/>
          </a:solidFill>
          <a:ln w="0">
            <a:solidFill>
              <a:srgbClr val="557A96"/>
            </a:solidFill>
            <a:prstDash val="solid"/>
          </a:ln>
        </p:spPr>
      </p:sp>
      <p:sp>
        <p:nvSpPr>
          <p:cNvPr id="95" name="trigger-test-band"/>
          <p:cNvSpPr>
            <a:spLocks noGrp="1"/>
          </p:cNvSpPr>
          <p:nvPr/>
        </p:nvSpPr>
        <p:spPr>
          <a:xfrm>
            <a:off x="8410575" y="2343150"/>
            <a:ext cx="2990850" cy="371475"/>
          </a:xfrm>
          <a:prstGeom prst="rect">
            <a:avLst/>
          </a:prstGeom>
          <a:solidFill>
            <a:srgbClr val="F7F9FA"/>
          </a:solidFill>
          <a:ln w="6668">
            <a:solidFill>
              <a:srgbClr val="D8DEE3"/>
            </a:solidFill>
            <a:prstDash val="solid"/>
          </a:ln>
        </p:spPr>
      </p:sp>
      <p:sp>
        <p:nvSpPr>
          <p:cNvPr id="96" name="trigger-test-label"/>
          <p:cNvSpPr>
            <a:spLocks noGrp="1"/>
          </p:cNvSpPr>
          <p:nvPr/>
        </p:nvSpPr>
        <p:spPr>
          <a:xfrm>
            <a:off x="8524875" y="2381250"/>
            <a:ext cx="1104900" cy="295275"/>
          </a:xfrm>
          <a:prstGeom prst="rect">
            <a:avLst/>
          </a:prstGeom>
          <a:noFill/>
          <a:ln w="0">
            <a:noFill/>
            <a:prstDash val="solid"/>
          </a:ln>
        </p:spPr>
        <p:txBody>
          <a:bodyPr wrap="none" lIns="0" tIns="0" rIns="0" bIns="0" anchor="ctr">
            <a:normAutofit/>
          </a:bodyPr>
          <a:lstStyle/>
          <a:p>
            <a:pPr algn="l">
              <a:defRPr sz="1140" b="1">
                <a:solidFill>
                  <a:srgbClr val="557A96"/>
                </a:solidFill>
                <a:latin typeface="微软雅黑" panose="020B0503020204020204" charset="-122"/>
                <a:ea typeface="微软雅黑" panose="020B0503020204020204" charset="-122"/>
                <a:cs typeface="微软雅黑" panose="020B0503020204020204" charset="-122"/>
              </a:defRPr>
            </a:pPr>
            <a:r>
              <a:rPr sz="1140" b="1">
                <a:solidFill>
                  <a:srgbClr val="557A96"/>
                </a:solidFill>
                <a:latin typeface="微软雅黑" panose="020B0503020204020204" charset="-122"/>
                <a:ea typeface="微软雅黑" panose="020B0503020204020204" charset="-122"/>
                <a:cs typeface="微软雅黑" panose="020B0503020204020204" charset="-122"/>
              </a:rPr>
              <a:t>Trigger Test</a:t>
            </a:r>
          </a:p>
        </p:txBody>
      </p:sp>
      <p:sp>
        <p:nvSpPr>
          <p:cNvPr id="97" name="trigger-test-detail"/>
          <p:cNvSpPr>
            <a:spLocks noGrp="1"/>
          </p:cNvSpPr>
          <p:nvPr/>
        </p:nvSpPr>
        <p:spPr>
          <a:xfrm>
            <a:off x="9658350" y="2381250"/>
            <a:ext cx="1628775" cy="295275"/>
          </a:xfrm>
          <a:prstGeom prst="rect">
            <a:avLst/>
          </a:prstGeom>
          <a:noFill/>
          <a:ln w="0">
            <a:noFill/>
            <a:prstDash val="solid"/>
          </a:ln>
        </p:spPr>
        <p:txBody>
          <a:bodyPr wrap="none" lIns="0" tIns="0" rIns="0" bIns="0" anchor="ctr">
            <a:normAutofit/>
          </a:bodyPr>
          <a:lstStyle/>
          <a:p>
            <a:pPr algn="r">
              <a:defRPr sz="1035" b="0">
                <a:solidFill>
                  <a:srgbClr val="414951"/>
                </a:solidFill>
                <a:latin typeface="微软雅黑" panose="020B0503020204020204" charset="-122"/>
                <a:ea typeface="微软雅黑" panose="020B0503020204020204" charset="-122"/>
                <a:cs typeface="微软雅黑" panose="020B0503020204020204" charset="-122"/>
              </a:defRPr>
            </a:pPr>
            <a:r>
              <a:rPr sz="1035" b="0" dirty="0" err="1">
                <a:solidFill>
                  <a:srgbClr val="414951"/>
                </a:solidFill>
                <a:latin typeface="微软雅黑" panose="020B0503020204020204" charset="-122"/>
                <a:ea typeface="微软雅黑" panose="020B0503020204020204" charset="-122"/>
                <a:cs typeface="微软雅黑" panose="020B0503020204020204" charset="-122"/>
              </a:rPr>
              <a:t>应触发</a:t>
            </a:r>
            <a:r>
              <a:rPr sz="1035" b="0" dirty="0">
                <a:solidFill>
                  <a:srgbClr val="414951"/>
                </a:solidFill>
                <a:latin typeface="微软雅黑" panose="020B0503020204020204" charset="-122"/>
                <a:ea typeface="微软雅黑" panose="020B0503020204020204" charset="-122"/>
                <a:cs typeface="微软雅黑" panose="020B0503020204020204" charset="-122"/>
              </a:rPr>
              <a:t> / </a:t>
            </a:r>
            <a:r>
              <a:rPr sz="1035" b="0" dirty="0" err="1">
                <a:solidFill>
                  <a:srgbClr val="414951"/>
                </a:solidFill>
                <a:latin typeface="微软雅黑" panose="020B0503020204020204" charset="-122"/>
                <a:ea typeface="微软雅黑" panose="020B0503020204020204" charset="-122"/>
                <a:cs typeface="微软雅黑" panose="020B0503020204020204" charset="-122"/>
              </a:rPr>
              <a:t>不应触发</a:t>
            </a:r>
            <a:endParaRPr sz="1035" b="0" dirty="0">
              <a:solidFill>
                <a:srgbClr val="414951"/>
              </a:solidFill>
              <a:latin typeface="微软雅黑" panose="020B0503020204020204" charset="-122"/>
              <a:ea typeface="微软雅黑" panose="020B0503020204020204" charset="-122"/>
              <a:cs typeface="微软雅黑" panose="020B0503020204020204" charset="-122"/>
            </a:endParaRPr>
          </a:p>
        </p:txBody>
      </p:sp>
      <p:sp>
        <p:nvSpPr>
          <p:cNvPr id="98" name="workflow-test-band"/>
          <p:cNvSpPr>
            <a:spLocks noGrp="1"/>
          </p:cNvSpPr>
          <p:nvPr/>
        </p:nvSpPr>
        <p:spPr>
          <a:xfrm>
            <a:off x="8410575" y="2819400"/>
            <a:ext cx="2990850" cy="371475"/>
          </a:xfrm>
          <a:prstGeom prst="rect">
            <a:avLst/>
          </a:prstGeom>
          <a:solidFill>
            <a:srgbClr val="F7F9FA"/>
          </a:solidFill>
          <a:ln w="6668">
            <a:solidFill>
              <a:srgbClr val="D8DEE3"/>
            </a:solidFill>
            <a:prstDash val="solid"/>
          </a:ln>
        </p:spPr>
      </p:sp>
      <p:sp>
        <p:nvSpPr>
          <p:cNvPr id="99" name="workflow-test-label"/>
          <p:cNvSpPr>
            <a:spLocks noGrp="1"/>
          </p:cNvSpPr>
          <p:nvPr/>
        </p:nvSpPr>
        <p:spPr>
          <a:xfrm>
            <a:off x="8524875" y="2857500"/>
            <a:ext cx="1104900" cy="295275"/>
          </a:xfrm>
          <a:prstGeom prst="rect">
            <a:avLst/>
          </a:prstGeom>
          <a:noFill/>
          <a:ln w="0">
            <a:noFill/>
            <a:prstDash val="solid"/>
          </a:ln>
        </p:spPr>
        <p:txBody>
          <a:bodyPr wrap="none" lIns="0" tIns="0" rIns="0" bIns="0" anchor="ctr">
            <a:normAutofit/>
          </a:bodyPr>
          <a:lstStyle/>
          <a:p>
            <a:pPr algn="l">
              <a:defRPr sz="1140" b="1">
                <a:solidFill>
                  <a:srgbClr val="557A96"/>
                </a:solidFill>
                <a:latin typeface="微软雅黑" panose="020B0503020204020204" charset="-122"/>
                <a:ea typeface="微软雅黑" panose="020B0503020204020204" charset="-122"/>
                <a:cs typeface="微软雅黑" panose="020B0503020204020204" charset="-122"/>
              </a:defRPr>
            </a:pPr>
            <a:r>
              <a:rPr sz="1140" b="1">
                <a:solidFill>
                  <a:srgbClr val="557A96"/>
                </a:solidFill>
                <a:latin typeface="微软雅黑" panose="020B0503020204020204" charset="-122"/>
                <a:ea typeface="微软雅黑" panose="020B0503020204020204" charset="-122"/>
                <a:cs typeface="微软雅黑" panose="020B0503020204020204" charset="-122"/>
              </a:rPr>
              <a:t>Workflow Test</a:t>
            </a:r>
          </a:p>
        </p:txBody>
      </p:sp>
      <p:sp>
        <p:nvSpPr>
          <p:cNvPr id="100" name="workflow-test-detail"/>
          <p:cNvSpPr>
            <a:spLocks noGrp="1"/>
          </p:cNvSpPr>
          <p:nvPr/>
        </p:nvSpPr>
        <p:spPr>
          <a:xfrm>
            <a:off x="9658350" y="2857500"/>
            <a:ext cx="1628775" cy="295275"/>
          </a:xfrm>
          <a:prstGeom prst="rect">
            <a:avLst/>
          </a:prstGeom>
          <a:noFill/>
          <a:ln w="0">
            <a:noFill/>
            <a:prstDash val="solid"/>
          </a:ln>
        </p:spPr>
        <p:txBody>
          <a:bodyPr wrap="none" lIns="0" tIns="0" rIns="0" bIns="0" anchor="ctr">
            <a:normAutofit/>
          </a:bodyPr>
          <a:lstStyle/>
          <a:p>
            <a:pPr algn="r">
              <a:defRPr sz="1035" b="0">
                <a:solidFill>
                  <a:srgbClr val="414951"/>
                </a:solidFill>
                <a:latin typeface="微软雅黑" panose="020B0503020204020204" charset="-122"/>
                <a:ea typeface="微软雅黑" panose="020B0503020204020204" charset="-122"/>
                <a:cs typeface="微软雅黑" panose="020B0503020204020204" charset="-122"/>
              </a:defRPr>
            </a:pPr>
            <a:r>
              <a:rPr sz="1035" b="0" dirty="0">
                <a:solidFill>
                  <a:srgbClr val="414951"/>
                </a:solidFill>
                <a:latin typeface="微软雅黑" panose="020B0503020204020204" charset="-122"/>
                <a:ea typeface="微软雅黑" panose="020B0503020204020204" charset="-122"/>
                <a:cs typeface="微软雅黑" panose="020B0503020204020204" charset="-122"/>
              </a:rPr>
              <a:t>Stage / Handoff / Gate</a:t>
            </a:r>
          </a:p>
        </p:txBody>
      </p:sp>
      <p:sp>
        <p:nvSpPr>
          <p:cNvPr id="101" name="result-test-band"/>
          <p:cNvSpPr>
            <a:spLocks noGrp="1"/>
          </p:cNvSpPr>
          <p:nvPr/>
        </p:nvSpPr>
        <p:spPr>
          <a:xfrm>
            <a:off x="8410575" y="3295650"/>
            <a:ext cx="2990850" cy="371475"/>
          </a:xfrm>
          <a:prstGeom prst="rect">
            <a:avLst/>
          </a:prstGeom>
          <a:solidFill>
            <a:srgbClr val="F7F9FA"/>
          </a:solidFill>
          <a:ln w="6668">
            <a:solidFill>
              <a:srgbClr val="D8DEE3"/>
            </a:solidFill>
            <a:prstDash val="solid"/>
          </a:ln>
        </p:spPr>
      </p:sp>
      <p:sp>
        <p:nvSpPr>
          <p:cNvPr id="102" name="result-test-label"/>
          <p:cNvSpPr>
            <a:spLocks noGrp="1"/>
          </p:cNvSpPr>
          <p:nvPr/>
        </p:nvSpPr>
        <p:spPr>
          <a:xfrm>
            <a:off x="8524875" y="3333750"/>
            <a:ext cx="1104900" cy="295275"/>
          </a:xfrm>
          <a:prstGeom prst="rect">
            <a:avLst/>
          </a:prstGeom>
          <a:noFill/>
          <a:ln w="0">
            <a:noFill/>
            <a:prstDash val="solid"/>
          </a:ln>
        </p:spPr>
        <p:txBody>
          <a:bodyPr wrap="none" lIns="0" tIns="0" rIns="0" bIns="0" anchor="ctr">
            <a:normAutofit/>
          </a:bodyPr>
          <a:lstStyle/>
          <a:p>
            <a:pPr algn="l">
              <a:defRPr sz="1140" b="1">
                <a:solidFill>
                  <a:srgbClr val="557A96"/>
                </a:solidFill>
                <a:latin typeface="微软雅黑" panose="020B0503020204020204" charset="-122"/>
                <a:ea typeface="微软雅黑" panose="020B0503020204020204" charset="-122"/>
                <a:cs typeface="微软雅黑" panose="020B0503020204020204" charset="-122"/>
              </a:defRPr>
            </a:pPr>
            <a:r>
              <a:rPr sz="1140" b="1">
                <a:solidFill>
                  <a:srgbClr val="557A96"/>
                </a:solidFill>
                <a:latin typeface="微软雅黑" panose="020B0503020204020204" charset="-122"/>
                <a:ea typeface="微软雅黑" panose="020B0503020204020204" charset="-122"/>
                <a:cs typeface="微软雅黑" panose="020B0503020204020204" charset="-122"/>
              </a:rPr>
              <a:t>Result Test</a:t>
            </a:r>
          </a:p>
        </p:txBody>
      </p:sp>
      <p:sp>
        <p:nvSpPr>
          <p:cNvPr id="103" name="result-test-detail"/>
          <p:cNvSpPr>
            <a:spLocks noGrp="1"/>
          </p:cNvSpPr>
          <p:nvPr/>
        </p:nvSpPr>
        <p:spPr>
          <a:xfrm>
            <a:off x="9658350" y="3333750"/>
            <a:ext cx="1628775" cy="295275"/>
          </a:xfrm>
          <a:prstGeom prst="rect">
            <a:avLst/>
          </a:prstGeom>
          <a:noFill/>
          <a:ln w="0">
            <a:noFill/>
            <a:prstDash val="solid"/>
          </a:ln>
        </p:spPr>
        <p:txBody>
          <a:bodyPr wrap="none" lIns="0" tIns="0" rIns="0" bIns="0" anchor="ctr">
            <a:normAutofit/>
          </a:bodyPr>
          <a:lstStyle/>
          <a:p>
            <a:pPr algn="r">
              <a:defRPr sz="1035" b="0">
                <a:solidFill>
                  <a:srgbClr val="414951"/>
                </a:solidFill>
                <a:latin typeface="微软雅黑" panose="020B0503020204020204" charset="-122"/>
                <a:ea typeface="微软雅黑" panose="020B0503020204020204" charset="-122"/>
                <a:cs typeface="微软雅黑" panose="020B0503020204020204" charset="-122"/>
              </a:defRPr>
            </a:pPr>
            <a:r>
              <a:rPr sz="1035" b="0">
                <a:solidFill>
                  <a:srgbClr val="414951"/>
                </a:solidFill>
                <a:latin typeface="微软雅黑" panose="020B0503020204020204" charset="-122"/>
                <a:ea typeface="微软雅黑" panose="020B0503020204020204" charset="-122"/>
                <a:cs typeface="微软雅黑" panose="020B0503020204020204" charset="-122"/>
              </a:rPr>
              <a:t>内容 / 格式 / 测试</a:t>
            </a:r>
          </a:p>
        </p:txBody>
      </p:sp>
      <p:sp>
        <p:nvSpPr>
          <p:cNvPr id="104" name="failure-fix-band"/>
          <p:cNvSpPr>
            <a:spLocks noGrp="1"/>
          </p:cNvSpPr>
          <p:nvPr/>
        </p:nvSpPr>
        <p:spPr>
          <a:xfrm>
            <a:off x="8410575" y="3771900"/>
            <a:ext cx="2990850" cy="371475"/>
          </a:xfrm>
          <a:prstGeom prst="rect">
            <a:avLst/>
          </a:prstGeom>
          <a:solidFill>
            <a:srgbClr val="F7F9FA"/>
          </a:solidFill>
          <a:ln w="6668">
            <a:solidFill>
              <a:srgbClr val="D8DEE3"/>
            </a:solidFill>
            <a:prstDash val="solid"/>
          </a:ln>
        </p:spPr>
      </p:sp>
      <p:sp>
        <p:nvSpPr>
          <p:cNvPr id="105" name="failure-fix-label"/>
          <p:cNvSpPr>
            <a:spLocks noGrp="1"/>
          </p:cNvSpPr>
          <p:nvPr/>
        </p:nvSpPr>
        <p:spPr>
          <a:xfrm>
            <a:off x="8524875" y="3810000"/>
            <a:ext cx="1104900" cy="295275"/>
          </a:xfrm>
          <a:prstGeom prst="rect">
            <a:avLst/>
          </a:prstGeom>
          <a:noFill/>
          <a:ln w="0">
            <a:noFill/>
            <a:prstDash val="solid"/>
          </a:ln>
        </p:spPr>
        <p:txBody>
          <a:bodyPr wrap="none" lIns="0" tIns="0" rIns="0" bIns="0" anchor="ctr">
            <a:normAutofit/>
          </a:bodyPr>
          <a:lstStyle/>
          <a:p>
            <a:pPr algn="l">
              <a:defRPr sz="1140" b="1">
                <a:solidFill>
                  <a:srgbClr val="557A96"/>
                </a:solidFill>
                <a:latin typeface="微软雅黑" panose="020B0503020204020204" charset="-122"/>
                <a:ea typeface="微软雅黑" panose="020B0503020204020204" charset="-122"/>
                <a:cs typeface="微软雅黑" panose="020B0503020204020204" charset="-122"/>
              </a:defRPr>
            </a:pPr>
            <a:r>
              <a:rPr sz="1140" b="1">
                <a:solidFill>
                  <a:srgbClr val="557A96"/>
                </a:solidFill>
                <a:latin typeface="微软雅黑" panose="020B0503020204020204" charset="-122"/>
                <a:ea typeface="微软雅黑" panose="020B0503020204020204" charset="-122"/>
                <a:cs typeface="微软雅黑" panose="020B0503020204020204" charset="-122"/>
              </a:rPr>
              <a:t>Failure Fix  ↺</a:t>
            </a:r>
          </a:p>
        </p:txBody>
      </p:sp>
      <p:sp>
        <p:nvSpPr>
          <p:cNvPr id="106" name="failure-fix-detail"/>
          <p:cNvSpPr>
            <a:spLocks noGrp="1"/>
          </p:cNvSpPr>
          <p:nvPr/>
        </p:nvSpPr>
        <p:spPr>
          <a:xfrm>
            <a:off x="9658350" y="3810000"/>
            <a:ext cx="1628775" cy="295275"/>
          </a:xfrm>
          <a:prstGeom prst="rect">
            <a:avLst/>
          </a:prstGeom>
          <a:noFill/>
          <a:ln w="0">
            <a:noFill/>
            <a:prstDash val="solid"/>
          </a:ln>
        </p:spPr>
        <p:txBody>
          <a:bodyPr wrap="none" lIns="0" tIns="0" rIns="0" bIns="0" anchor="ctr">
            <a:normAutofit/>
          </a:bodyPr>
          <a:lstStyle/>
          <a:p>
            <a:pPr algn="r">
              <a:defRPr sz="1035" b="0">
                <a:solidFill>
                  <a:srgbClr val="414951"/>
                </a:solidFill>
                <a:latin typeface="微软雅黑" panose="020B0503020204020204" charset="-122"/>
                <a:ea typeface="微软雅黑" panose="020B0503020204020204" charset="-122"/>
                <a:cs typeface="微软雅黑" panose="020B0503020204020204" charset="-122"/>
              </a:defRPr>
            </a:pPr>
            <a:r>
              <a:rPr sz="1035" b="0">
                <a:solidFill>
                  <a:srgbClr val="414951"/>
                </a:solidFill>
                <a:latin typeface="微软雅黑" panose="020B0503020204020204" charset="-122"/>
                <a:ea typeface="微软雅黑" panose="020B0503020204020204" charset="-122"/>
                <a:cs typeface="微软雅黑" panose="020B0503020204020204" charset="-122"/>
              </a:rPr>
              <a:t>补资源 / 修约束 / 调流程</a:t>
            </a:r>
          </a:p>
        </p:txBody>
      </p:sp>
      <p:sp>
        <p:nvSpPr>
          <p:cNvPr id="107" name="iteration-loop-label"/>
          <p:cNvSpPr>
            <a:spLocks noGrp="1"/>
          </p:cNvSpPr>
          <p:nvPr/>
        </p:nvSpPr>
        <p:spPr>
          <a:xfrm>
            <a:off x="8553450" y="4269271"/>
            <a:ext cx="2667000" cy="209550"/>
          </a:xfrm>
          <a:prstGeom prst="rect">
            <a:avLst/>
          </a:prstGeom>
          <a:noFill/>
          <a:ln w="0">
            <a:noFill/>
            <a:prstDash val="solid"/>
          </a:ln>
        </p:spPr>
        <p:txBody>
          <a:bodyPr wrap="none" lIns="0" tIns="0" rIns="0" bIns="0" anchor="ctr">
            <a:normAutofit/>
          </a:bodyPr>
          <a:lstStyle/>
          <a:p>
            <a:pPr algn="ctr">
              <a:defRPr sz="975" b="1">
                <a:solidFill>
                  <a:srgbClr val="68727B"/>
                </a:solidFill>
                <a:latin typeface="微软雅黑" panose="020B0503020204020204" charset="-122"/>
                <a:ea typeface="微软雅黑" panose="020B0503020204020204" charset="-122"/>
                <a:cs typeface="微软雅黑" panose="020B0503020204020204" charset="-122"/>
              </a:defRPr>
            </a:pPr>
            <a:r>
              <a:rPr sz="975" b="1" dirty="0" err="1">
                <a:solidFill>
                  <a:srgbClr val="68727B"/>
                </a:solidFill>
                <a:latin typeface="微软雅黑" panose="020B0503020204020204" charset="-122"/>
                <a:ea typeface="微软雅黑" panose="020B0503020204020204" charset="-122"/>
                <a:cs typeface="微软雅黑" panose="020B0503020204020204" charset="-122"/>
              </a:rPr>
              <a:t>发现问题</a:t>
            </a:r>
            <a:r>
              <a:rPr sz="975" b="1" dirty="0">
                <a:solidFill>
                  <a:srgbClr val="68727B"/>
                </a:solidFill>
                <a:latin typeface="微软雅黑" panose="020B0503020204020204" charset="-122"/>
                <a:ea typeface="微软雅黑" panose="020B0503020204020204" charset="-122"/>
                <a:cs typeface="微软雅黑" panose="020B0503020204020204" charset="-122"/>
              </a:rPr>
              <a:t> → </a:t>
            </a:r>
            <a:r>
              <a:rPr sz="975" b="1" dirty="0" err="1">
                <a:solidFill>
                  <a:srgbClr val="68727B"/>
                </a:solidFill>
                <a:latin typeface="微软雅黑" panose="020B0503020204020204" charset="-122"/>
                <a:ea typeface="微软雅黑" panose="020B0503020204020204" charset="-122"/>
                <a:cs typeface="微软雅黑" panose="020B0503020204020204" charset="-122"/>
              </a:rPr>
              <a:t>修正</a:t>
            </a:r>
            <a:r>
              <a:rPr sz="975" b="1" dirty="0">
                <a:solidFill>
                  <a:srgbClr val="68727B"/>
                </a:solidFill>
                <a:latin typeface="微软雅黑" panose="020B0503020204020204" charset="-122"/>
                <a:ea typeface="微软雅黑" panose="020B0503020204020204" charset="-122"/>
                <a:cs typeface="微软雅黑" panose="020B0503020204020204" charset="-122"/>
              </a:rPr>
              <a:t> → </a:t>
            </a:r>
            <a:r>
              <a:rPr sz="975" b="1" dirty="0" err="1">
                <a:solidFill>
                  <a:srgbClr val="68727B"/>
                </a:solidFill>
                <a:latin typeface="微软雅黑" panose="020B0503020204020204" charset="-122"/>
                <a:ea typeface="微软雅黑" panose="020B0503020204020204" charset="-122"/>
                <a:cs typeface="微软雅黑" panose="020B0503020204020204" charset="-122"/>
              </a:rPr>
              <a:t>回到真实任务再测</a:t>
            </a:r>
            <a:endParaRPr sz="975" b="1" dirty="0">
              <a:solidFill>
                <a:srgbClr val="68727B"/>
              </a:solidFill>
              <a:latin typeface="微软雅黑" panose="020B0503020204020204" charset="-122"/>
              <a:ea typeface="微软雅黑" panose="020B0503020204020204" charset="-122"/>
              <a:cs typeface="微软雅黑" panose="020B0503020204020204" charset="-122"/>
            </a:endParaRPr>
          </a:p>
        </p:txBody>
      </p:sp>
      <p:sp>
        <p:nvSpPr>
          <p:cNvPr id="110" name="validation-product-band"/>
          <p:cNvSpPr>
            <a:spLocks noGrp="1"/>
          </p:cNvSpPr>
          <p:nvPr/>
        </p:nvSpPr>
        <p:spPr>
          <a:xfrm>
            <a:off x="8391525" y="5029200"/>
            <a:ext cx="3038475" cy="295275"/>
          </a:xfrm>
          <a:prstGeom prst="rect">
            <a:avLst/>
          </a:prstGeom>
          <a:solidFill>
            <a:srgbClr val="F7F9FA"/>
          </a:solidFill>
          <a:ln w="6668">
            <a:solidFill>
              <a:srgbClr val="D8DEE3"/>
            </a:solidFill>
            <a:prstDash val="solid"/>
          </a:ln>
        </p:spPr>
      </p:sp>
      <p:sp>
        <p:nvSpPr>
          <p:cNvPr id="111" name="validation-product"/>
          <p:cNvSpPr>
            <a:spLocks noGrp="1"/>
          </p:cNvSpPr>
          <p:nvPr/>
        </p:nvSpPr>
        <p:spPr>
          <a:xfrm>
            <a:off x="8505825" y="5038725"/>
            <a:ext cx="2809875" cy="276225"/>
          </a:xfrm>
          <a:prstGeom prst="rect">
            <a:avLst/>
          </a:prstGeom>
          <a:noFill/>
          <a:ln w="0">
            <a:noFill/>
            <a:prstDash val="solid"/>
          </a:ln>
        </p:spPr>
        <p:txBody>
          <a:bodyPr wrap="none" lIns="0" tIns="0" rIns="0" bIns="0" anchor="ctr">
            <a:normAutofit/>
          </a:bodyPr>
          <a:lstStyle/>
          <a:p>
            <a:pPr algn="ctr">
              <a:defRPr sz="1050" b="1">
                <a:solidFill>
                  <a:srgbClr val="557A96"/>
                </a:solidFill>
                <a:latin typeface="微软雅黑" panose="020B0503020204020204" charset="-122"/>
                <a:ea typeface="微软雅黑" panose="020B0503020204020204" charset="-122"/>
                <a:cs typeface="微软雅黑" panose="020B0503020204020204" charset="-122"/>
              </a:defRPr>
            </a:pPr>
            <a:r>
              <a:rPr sz="1050" b="1">
                <a:solidFill>
                  <a:srgbClr val="557A96"/>
                </a:solidFill>
                <a:latin typeface="微软雅黑" panose="020B0503020204020204" charset="-122"/>
                <a:ea typeface="微软雅黑" panose="020B0503020204020204" charset="-122"/>
                <a:cs typeface="微软雅黑" panose="020B0503020204020204" charset="-122"/>
              </a:rPr>
              <a:t>产物：经实测验证、可持续迭代的 Skill</a:t>
            </a:r>
          </a:p>
        </p:txBody>
      </p:sp>
      <p:sp>
        <p:nvSpPr>
          <p:cNvPr id="140" name="s13-title-rule"/>
          <p:cNvSpPr>
            <a:spLocks noGrp="1"/>
          </p:cNvSpPr>
          <p:nvPr/>
        </p:nvSpPr>
        <p:spPr>
          <a:xfrm>
            <a:off x="247650" y="714375"/>
            <a:ext cx="11734800" cy="19050"/>
          </a:xfrm>
          <a:prstGeom prst="rect">
            <a:avLst/>
          </a:prstGeom>
          <a:solidFill>
            <a:srgbClr val="5B7188"/>
          </a:solidFill>
          <a:ln w="0">
            <a:solidFill>
              <a:srgbClr val="294A6D"/>
            </a:solidFill>
            <a:prstDash val="solid"/>
          </a:ln>
          <a:effectLst/>
        </p:spPr>
      </p:sp>
      <p:sp>
        <p:nvSpPr>
          <p:cNvPr id="150" name="summary-band"/>
          <p:cNvSpPr>
            <a:spLocks noGrp="1"/>
          </p:cNvSpPr>
          <p:nvPr/>
        </p:nvSpPr>
        <p:spPr>
          <a:xfrm>
            <a:off x="609600" y="6000750"/>
            <a:ext cx="10972800" cy="609600"/>
          </a:xfrm>
          <a:prstGeom prst="rect">
            <a:avLst/>
          </a:prstGeom>
          <a:solidFill>
            <a:srgbClr val="F3F4F5"/>
          </a:solidFill>
          <a:ln w="0">
            <a:noFill/>
            <a:prstDash val="solid"/>
          </a:ln>
        </p:spPr>
      </p:sp>
      <p:sp>
        <p:nvSpPr>
          <p:cNvPr id="151" name="summary-accent"/>
          <p:cNvSpPr>
            <a:spLocks noGrp="1"/>
          </p:cNvSpPr>
          <p:nvPr/>
        </p:nvSpPr>
        <p:spPr>
          <a:xfrm>
            <a:off x="609600" y="6000750"/>
            <a:ext cx="38100" cy="609600"/>
          </a:xfrm>
          <a:prstGeom prst="rect">
            <a:avLst/>
          </a:prstGeom>
          <a:solidFill>
            <a:srgbClr val="557A96"/>
          </a:solidFill>
          <a:ln w="0">
            <a:noFill/>
            <a:prstDash val="solid"/>
          </a:ln>
        </p:spPr>
      </p:sp>
      <p:sp>
        <p:nvSpPr>
          <p:cNvPr id="152" name="文本框 151"/>
          <p:cNvSpPr txBox="1"/>
          <p:nvPr/>
        </p:nvSpPr>
        <p:spPr>
          <a:xfrm>
            <a:off x="4041591" y="6134784"/>
            <a:ext cx="4108817" cy="646331"/>
          </a:xfrm>
          <a:prstGeom prst="rect">
            <a:avLst/>
          </a:prstGeom>
          <a:noFill/>
        </p:spPr>
        <p:txBody>
          <a:bodyPr wrap="none" rtlCol="0">
            <a:spAutoFit/>
          </a:bodyPr>
          <a:lstStyle/>
          <a:p>
            <a:r>
              <a:rPr lang="zh-CN" altLang="en-US" b="1" dirty="0">
                <a:solidFill>
                  <a:srgbClr val="68727B"/>
                </a:solidFill>
                <a:latin typeface="微软雅黑" panose="020B0503020204020204" charset="-122"/>
                <a:ea typeface="微软雅黑" panose="020B0503020204020204" charset="-122"/>
                <a:cs typeface="微软雅黑" panose="020B0503020204020204" charset="-122"/>
              </a:rPr>
              <a:t>每次修正都应回到真实任务重新验证。</a:t>
            </a:r>
          </a:p>
          <a:p>
            <a:endParaRPr lang="zh-CN" altLang="en-US" dirty="0"/>
          </a:p>
        </p:txBody>
      </p:sp>
      <p:sp>
        <p:nvSpPr>
          <p:cNvPr id="153" name="slide-1-title"/>
          <p:cNvSpPr>
            <a:spLocks noGrp="1"/>
          </p:cNvSpPr>
          <p:nvPr/>
        </p:nvSpPr>
        <p:spPr>
          <a:xfrm>
            <a:off x="342900" y="223460"/>
            <a:ext cx="635000" cy="495300"/>
          </a:xfrm>
          <a:prstGeom prst="rect">
            <a:avLst/>
          </a:prstGeom>
          <a:noFill/>
          <a:ln w="0">
            <a:noFill/>
            <a:prstDash val="solid"/>
          </a:ln>
          <a:effectLst/>
        </p:spPr>
        <p:txBody>
          <a:bodyPr wrap="square" lIns="0" tIns="0" rIns="0" bIns="0" anchor="t">
            <a:noAutofit/>
          </a:bodyPr>
          <a:lstStyle/>
          <a:p>
            <a:pPr>
              <a:buNone/>
              <a:defRPr sz="3000" b="1">
                <a:solidFill>
                  <a:srgbClr val="072A67"/>
                </a:solidFill>
                <a:latin typeface="微软雅黑" panose="020B0503020204020204" charset="-122"/>
                <a:ea typeface="微软雅黑" panose="020B0503020204020204" charset="-122"/>
                <a:cs typeface="微软雅黑" panose="020B0503020204020204" charset="-122"/>
              </a:defRPr>
            </a:pPr>
            <a:r>
              <a:rPr lang="en-US" sz="3000" b="1" dirty="0" smtClean="0">
                <a:solidFill>
                  <a:srgbClr val="243B53"/>
                </a:solidFill>
                <a:latin typeface="Arial" panose="020B0604020202020204" pitchFamily="34" charset="0"/>
                <a:ea typeface="微软雅黑" panose="020B0503020204020204" charset="-122"/>
                <a:cs typeface="微软雅黑" panose="020B0503020204020204" charset="-122"/>
              </a:rPr>
              <a:t>1.5</a:t>
            </a:r>
            <a:endParaRPr sz="3000" b="1" dirty="0">
              <a:solidFill>
                <a:srgbClr val="243B53"/>
              </a:solidFill>
              <a:latin typeface="Arial" panose="020B0604020202020204" pitchFamily="34" charset="0"/>
              <a:ea typeface="微软雅黑" panose="020B0503020204020204" charset="-122"/>
              <a:cs typeface="微软雅黑" panose="020B0503020204020204" charset="-122"/>
            </a:endParaRPr>
          </a:p>
        </p:txBody>
      </p:sp>
      <p:sp>
        <p:nvSpPr>
          <p:cNvPr id="154" name="slide-7-page-number"/>
          <p:cNvSpPr>
            <a:spLocks noGrp="1"/>
          </p:cNvSpPr>
          <p:nvPr/>
        </p:nvSpPr>
        <p:spPr>
          <a:xfrm>
            <a:off x="11366500" y="317500"/>
            <a:ext cx="330200" cy="279400"/>
          </a:xfrm>
          <a:prstGeom prst="roundRect">
            <a:avLst>
              <a:gd name="adj" fmla="val 14706"/>
            </a:avLst>
          </a:prstGeom>
          <a:noFill/>
          <a:ln w="9525">
            <a:noFill/>
            <a:prstDash val="solid"/>
          </a:ln>
          <a:effectLst/>
          <a:extLst>
            <a:ext uri="{909E8E84-426E-40DD-AFC4-6F175D3DCCD1}">
              <a14:hiddenFill xmlns:a14="http://schemas.microsoft.com/office/drawing/2010/main">
                <a:solidFill>
                  <a:srgbClr val="294A6D"/>
                </a:solidFill>
              </a14:hiddenFill>
            </a:ext>
            <a:ext uri="{91240B29-F687-4F45-9708-019B960494DF}">
              <a14:hiddenLine xmlns:a14="http://schemas.microsoft.com/office/drawing/2010/main" w="9525">
                <a:solidFill>
                  <a:srgbClr val="294A6D"/>
                </a:solidFill>
                <a:prstDash val="solid"/>
              </a14:hiddenLine>
            </a:ext>
          </a:extLst>
        </p:spPr>
        <p:txBody>
          <a:bodyPr wrap="square" lIns="0" tIns="0" rIns="0" bIns="0" anchor="ctr">
            <a:noAutofit/>
          </a:bodyPr>
          <a:lstStyle/>
          <a:p>
            <a:pPr algn="ctr">
              <a:buNone/>
              <a:defRPr sz="1200" b="1">
                <a:solidFill>
                  <a:srgbClr val="FFFFFF"/>
                </a:solidFill>
                <a:latin typeface="微软雅黑" panose="020B0503020204020204" charset="-122"/>
                <a:ea typeface="微软雅黑" panose="020B0503020204020204" charset="-122"/>
                <a:cs typeface="微软雅黑" panose="020B0503020204020204" charset="-122"/>
              </a:defRPr>
            </a:pPr>
            <a:r>
              <a:rPr lang="en-US" sz="1200" b="1" dirty="0">
                <a:solidFill>
                  <a:srgbClr val="66737F"/>
                </a:solidFill>
                <a:latin typeface="Arial" panose="020B0604020202020204" pitchFamily="34" charset="0"/>
                <a:ea typeface="微软雅黑" panose="020B0503020204020204" charset="-122"/>
                <a:cs typeface="微软雅黑" panose="020B0503020204020204" charset="-122"/>
              </a:rPr>
              <a:t>6</a:t>
            </a:r>
          </a:p>
        </p:txBody>
      </p:sp>
    </p:spTree>
  </p:cSld>
  <p:clrMapOvr>
    <a:masterClrMapping/>
  </p:clrMapOvr>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title"/>
          <p:cNvSpPr>
            <a:spLocks noGrp="1"/>
          </p:cNvSpPr>
          <p:nvPr/>
        </p:nvSpPr>
        <p:spPr>
          <a:xfrm>
            <a:off x="1200150" y="171450"/>
            <a:ext cx="10572750" cy="523875"/>
          </a:xfrm>
          <a:prstGeom prst="rect">
            <a:avLst/>
          </a:prstGeom>
          <a:noFill/>
          <a:ln w="0">
            <a:noFill/>
            <a:prstDash val="solid"/>
          </a:ln>
        </p:spPr>
        <p:txBody>
          <a:bodyPr wrap="none" lIns="0" tIns="0" rIns="0" bIns="0" anchor="ctr">
            <a:normAutofit/>
          </a:bodyPr>
          <a:lstStyle/>
          <a:p>
            <a:pPr algn="l">
              <a:defRPr sz="2925" b="1">
                <a:solidFill>
                  <a:srgbClr val="252B31"/>
                </a:solidFill>
                <a:latin typeface="微软雅黑" panose="020B0503020204020204" charset="-122"/>
                <a:ea typeface="微软雅黑" panose="020B0503020204020204" charset="-122"/>
                <a:cs typeface="微软雅黑" panose="020B0503020204020204" charset="-122"/>
              </a:defRPr>
            </a:pPr>
            <a:r>
              <a:rPr sz="2700" b="1" dirty="0">
                <a:solidFill>
                  <a:srgbClr val="243B53"/>
                </a:solidFill>
                <a:latin typeface="Arial" panose="020B0604020202020204" pitchFamily="34" charset="0"/>
                <a:ea typeface="微软雅黑" panose="020B0503020204020204" charset="-122"/>
                <a:cs typeface="微软雅黑" panose="020B0503020204020204" charset="-122"/>
              </a:rPr>
              <a:t>Skill</a:t>
            </a:r>
            <a:r>
              <a:rPr lang="en-US" sz="2700" b="1" dirty="0">
                <a:solidFill>
                  <a:srgbClr val="243B53"/>
                </a:solidFill>
                <a:latin typeface="Arial" panose="020B0604020202020204" pitchFamily="34" charset="0"/>
                <a:ea typeface="微软雅黑" panose="020B0503020204020204" charset="-122"/>
                <a:cs typeface="微软雅黑" panose="020B0503020204020204" charset="-122"/>
              </a:rPr>
              <a:t> </a:t>
            </a:r>
            <a:r>
              <a:rPr lang="zh-CN" altLang="en-US" sz="2700" b="1" dirty="0">
                <a:solidFill>
                  <a:srgbClr val="243B53"/>
                </a:solidFill>
                <a:latin typeface="Arial" panose="020B0604020202020204" pitchFamily="34" charset="0"/>
                <a:ea typeface="微软雅黑" panose="020B0503020204020204" charset="-122"/>
                <a:cs typeface="微软雅黑" panose="020B0503020204020204" charset="-122"/>
              </a:rPr>
              <a:t>开发流程</a:t>
            </a:r>
            <a:r>
              <a:rPr sz="2700" b="1" dirty="0">
                <a:solidFill>
                  <a:srgbClr val="243B53"/>
                </a:solidFill>
                <a:latin typeface="Arial" panose="020B0604020202020204" pitchFamily="34" charset="0"/>
                <a:ea typeface="微软雅黑" panose="020B0503020204020204" charset="-122"/>
                <a:cs typeface="微软雅黑" panose="020B0503020204020204" charset="-122"/>
              </a:rPr>
              <a:t> </a:t>
            </a:r>
            <a:r>
              <a:rPr sz="2700" b="1" dirty="0" err="1">
                <a:solidFill>
                  <a:srgbClr val="243B53"/>
                </a:solidFill>
                <a:latin typeface="Arial" panose="020B0604020202020204" pitchFamily="34" charset="0"/>
                <a:ea typeface="微软雅黑" panose="020B0503020204020204" charset="-122"/>
                <a:cs typeface="微软雅黑" panose="020B0503020204020204" charset="-122"/>
              </a:rPr>
              <a:t>的完整演化</a:t>
            </a:r>
            <a:endParaRPr sz="2700" b="1" dirty="0">
              <a:solidFill>
                <a:srgbClr val="243B53"/>
              </a:solidFill>
              <a:latin typeface="Arial" panose="020B0604020202020204" pitchFamily="34" charset="0"/>
              <a:ea typeface="微软雅黑" panose="020B0503020204020204" charset="-122"/>
              <a:cs typeface="微软雅黑" panose="020B0503020204020204" charset="-122"/>
            </a:endParaRPr>
          </a:p>
        </p:txBody>
      </p:sp>
      <p:sp>
        <p:nvSpPr>
          <p:cNvPr id="3" name="slide-subtitle"/>
          <p:cNvSpPr>
            <a:spLocks noGrp="1"/>
          </p:cNvSpPr>
          <p:nvPr/>
        </p:nvSpPr>
        <p:spPr>
          <a:xfrm>
            <a:off x="800100" y="714375"/>
            <a:ext cx="7810500" cy="247650"/>
          </a:xfrm>
          <a:prstGeom prst="rect">
            <a:avLst/>
          </a:prstGeom>
          <a:noFill/>
          <a:ln w="0">
            <a:noFill/>
            <a:prstDash val="solid"/>
          </a:ln>
        </p:spPr>
        <p:txBody>
          <a:bodyPr wrap="none" lIns="0" tIns="0" rIns="0" bIns="0" anchor="ctr">
            <a:normAutofit/>
          </a:bodyPr>
          <a:lstStyle/>
          <a:p>
            <a:pPr algn="l">
              <a:defRPr sz="1335" b="0">
                <a:solidFill>
                  <a:srgbClr val="68727B"/>
                </a:solidFill>
                <a:latin typeface="微软雅黑" panose="020B0503020204020204" charset="-122"/>
                <a:ea typeface="微软雅黑" panose="020B0503020204020204" charset="-122"/>
                <a:cs typeface="微软雅黑" panose="020B0503020204020204" charset="-122"/>
              </a:defRPr>
            </a:pPr>
            <a:endParaRPr sz="1335" b="0" dirty="0">
              <a:solidFill>
                <a:srgbClr val="68727B"/>
              </a:solidFill>
              <a:latin typeface="微软雅黑" panose="020B0503020204020204" charset="-122"/>
              <a:ea typeface="微软雅黑" panose="020B0503020204020204" charset="-122"/>
              <a:cs typeface="微软雅黑" panose="020B0503020204020204" charset="-122"/>
            </a:endParaRPr>
          </a:p>
        </p:txBody>
      </p:sp>
      <p:sp>
        <p:nvSpPr>
          <p:cNvPr id="5" name="main-column-divider"/>
          <p:cNvSpPr>
            <a:spLocks noGrp="1"/>
          </p:cNvSpPr>
          <p:nvPr/>
        </p:nvSpPr>
        <p:spPr>
          <a:xfrm>
            <a:off x="8610600" y="1162050"/>
            <a:ext cx="0" cy="4933950"/>
          </a:xfrm>
          <a:prstGeom prst="line">
            <a:avLst/>
          </a:prstGeom>
          <a:noFill/>
          <a:ln w="9525">
            <a:solidFill>
              <a:srgbClr val="D8DEE3"/>
            </a:solidFill>
            <a:prstDash val="solid"/>
          </a:ln>
        </p:spPr>
      </p:sp>
      <p:sp>
        <p:nvSpPr>
          <p:cNvPr id="6" name="main-heading"/>
          <p:cNvSpPr>
            <a:spLocks noGrp="1"/>
          </p:cNvSpPr>
          <p:nvPr/>
        </p:nvSpPr>
        <p:spPr>
          <a:xfrm>
            <a:off x="609600" y="1143000"/>
            <a:ext cx="3333750" cy="266700"/>
          </a:xfrm>
          <a:prstGeom prst="rect">
            <a:avLst/>
          </a:prstGeom>
          <a:noFill/>
          <a:ln w="0">
            <a:noFill/>
            <a:prstDash val="solid"/>
          </a:ln>
        </p:spPr>
        <p:txBody>
          <a:bodyPr wrap="none" lIns="0" tIns="0" rIns="0" bIns="0" anchor="ctr">
            <a:normAutofit/>
          </a:bodyPr>
          <a:lstStyle/>
          <a:p>
            <a:pPr algn="l">
              <a:defRPr sz="1650" b="1">
                <a:solidFill>
                  <a:srgbClr val="252B31"/>
                </a:solidFill>
                <a:latin typeface="微软雅黑" panose="020B0503020204020204" charset="-122"/>
                <a:ea typeface="微软雅黑" panose="020B0503020204020204" charset="-122"/>
                <a:cs typeface="微软雅黑" panose="020B0503020204020204" charset="-122"/>
              </a:defRPr>
            </a:pPr>
            <a:r>
              <a:rPr sz="1650" b="1" dirty="0" err="1" smtClean="0">
                <a:solidFill>
                  <a:srgbClr val="252B31"/>
                </a:solidFill>
                <a:latin typeface="微软雅黑" panose="020B0503020204020204" charset="-122"/>
                <a:ea typeface="微软雅黑" panose="020B0503020204020204" charset="-122"/>
                <a:cs typeface="微软雅黑" panose="020B0503020204020204" charset="-122"/>
              </a:rPr>
              <a:t>从</a:t>
            </a:r>
            <a:r>
              <a:rPr lang="en-US" altLang="zh-CN" sz="1650" b="1" dirty="0" err="1" smtClean="0">
                <a:solidFill>
                  <a:srgbClr val="252B31"/>
                </a:solidFill>
                <a:latin typeface="微软雅黑" panose="020B0503020204020204" charset="-122"/>
                <a:ea typeface="微软雅黑" panose="020B0503020204020204" charset="-122"/>
                <a:cs typeface="微软雅黑" panose="020B0503020204020204" charset="-122"/>
              </a:rPr>
              <a:t>task</a:t>
            </a:r>
            <a:r>
              <a:rPr sz="1650" b="1" dirty="0" err="1" smtClean="0">
                <a:solidFill>
                  <a:srgbClr val="252B31"/>
                </a:solidFill>
                <a:latin typeface="微软雅黑" panose="020B0503020204020204" charset="-122"/>
                <a:ea typeface="微软雅黑" panose="020B0503020204020204" charset="-122"/>
                <a:cs typeface="微软雅黑" panose="020B0503020204020204" charset="-122"/>
              </a:rPr>
              <a:t>到稳定</a:t>
            </a:r>
            <a:r>
              <a:rPr sz="1650" b="1" dirty="0" smtClean="0">
                <a:solidFill>
                  <a:srgbClr val="252B31"/>
                </a:solidFill>
                <a:latin typeface="微软雅黑" panose="020B0503020204020204" charset="-122"/>
                <a:ea typeface="微软雅黑" panose="020B0503020204020204" charset="-122"/>
                <a:cs typeface="微软雅黑" panose="020B0503020204020204" charset="-122"/>
              </a:rPr>
              <a:t> </a:t>
            </a:r>
            <a:r>
              <a:rPr sz="1650" b="1" dirty="0">
                <a:solidFill>
                  <a:srgbClr val="252B31"/>
                </a:solidFill>
                <a:latin typeface="微软雅黑" panose="020B0503020204020204" charset="-122"/>
                <a:ea typeface="微软雅黑" panose="020B0503020204020204" charset="-122"/>
                <a:cs typeface="微软雅黑" panose="020B0503020204020204" charset="-122"/>
              </a:rPr>
              <a:t>Skill</a:t>
            </a:r>
          </a:p>
        </p:txBody>
      </p:sp>
      <p:sp>
        <p:nvSpPr>
          <p:cNvPr id="8" name="iteration-heading"/>
          <p:cNvSpPr>
            <a:spLocks noGrp="1"/>
          </p:cNvSpPr>
          <p:nvPr/>
        </p:nvSpPr>
        <p:spPr>
          <a:xfrm>
            <a:off x="8724900" y="1143000"/>
            <a:ext cx="2857500" cy="266700"/>
          </a:xfrm>
          <a:prstGeom prst="rect">
            <a:avLst/>
          </a:prstGeom>
          <a:noFill/>
          <a:ln w="0">
            <a:noFill/>
            <a:prstDash val="solid"/>
          </a:ln>
        </p:spPr>
        <p:txBody>
          <a:bodyPr wrap="none" lIns="0" tIns="0" rIns="0" bIns="0" anchor="ctr">
            <a:normAutofit/>
          </a:bodyPr>
          <a:lstStyle/>
          <a:p>
            <a:pPr algn="l">
              <a:defRPr sz="1650" b="1">
                <a:solidFill>
                  <a:srgbClr val="252B31"/>
                </a:solidFill>
                <a:latin typeface="微软雅黑" panose="020B0503020204020204" charset="-122"/>
                <a:ea typeface="微软雅黑" panose="020B0503020204020204" charset="-122"/>
                <a:cs typeface="微软雅黑" panose="020B0503020204020204" charset="-122"/>
              </a:defRPr>
            </a:pPr>
            <a:r>
              <a:rPr sz="1650" b="1">
                <a:solidFill>
                  <a:srgbClr val="252B31"/>
                </a:solidFill>
                <a:latin typeface="微软雅黑" panose="020B0503020204020204" charset="-122"/>
                <a:ea typeface="微软雅黑" panose="020B0503020204020204" charset="-122"/>
                <a:cs typeface="微软雅黑" panose="020B0503020204020204" charset="-122"/>
              </a:rPr>
              <a:t>失败定位与迭代</a:t>
            </a:r>
          </a:p>
        </p:txBody>
      </p:sp>
      <p:sp>
        <p:nvSpPr>
          <p:cNvPr id="9" name="task-band"/>
          <p:cNvSpPr>
            <a:spLocks noGrp="1"/>
          </p:cNvSpPr>
          <p:nvPr/>
        </p:nvSpPr>
        <p:spPr>
          <a:xfrm>
            <a:off x="609600" y="1485900"/>
            <a:ext cx="7886700" cy="666750"/>
          </a:xfrm>
          <a:prstGeom prst="rect">
            <a:avLst/>
          </a:prstGeom>
          <a:solidFill>
            <a:srgbClr val="FFFFFF"/>
          </a:solidFill>
          <a:ln w="9525">
            <a:solidFill>
              <a:srgbClr val="D8DEE3"/>
            </a:solidFill>
            <a:prstDash val="solid"/>
          </a:ln>
        </p:spPr>
      </p:sp>
      <p:sp>
        <p:nvSpPr>
          <p:cNvPr id="10" name="task-accent"/>
          <p:cNvSpPr>
            <a:spLocks noGrp="1"/>
          </p:cNvSpPr>
          <p:nvPr/>
        </p:nvSpPr>
        <p:spPr>
          <a:xfrm>
            <a:off x="609600" y="1485900"/>
            <a:ext cx="28575" cy="666750"/>
          </a:xfrm>
          <a:prstGeom prst="rect">
            <a:avLst/>
          </a:prstGeom>
          <a:solidFill>
            <a:srgbClr val="557A96"/>
          </a:solidFill>
          <a:ln w="0">
            <a:noFill/>
            <a:prstDash val="solid"/>
          </a:ln>
        </p:spPr>
      </p:sp>
      <p:sp>
        <p:nvSpPr>
          <p:cNvPr id="11" name="task-number"/>
          <p:cNvSpPr>
            <a:spLocks noGrp="1"/>
          </p:cNvSpPr>
          <p:nvPr/>
        </p:nvSpPr>
        <p:spPr>
          <a:xfrm>
            <a:off x="762000" y="1562100"/>
            <a:ext cx="323850" cy="219075"/>
          </a:xfrm>
          <a:prstGeom prst="rect">
            <a:avLst/>
          </a:prstGeom>
          <a:noFill/>
          <a:ln w="0">
            <a:noFill/>
            <a:prstDash val="solid"/>
          </a:ln>
        </p:spPr>
        <p:txBody>
          <a:bodyPr wrap="none" lIns="0" tIns="0" rIns="0" bIns="0" anchor="ctr">
            <a:normAutofit/>
          </a:bodyPr>
          <a:lstStyle/>
          <a:p>
            <a:pPr algn="l">
              <a:defRPr sz="1240" b="1">
                <a:solidFill>
                  <a:srgbClr val="557A96"/>
                </a:solidFill>
                <a:latin typeface="微软雅黑" panose="020B0503020204020204" charset="-122"/>
                <a:ea typeface="微软雅黑" panose="020B0503020204020204" charset="-122"/>
                <a:cs typeface="微软雅黑" panose="020B0503020204020204" charset="-122"/>
              </a:defRPr>
            </a:pPr>
            <a:r>
              <a:rPr sz="1240" b="1">
                <a:solidFill>
                  <a:srgbClr val="557A96"/>
                </a:solidFill>
                <a:latin typeface="微软雅黑" panose="020B0503020204020204" charset="-122"/>
                <a:ea typeface="微软雅黑" panose="020B0503020204020204" charset="-122"/>
                <a:cs typeface="微软雅黑" panose="020B0503020204020204" charset="-122"/>
              </a:rPr>
              <a:t>01</a:t>
            </a:r>
          </a:p>
        </p:txBody>
      </p:sp>
      <p:sp>
        <p:nvSpPr>
          <p:cNvPr id="12" name="task-title"/>
          <p:cNvSpPr>
            <a:spLocks noGrp="1"/>
          </p:cNvSpPr>
          <p:nvPr/>
        </p:nvSpPr>
        <p:spPr>
          <a:xfrm>
            <a:off x="1143000" y="1543050"/>
            <a:ext cx="1571625" cy="247650"/>
          </a:xfrm>
          <a:prstGeom prst="rect">
            <a:avLst/>
          </a:prstGeom>
          <a:noFill/>
          <a:ln w="0">
            <a:noFill/>
            <a:prstDash val="solid"/>
          </a:ln>
        </p:spPr>
        <p:txBody>
          <a:bodyPr wrap="none" lIns="0" tIns="0" rIns="0" bIns="0" anchor="ctr">
            <a:normAutofit/>
          </a:bodyPr>
          <a:lstStyle/>
          <a:p>
            <a:pPr algn="l">
              <a:defRPr sz="1425" b="1">
                <a:solidFill>
                  <a:srgbClr val="252B31"/>
                </a:solidFill>
                <a:latin typeface="微软雅黑" panose="020B0503020204020204" charset="-122"/>
                <a:ea typeface="微软雅黑" panose="020B0503020204020204" charset="-122"/>
                <a:cs typeface="微软雅黑" panose="020B0503020204020204" charset="-122"/>
              </a:defRPr>
            </a:pPr>
            <a:r>
              <a:rPr sz="1425" b="1">
                <a:solidFill>
                  <a:srgbClr val="252B31"/>
                </a:solidFill>
                <a:latin typeface="微软雅黑" panose="020B0503020204020204" charset="-122"/>
                <a:ea typeface="微软雅黑" panose="020B0503020204020204" charset="-122"/>
                <a:cs typeface="微软雅黑" panose="020B0503020204020204" charset="-122"/>
              </a:rPr>
              <a:t>Task</a:t>
            </a:r>
          </a:p>
        </p:txBody>
      </p:sp>
      <p:sp>
        <p:nvSpPr>
          <p:cNvPr id="13" name="task-subtitle"/>
          <p:cNvSpPr>
            <a:spLocks noGrp="1"/>
          </p:cNvSpPr>
          <p:nvPr/>
        </p:nvSpPr>
        <p:spPr>
          <a:xfrm>
            <a:off x="762000" y="1809750"/>
            <a:ext cx="1952625" cy="209550"/>
          </a:xfrm>
          <a:prstGeom prst="rect">
            <a:avLst/>
          </a:prstGeom>
          <a:noFill/>
          <a:ln w="0">
            <a:noFill/>
            <a:prstDash val="solid"/>
          </a:ln>
        </p:spPr>
        <p:txBody>
          <a:bodyPr wrap="none" lIns="0" tIns="0" rIns="0" bIns="0" anchor="ctr">
            <a:normAutofit/>
          </a:bodyPr>
          <a:lstStyle/>
          <a:p>
            <a:pPr algn="l">
              <a:defRPr sz="1015" b="0">
                <a:solidFill>
                  <a:srgbClr val="68727B"/>
                </a:solidFill>
                <a:latin typeface="微软雅黑" panose="020B0503020204020204" charset="-122"/>
                <a:ea typeface="微软雅黑" panose="020B0503020204020204" charset="-122"/>
                <a:cs typeface="微软雅黑" panose="020B0503020204020204" charset="-122"/>
              </a:defRPr>
            </a:pPr>
            <a:r>
              <a:rPr sz="1015" b="0">
                <a:solidFill>
                  <a:srgbClr val="68727B"/>
                </a:solidFill>
                <a:latin typeface="微软雅黑" panose="020B0503020204020204" charset="-122"/>
                <a:ea typeface="微软雅黑" panose="020B0503020204020204" charset="-122"/>
                <a:cs typeface="微软雅黑" panose="020B0503020204020204" charset="-122"/>
              </a:rPr>
              <a:t>明确任务起点和终点</a:t>
            </a:r>
          </a:p>
        </p:txBody>
      </p:sp>
      <p:sp>
        <p:nvSpPr>
          <p:cNvPr id="14" name="basic-workflow-band"/>
          <p:cNvSpPr>
            <a:spLocks noGrp="1"/>
          </p:cNvSpPr>
          <p:nvPr/>
        </p:nvSpPr>
        <p:spPr>
          <a:xfrm>
            <a:off x="609600" y="2209800"/>
            <a:ext cx="7886700" cy="666750"/>
          </a:xfrm>
          <a:prstGeom prst="rect">
            <a:avLst/>
          </a:prstGeom>
          <a:solidFill>
            <a:srgbClr val="FFFFFF"/>
          </a:solidFill>
          <a:ln w="9525">
            <a:solidFill>
              <a:srgbClr val="D8DEE3"/>
            </a:solidFill>
            <a:prstDash val="solid"/>
          </a:ln>
        </p:spPr>
      </p:sp>
      <p:sp>
        <p:nvSpPr>
          <p:cNvPr id="15" name="basic-workflow-accent"/>
          <p:cNvSpPr>
            <a:spLocks noGrp="1"/>
          </p:cNvSpPr>
          <p:nvPr/>
        </p:nvSpPr>
        <p:spPr>
          <a:xfrm>
            <a:off x="609600" y="2209800"/>
            <a:ext cx="28575" cy="666750"/>
          </a:xfrm>
          <a:prstGeom prst="rect">
            <a:avLst/>
          </a:prstGeom>
          <a:solidFill>
            <a:srgbClr val="557A96"/>
          </a:solidFill>
          <a:ln w="0">
            <a:noFill/>
            <a:prstDash val="solid"/>
          </a:ln>
        </p:spPr>
      </p:sp>
      <p:sp>
        <p:nvSpPr>
          <p:cNvPr id="16" name="basic-workflow-number"/>
          <p:cNvSpPr>
            <a:spLocks noGrp="1"/>
          </p:cNvSpPr>
          <p:nvPr/>
        </p:nvSpPr>
        <p:spPr>
          <a:xfrm>
            <a:off x="762000" y="2286000"/>
            <a:ext cx="323850" cy="219075"/>
          </a:xfrm>
          <a:prstGeom prst="rect">
            <a:avLst/>
          </a:prstGeom>
          <a:noFill/>
          <a:ln w="0">
            <a:noFill/>
            <a:prstDash val="solid"/>
          </a:ln>
        </p:spPr>
        <p:txBody>
          <a:bodyPr wrap="none" lIns="0" tIns="0" rIns="0" bIns="0" anchor="ctr">
            <a:normAutofit/>
          </a:bodyPr>
          <a:lstStyle/>
          <a:p>
            <a:pPr algn="l">
              <a:defRPr sz="1240" b="1">
                <a:solidFill>
                  <a:srgbClr val="557A96"/>
                </a:solidFill>
                <a:latin typeface="微软雅黑" panose="020B0503020204020204" charset="-122"/>
                <a:ea typeface="微软雅黑" panose="020B0503020204020204" charset="-122"/>
                <a:cs typeface="微软雅黑" panose="020B0503020204020204" charset="-122"/>
              </a:defRPr>
            </a:pPr>
            <a:r>
              <a:rPr sz="1240" b="1">
                <a:solidFill>
                  <a:srgbClr val="557A96"/>
                </a:solidFill>
                <a:latin typeface="微软雅黑" panose="020B0503020204020204" charset="-122"/>
                <a:ea typeface="微软雅黑" panose="020B0503020204020204" charset="-122"/>
                <a:cs typeface="微软雅黑" panose="020B0503020204020204" charset="-122"/>
              </a:rPr>
              <a:t>02</a:t>
            </a:r>
          </a:p>
        </p:txBody>
      </p:sp>
      <p:sp>
        <p:nvSpPr>
          <p:cNvPr id="17" name="basic-workflow-title"/>
          <p:cNvSpPr>
            <a:spLocks noGrp="1"/>
          </p:cNvSpPr>
          <p:nvPr/>
        </p:nvSpPr>
        <p:spPr>
          <a:xfrm>
            <a:off x="1143000" y="2266950"/>
            <a:ext cx="1571625" cy="247650"/>
          </a:xfrm>
          <a:prstGeom prst="rect">
            <a:avLst/>
          </a:prstGeom>
          <a:noFill/>
          <a:ln w="0">
            <a:noFill/>
            <a:prstDash val="solid"/>
          </a:ln>
        </p:spPr>
        <p:txBody>
          <a:bodyPr wrap="none" lIns="0" tIns="0" rIns="0" bIns="0" anchor="ctr">
            <a:normAutofit/>
          </a:bodyPr>
          <a:lstStyle/>
          <a:p>
            <a:pPr algn="l">
              <a:defRPr sz="1425" b="1">
                <a:solidFill>
                  <a:srgbClr val="252B31"/>
                </a:solidFill>
                <a:latin typeface="微软雅黑" panose="020B0503020204020204" charset="-122"/>
                <a:ea typeface="微软雅黑" panose="020B0503020204020204" charset="-122"/>
                <a:cs typeface="微软雅黑" panose="020B0503020204020204" charset="-122"/>
              </a:defRPr>
            </a:pPr>
            <a:r>
              <a:rPr sz="1425" b="1">
                <a:solidFill>
                  <a:srgbClr val="252B31"/>
                </a:solidFill>
                <a:latin typeface="微软雅黑" panose="020B0503020204020204" charset="-122"/>
                <a:ea typeface="微软雅黑" panose="020B0503020204020204" charset="-122"/>
                <a:cs typeface="微软雅黑" panose="020B0503020204020204" charset="-122"/>
              </a:rPr>
              <a:t>Basic Workflow</a:t>
            </a:r>
          </a:p>
        </p:txBody>
      </p:sp>
      <p:sp>
        <p:nvSpPr>
          <p:cNvPr id="18" name="basic-workflow-subtitle"/>
          <p:cNvSpPr>
            <a:spLocks noGrp="1"/>
          </p:cNvSpPr>
          <p:nvPr/>
        </p:nvSpPr>
        <p:spPr>
          <a:xfrm>
            <a:off x="762000" y="2533650"/>
            <a:ext cx="1952625" cy="209550"/>
          </a:xfrm>
          <a:prstGeom prst="rect">
            <a:avLst/>
          </a:prstGeom>
          <a:noFill/>
          <a:ln w="0">
            <a:noFill/>
            <a:prstDash val="solid"/>
          </a:ln>
        </p:spPr>
        <p:txBody>
          <a:bodyPr wrap="none" lIns="0" tIns="0" rIns="0" bIns="0" anchor="ctr">
            <a:normAutofit/>
          </a:bodyPr>
          <a:lstStyle/>
          <a:p>
            <a:pPr algn="l">
              <a:defRPr sz="1015" b="0">
                <a:solidFill>
                  <a:srgbClr val="68727B"/>
                </a:solidFill>
                <a:latin typeface="微软雅黑" panose="020B0503020204020204" charset="-122"/>
                <a:ea typeface="微软雅黑" panose="020B0503020204020204" charset="-122"/>
                <a:cs typeface="微软雅黑" panose="020B0503020204020204" charset="-122"/>
              </a:defRPr>
            </a:pPr>
            <a:r>
              <a:rPr sz="1015" b="0">
                <a:solidFill>
                  <a:srgbClr val="68727B"/>
                </a:solidFill>
                <a:latin typeface="微软雅黑" panose="020B0503020204020204" charset="-122"/>
                <a:ea typeface="微软雅黑" panose="020B0503020204020204" charset="-122"/>
                <a:cs typeface="微软雅黑" panose="020B0503020204020204" charset="-122"/>
              </a:rPr>
              <a:t>把任务拆成明确 Stage</a:t>
            </a:r>
          </a:p>
        </p:txBody>
      </p:sp>
      <p:sp>
        <p:nvSpPr>
          <p:cNvPr id="19" name="executable-band"/>
          <p:cNvSpPr>
            <a:spLocks noGrp="1"/>
          </p:cNvSpPr>
          <p:nvPr/>
        </p:nvSpPr>
        <p:spPr>
          <a:xfrm>
            <a:off x="609600" y="2933700"/>
            <a:ext cx="7886700" cy="1276350"/>
          </a:xfrm>
          <a:prstGeom prst="rect">
            <a:avLst/>
          </a:prstGeom>
          <a:solidFill>
            <a:srgbClr val="FFFFFF"/>
          </a:solidFill>
          <a:ln w="9525">
            <a:solidFill>
              <a:srgbClr val="D8DEE3"/>
            </a:solidFill>
            <a:prstDash val="solid"/>
          </a:ln>
        </p:spPr>
      </p:sp>
      <p:sp>
        <p:nvSpPr>
          <p:cNvPr id="20" name="executable-accent"/>
          <p:cNvSpPr>
            <a:spLocks noGrp="1"/>
          </p:cNvSpPr>
          <p:nvPr/>
        </p:nvSpPr>
        <p:spPr>
          <a:xfrm>
            <a:off x="609600" y="2933700"/>
            <a:ext cx="28575" cy="1276350"/>
          </a:xfrm>
          <a:prstGeom prst="rect">
            <a:avLst/>
          </a:prstGeom>
          <a:solidFill>
            <a:srgbClr val="557A96"/>
          </a:solidFill>
          <a:ln w="0">
            <a:noFill/>
            <a:prstDash val="solid"/>
          </a:ln>
        </p:spPr>
      </p:sp>
      <p:sp>
        <p:nvSpPr>
          <p:cNvPr id="21" name="executable-number"/>
          <p:cNvSpPr>
            <a:spLocks noGrp="1"/>
          </p:cNvSpPr>
          <p:nvPr/>
        </p:nvSpPr>
        <p:spPr>
          <a:xfrm>
            <a:off x="762000" y="3009900"/>
            <a:ext cx="323850" cy="219075"/>
          </a:xfrm>
          <a:prstGeom prst="rect">
            <a:avLst/>
          </a:prstGeom>
          <a:noFill/>
          <a:ln w="0">
            <a:noFill/>
            <a:prstDash val="solid"/>
          </a:ln>
        </p:spPr>
        <p:txBody>
          <a:bodyPr wrap="none" lIns="0" tIns="0" rIns="0" bIns="0" anchor="ctr">
            <a:normAutofit/>
          </a:bodyPr>
          <a:lstStyle/>
          <a:p>
            <a:pPr algn="l">
              <a:defRPr sz="1240" b="1">
                <a:solidFill>
                  <a:srgbClr val="557A96"/>
                </a:solidFill>
                <a:latin typeface="微软雅黑" panose="020B0503020204020204" charset="-122"/>
                <a:ea typeface="微软雅黑" panose="020B0503020204020204" charset="-122"/>
                <a:cs typeface="微软雅黑" panose="020B0503020204020204" charset="-122"/>
              </a:defRPr>
            </a:pPr>
            <a:r>
              <a:rPr sz="1240" b="1">
                <a:solidFill>
                  <a:srgbClr val="557A96"/>
                </a:solidFill>
                <a:latin typeface="微软雅黑" panose="020B0503020204020204" charset="-122"/>
                <a:ea typeface="微软雅黑" panose="020B0503020204020204" charset="-122"/>
                <a:cs typeface="微软雅黑" panose="020B0503020204020204" charset="-122"/>
              </a:rPr>
              <a:t>03</a:t>
            </a:r>
          </a:p>
        </p:txBody>
      </p:sp>
      <p:sp>
        <p:nvSpPr>
          <p:cNvPr id="22" name="executable-title"/>
          <p:cNvSpPr>
            <a:spLocks noGrp="1"/>
          </p:cNvSpPr>
          <p:nvPr/>
        </p:nvSpPr>
        <p:spPr>
          <a:xfrm>
            <a:off x="1143000" y="2990850"/>
            <a:ext cx="1571625" cy="247650"/>
          </a:xfrm>
          <a:prstGeom prst="rect">
            <a:avLst/>
          </a:prstGeom>
          <a:noFill/>
          <a:ln w="0">
            <a:noFill/>
            <a:prstDash val="solid"/>
          </a:ln>
        </p:spPr>
        <p:txBody>
          <a:bodyPr wrap="none" lIns="0" tIns="0" rIns="0" bIns="0" anchor="ctr">
            <a:normAutofit fontScale="96545"/>
          </a:bodyPr>
          <a:lstStyle/>
          <a:p>
            <a:pPr algn="l">
              <a:defRPr sz="1425" b="1">
                <a:solidFill>
                  <a:srgbClr val="252B31"/>
                </a:solidFill>
                <a:latin typeface="微软雅黑" panose="020B0503020204020204" charset="-122"/>
                <a:ea typeface="微软雅黑" panose="020B0503020204020204" charset="-122"/>
                <a:cs typeface="微软雅黑" panose="020B0503020204020204" charset="-122"/>
              </a:defRPr>
            </a:pPr>
            <a:r>
              <a:rPr lang="zh-CN" altLang="en-US" sz="1425" b="1" dirty="0">
                <a:solidFill>
                  <a:srgbClr val="252B31"/>
                </a:solidFill>
                <a:latin typeface="微软雅黑" panose="020B0503020204020204" charset="-122"/>
                <a:ea typeface="微软雅黑" panose="020B0503020204020204" charset="-122"/>
                <a:cs typeface="微软雅黑" panose="020B0503020204020204" charset="-122"/>
              </a:rPr>
              <a:t>扩展</a:t>
            </a:r>
            <a:r>
              <a:rPr sz="1425" b="1" dirty="0" smtClean="0">
                <a:solidFill>
                  <a:srgbClr val="252B31"/>
                </a:solidFill>
                <a:latin typeface="微软雅黑" panose="020B0503020204020204" charset="-122"/>
                <a:ea typeface="微软雅黑" panose="020B0503020204020204" charset="-122"/>
                <a:cs typeface="微软雅黑" panose="020B0503020204020204" charset="-122"/>
              </a:rPr>
              <a:t> </a:t>
            </a:r>
            <a:r>
              <a:rPr sz="1425" b="1" dirty="0">
                <a:solidFill>
                  <a:srgbClr val="252B31"/>
                </a:solidFill>
                <a:latin typeface="微软雅黑" panose="020B0503020204020204" charset="-122"/>
                <a:ea typeface="微软雅黑" panose="020B0503020204020204" charset="-122"/>
                <a:cs typeface="微软雅黑" panose="020B0503020204020204" charset="-122"/>
              </a:rPr>
              <a:t>Workflow</a:t>
            </a:r>
          </a:p>
        </p:txBody>
      </p:sp>
      <p:sp>
        <p:nvSpPr>
          <p:cNvPr id="23" name="executable-subtitle"/>
          <p:cNvSpPr>
            <a:spLocks noGrp="1"/>
          </p:cNvSpPr>
          <p:nvPr/>
        </p:nvSpPr>
        <p:spPr>
          <a:xfrm>
            <a:off x="762000" y="3257550"/>
            <a:ext cx="1952625" cy="209550"/>
          </a:xfrm>
          <a:prstGeom prst="rect">
            <a:avLst/>
          </a:prstGeom>
          <a:noFill/>
          <a:ln w="0">
            <a:noFill/>
            <a:prstDash val="solid"/>
          </a:ln>
        </p:spPr>
        <p:txBody>
          <a:bodyPr wrap="none" lIns="0" tIns="0" rIns="0" bIns="0" anchor="ctr">
            <a:normAutofit/>
          </a:bodyPr>
          <a:lstStyle/>
          <a:p>
            <a:pPr algn="l">
              <a:defRPr sz="1015" b="0">
                <a:solidFill>
                  <a:srgbClr val="68727B"/>
                </a:solidFill>
                <a:latin typeface="微软雅黑" panose="020B0503020204020204" charset="-122"/>
                <a:ea typeface="微软雅黑" panose="020B0503020204020204" charset="-122"/>
                <a:cs typeface="微软雅黑" panose="020B0503020204020204" charset="-122"/>
              </a:defRPr>
            </a:pPr>
            <a:r>
              <a:rPr sz="1015" b="0" dirty="0" err="1" smtClean="0">
                <a:solidFill>
                  <a:srgbClr val="68727B"/>
                </a:solidFill>
                <a:latin typeface="微软雅黑" panose="020B0503020204020204" charset="-122"/>
                <a:ea typeface="微软雅黑" panose="020B0503020204020204" charset="-122"/>
                <a:cs typeface="微软雅黑" panose="020B0503020204020204" charset="-122"/>
              </a:rPr>
              <a:t>加入</a:t>
            </a:r>
            <a:r>
              <a:rPr lang="zh-CN" altLang="en-US" sz="1015" b="0" dirty="0" smtClean="0">
                <a:solidFill>
                  <a:srgbClr val="68727B"/>
                </a:solidFill>
                <a:latin typeface="微软雅黑" panose="020B0503020204020204" charset="-122"/>
                <a:ea typeface="微软雅黑" panose="020B0503020204020204" charset="-122"/>
                <a:cs typeface="微软雅黑" panose="020B0503020204020204" charset="-122"/>
              </a:rPr>
              <a:t>中间</a:t>
            </a:r>
            <a:r>
              <a:rPr sz="1015" b="0" dirty="0" err="1" smtClean="0">
                <a:solidFill>
                  <a:srgbClr val="68727B"/>
                </a:solidFill>
                <a:latin typeface="微软雅黑" panose="020B0503020204020204" charset="-122"/>
                <a:ea typeface="微软雅黑" panose="020B0503020204020204" charset="-122"/>
                <a:cs typeface="微软雅黑" panose="020B0503020204020204" charset="-122"/>
              </a:rPr>
              <a:t>产物</a:t>
            </a:r>
            <a:r>
              <a:rPr sz="1015" b="0" dirty="0" err="1">
                <a:solidFill>
                  <a:srgbClr val="68727B"/>
                </a:solidFill>
                <a:latin typeface="微软雅黑" panose="020B0503020204020204" charset="-122"/>
                <a:ea typeface="微软雅黑" panose="020B0503020204020204" charset="-122"/>
                <a:cs typeface="微软雅黑" panose="020B0503020204020204" charset="-122"/>
              </a:rPr>
              <a:t>、门禁与失败路径</a:t>
            </a:r>
            <a:endParaRPr sz="1015" b="0" dirty="0">
              <a:solidFill>
                <a:srgbClr val="68727B"/>
              </a:solidFill>
              <a:latin typeface="微软雅黑" panose="020B0503020204020204" charset="-122"/>
              <a:ea typeface="微软雅黑" panose="020B0503020204020204" charset="-122"/>
              <a:cs typeface="微软雅黑" panose="020B0503020204020204" charset="-122"/>
            </a:endParaRPr>
          </a:p>
        </p:txBody>
      </p:sp>
      <p:sp>
        <p:nvSpPr>
          <p:cNvPr id="24" name="packaging-band"/>
          <p:cNvSpPr>
            <a:spLocks noGrp="1"/>
          </p:cNvSpPr>
          <p:nvPr/>
        </p:nvSpPr>
        <p:spPr>
          <a:xfrm>
            <a:off x="609600" y="4267200"/>
            <a:ext cx="7886700" cy="1257300"/>
          </a:xfrm>
          <a:prstGeom prst="rect">
            <a:avLst/>
          </a:prstGeom>
          <a:solidFill>
            <a:srgbClr val="FFFFFF"/>
          </a:solidFill>
          <a:ln w="9525">
            <a:solidFill>
              <a:srgbClr val="D8DEE3"/>
            </a:solidFill>
            <a:prstDash val="solid"/>
          </a:ln>
        </p:spPr>
      </p:sp>
      <p:sp>
        <p:nvSpPr>
          <p:cNvPr id="25" name="packaging-accent"/>
          <p:cNvSpPr>
            <a:spLocks noGrp="1"/>
          </p:cNvSpPr>
          <p:nvPr/>
        </p:nvSpPr>
        <p:spPr>
          <a:xfrm>
            <a:off x="609600" y="4267200"/>
            <a:ext cx="28575" cy="1257300"/>
          </a:xfrm>
          <a:prstGeom prst="rect">
            <a:avLst/>
          </a:prstGeom>
          <a:solidFill>
            <a:srgbClr val="557A96"/>
          </a:solidFill>
          <a:ln w="0">
            <a:noFill/>
            <a:prstDash val="solid"/>
          </a:ln>
        </p:spPr>
      </p:sp>
      <p:sp>
        <p:nvSpPr>
          <p:cNvPr id="26" name="packaging-number"/>
          <p:cNvSpPr>
            <a:spLocks noGrp="1"/>
          </p:cNvSpPr>
          <p:nvPr/>
        </p:nvSpPr>
        <p:spPr>
          <a:xfrm>
            <a:off x="762000" y="4343400"/>
            <a:ext cx="323850" cy="219075"/>
          </a:xfrm>
          <a:prstGeom prst="rect">
            <a:avLst/>
          </a:prstGeom>
          <a:noFill/>
          <a:ln w="0">
            <a:noFill/>
            <a:prstDash val="solid"/>
          </a:ln>
        </p:spPr>
        <p:txBody>
          <a:bodyPr wrap="none" lIns="0" tIns="0" rIns="0" bIns="0" anchor="ctr">
            <a:normAutofit/>
          </a:bodyPr>
          <a:lstStyle/>
          <a:p>
            <a:pPr algn="l">
              <a:defRPr sz="1240" b="1">
                <a:solidFill>
                  <a:srgbClr val="557A96"/>
                </a:solidFill>
                <a:latin typeface="微软雅黑" panose="020B0503020204020204" charset="-122"/>
                <a:ea typeface="微软雅黑" panose="020B0503020204020204" charset="-122"/>
                <a:cs typeface="微软雅黑" panose="020B0503020204020204" charset="-122"/>
              </a:defRPr>
            </a:pPr>
            <a:r>
              <a:rPr sz="1240" b="1">
                <a:solidFill>
                  <a:srgbClr val="557A96"/>
                </a:solidFill>
                <a:latin typeface="微软雅黑" panose="020B0503020204020204" charset="-122"/>
                <a:ea typeface="微软雅黑" panose="020B0503020204020204" charset="-122"/>
                <a:cs typeface="微软雅黑" panose="020B0503020204020204" charset="-122"/>
              </a:rPr>
              <a:t>04</a:t>
            </a:r>
          </a:p>
        </p:txBody>
      </p:sp>
      <p:sp>
        <p:nvSpPr>
          <p:cNvPr id="27" name="packaging-title"/>
          <p:cNvSpPr>
            <a:spLocks noGrp="1"/>
          </p:cNvSpPr>
          <p:nvPr/>
        </p:nvSpPr>
        <p:spPr>
          <a:xfrm>
            <a:off x="1143000" y="4324350"/>
            <a:ext cx="1571625" cy="247650"/>
          </a:xfrm>
          <a:prstGeom prst="rect">
            <a:avLst/>
          </a:prstGeom>
          <a:noFill/>
          <a:ln w="0">
            <a:noFill/>
            <a:prstDash val="solid"/>
          </a:ln>
        </p:spPr>
        <p:txBody>
          <a:bodyPr wrap="none" lIns="0" tIns="0" rIns="0" bIns="0" anchor="ctr">
            <a:normAutofit/>
          </a:bodyPr>
          <a:lstStyle/>
          <a:p>
            <a:pPr algn="l">
              <a:defRPr sz="1425" b="1">
                <a:solidFill>
                  <a:srgbClr val="252B31"/>
                </a:solidFill>
                <a:latin typeface="微软雅黑" panose="020B0503020204020204" charset="-122"/>
                <a:ea typeface="微软雅黑" panose="020B0503020204020204" charset="-122"/>
                <a:cs typeface="微软雅黑" panose="020B0503020204020204" charset="-122"/>
              </a:defRPr>
            </a:pPr>
            <a:r>
              <a:rPr sz="1425" b="1" dirty="0" smtClean="0">
                <a:solidFill>
                  <a:srgbClr val="252B31"/>
                </a:solidFill>
                <a:latin typeface="微软雅黑" panose="020B0503020204020204" charset="-122"/>
                <a:ea typeface="微软雅黑" panose="020B0503020204020204" charset="-122"/>
                <a:cs typeface="微软雅黑" panose="020B0503020204020204" charset="-122"/>
              </a:rPr>
              <a:t>Skill</a:t>
            </a:r>
            <a:r>
              <a:rPr lang="zh-CN" altLang="en-US" sz="1425" b="1" dirty="0" smtClean="0">
                <a:solidFill>
                  <a:srgbClr val="252B31"/>
                </a:solidFill>
                <a:latin typeface="微软雅黑" panose="020B0503020204020204" charset="-122"/>
                <a:ea typeface="微软雅黑" panose="020B0503020204020204" charset="-122"/>
                <a:cs typeface="微软雅黑" panose="020B0503020204020204" charset="-122"/>
              </a:rPr>
              <a:t>封装</a:t>
            </a:r>
            <a:endParaRPr sz="1425" b="1" dirty="0">
              <a:solidFill>
                <a:srgbClr val="252B31"/>
              </a:solidFill>
              <a:latin typeface="微软雅黑" panose="020B0503020204020204" charset="-122"/>
              <a:ea typeface="微软雅黑" panose="020B0503020204020204" charset="-122"/>
              <a:cs typeface="微软雅黑" panose="020B0503020204020204" charset="-122"/>
            </a:endParaRPr>
          </a:p>
        </p:txBody>
      </p:sp>
      <p:sp>
        <p:nvSpPr>
          <p:cNvPr id="28" name="packaging-subtitle"/>
          <p:cNvSpPr>
            <a:spLocks noGrp="1"/>
          </p:cNvSpPr>
          <p:nvPr/>
        </p:nvSpPr>
        <p:spPr>
          <a:xfrm>
            <a:off x="762000" y="4591050"/>
            <a:ext cx="1952625" cy="209550"/>
          </a:xfrm>
          <a:prstGeom prst="rect">
            <a:avLst/>
          </a:prstGeom>
          <a:noFill/>
          <a:ln w="0">
            <a:noFill/>
            <a:prstDash val="solid"/>
          </a:ln>
        </p:spPr>
        <p:txBody>
          <a:bodyPr wrap="none" lIns="0" tIns="0" rIns="0" bIns="0" anchor="ctr">
            <a:normAutofit/>
          </a:bodyPr>
          <a:lstStyle/>
          <a:p>
            <a:pPr algn="l">
              <a:defRPr sz="1015" b="0">
                <a:solidFill>
                  <a:srgbClr val="68727B"/>
                </a:solidFill>
                <a:latin typeface="微软雅黑" panose="020B0503020204020204" charset="-122"/>
                <a:ea typeface="微软雅黑" panose="020B0503020204020204" charset="-122"/>
                <a:cs typeface="微软雅黑" panose="020B0503020204020204" charset="-122"/>
              </a:defRPr>
            </a:pPr>
            <a:r>
              <a:rPr sz="1015" b="0">
                <a:solidFill>
                  <a:srgbClr val="68727B"/>
                </a:solidFill>
                <a:latin typeface="微软雅黑" panose="020B0503020204020204" charset="-122"/>
                <a:ea typeface="微软雅黑" panose="020B0503020204020204" charset="-122"/>
                <a:cs typeface="微软雅黑" panose="020B0503020204020204" charset="-122"/>
              </a:rPr>
              <a:t>从 Workflow 封装成完整 Skill</a:t>
            </a:r>
          </a:p>
        </p:txBody>
      </p:sp>
      <p:sp>
        <p:nvSpPr>
          <p:cNvPr id="29" name="evaluation-band"/>
          <p:cNvSpPr>
            <a:spLocks noGrp="1"/>
          </p:cNvSpPr>
          <p:nvPr/>
        </p:nvSpPr>
        <p:spPr>
          <a:xfrm>
            <a:off x="609600" y="5581650"/>
            <a:ext cx="7886700" cy="514350"/>
          </a:xfrm>
          <a:prstGeom prst="rect">
            <a:avLst/>
          </a:prstGeom>
          <a:solidFill>
            <a:srgbClr val="FFFFFF"/>
          </a:solidFill>
          <a:ln w="9525">
            <a:solidFill>
              <a:srgbClr val="D8DEE3"/>
            </a:solidFill>
            <a:prstDash val="solid"/>
          </a:ln>
        </p:spPr>
      </p:sp>
      <p:sp>
        <p:nvSpPr>
          <p:cNvPr id="30" name="evaluation-accent"/>
          <p:cNvSpPr>
            <a:spLocks noGrp="1"/>
          </p:cNvSpPr>
          <p:nvPr/>
        </p:nvSpPr>
        <p:spPr>
          <a:xfrm>
            <a:off x="609600" y="5581650"/>
            <a:ext cx="28575" cy="514350"/>
          </a:xfrm>
          <a:prstGeom prst="rect">
            <a:avLst/>
          </a:prstGeom>
          <a:solidFill>
            <a:srgbClr val="557A96"/>
          </a:solidFill>
          <a:ln w="0">
            <a:noFill/>
            <a:prstDash val="solid"/>
          </a:ln>
        </p:spPr>
      </p:sp>
      <p:sp>
        <p:nvSpPr>
          <p:cNvPr id="31" name="evaluation-number"/>
          <p:cNvSpPr>
            <a:spLocks noGrp="1"/>
          </p:cNvSpPr>
          <p:nvPr/>
        </p:nvSpPr>
        <p:spPr>
          <a:xfrm>
            <a:off x="762000" y="5657850"/>
            <a:ext cx="323850" cy="219075"/>
          </a:xfrm>
          <a:prstGeom prst="rect">
            <a:avLst/>
          </a:prstGeom>
          <a:noFill/>
          <a:ln w="0">
            <a:noFill/>
            <a:prstDash val="solid"/>
          </a:ln>
        </p:spPr>
        <p:txBody>
          <a:bodyPr wrap="none" lIns="0" tIns="0" rIns="0" bIns="0" anchor="ctr">
            <a:normAutofit/>
          </a:bodyPr>
          <a:lstStyle/>
          <a:p>
            <a:pPr algn="l">
              <a:defRPr sz="1240" b="1">
                <a:solidFill>
                  <a:srgbClr val="557A96"/>
                </a:solidFill>
                <a:latin typeface="微软雅黑" panose="020B0503020204020204" charset="-122"/>
                <a:ea typeface="微软雅黑" panose="020B0503020204020204" charset="-122"/>
                <a:cs typeface="微软雅黑" panose="020B0503020204020204" charset="-122"/>
              </a:defRPr>
            </a:pPr>
            <a:r>
              <a:rPr sz="1240" b="1">
                <a:solidFill>
                  <a:srgbClr val="557A96"/>
                </a:solidFill>
                <a:latin typeface="微软雅黑" panose="020B0503020204020204" charset="-122"/>
                <a:ea typeface="微软雅黑" panose="020B0503020204020204" charset="-122"/>
                <a:cs typeface="微软雅黑" panose="020B0503020204020204" charset="-122"/>
              </a:rPr>
              <a:t>05</a:t>
            </a:r>
          </a:p>
        </p:txBody>
      </p:sp>
      <p:sp>
        <p:nvSpPr>
          <p:cNvPr id="32" name="evaluation-title"/>
          <p:cNvSpPr>
            <a:spLocks noGrp="1"/>
          </p:cNvSpPr>
          <p:nvPr/>
        </p:nvSpPr>
        <p:spPr>
          <a:xfrm>
            <a:off x="1143000" y="5638800"/>
            <a:ext cx="1571625" cy="247650"/>
          </a:xfrm>
          <a:prstGeom prst="rect">
            <a:avLst/>
          </a:prstGeom>
          <a:noFill/>
          <a:ln w="0">
            <a:noFill/>
            <a:prstDash val="solid"/>
          </a:ln>
        </p:spPr>
        <p:txBody>
          <a:bodyPr wrap="none" lIns="0" tIns="0" rIns="0" bIns="0" anchor="ctr">
            <a:normAutofit/>
          </a:bodyPr>
          <a:lstStyle/>
          <a:p>
            <a:pPr algn="l">
              <a:defRPr sz="1425" b="1">
                <a:solidFill>
                  <a:srgbClr val="252B31"/>
                </a:solidFill>
                <a:latin typeface="微软雅黑" panose="020B0503020204020204" charset="-122"/>
                <a:ea typeface="微软雅黑" panose="020B0503020204020204" charset="-122"/>
                <a:cs typeface="微软雅黑" panose="020B0503020204020204" charset="-122"/>
              </a:defRPr>
            </a:pPr>
            <a:r>
              <a:rPr sz="1425" b="1">
                <a:solidFill>
                  <a:srgbClr val="252B31"/>
                </a:solidFill>
                <a:latin typeface="微软雅黑" panose="020B0503020204020204" charset="-122"/>
                <a:ea typeface="微软雅黑" panose="020B0503020204020204" charset="-122"/>
                <a:cs typeface="微软雅黑" panose="020B0503020204020204" charset="-122"/>
              </a:rPr>
              <a:t>Evaluation</a:t>
            </a:r>
          </a:p>
        </p:txBody>
      </p:sp>
      <p:sp>
        <p:nvSpPr>
          <p:cNvPr id="33" name="evaluation-subtitle"/>
          <p:cNvSpPr>
            <a:spLocks noGrp="1"/>
          </p:cNvSpPr>
          <p:nvPr/>
        </p:nvSpPr>
        <p:spPr>
          <a:xfrm>
            <a:off x="762000" y="5905500"/>
            <a:ext cx="1952625" cy="209550"/>
          </a:xfrm>
          <a:prstGeom prst="rect">
            <a:avLst/>
          </a:prstGeom>
          <a:noFill/>
          <a:ln w="0">
            <a:noFill/>
            <a:prstDash val="solid"/>
          </a:ln>
        </p:spPr>
        <p:txBody>
          <a:bodyPr wrap="none" lIns="0" tIns="0" rIns="0" bIns="0" anchor="ctr">
            <a:normAutofit/>
          </a:bodyPr>
          <a:lstStyle/>
          <a:p>
            <a:pPr algn="l">
              <a:defRPr sz="1015" b="0">
                <a:solidFill>
                  <a:srgbClr val="68727B"/>
                </a:solidFill>
                <a:latin typeface="微软雅黑" panose="020B0503020204020204" charset="-122"/>
                <a:ea typeface="微软雅黑" panose="020B0503020204020204" charset="-122"/>
                <a:cs typeface="微软雅黑" panose="020B0503020204020204" charset="-122"/>
              </a:defRPr>
            </a:pPr>
            <a:r>
              <a:rPr sz="1015" b="0">
                <a:solidFill>
                  <a:srgbClr val="68727B"/>
                </a:solidFill>
                <a:latin typeface="微软雅黑" panose="020B0503020204020204" charset="-122"/>
                <a:ea typeface="微软雅黑" panose="020B0503020204020204" charset="-122"/>
                <a:cs typeface="微软雅黑" panose="020B0503020204020204" charset="-122"/>
              </a:rPr>
              <a:t>真实任务验证</a:t>
            </a:r>
          </a:p>
        </p:txBody>
      </p:sp>
      <p:sp>
        <p:nvSpPr>
          <p:cNvPr id="34" name="task-input-output-line"/>
          <p:cNvSpPr>
            <a:spLocks noGrp="1"/>
          </p:cNvSpPr>
          <p:nvPr/>
        </p:nvSpPr>
        <p:spPr>
          <a:xfrm>
            <a:off x="3714750" y="1819275"/>
            <a:ext cx="2514600" cy="0"/>
          </a:xfrm>
          <a:prstGeom prst="line">
            <a:avLst/>
          </a:prstGeom>
          <a:noFill/>
          <a:ln w="12383">
            <a:solidFill>
              <a:srgbClr val="557A96"/>
            </a:solidFill>
            <a:prstDash val="solid"/>
          </a:ln>
        </p:spPr>
      </p:sp>
      <p:sp>
        <p:nvSpPr>
          <p:cNvPr id="35" name="task-input-output-arrow"/>
          <p:cNvSpPr>
            <a:spLocks noGrp="1"/>
          </p:cNvSpPr>
          <p:nvPr/>
        </p:nvSpPr>
        <p:spPr>
          <a:xfrm rot="5400000">
            <a:off x="6191250" y="1781175"/>
            <a:ext cx="76200" cy="76200"/>
          </a:xfrm>
          <a:prstGeom prst="triangle">
            <a:avLst/>
          </a:prstGeom>
          <a:solidFill>
            <a:srgbClr val="557A96"/>
          </a:solidFill>
          <a:ln w="0">
            <a:solidFill>
              <a:srgbClr val="557A96"/>
            </a:solidFill>
            <a:prstDash val="solid"/>
          </a:ln>
        </p:spPr>
      </p:sp>
      <p:sp>
        <p:nvSpPr>
          <p:cNvPr id="36" name="task-input-box"/>
          <p:cNvSpPr>
            <a:spLocks noGrp="1"/>
          </p:cNvSpPr>
          <p:nvPr/>
        </p:nvSpPr>
        <p:spPr>
          <a:xfrm>
            <a:off x="3067050" y="1676400"/>
            <a:ext cx="647700" cy="285750"/>
          </a:xfrm>
          <a:prstGeom prst="roundRect">
            <a:avLst>
              <a:gd name="adj" fmla="val 13333"/>
            </a:avLst>
          </a:prstGeom>
          <a:solidFill>
            <a:srgbClr val="F7F9FA"/>
          </a:solidFill>
          <a:ln w="9525">
            <a:solidFill>
              <a:srgbClr val="7F9DB2"/>
            </a:solidFill>
            <a:prstDash val="solid"/>
          </a:ln>
        </p:spPr>
      </p:sp>
      <p:sp>
        <p:nvSpPr>
          <p:cNvPr id="37" name="task-input-text"/>
          <p:cNvSpPr>
            <a:spLocks noGrp="1"/>
          </p:cNvSpPr>
          <p:nvPr/>
        </p:nvSpPr>
        <p:spPr>
          <a:xfrm>
            <a:off x="3095625" y="1695450"/>
            <a:ext cx="590550" cy="247650"/>
          </a:xfrm>
          <a:prstGeom prst="rect">
            <a:avLst/>
          </a:prstGeom>
          <a:noFill/>
          <a:ln w="0">
            <a:noFill/>
            <a:prstDash val="solid"/>
          </a:ln>
        </p:spPr>
        <p:txBody>
          <a:bodyPr wrap="none" lIns="0" tIns="0" rIns="0" bIns="0" anchor="ctr">
            <a:normAutofit/>
          </a:bodyPr>
          <a:lstStyle/>
          <a:p>
            <a:pPr algn="ctr">
              <a:defRPr sz="1050" b="1">
                <a:solidFill>
                  <a:srgbClr val="252B31"/>
                </a:solidFill>
                <a:latin typeface="微软雅黑" panose="020B0503020204020204" charset="-122"/>
                <a:ea typeface="微软雅黑" panose="020B0503020204020204" charset="-122"/>
                <a:cs typeface="微软雅黑" panose="020B0503020204020204" charset="-122"/>
              </a:defRPr>
            </a:pPr>
            <a:r>
              <a:rPr sz="1050" b="1">
                <a:solidFill>
                  <a:srgbClr val="252B31"/>
                </a:solidFill>
                <a:latin typeface="微软雅黑" panose="020B0503020204020204" charset="-122"/>
                <a:ea typeface="微软雅黑" panose="020B0503020204020204" charset="-122"/>
                <a:cs typeface="微软雅黑" panose="020B0503020204020204" charset="-122"/>
              </a:rPr>
              <a:t>Input</a:t>
            </a:r>
          </a:p>
        </p:txBody>
      </p:sp>
      <p:sp>
        <p:nvSpPr>
          <p:cNvPr id="38" name="task-output-box"/>
          <p:cNvSpPr>
            <a:spLocks noGrp="1"/>
          </p:cNvSpPr>
          <p:nvPr/>
        </p:nvSpPr>
        <p:spPr>
          <a:xfrm>
            <a:off x="6267450" y="1676400"/>
            <a:ext cx="723900" cy="285750"/>
          </a:xfrm>
          <a:prstGeom prst="roundRect">
            <a:avLst>
              <a:gd name="adj" fmla="val 13333"/>
            </a:avLst>
          </a:prstGeom>
          <a:solidFill>
            <a:srgbClr val="F7F9FA"/>
          </a:solidFill>
          <a:ln w="9525">
            <a:solidFill>
              <a:srgbClr val="7F9DB2"/>
            </a:solidFill>
            <a:prstDash val="solid"/>
          </a:ln>
        </p:spPr>
      </p:sp>
      <p:sp>
        <p:nvSpPr>
          <p:cNvPr id="39" name="task-output-text"/>
          <p:cNvSpPr>
            <a:spLocks noGrp="1"/>
          </p:cNvSpPr>
          <p:nvPr/>
        </p:nvSpPr>
        <p:spPr>
          <a:xfrm>
            <a:off x="6296025" y="1695450"/>
            <a:ext cx="666750" cy="247650"/>
          </a:xfrm>
          <a:prstGeom prst="rect">
            <a:avLst/>
          </a:prstGeom>
          <a:noFill/>
          <a:ln w="0">
            <a:noFill/>
            <a:prstDash val="solid"/>
          </a:ln>
        </p:spPr>
        <p:txBody>
          <a:bodyPr wrap="none" lIns="0" tIns="0" rIns="0" bIns="0" anchor="ctr">
            <a:normAutofit/>
          </a:bodyPr>
          <a:lstStyle/>
          <a:p>
            <a:pPr algn="ctr">
              <a:defRPr sz="1050" b="1">
                <a:solidFill>
                  <a:srgbClr val="252B31"/>
                </a:solidFill>
                <a:latin typeface="微软雅黑" panose="020B0503020204020204" charset="-122"/>
                <a:ea typeface="微软雅黑" panose="020B0503020204020204" charset="-122"/>
                <a:cs typeface="微软雅黑" panose="020B0503020204020204" charset="-122"/>
              </a:defRPr>
            </a:pPr>
            <a:r>
              <a:rPr sz="1050" b="1">
                <a:solidFill>
                  <a:srgbClr val="252B31"/>
                </a:solidFill>
                <a:latin typeface="微软雅黑" panose="020B0503020204020204" charset="-122"/>
                <a:ea typeface="微软雅黑" panose="020B0503020204020204" charset="-122"/>
                <a:cs typeface="微软雅黑" panose="020B0503020204020204" charset="-122"/>
              </a:rPr>
              <a:t>Output</a:t>
            </a:r>
          </a:p>
        </p:txBody>
      </p:sp>
      <p:sp>
        <p:nvSpPr>
          <p:cNvPr id="41" name="basic-line-0"/>
          <p:cNvSpPr>
            <a:spLocks noGrp="1"/>
          </p:cNvSpPr>
          <p:nvPr/>
        </p:nvSpPr>
        <p:spPr>
          <a:xfrm>
            <a:off x="3505200" y="2552700"/>
            <a:ext cx="209550" cy="0"/>
          </a:xfrm>
          <a:prstGeom prst="line">
            <a:avLst/>
          </a:prstGeom>
          <a:noFill/>
          <a:ln w="11430">
            <a:solidFill>
              <a:srgbClr val="557A96"/>
            </a:solidFill>
            <a:prstDash val="solid"/>
          </a:ln>
        </p:spPr>
      </p:sp>
      <p:sp>
        <p:nvSpPr>
          <p:cNvPr id="42" name="basic-arrow-0"/>
          <p:cNvSpPr>
            <a:spLocks noGrp="1"/>
          </p:cNvSpPr>
          <p:nvPr/>
        </p:nvSpPr>
        <p:spPr>
          <a:xfrm rot="5400000">
            <a:off x="3667125" y="2514600"/>
            <a:ext cx="76200" cy="76200"/>
          </a:xfrm>
          <a:prstGeom prst="triangle">
            <a:avLst/>
          </a:prstGeom>
          <a:solidFill>
            <a:srgbClr val="557A96"/>
          </a:solidFill>
          <a:ln w="0">
            <a:solidFill>
              <a:srgbClr val="557A96"/>
            </a:solidFill>
            <a:prstDash val="solid"/>
          </a:ln>
        </p:spPr>
      </p:sp>
      <p:sp>
        <p:nvSpPr>
          <p:cNvPr id="43" name="basic-line-1"/>
          <p:cNvSpPr>
            <a:spLocks noGrp="1"/>
          </p:cNvSpPr>
          <p:nvPr/>
        </p:nvSpPr>
        <p:spPr>
          <a:xfrm>
            <a:off x="4381500" y="2552700"/>
            <a:ext cx="209550" cy="0"/>
          </a:xfrm>
          <a:prstGeom prst="line">
            <a:avLst/>
          </a:prstGeom>
          <a:noFill/>
          <a:ln w="11430">
            <a:solidFill>
              <a:srgbClr val="557A96"/>
            </a:solidFill>
            <a:prstDash val="solid"/>
          </a:ln>
        </p:spPr>
      </p:sp>
      <p:sp>
        <p:nvSpPr>
          <p:cNvPr id="44" name="basic-arrow-1"/>
          <p:cNvSpPr>
            <a:spLocks noGrp="1"/>
          </p:cNvSpPr>
          <p:nvPr/>
        </p:nvSpPr>
        <p:spPr>
          <a:xfrm rot="5400000">
            <a:off x="4543425" y="2514600"/>
            <a:ext cx="76200" cy="76200"/>
          </a:xfrm>
          <a:prstGeom prst="triangle">
            <a:avLst/>
          </a:prstGeom>
          <a:solidFill>
            <a:srgbClr val="557A96"/>
          </a:solidFill>
          <a:ln w="0">
            <a:solidFill>
              <a:srgbClr val="557A96"/>
            </a:solidFill>
            <a:prstDash val="solid"/>
          </a:ln>
        </p:spPr>
      </p:sp>
      <p:sp>
        <p:nvSpPr>
          <p:cNvPr id="45" name="basic-line-2"/>
          <p:cNvSpPr>
            <a:spLocks noGrp="1"/>
          </p:cNvSpPr>
          <p:nvPr/>
        </p:nvSpPr>
        <p:spPr>
          <a:xfrm>
            <a:off x="5257800" y="2552700"/>
            <a:ext cx="209550" cy="0"/>
          </a:xfrm>
          <a:prstGeom prst="line">
            <a:avLst/>
          </a:prstGeom>
          <a:noFill/>
          <a:ln w="11430">
            <a:solidFill>
              <a:srgbClr val="557A96"/>
            </a:solidFill>
            <a:prstDash val="solid"/>
          </a:ln>
        </p:spPr>
      </p:sp>
      <p:sp>
        <p:nvSpPr>
          <p:cNvPr id="46" name="basic-arrow-2"/>
          <p:cNvSpPr>
            <a:spLocks noGrp="1"/>
          </p:cNvSpPr>
          <p:nvPr/>
        </p:nvSpPr>
        <p:spPr>
          <a:xfrm rot="5400000">
            <a:off x="5419725" y="2514600"/>
            <a:ext cx="76200" cy="76200"/>
          </a:xfrm>
          <a:prstGeom prst="triangle">
            <a:avLst/>
          </a:prstGeom>
          <a:solidFill>
            <a:srgbClr val="557A96"/>
          </a:solidFill>
          <a:ln w="0">
            <a:solidFill>
              <a:srgbClr val="557A96"/>
            </a:solidFill>
            <a:prstDash val="solid"/>
          </a:ln>
        </p:spPr>
      </p:sp>
      <p:sp>
        <p:nvSpPr>
          <p:cNvPr id="47" name="basic-line-3"/>
          <p:cNvSpPr>
            <a:spLocks noGrp="1"/>
          </p:cNvSpPr>
          <p:nvPr/>
        </p:nvSpPr>
        <p:spPr>
          <a:xfrm>
            <a:off x="6134100" y="2552700"/>
            <a:ext cx="209550" cy="0"/>
          </a:xfrm>
          <a:prstGeom prst="line">
            <a:avLst/>
          </a:prstGeom>
          <a:noFill/>
          <a:ln w="11430">
            <a:solidFill>
              <a:srgbClr val="557A96"/>
            </a:solidFill>
            <a:prstDash val="solid"/>
          </a:ln>
        </p:spPr>
      </p:sp>
      <p:sp>
        <p:nvSpPr>
          <p:cNvPr id="48" name="basic-arrow-3"/>
          <p:cNvSpPr>
            <a:spLocks noGrp="1"/>
          </p:cNvSpPr>
          <p:nvPr/>
        </p:nvSpPr>
        <p:spPr>
          <a:xfrm rot="5400000">
            <a:off x="6296025" y="2514600"/>
            <a:ext cx="76200" cy="76200"/>
          </a:xfrm>
          <a:prstGeom prst="triangle">
            <a:avLst/>
          </a:prstGeom>
          <a:solidFill>
            <a:srgbClr val="557A96"/>
          </a:solidFill>
          <a:ln w="0">
            <a:solidFill>
              <a:srgbClr val="557A96"/>
            </a:solidFill>
            <a:prstDash val="solid"/>
          </a:ln>
        </p:spPr>
      </p:sp>
      <p:sp>
        <p:nvSpPr>
          <p:cNvPr id="49" name="basic-input-box"/>
          <p:cNvSpPr>
            <a:spLocks noGrp="1"/>
          </p:cNvSpPr>
          <p:nvPr/>
        </p:nvSpPr>
        <p:spPr>
          <a:xfrm>
            <a:off x="2952750" y="2409825"/>
            <a:ext cx="552450" cy="285750"/>
          </a:xfrm>
          <a:prstGeom prst="roundRect">
            <a:avLst>
              <a:gd name="adj" fmla="val 13333"/>
            </a:avLst>
          </a:prstGeom>
          <a:solidFill>
            <a:srgbClr val="F7F9FA"/>
          </a:solidFill>
          <a:ln w="9525">
            <a:solidFill>
              <a:srgbClr val="7F9DB2"/>
            </a:solidFill>
            <a:prstDash val="solid"/>
          </a:ln>
        </p:spPr>
      </p:sp>
      <p:sp>
        <p:nvSpPr>
          <p:cNvPr id="50" name="basic-input-text"/>
          <p:cNvSpPr>
            <a:spLocks noGrp="1"/>
          </p:cNvSpPr>
          <p:nvPr/>
        </p:nvSpPr>
        <p:spPr>
          <a:xfrm>
            <a:off x="2981325" y="2428875"/>
            <a:ext cx="495300" cy="247650"/>
          </a:xfrm>
          <a:prstGeom prst="rect">
            <a:avLst/>
          </a:prstGeom>
          <a:noFill/>
          <a:ln w="0">
            <a:noFill/>
            <a:prstDash val="solid"/>
          </a:ln>
        </p:spPr>
        <p:txBody>
          <a:bodyPr wrap="none" lIns="0" tIns="0" rIns="0" bIns="0" anchor="ctr">
            <a:normAutofit/>
          </a:bodyPr>
          <a:lstStyle/>
          <a:p>
            <a:pPr algn="ctr">
              <a:defRPr sz="990" b="1">
                <a:solidFill>
                  <a:srgbClr val="252B31"/>
                </a:solidFill>
                <a:latin typeface="微软雅黑" panose="020B0503020204020204" charset="-122"/>
                <a:ea typeface="微软雅黑" panose="020B0503020204020204" charset="-122"/>
                <a:cs typeface="微软雅黑" panose="020B0503020204020204" charset="-122"/>
              </a:defRPr>
            </a:pPr>
            <a:r>
              <a:rPr sz="990" b="1">
                <a:solidFill>
                  <a:srgbClr val="252B31"/>
                </a:solidFill>
                <a:latin typeface="微软雅黑" panose="020B0503020204020204" charset="-122"/>
                <a:ea typeface="微软雅黑" panose="020B0503020204020204" charset="-122"/>
                <a:cs typeface="微软雅黑" panose="020B0503020204020204" charset="-122"/>
              </a:rPr>
              <a:t>Input</a:t>
            </a:r>
          </a:p>
        </p:txBody>
      </p:sp>
      <p:sp>
        <p:nvSpPr>
          <p:cNvPr id="51" name="basic-stage-a-box"/>
          <p:cNvSpPr>
            <a:spLocks noGrp="1"/>
          </p:cNvSpPr>
          <p:nvPr/>
        </p:nvSpPr>
        <p:spPr>
          <a:xfrm>
            <a:off x="3714750" y="2409825"/>
            <a:ext cx="666750" cy="285750"/>
          </a:xfrm>
          <a:prstGeom prst="roundRect">
            <a:avLst>
              <a:gd name="adj" fmla="val 13333"/>
            </a:avLst>
          </a:prstGeom>
          <a:solidFill>
            <a:srgbClr val="F7F9FA"/>
          </a:solidFill>
          <a:ln w="9525">
            <a:solidFill>
              <a:srgbClr val="7F9DB2"/>
            </a:solidFill>
            <a:prstDash val="solid"/>
          </a:ln>
        </p:spPr>
      </p:sp>
      <p:sp>
        <p:nvSpPr>
          <p:cNvPr id="52" name="basic-stage-a-text"/>
          <p:cNvSpPr>
            <a:spLocks noGrp="1"/>
          </p:cNvSpPr>
          <p:nvPr/>
        </p:nvSpPr>
        <p:spPr>
          <a:xfrm>
            <a:off x="3743325" y="2428875"/>
            <a:ext cx="609600" cy="247650"/>
          </a:xfrm>
          <a:prstGeom prst="rect">
            <a:avLst/>
          </a:prstGeom>
          <a:noFill/>
          <a:ln w="0">
            <a:noFill/>
            <a:prstDash val="solid"/>
          </a:ln>
        </p:spPr>
        <p:txBody>
          <a:bodyPr wrap="none" lIns="0" tIns="0" rIns="0" bIns="0" anchor="ctr">
            <a:normAutofit/>
          </a:bodyPr>
          <a:lstStyle/>
          <a:p>
            <a:pPr algn="ctr">
              <a:defRPr sz="990" b="1">
                <a:solidFill>
                  <a:srgbClr val="252B31"/>
                </a:solidFill>
                <a:latin typeface="微软雅黑" panose="020B0503020204020204" charset="-122"/>
                <a:ea typeface="微软雅黑" panose="020B0503020204020204" charset="-122"/>
                <a:cs typeface="微软雅黑" panose="020B0503020204020204" charset="-122"/>
              </a:defRPr>
            </a:pPr>
            <a:r>
              <a:rPr sz="990" b="1">
                <a:solidFill>
                  <a:srgbClr val="252B31"/>
                </a:solidFill>
                <a:latin typeface="微软雅黑" panose="020B0503020204020204" charset="-122"/>
                <a:ea typeface="微软雅黑" panose="020B0503020204020204" charset="-122"/>
                <a:cs typeface="微软雅黑" panose="020B0503020204020204" charset="-122"/>
              </a:rPr>
              <a:t>Stage A</a:t>
            </a:r>
          </a:p>
        </p:txBody>
      </p:sp>
      <p:sp>
        <p:nvSpPr>
          <p:cNvPr id="53" name="basic-stage-b-box"/>
          <p:cNvSpPr>
            <a:spLocks noGrp="1"/>
          </p:cNvSpPr>
          <p:nvPr/>
        </p:nvSpPr>
        <p:spPr>
          <a:xfrm>
            <a:off x="4591050" y="2409825"/>
            <a:ext cx="666750" cy="285750"/>
          </a:xfrm>
          <a:prstGeom prst="roundRect">
            <a:avLst>
              <a:gd name="adj" fmla="val 13333"/>
            </a:avLst>
          </a:prstGeom>
          <a:solidFill>
            <a:srgbClr val="F7F9FA"/>
          </a:solidFill>
          <a:ln w="9525">
            <a:solidFill>
              <a:srgbClr val="7F9DB2"/>
            </a:solidFill>
            <a:prstDash val="solid"/>
          </a:ln>
        </p:spPr>
      </p:sp>
      <p:sp>
        <p:nvSpPr>
          <p:cNvPr id="54" name="basic-stage-b-text"/>
          <p:cNvSpPr>
            <a:spLocks noGrp="1"/>
          </p:cNvSpPr>
          <p:nvPr/>
        </p:nvSpPr>
        <p:spPr>
          <a:xfrm>
            <a:off x="4619625" y="2428875"/>
            <a:ext cx="609600" cy="247650"/>
          </a:xfrm>
          <a:prstGeom prst="rect">
            <a:avLst/>
          </a:prstGeom>
          <a:noFill/>
          <a:ln w="0">
            <a:noFill/>
            <a:prstDash val="solid"/>
          </a:ln>
        </p:spPr>
        <p:txBody>
          <a:bodyPr wrap="none" lIns="0" tIns="0" rIns="0" bIns="0" anchor="ctr">
            <a:normAutofit/>
          </a:bodyPr>
          <a:lstStyle/>
          <a:p>
            <a:pPr algn="ctr">
              <a:defRPr sz="990" b="1">
                <a:solidFill>
                  <a:srgbClr val="252B31"/>
                </a:solidFill>
                <a:latin typeface="微软雅黑" panose="020B0503020204020204" charset="-122"/>
                <a:ea typeface="微软雅黑" panose="020B0503020204020204" charset="-122"/>
                <a:cs typeface="微软雅黑" panose="020B0503020204020204" charset="-122"/>
              </a:defRPr>
            </a:pPr>
            <a:r>
              <a:rPr sz="990" b="1">
                <a:solidFill>
                  <a:srgbClr val="252B31"/>
                </a:solidFill>
                <a:latin typeface="微软雅黑" panose="020B0503020204020204" charset="-122"/>
                <a:ea typeface="微软雅黑" panose="020B0503020204020204" charset="-122"/>
                <a:cs typeface="微软雅黑" panose="020B0503020204020204" charset="-122"/>
              </a:rPr>
              <a:t>Stage B</a:t>
            </a:r>
          </a:p>
        </p:txBody>
      </p:sp>
      <p:sp>
        <p:nvSpPr>
          <p:cNvPr id="55" name="basic-stage-c-box"/>
          <p:cNvSpPr>
            <a:spLocks noGrp="1"/>
          </p:cNvSpPr>
          <p:nvPr/>
        </p:nvSpPr>
        <p:spPr>
          <a:xfrm>
            <a:off x="5467350" y="2409825"/>
            <a:ext cx="666750" cy="285750"/>
          </a:xfrm>
          <a:prstGeom prst="roundRect">
            <a:avLst>
              <a:gd name="adj" fmla="val 13333"/>
            </a:avLst>
          </a:prstGeom>
          <a:solidFill>
            <a:srgbClr val="F7F9FA"/>
          </a:solidFill>
          <a:ln w="9525">
            <a:solidFill>
              <a:srgbClr val="7F9DB2"/>
            </a:solidFill>
            <a:prstDash val="solid"/>
          </a:ln>
        </p:spPr>
      </p:sp>
      <p:sp>
        <p:nvSpPr>
          <p:cNvPr id="56" name="basic-stage-c-text"/>
          <p:cNvSpPr>
            <a:spLocks noGrp="1"/>
          </p:cNvSpPr>
          <p:nvPr/>
        </p:nvSpPr>
        <p:spPr>
          <a:xfrm>
            <a:off x="5495925" y="2428875"/>
            <a:ext cx="609600" cy="247650"/>
          </a:xfrm>
          <a:prstGeom prst="rect">
            <a:avLst/>
          </a:prstGeom>
          <a:noFill/>
          <a:ln w="0">
            <a:noFill/>
            <a:prstDash val="solid"/>
          </a:ln>
        </p:spPr>
        <p:txBody>
          <a:bodyPr wrap="none" lIns="0" tIns="0" rIns="0" bIns="0" anchor="ctr">
            <a:normAutofit/>
          </a:bodyPr>
          <a:lstStyle/>
          <a:p>
            <a:pPr algn="ctr">
              <a:defRPr sz="990" b="1">
                <a:solidFill>
                  <a:srgbClr val="252B31"/>
                </a:solidFill>
                <a:latin typeface="微软雅黑" panose="020B0503020204020204" charset="-122"/>
                <a:ea typeface="微软雅黑" panose="020B0503020204020204" charset="-122"/>
                <a:cs typeface="微软雅黑" panose="020B0503020204020204" charset="-122"/>
              </a:defRPr>
            </a:pPr>
            <a:r>
              <a:rPr sz="990" b="1">
                <a:solidFill>
                  <a:srgbClr val="252B31"/>
                </a:solidFill>
                <a:latin typeface="微软雅黑" panose="020B0503020204020204" charset="-122"/>
                <a:ea typeface="微软雅黑" panose="020B0503020204020204" charset="-122"/>
                <a:cs typeface="微软雅黑" panose="020B0503020204020204" charset="-122"/>
              </a:rPr>
              <a:t>Stage C</a:t>
            </a:r>
          </a:p>
        </p:txBody>
      </p:sp>
      <p:sp>
        <p:nvSpPr>
          <p:cNvPr id="57" name="basic-output-box"/>
          <p:cNvSpPr>
            <a:spLocks noGrp="1"/>
          </p:cNvSpPr>
          <p:nvPr/>
        </p:nvSpPr>
        <p:spPr>
          <a:xfrm>
            <a:off x="6343650" y="2409825"/>
            <a:ext cx="647700" cy="285750"/>
          </a:xfrm>
          <a:prstGeom prst="roundRect">
            <a:avLst>
              <a:gd name="adj" fmla="val 13333"/>
            </a:avLst>
          </a:prstGeom>
          <a:solidFill>
            <a:srgbClr val="F7F9FA"/>
          </a:solidFill>
          <a:ln w="9525">
            <a:solidFill>
              <a:srgbClr val="7F9DB2"/>
            </a:solidFill>
            <a:prstDash val="solid"/>
          </a:ln>
        </p:spPr>
      </p:sp>
      <p:sp>
        <p:nvSpPr>
          <p:cNvPr id="58" name="basic-output-text"/>
          <p:cNvSpPr>
            <a:spLocks noGrp="1"/>
          </p:cNvSpPr>
          <p:nvPr/>
        </p:nvSpPr>
        <p:spPr>
          <a:xfrm>
            <a:off x="6372225" y="2428875"/>
            <a:ext cx="590550" cy="247650"/>
          </a:xfrm>
          <a:prstGeom prst="rect">
            <a:avLst/>
          </a:prstGeom>
          <a:noFill/>
          <a:ln w="0">
            <a:noFill/>
            <a:prstDash val="solid"/>
          </a:ln>
        </p:spPr>
        <p:txBody>
          <a:bodyPr wrap="none" lIns="0" tIns="0" rIns="0" bIns="0" anchor="ctr">
            <a:normAutofit/>
          </a:bodyPr>
          <a:lstStyle/>
          <a:p>
            <a:pPr algn="ctr">
              <a:defRPr sz="990" b="1">
                <a:solidFill>
                  <a:srgbClr val="252B31"/>
                </a:solidFill>
                <a:latin typeface="微软雅黑" panose="020B0503020204020204" charset="-122"/>
                <a:ea typeface="微软雅黑" panose="020B0503020204020204" charset="-122"/>
                <a:cs typeface="微软雅黑" panose="020B0503020204020204" charset="-122"/>
              </a:defRPr>
            </a:pPr>
            <a:r>
              <a:rPr sz="990" b="1">
                <a:solidFill>
                  <a:srgbClr val="252B31"/>
                </a:solidFill>
                <a:latin typeface="微软雅黑" panose="020B0503020204020204" charset="-122"/>
                <a:ea typeface="微软雅黑" panose="020B0503020204020204" charset="-122"/>
                <a:cs typeface="微软雅黑" panose="020B0503020204020204" charset="-122"/>
              </a:rPr>
              <a:t>Output</a:t>
            </a:r>
          </a:p>
        </p:txBody>
      </p:sp>
      <p:sp>
        <p:nvSpPr>
          <p:cNvPr id="60" name="exec-line-0"/>
          <p:cNvSpPr>
            <a:spLocks noGrp="1"/>
          </p:cNvSpPr>
          <p:nvPr/>
        </p:nvSpPr>
        <p:spPr>
          <a:xfrm>
            <a:off x="3371850" y="3333750"/>
            <a:ext cx="190500" cy="0"/>
          </a:xfrm>
          <a:prstGeom prst="line">
            <a:avLst/>
          </a:prstGeom>
          <a:noFill/>
          <a:ln w="11430">
            <a:solidFill>
              <a:srgbClr val="557A96"/>
            </a:solidFill>
            <a:prstDash val="solid"/>
          </a:ln>
        </p:spPr>
      </p:sp>
      <p:sp>
        <p:nvSpPr>
          <p:cNvPr id="61" name="exec-arrow-0"/>
          <p:cNvSpPr>
            <a:spLocks noGrp="1"/>
          </p:cNvSpPr>
          <p:nvPr/>
        </p:nvSpPr>
        <p:spPr>
          <a:xfrm rot="5400000">
            <a:off x="3514725" y="3295650"/>
            <a:ext cx="76200" cy="76200"/>
          </a:xfrm>
          <a:prstGeom prst="triangle">
            <a:avLst/>
          </a:prstGeom>
          <a:solidFill>
            <a:srgbClr val="557A96"/>
          </a:solidFill>
          <a:ln w="0">
            <a:solidFill>
              <a:srgbClr val="557A96"/>
            </a:solidFill>
            <a:prstDash val="solid"/>
          </a:ln>
        </p:spPr>
      </p:sp>
      <p:sp>
        <p:nvSpPr>
          <p:cNvPr id="62" name="exec-line-1"/>
          <p:cNvSpPr>
            <a:spLocks noGrp="1"/>
          </p:cNvSpPr>
          <p:nvPr/>
        </p:nvSpPr>
        <p:spPr>
          <a:xfrm>
            <a:off x="4210050" y="3333750"/>
            <a:ext cx="190500" cy="0"/>
          </a:xfrm>
          <a:prstGeom prst="line">
            <a:avLst/>
          </a:prstGeom>
          <a:noFill/>
          <a:ln w="11430">
            <a:solidFill>
              <a:srgbClr val="557A96"/>
            </a:solidFill>
            <a:prstDash val="solid"/>
          </a:ln>
        </p:spPr>
      </p:sp>
      <p:sp>
        <p:nvSpPr>
          <p:cNvPr id="63" name="exec-arrow-1"/>
          <p:cNvSpPr>
            <a:spLocks noGrp="1"/>
          </p:cNvSpPr>
          <p:nvPr/>
        </p:nvSpPr>
        <p:spPr>
          <a:xfrm rot="5400000">
            <a:off x="4352925" y="3295650"/>
            <a:ext cx="76200" cy="76200"/>
          </a:xfrm>
          <a:prstGeom prst="triangle">
            <a:avLst/>
          </a:prstGeom>
          <a:solidFill>
            <a:srgbClr val="557A96"/>
          </a:solidFill>
          <a:ln w="0">
            <a:solidFill>
              <a:srgbClr val="557A96"/>
            </a:solidFill>
            <a:prstDash val="solid"/>
          </a:ln>
        </p:spPr>
      </p:sp>
      <p:sp>
        <p:nvSpPr>
          <p:cNvPr id="64" name="exec-line-2"/>
          <p:cNvSpPr>
            <a:spLocks noGrp="1"/>
          </p:cNvSpPr>
          <p:nvPr/>
        </p:nvSpPr>
        <p:spPr>
          <a:xfrm>
            <a:off x="5143500" y="3333750"/>
            <a:ext cx="190500" cy="0"/>
          </a:xfrm>
          <a:prstGeom prst="line">
            <a:avLst/>
          </a:prstGeom>
          <a:noFill/>
          <a:ln w="11430">
            <a:solidFill>
              <a:srgbClr val="557A96"/>
            </a:solidFill>
            <a:prstDash val="solid"/>
          </a:ln>
        </p:spPr>
      </p:sp>
      <p:sp>
        <p:nvSpPr>
          <p:cNvPr id="65" name="exec-arrow-2"/>
          <p:cNvSpPr>
            <a:spLocks noGrp="1"/>
          </p:cNvSpPr>
          <p:nvPr/>
        </p:nvSpPr>
        <p:spPr>
          <a:xfrm rot="5400000">
            <a:off x="5286375" y="3295650"/>
            <a:ext cx="76200" cy="76200"/>
          </a:xfrm>
          <a:prstGeom prst="triangle">
            <a:avLst/>
          </a:prstGeom>
          <a:solidFill>
            <a:srgbClr val="557A96"/>
          </a:solidFill>
          <a:ln w="0">
            <a:solidFill>
              <a:srgbClr val="557A96"/>
            </a:solidFill>
            <a:prstDash val="solid"/>
          </a:ln>
        </p:spPr>
      </p:sp>
      <p:sp>
        <p:nvSpPr>
          <p:cNvPr id="66" name="exec-line-3"/>
          <p:cNvSpPr>
            <a:spLocks noGrp="1"/>
          </p:cNvSpPr>
          <p:nvPr/>
        </p:nvSpPr>
        <p:spPr>
          <a:xfrm>
            <a:off x="5886450" y="3333750"/>
            <a:ext cx="571500" cy="0"/>
          </a:xfrm>
          <a:prstGeom prst="line">
            <a:avLst/>
          </a:prstGeom>
          <a:noFill/>
          <a:ln w="11430">
            <a:solidFill>
              <a:srgbClr val="557A96"/>
            </a:solidFill>
            <a:prstDash val="solid"/>
          </a:ln>
        </p:spPr>
      </p:sp>
      <p:sp>
        <p:nvSpPr>
          <p:cNvPr id="67" name="exec-arrow-3"/>
          <p:cNvSpPr>
            <a:spLocks noGrp="1"/>
          </p:cNvSpPr>
          <p:nvPr/>
        </p:nvSpPr>
        <p:spPr>
          <a:xfrm rot="5400000">
            <a:off x="6410325" y="3295650"/>
            <a:ext cx="76200" cy="76200"/>
          </a:xfrm>
          <a:prstGeom prst="triangle">
            <a:avLst/>
          </a:prstGeom>
          <a:solidFill>
            <a:srgbClr val="557A96"/>
          </a:solidFill>
          <a:ln w="0">
            <a:solidFill>
              <a:srgbClr val="557A96"/>
            </a:solidFill>
            <a:prstDash val="solid"/>
          </a:ln>
        </p:spPr>
      </p:sp>
      <p:sp>
        <p:nvSpPr>
          <p:cNvPr id="68" name="exec-line-4"/>
          <p:cNvSpPr>
            <a:spLocks noGrp="1"/>
          </p:cNvSpPr>
          <p:nvPr/>
        </p:nvSpPr>
        <p:spPr>
          <a:xfrm>
            <a:off x="7105650" y="3333750"/>
            <a:ext cx="190500" cy="0"/>
          </a:xfrm>
          <a:prstGeom prst="line">
            <a:avLst/>
          </a:prstGeom>
          <a:noFill/>
          <a:ln w="11430">
            <a:solidFill>
              <a:srgbClr val="557A96"/>
            </a:solidFill>
            <a:prstDash val="solid"/>
          </a:ln>
        </p:spPr>
      </p:sp>
      <p:sp>
        <p:nvSpPr>
          <p:cNvPr id="69" name="exec-arrow-4"/>
          <p:cNvSpPr>
            <a:spLocks noGrp="1"/>
          </p:cNvSpPr>
          <p:nvPr/>
        </p:nvSpPr>
        <p:spPr>
          <a:xfrm rot="5400000">
            <a:off x="7248525" y="3295650"/>
            <a:ext cx="76200" cy="76200"/>
          </a:xfrm>
          <a:prstGeom prst="triangle">
            <a:avLst/>
          </a:prstGeom>
          <a:solidFill>
            <a:srgbClr val="557A96"/>
          </a:solidFill>
          <a:ln w="0">
            <a:solidFill>
              <a:srgbClr val="557A96"/>
            </a:solidFill>
            <a:prstDash val="solid"/>
          </a:ln>
        </p:spPr>
      </p:sp>
      <p:sp>
        <p:nvSpPr>
          <p:cNvPr id="70" name="gate-fail-line"/>
          <p:cNvSpPr>
            <a:spLocks noGrp="1"/>
          </p:cNvSpPr>
          <p:nvPr/>
        </p:nvSpPr>
        <p:spPr>
          <a:xfrm>
            <a:off x="5610225" y="3476625"/>
            <a:ext cx="0" cy="142875"/>
          </a:xfrm>
          <a:prstGeom prst="line">
            <a:avLst/>
          </a:prstGeom>
          <a:noFill/>
          <a:ln w="11430">
            <a:solidFill>
              <a:srgbClr val="557A96"/>
            </a:solidFill>
            <a:prstDash val="solid"/>
          </a:ln>
        </p:spPr>
      </p:sp>
      <p:sp>
        <p:nvSpPr>
          <p:cNvPr id="71" name="gate-fail-arrow"/>
          <p:cNvSpPr>
            <a:spLocks noGrp="1"/>
          </p:cNvSpPr>
          <p:nvPr/>
        </p:nvSpPr>
        <p:spPr>
          <a:xfrm rot="10800000">
            <a:off x="5572125" y="3581400"/>
            <a:ext cx="76200" cy="76200"/>
          </a:xfrm>
          <a:prstGeom prst="triangle">
            <a:avLst/>
          </a:prstGeom>
          <a:solidFill>
            <a:srgbClr val="557A96"/>
          </a:solidFill>
          <a:ln w="0">
            <a:solidFill>
              <a:srgbClr val="557A96"/>
            </a:solidFill>
            <a:prstDash val="solid"/>
          </a:ln>
        </p:spPr>
      </p:sp>
      <p:sp>
        <p:nvSpPr>
          <p:cNvPr id="72" name="exec-input-box"/>
          <p:cNvSpPr>
            <a:spLocks noGrp="1"/>
          </p:cNvSpPr>
          <p:nvPr/>
        </p:nvSpPr>
        <p:spPr>
          <a:xfrm>
            <a:off x="2857500" y="3190875"/>
            <a:ext cx="514350" cy="285750"/>
          </a:xfrm>
          <a:prstGeom prst="roundRect">
            <a:avLst>
              <a:gd name="adj" fmla="val 13333"/>
            </a:avLst>
          </a:prstGeom>
          <a:solidFill>
            <a:srgbClr val="F7F9FA"/>
          </a:solidFill>
          <a:ln w="9525">
            <a:solidFill>
              <a:srgbClr val="7F9DB2"/>
            </a:solidFill>
            <a:prstDash val="solid"/>
          </a:ln>
        </p:spPr>
      </p:sp>
      <p:sp>
        <p:nvSpPr>
          <p:cNvPr id="73" name="exec-input-text"/>
          <p:cNvSpPr>
            <a:spLocks noGrp="1"/>
          </p:cNvSpPr>
          <p:nvPr/>
        </p:nvSpPr>
        <p:spPr>
          <a:xfrm>
            <a:off x="2886075" y="3209925"/>
            <a:ext cx="457200" cy="247650"/>
          </a:xfrm>
          <a:prstGeom prst="rect">
            <a:avLst/>
          </a:prstGeom>
          <a:noFill/>
          <a:ln w="0">
            <a:noFill/>
            <a:prstDash val="solid"/>
          </a:ln>
        </p:spPr>
        <p:txBody>
          <a:bodyPr wrap="none" lIns="0" tIns="0" rIns="0" bIns="0" anchor="ctr">
            <a:normAutofit/>
          </a:bodyPr>
          <a:lstStyle/>
          <a:p>
            <a:pPr algn="ctr">
              <a:defRPr sz="975" b="1">
                <a:solidFill>
                  <a:srgbClr val="252B31"/>
                </a:solidFill>
                <a:latin typeface="微软雅黑" panose="020B0503020204020204" charset="-122"/>
                <a:ea typeface="微软雅黑" panose="020B0503020204020204" charset="-122"/>
                <a:cs typeface="微软雅黑" panose="020B0503020204020204" charset="-122"/>
              </a:defRPr>
            </a:pPr>
            <a:r>
              <a:rPr sz="975" b="1">
                <a:solidFill>
                  <a:srgbClr val="252B31"/>
                </a:solidFill>
                <a:latin typeface="微软雅黑" panose="020B0503020204020204" charset="-122"/>
                <a:ea typeface="微软雅黑" panose="020B0503020204020204" charset="-122"/>
                <a:cs typeface="微软雅黑" panose="020B0503020204020204" charset="-122"/>
              </a:rPr>
              <a:t>Input</a:t>
            </a:r>
          </a:p>
        </p:txBody>
      </p:sp>
      <p:sp>
        <p:nvSpPr>
          <p:cNvPr id="74" name="exec-stage-a-box"/>
          <p:cNvSpPr>
            <a:spLocks noGrp="1"/>
          </p:cNvSpPr>
          <p:nvPr/>
        </p:nvSpPr>
        <p:spPr>
          <a:xfrm>
            <a:off x="3562350" y="3190875"/>
            <a:ext cx="647700" cy="285750"/>
          </a:xfrm>
          <a:prstGeom prst="roundRect">
            <a:avLst>
              <a:gd name="adj" fmla="val 13333"/>
            </a:avLst>
          </a:prstGeom>
          <a:solidFill>
            <a:srgbClr val="F7F9FA"/>
          </a:solidFill>
          <a:ln w="9525">
            <a:solidFill>
              <a:srgbClr val="7F9DB2"/>
            </a:solidFill>
            <a:prstDash val="solid"/>
          </a:ln>
        </p:spPr>
      </p:sp>
      <p:sp>
        <p:nvSpPr>
          <p:cNvPr id="75" name="exec-stage-a-text"/>
          <p:cNvSpPr>
            <a:spLocks noGrp="1"/>
          </p:cNvSpPr>
          <p:nvPr/>
        </p:nvSpPr>
        <p:spPr>
          <a:xfrm>
            <a:off x="3590925" y="3209925"/>
            <a:ext cx="590550" cy="247650"/>
          </a:xfrm>
          <a:prstGeom prst="rect">
            <a:avLst/>
          </a:prstGeom>
          <a:noFill/>
          <a:ln w="0">
            <a:noFill/>
            <a:prstDash val="solid"/>
          </a:ln>
        </p:spPr>
        <p:txBody>
          <a:bodyPr wrap="none" lIns="0" tIns="0" rIns="0" bIns="0" anchor="ctr">
            <a:normAutofit/>
          </a:bodyPr>
          <a:lstStyle/>
          <a:p>
            <a:pPr algn="ctr">
              <a:defRPr sz="975" b="1">
                <a:solidFill>
                  <a:srgbClr val="252B31"/>
                </a:solidFill>
                <a:latin typeface="微软雅黑" panose="020B0503020204020204" charset="-122"/>
                <a:ea typeface="微软雅黑" panose="020B0503020204020204" charset="-122"/>
                <a:cs typeface="微软雅黑" panose="020B0503020204020204" charset="-122"/>
              </a:defRPr>
            </a:pPr>
            <a:r>
              <a:rPr sz="975" b="1">
                <a:solidFill>
                  <a:srgbClr val="252B31"/>
                </a:solidFill>
                <a:latin typeface="微软雅黑" panose="020B0503020204020204" charset="-122"/>
                <a:ea typeface="微软雅黑" panose="020B0503020204020204" charset="-122"/>
                <a:cs typeface="微软雅黑" panose="020B0503020204020204" charset="-122"/>
              </a:rPr>
              <a:t>Stage A</a:t>
            </a:r>
          </a:p>
        </p:txBody>
      </p:sp>
      <p:sp>
        <p:nvSpPr>
          <p:cNvPr id="76" name="exec-artifact-box"/>
          <p:cNvSpPr>
            <a:spLocks noGrp="1"/>
          </p:cNvSpPr>
          <p:nvPr/>
        </p:nvSpPr>
        <p:spPr>
          <a:xfrm>
            <a:off x="4400550" y="3190875"/>
            <a:ext cx="742950" cy="285750"/>
          </a:xfrm>
          <a:prstGeom prst="roundRect">
            <a:avLst>
              <a:gd name="adj" fmla="val 13333"/>
            </a:avLst>
          </a:prstGeom>
          <a:solidFill>
            <a:srgbClr val="F2F6F8"/>
          </a:solidFill>
          <a:ln w="9525">
            <a:solidFill>
              <a:srgbClr val="7F9DB2"/>
            </a:solidFill>
            <a:prstDash val="solid"/>
          </a:ln>
        </p:spPr>
      </p:sp>
      <p:sp>
        <p:nvSpPr>
          <p:cNvPr id="77" name="exec-artifact-text"/>
          <p:cNvSpPr>
            <a:spLocks noGrp="1"/>
          </p:cNvSpPr>
          <p:nvPr/>
        </p:nvSpPr>
        <p:spPr>
          <a:xfrm>
            <a:off x="4429125" y="3209925"/>
            <a:ext cx="685800" cy="247650"/>
          </a:xfrm>
          <a:prstGeom prst="rect">
            <a:avLst/>
          </a:prstGeom>
          <a:noFill/>
          <a:ln w="0">
            <a:noFill/>
            <a:prstDash val="solid"/>
          </a:ln>
        </p:spPr>
        <p:txBody>
          <a:bodyPr wrap="none" lIns="0" tIns="0" rIns="0" bIns="0" anchor="ctr">
            <a:normAutofit/>
          </a:bodyPr>
          <a:lstStyle/>
          <a:p>
            <a:pPr algn="ctr">
              <a:defRPr sz="930" b="1">
                <a:solidFill>
                  <a:srgbClr val="557A96"/>
                </a:solidFill>
                <a:latin typeface="微软雅黑" panose="020B0503020204020204" charset="-122"/>
                <a:ea typeface="微软雅黑" panose="020B0503020204020204" charset="-122"/>
                <a:cs typeface="微软雅黑" panose="020B0503020204020204" charset="-122"/>
              </a:defRPr>
            </a:pPr>
            <a:r>
              <a:rPr sz="930" b="1">
                <a:solidFill>
                  <a:srgbClr val="557A96"/>
                </a:solidFill>
                <a:latin typeface="微软雅黑" panose="020B0503020204020204" charset="-122"/>
                <a:ea typeface="微软雅黑" panose="020B0503020204020204" charset="-122"/>
                <a:cs typeface="微软雅黑" panose="020B0503020204020204" charset="-122"/>
              </a:rPr>
              <a:t>Artifact A</a:t>
            </a:r>
          </a:p>
        </p:txBody>
      </p:sp>
      <p:sp>
        <p:nvSpPr>
          <p:cNvPr id="78" name="exec-gate-box"/>
          <p:cNvSpPr>
            <a:spLocks noGrp="1"/>
          </p:cNvSpPr>
          <p:nvPr/>
        </p:nvSpPr>
        <p:spPr>
          <a:xfrm>
            <a:off x="5334000" y="3190875"/>
            <a:ext cx="552450" cy="285750"/>
          </a:xfrm>
          <a:prstGeom prst="roundRect">
            <a:avLst>
              <a:gd name="adj" fmla="val 13333"/>
            </a:avLst>
          </a:prstGeom>
          <a:solidFill>
            <a:srgbClr val="F2F6F8"/>
          </a:solidFill>
          <a:ln w="9525">
            <a:solidFill>
              <a:srgbClr val="7F9DB2"/>
            </a:solidFill>
            <a:prstDash val="solid"/>
          </a:ln>
        </p:spPr>
      </p:sp>
      <p:sp>
        <p:nvSpPr>
          <p:cNvPr id="79" name="exec-gate-text"/>
          <p:cNvSpPr>
            <a:spLocks noGrp="1"/>
          </p:cNvSpPr>
          <p:nvPr/>
        </p:nvSpPr>
        <p:spPr>
          <a:xfrm>
            <a:off x="5362575" y="3209925"/>
            <a:ext cx="495300" cy="247650"/>
          </a:xfrm>
          <a:prstGeom prst="rect">
            <a:avLst/>
          </a:prstGeom>
          <a:noFill/>
          <a:ln w="0">
            <a:noFill/>
            <a:prstDash val="solid"/>
          </a:ln>
        </p:spPr>
        <p:txBody>
          <a:bodyPr wrap="none" lIns="0" tIns="0" rIns="0" bIns="0" anchor="ctr">
            <a:normAutofit/>
          </a:bodyPr>
          <a:lstStyle/>
          <a:p>
            <a:pPr algn="ctr">
              <a:defRPr sz="975" b="1">
                <a:solidFill>
                  <a:srgbClr val="557A96"/>
                </a:solidFill>
                <a:latin typeface="微软雅黑" panose="020B0503020204020204" charset="-122"/>
                <a:ea typeface="微软雅黑" panose="020B0503020204020204" charset="-122"/>
                <a:cs typeface="微软雅黑" panose="020B0503020204020204" charset="-122"/>
              </a:defRPr>
            </a:pPr>
            <a:r>
              <a:rPr sz="975" b="1">
                <a:solidFill>
                  <a:srgbClr val="557A96"/>
                </a:solidFill>
                <a:latin typeface="微软雅黑" panose="020B0503020204020204" charset="-122"/>
                <a:ea typeface="微软雅黑" panose="020B0503020204020204" charset="-122"/>
                <a:cs typeface="微软雅黑" panose="020B0503020204020204" charset="-122"/>
              </a:rPr>
              <a:t>Gate</a:t>
            </a:r>
          </a:p>
        </p:txBody>
      </p:sp>
      <p:sp>
        <p:nvSpPr>
          <p:cNvPr id="80" name="exec-stage-b-box"/>
          <p:cNvSpPr>
            <a:spLocks noGrp="1"/>
          </p:cNvSpPr>
          <p:nvPr/>
        </p:nvSpPr>
        <p:spPr>
          <a:xfrm>
            <a:off x="6457950" y="3190875"/>
            <a:ext cx="647700" cy="285750"/>
          </a:xfrm>
          <a:prstGeom prst="roundRect">
            <a:avLst>
              <a:gd name="adj" fmla="val 13333"/>
            </a:avLst>
          </a:prstGeom>
          <a:solidFill>
            <a:srgbClr val="F7F9FA"/>
          </a:solidFill>
          <a:ln w="9525">
            <a:solidFill>
              <a:srgbClr val="7F9DB2"/>
            </a:solidFill>
            <a:prstDash val="solid"/>
          </a:ln>
        </p:spPr>
      </p:sp>
      <p:sp>
        <p:nvSpPr>
          <p:cNvPr id="81" name="exec-stage-b-text"/>
          <p:cNvSpPr>
            <a:spLocks noGrp="1"/>
          </p:cNvSpPr>
          <p:nvPr/>
        </p:nvSpPr>
        <p:spPr>
          <a:xfrm>
            <a:off x="6486525" y="3209925"/>
            <a:ext cx="590550" cy="247650"/>
          </a:xfrm>
          <a:prstGeom prst="rect">
            <a:avLst/>
          </a:prstGeom>
          <a:noFill/>
          <a:ln w="0">
            <a:noFill/>
            <a:prstDash val="solid"/>
          </a:ln>
        </p:spPr>
        <p:txBody>
          <a:bodyPr wrap="none" lIns="0" tIns="0" rIns="0" bIns="0" anchor="ctr">
            <a:normAutofit/>
          </a:bodyPr>
          <a:lstStyle/>
          <a:p>
            <a:pPr algn="ctr">
              <a:defRPr sz="975" b="1">
                <a:solidFill>
                  <a:srgbClr val="252B31"/>
                </a:solidFill>
                <a:latin typeface="微软雅黑" panose="020B0503020204020204" charset="-122"/>
                <a:ea typeface="微软雅黑" panose="020B0503020204020204" charset="-122"/>
                <a:cs typeface="微软雅黑" panose="020B0503020204020204" charset="-122"/>
              </a:defRPr>
            </a:pPr>
            <a:r>
              <a:rPr sz="975" b="1">
                <a:solidFill>
                  <a:srgbClr val="252B31"/>
                </a:solidFill>
                <a:latin typeface="微软雅黑" panose="020B0503020204020204" charset="-122"/>
                <a:ea typeface="微软雅黑" panose="020B0503020204020204" charset="-122"/>
                <a:cs typeface="微软雅黑" panose="020B0503020204020204" charset="-122"/>
              </a:rPr>
              <a:t>Stage B</a:t>
            </a:r>
          </a:p>
        </p:txBody>
      </p:sp>
      <p:sp>
        <p:nvSpPr>
          <p:cNvPr id="82" name="exec-output-box"/>
          <p:cNvSpPr>
            <a:spLocks noGrp="1"/>
          </p:cNvSpPr>
          <p:nvPr/>
        </p:nvSpPr>
        <p:spPr>
          <a:xfrm>
            <a:off x="7296150" y="3190875"/>
            <a:ext cx="628650" cy="285750"/>
          </a:xfrm>
          <a:prstGeom prst="roundRect">
            <a:avLst>
              <a:gd name="adj" fmla="val 13333"/>
            </a:avLst>
          </a:prstGeom>
          <a:solidFill>
            <a:srgbClr val="F7F9FA"/>
          </a:solidFill>
          <a:ln w="9525">
            <a:solidFill>
              <a:srgbClr val="7F9DB2"/>
            </a:solidFill>
            <a:prstDash val="solid"/>
          </a:ln>
        </p:spPr>
      </p:sp>
      <p:sp>
        <p:nvSpPr>
          <p:cNvPr id="83" name="exec-output-text"/>
          <p:cNvSpPr>
            <a:spLocks noGrp="1"/>
          </p:cNvSpPr>
          <p:nvPr/>
        </p:nvSpPr>
        <p:spPr>
          <a:xfrm>
            <a:off x="7324725" y="3209925"/>
            <a:ext cx="571500" cy="247650"/>
          </a:xfrm>
          <a:prstGeom prst="rect">
            <a:avLst/>
          </a:prstGeom>
          <a:noFill/>
          <a:ln w="0">
            <a:noFill/>
            <a:prstDash val="solid"/>
          </a:ln>
        </p:spPr>
        <p:txBody>
          <a:bodyPr wrap="none" lIns="0" tIns="0" rIns="0" bIns="0" anchor="ctr">
            <a:normAutofit/>
          </a:bodyPr>
          <a:lstStyle/>
          <a:p>
            <a:pPr algn="ctr">
              <a:defRPr sz="975" b="1">
                <a:solidFill>
                  <a:srgbClr val="252B31"/>
                </a:solidFill>
                <a:latin typeface="微软雅黑" panose="020B0503020204020204" charset="-122"/>
                <a:ea typeface="微软雅黑" panose="020B0503020204020204" charset="-122"/>
                <a:cs typeface="微软雅黑" panose="020B0503020204020204" charset="-122"/>
              </a:defRPr>
            </a:pPr>
            <a:r>
              <a:rPr sz="975" b="1">
                <a:solidFill>
                  <a:srgbClr val="252B31"/>
                </a:solidFill>
                <a:latin typeface="微软雅黑" panose="020B0503020204020204" charset="-122"/>
                <a:ea typeface="微软雅黑" panose="020B0503020204020204" charset="-122"/>
                <a:cs typeface="微软雅黑" panose="020B0503020204020204" charset="-122"/>
              </a:rPr>
              <a:t>Output</a:t>
            </a:r>
          </a:p>
        </p:txBody>
      </p:sp>
      <p:sp>
        <p:nvSpPr>
          <p:cNvPr id="84" name="exec-fail-box"/>
          <p:cNvSpPr>
            <a:spLocks noGrp="1"/>
          </p:cNvSpPr>
          <p:nvPr/>
        </p:nvSpPr>
        <p:spPr>
          <a:xfrm>
            <a:off x="5238750" y="3629025"/>
            <a:ext cx="742950" cy="238125"/>
          </a:xfrm>
          <a:prstGeom prst="roundRect">
            <a:avLst>
              <a:gd name="adj" fmla="val 16000"/>
            </a:avLst>
          </a:prstGeom>
          <a:solidFill>
            <a:srgbClr val="F7F9FA"/>
          </a:solidFill>
          <a:ln w="9525">
            <a:solidFill>
              <a:srgbClr val="7F9DB2"/>
            </a:solidFill>
            <a:prstDash val="solid"/>
          </a:ln>
        </p:spPr>
      </p:sp>
      <p:sp>
        <p:nvSpPr>
          <p:cNvPr id="85" name="exec-fail-text"/>
          <p:cNvSpPr>
            <a:spLocks noGrp="1"/>
          </p:cNvSpPr>
          <p:nvPr/>
        </p:nvSpPr>
        <p:spPr>
          <a:xfrm>
            <a:off x="5267325" y="3648075"/>
            <a:ext cx="685800" cy="200025"/>
          </a:xfrm>
          <a:prstGeom prst="rect">
            <a:avLst/>
          </a:prstGeom>
          <a:noFill/>
          <a:ln w="0">
            <a:noFill/>
            <a:prstDash val="solid"/>
          </a:ln>
        </p:spPr>
        <p:txBody>
          <a:bodyPr wrap="none" lIns="0" tIns="0" rIns="0" bIns="0" anchor="ctr">
            <a:normAutofit/>
          </a:bodyPr>
          <a:lstStyle/>
          <a:p>
            <a:pPr algn="ctr">
              <a:defRPr sz="945" b="1">
                <a:solidFill>
                  <a:srgbClr val="557A96"/>
                </a:solidFill>
                <a:latin typeface="微软雅黑" panose="020B0503020204020204" charset="-122"/>
                <a:ea typeface="微软雅黑" panose="020B0503020204020204" charset="-122"/>
                <a:cs typeface="微软雅黑" panose="020B0503020204020204" charset="-122"/>
              </a:defRPr>
            </a:pPr>
            <a:r>
              <a:rPr sz="945" b="1">
                <a:solidFill>
                  <a:srgbClr val="557A96"/>
                </a:solidFill>
                <a:latin typeface="微软雅黑" panose="020B0503020204020204" charset="-122"/>
                <a:ea typeface="微软雅黑" panose="020B0503020204020204" charset="-122"/>
                <a:cs typeface="微软雅黑" panose="020B0503020204020204" charset="-122"/>
              </a:rPr>
              <a:t>FAIL  ↺</a:t>
            </a:r>
          </a:p>
        </p:txBody>
      </p:sp>
      <p:sp>
        <p:nvSpPr>
          <p:cNvPr id="86" name="exec-pass"/>
          <p:cNvSpPr>
            <a:spLocks noGrp="1"/>
          </p:cNvSpPr>
          <p:nvPr/>
        </p:nvSpPr>
        <p:spPr>
          <a:xfrm>
            <a:off x="5962650" y="3124200"/>
            <a:ext cx="457200" cy="171450"/>
          </a:xfrm>
          <a:prstGeom prst="rect">
            <a:avLst/>
          </a:prstGeom>
          <a:noFill/>
          <a:ln w="0">
            <a:noFill/>
            <a:prstDash val="solid"/>
          </a:ln>
        </p:spPr>
        <p:txBody>
          <a:bodyPr wrap="none" lIns="0" tIns="0" rIns="0" bIns="0" anchor="ctr">
            <a:normAutofit/>
          </a:bodyPr>
          <a:lstStyle/>
          <a:p>
            <a:pPr algn="ctr">
              <a:defRPr sz="885" b="1">
                <a:solidFill>
                  <a:srgbClr val="557A96"/>
                </a:solidFill>
                <a:latin typeface="微软雅黑" panose="020B0503020204020204" charset="-122"/>
                <a:ea typeface="微软雅黑" panose="020B0503020204020204" charset="-122"/>
                <a:cs typeface="微软雅黑" panose="020B0503020204020204" charset="-122"/>
              </a:defRPr>
            </a:pPr>
            <a:r>
              <a:rPr sz="885" b="1">
                <a:solidFill>
                  <a:srgbClr val="557A96"/>
                </a:solidFill>
                <a:latin typeface="微软雅黑" panose="020B0503020204020204" charset="-122"/>
                <a:ea typeface="微软雅黑" panose="020B0503020204020204" charset="-122"/>
                <a:cs typeface="微软雅黑" panose="020B0503020204020204" charset="-122"/>
              </a:rPr>
              <a:t>PASS</a:t>
            </a:r>
          </a:p>
        </p:txBody>
      </p:sp>
      <p:sp>
        <p:nvSpPr>
          <p:cNvPr id="88" name="exec-failure-caption"/>
          <p:cNvSpPr>
            <a:spLocks noGrp="1"/>
          </p:cNvSpPr>
          <p:nvPr/>
        </p:nvSpPr>
        <p:spPr>
          <a:xfrm>
            <a:off x="6057900" y="3648075"/>
            <a:ext cx="1123950" cy="200025"/>
          </a:xfrm>
          <a:prstGeom prst="rect">
            <a:avLst/>
          </a:prstGeom>
          <a:noFill/>
          <a:ln w="0">
            <a:noFill/>
            <a:prstDash val="solid"/>
          </a:ln>
        </p:spPr>
        <p:txBody>
          <a:bodyPr wrap="none" lIns="0" tIns="0" rIns="0" bIns="0" anchor="ctr">
            <a:normAutofit/>
          </a:bodyPr>
          <a:lstStyle/>
          <a:p>
            <a:pPr algn="l">
              <a:defRPr sz="940" b="1">
                <a:solidFill>
                  <a:srgbClr val="68727B"/>
                </a:solidFill>
                <a:latin typeface="微软雅黑" panose="020B0503020204020204" charset="-122"/>
                <a:ea typeface="微软雅黑" panose="020B0503020204020204" charset="-122"/>
                <a:cs typeface="微软雅黑" panose="020B0503020204020204" charset="-122"/>
              </a:defRPr>
            </a:pPr>
            <a:r>
              <a:rPr sz="940" b="1">
                <a:solidFill>
                  <a:srgbClr val="68727B"/>
                </a:solidFill>
                <a:latin typeface="微软雅黑" panose="020B0503020204020204" charset="-122"/>
                <a:ea typeface="微软雅黑" panose="020B0503020204020204" charset="-122"/>
                <a:cs typeface="微软雅黑" panose="020B0503020204020204" charset="-122"/>
              </a:rPr>
              <a:t>Retry / Fallback</a:t>
            </a:r>
          </a:p>
        </p:txBody>
      </p:sp>
      <p:sp>
        <p:nvSpPr>
          <p:cNvPr id="89" name="minimum-workflow-band"/>
          <p:cNvSpPr>
            <a:spLocks noGrp="1"/>
          </p:cNvSpPr>
          <p:nvPr/>
        </p:nvSpPr>
        <p:spPr>
          <a:xfrm>
            <a:off x="2857500" y="3914775"/>
            <a:ext cx="5067300" cy="219075"/>
          </a:xfrm>
          <a:prstGeom prst="rect">
            <a:avLst/>
          </a:prstGeom>
          <a:solidFill>
            <a:srgbClr val="F2F6F8"/>
          </a:solidFill>
          <a:ln w="0">
            <a:noFill/>
            <a:prstDash val="solid"/>
          </a:ln>
        </p:spPr>
      </p:sp>
      <p:sp>
        <p:nvSpPr>
          <p:cNvPr id="90" name="minimum-workflow"/>
          <p:cNvSpPr>
            <a:spLocks noGrp="1"/>
          </p:cNvSpPr>
          <p:nvPr/>
        </p:nvSpPr>
        <p:spPr>
          <a:xfrm>
            <a:off x="3000375" y="3924300"/>
            <a:ext cx="4781550" cy="200025"/>
          </a:xfrm>
          <a:prstGeom prst="rect">
            <a:avLst/>
          </a:prstGeom>
          <a:noFill/>
          <a:ln w="0">
            <a:noFill/>
            <a:prstDash val="solid"/>
          </a:ln>
        </p:spPr>
        <p:txBody>
          <a:bodyPr wrap="none" lIns="0" tIns="0" rIns="0" bIns="0" anchor="ctr">
            <a:normAutofit/>
          </a:bodyPr>
          <a:lstStyle/>
          <a:p>
            <a:pPr algn="ctr">
              <a:defRPr sz="1005" b="1">
                <a:solidFill>
                  <a:srgbClr val="557A96"/>
                </a:solidFill>
                <a:latin typeface="微软雅黑" panose="020B0503020204020204" charset="-122"/>
                <a:ea typeface="微软雅黑" panose="020B0503020204020204" charset="-122"/>
                <a:cs typeface="微软雅黑" panose="020B0503020204020204" charset="-122"/>
              </a:defRPr>
            </a:pPr>
            <a:r>
              <a:rPr lang="zh-CN" altLang="en-US" sz="1005" b="1" dirty="0" smtClean="0">
                <a:solidFill>
                  <a:srgbClr val="FF0000"/>
                </a:solidFill>
                <a:latin typeface="微软雅黑" panose="020B0503020204020204" charset="-122"/>
                <a:ea typeface="微软雅黑" panose="020B0503020204020204" charset="-122"/>
                <a:cs typeface="微软雅黑" panose="020B0503020204020204" charset="-122"/>
              </a:rPr>
              <a:t>形成</a:t>
            </a:r>
            <a:r>
              <a:rPr sz="1005" b="1" dirty="0" err="1" smtClean="0">
                <a:solidFill>
                  <a:srgbClr val="FF0000"/>
                </a:solidFill>
                <a:latin typeface="微软雅黑" panose="020B0503020204020204" charset="-122"/>
                <a:ea typeface="微软雅黑" panose="020B0503020204020204" charset="-122"/>
                <a:cs typeface="微软雅黑" panose="020B0503020204020204" charset="-122"/>
              </a:rPr>
              <a:t>最小可运行</a:t>
            </a:r>
            <a:r>
              <a:rPr sz="1005" b="1" dirty="0" smtClean="0">
                <a:solidFill>
                  <a:srgbClr val="FF0000"/>
                </a:solidFill>
                <a:latin typeface="微软雅黑" panose="020B0503020204020204" charset="-122"/>
                <a:ea typeface="微软雅黑" panose="020B0503020204020204" charset="-122"/>
                <a:cs typeface="微软雅黑" panose="020B0503020204020204" charset="-122"/>
              </a:rPr>
              <a:t> </a:t>
            </a:r>
            <a:r>
              <a:rPr sz="1005" b="1" dirty="0">
                <a:solidFill>
                  <a:srgbClr val="FF0000"/>
                </a:solidFill>
                <a:latin typeface="微软雅黑" panose="020B0503020204020204" charset="-122"/>
                <a:ea typeface="微软雅黑" panose="020B0503020204020204" charset="-122"/>
                <a:cs typeface="微软雅黑" panose="020B0503020204020204" charset="-122"/>
              </a:rPr>
              <a:t>Workflow</a:t>
            </a:r>
          </a:p>
        </p:txBody>
      </p:sp>
      <p:sp>
        <p:nvSpPr>
          <p:cNvPr id="91" name="base-to-branches"/>
          <p:cNvSpPr>
            <a:spLocks noGrp="1"/>
          </p:cNvSpPr>
          <p:nvPr/>
        </p:nvSpPr>
        <p:spPr>
          <a:xfrm>
            <a:off x="5448300" y="4600575"/>
            <a:ext cx="0" cy="161925"/>
          </a:xfrm>
          <a:prstGeom prst="line">
            <a:avLst/>
          </a:prstGeom>
          <a:noFill/>
          <a:ln w="11430">
            <a:solidFill>
              <a:srgbClr val="557A96"/>
            </a:solidFill>
            <a:prstDash val="solid"/>
          </a:ln>
        </p:spPr>
      </p:sp>
      <p:sp>
        <p:nvSpPr>
          <p:cNvPr id="92" name="package-top-branch"/>
          <p:cNvSpPr>
            <a:spLocks noGrp="1"/>
          </p:cNvSpPr>
          <p:nvPr/>
        </p:nvSpPr>
        <p:spPr>
          <a:xfrm>
            <a:off x="3657600" y="4762500"/>
            <a:ext cx="3581400" cy="0"/>
          </a:xfrm>
          <a:prstGeom prst="line">
            <a:avLst/>
          </a:prstGeom>
          <a:noFill/>
          <a:ln w="11430">
            <a:solidFill>
              <a:srgbClr val="557A96"/>
            </a:solidFill>
            <a:prstDash val="solid"/>
          </a:ln>
        </p:spPr>
      </p:sp>
      <p:sp>
        <p:nvSpPr>
          <p:cNvPr id="93" name="package-down-0"/>
          <p:cNvSpPr>
            <a:spLocks noGrp="1"/>
          </p:cNvSpPr>
          <p:nvPr/>
        </p:nvSpPr>
        <p:spPr>
          <a:xfrm>
            <a:off x="3657600" y="4762500"/>
            <a:ext cx="0" cy="76200"/>
          </a:xfrm>
          <a:prstGeom prst="line">
            <a:avLst/>
          </a:prstGeom>
          <a:noFill/>
          <a:ln w="11430">
            <a:solidFill>
              <a:srgbClr val="557A96"/>
            </a:solidFill>
            <a:prstDash val="solid"/>
          </a:ln>
        </p:spPr>
      </p:sp>
      <p:sp>
        <p:nvSpPr>
          <p:cNvPr id="94" name="package-arrow-0"/>
          <p:cNvSpPr>
            <a:spLocks noGrp="1"/>
          </p:cNvSpPr>
          <p:nvPr/>
        </p:nvSpPr>
        <p:spPr>
          <a:xfrm rot="10800000">
            <a:off x="3619500" y="4800600"/>
            <a:ext cx="76200" cy="76200"/>
          </a:xfrm>
          <a:prstGeom prst="triangle">
            <a:avLst/>
          </a:prstGeom>
          <a:solidFill>
            <a:srgbClr val="557A96"/>
          </a:solidFill>
          <a:ln w="0">
            <a:solidFill>
              <a:srgbClr val="557A96"/>
            </a:solidFill>
            <a:prstDash val="solid"/>
          </a:ln>
        </p:spPr>
      </p:sp>
      <p:sp>
        <p:nvSpPr>
          <p:cNvPr id="95" name="package-converge-0"/>
          <p:cNvSpPr>
            <a:spLocks noGrp="1"/>
          </p:cNvSpPr>
          <p:nvPr/>
        </p:nvSpPr>
        <p:spPr>
          <a:xfrm>
            <a:off x="3657600" y="5162550"/>
            <a:ext cx="0" cy="76200"/>
          </a:xfrm>
          <a:prstGeom prst="line">
            <a:avLst/>
          </a:prstGeom>
          <a:noFill/>
          <a:ln w="11430">
            <a:solidFill>
              <a:srgbClr val="557A96"/>
            </a:solidFill>
            <a:prstDash val="solid"/>
          </a:ln>
        </p:spPr>
      </p:sp>
      <p:sp>
        <p:nvSpPr>
          <p:cNvPr id="96" name="package-down-1"/>
          <p:cNvSpPr>
            <a:spLocks noGrp="1"/>
          </p:cNvSpPr>
          <p:nvPr/>
        </p:nvSpPr>
        <p:spPr>
          <a:xfrm>
            <a:off x="5448300" y="4762500"/>
            <a:ext cx="0" cy="76200"/>
          </a:xfrm>
          <a:prstGeom prst="line">
            <a:avLst/>
          </a:prstGeom>
          <a:noFill/>
          <a:ln w="11430">
            <a:solidFill>
              <a:srgbClr val="557A96"/>
            </a:solidFill>
            <a:prstDash val="solid"/>
          </a:ln>
        </p:spPr>
      </p:sp>
      <p:sp>
        <p:nvSpPr>
          <p:cNvPr id="97" name="package-arrow-1"/>
          <p:cNvSpPr>
            <a:spLocks noGrp="1"/>
          </p:cNvSpPr>
          <p:nvPr/>
        </p:nvSpPr>
        <p:spPr>
          <a:xfrm rot="10800000">
            <a:off x="5410200" y="4800600"/>
            <a:ext cx="76200" cy="76200"/>
          </a:xfrm>
          <a:prstGeom prst="triangle">
            <a:avLst/>
          </a:prstGeom>
          <a:solidFill>
            <a:srgbClr val="557A96"/>
          </a:solidFill>
          <a:ln w="0">
            <a:solidFill>
              <a:srgbClr val="557A96"/>
            </a:solidFill>
            <a:prstDash val="solid"/>
          </a:ln>
        </p:spPr>
      </p:sp>
      <p:sp>
        <p:nvSpPr>
          <p:cNvPr id="98" name="package-converge-1"/>
          <p:cNvSpPr>
            <a:spLocks noGrp="1"/>
          </p:cNvSpPr>
          <p:nvPr/>
        </p:nvSpPr>
        <p:spPr>
          <a:xfrm>
            <a:off x="5448300" y="5162550"/>
            <a:ext cx="0" cy="76200"/>
          </a:xfrm>
          <a:prstGeom prst="line">
            <a:avLst/>
          </a:prstGeom>
          <a:noFill/>
          <a:ln w="11430">
            <a:solidFill>
              <a:srgbClr val="557A96"/>
            </a:solidFill>
            <a:prstDash val="solid"/>
          </a:ln>
        </p:spPr>
      </p:sp>
      <p:sp>
        <p:nvSpPr>
          <p:cNvPr id="99" name="package-down-2"/>
          <p:cNvSpPr>
            <a:spLocks noGrp="1"/>
          </p:cNvSpPr>
          <p:nvPr/>
        </p:nvSpPr>
        <p:spPr>
          <a:xfrm>
            <a:off x="7239000" y="4762500"/>
            <a:ext cx="0" cy="76200"/>
          </a:xfrm>
          <a:prstGeom prst="line">
            <a:avLst/>
          </a:prstGeom>
          <a:noFill/>
          <a:ln w="11430">
            <a:solidFill>
              <a:srgbClr val="557A96"/>
            </a:solidFill>
            <a:prstDash val="solid"/>
          </a:ln>
        </p:spPr>
      </p:sp>
      <p:sp>
        <p:nvSpPr>
          <p:cNvPr id="100" name="package-arrow-2"/>
          <p:cNvSpPr>
            <a:spLocks noGrp="1"/>
          </p:cNvSpPr>
          <p:nvPr/>
        </p:nvSpPr>
        <p:spPr>
          <a:xfrm rot="10800000">
            <a:off x="7200900" y="4800600"/>
            <a:ext cx="76200" cy="76200"/>
          </a:xfrm>
          <a:prstGeom prst="triangle">
            <a:avLst/>
          </a:prstGeom>
          <a:solidFill>
            <a:srgbClr val="557A96"/>
          </a:solidFill>
          <a:ln w="0">
            <a:solidFill>
              <a:srgbClr val="557A96"/>
            </a:solidFill>
            <a:prstDash val="solid"/>
          </a:ln>
        </p:spPr>
      </p:sp>
      <p:sp>
        <p:nvSpPr>
          <p:cNvPr id="101" name="package-converge-2"/>
          <p:cNvSpPr>
            <a:spLocks noGrp="1"/>
          </p:cNvSpPr>
          <p:nvPr/>
        </p:nvSpPr>
        <p:spPr>
          <a:xfrm>
            <a:off x="7239000" y="5162550"/>
            <a:ext cx="0" cy="76200"/>
          </a:xfrm>
          <a:prstGeom prst="line">
            <a:avLst/>
          </a:prstGeom>
          <a:noFill/>
          <a:ln w="11430">
            <a:solidFill>
              <a:srgbClr val="557A96"/>
            </a:solidFill>
            <a:prstDash val="solid"/>
          </a:ln>
        </p:spPr>
      </p:sp>
      <p:sp>
        <p:nvSpPr>
          <p:cNvPr id="102" name="package-bottom-branch"/>
          <p:cNvSpPr>
            <a:spLocks noGrp="1"/>
          </p:cNvSpPr>
          <p:nvPr/>
        </p:nvSpPr>
        <p:spPr>
          <a:xfrm>
            <a:off x="3657600" y="5238750"/>
            <a:ext cx="3581400" cy="0"/>
          </a:xfrm>
          <a:prstGeom prst="line">
            <a:avLst/>
          </a:prstGeom>
          <a:noFill/>
          <a:ln w="11430">
            <a:solidFill>
              <a:srgbClr val="557A96"/>
            </a:solidFill>
            <a:prstDash val="solid"/>
          </a:ln>
        </p:spPr>
      </p:sp>
      <p:sp>
        <p:nvSpPr>
          <p:cNvPr id="103" name="package-to-complete"/>
          <p:cNvSpPr>
            <a:spLocks noGrp="1"/>
          </p:cNvSpPr>
          <p:nvPr/>
        </p:nvSpPr>
        <p:spPr>
          <a:xfrm>
            <a:off x="5448300" y="5238750"/>
            <a:ext cx="0" cy="57150"/>
          </a:xfrm>
          <a:prstGeom prst="line">
            <a:avLst/>
          </a:prstGeom>
          <a:noFill/>
          <a:ln w="11430">
            <a:solidFill>
              <a:srgbClr val="557A96"/>
            </a:solidFill>
            <a:prstDash val="solid"/>
          </a:ln>
        </p:spPr>
      </p:sp>
      <p:sp>
        <p:nvSpPr>
          <p:cNvPr id="104" name="package-complete-arrow"/>
          <p:cNvSpPr>
            <a:spLocks noGrp="1"/>
          </p:cNvSpPr>
          <p:nvPr/>
        </p:nvSpPr>
        <p:spPr>
          <a:xfrm rot="10800000">
            <a:off x="5410200" y="5257800"/>
            <a:ext cx="76200" cy="76200"/>
          </a:xfrm>
          <a:prstGeom prst="triangle">
            <a:avLst/>
          </a:prstGeom>
          <a:solidFill>
            <a:srgbClr val="557A96"/>
          </a:solidFill>
          <a:ln w="0">
            <a:solidFill>
              <a:srgbClr val="557A96"/>
            </a:solidFill>
            <a:prstDash val="solid"/>
          </a:ln>
        </p:spPr>
      </p:sp>
      <p:sp>
        <p:nvSpPr>
          <p:cNvPr id="105" name="package-base-box"/>
          <p:cNvSpPr>
            <a:spLocks noGrp="1"/>
          </p:cNvSpPr>
          <p:nvPr/>
        </p:nvSpPr>
        <p:spPr>
          <a:xfrm>
            <a:off x="4781550" y="4362450"/>
            <a:ext cx="1333500" cy="247650"/>
          </a:xfrm>
          <a:prstGeom prst="roundRect">
            <a:avLst>
              <a:gd name="adj" fmla="val 15385"/>
            </a:avLst>
          </a:prstGeom>
          <a:solidFill>
            <a:srgbClr val="F2F6F8"/>
          </a:solidFill>
          <a:ln w="9525">
            <a:solidFill>
              <a:srgbClr val="7F9DB2"/>
            </a:solidFill>
            <a:prstDash val="solid"/>
          </a:ln>
        </p:spPr>
      </p:sp>
      <p:sp>
        <p:nvSpPr>
          <p:cNvPr id="106" name="package-base-text"/>
          <p:cNvSpPr>
            <a:spLocks noGrp="1"/>
          </p:cNvSpPr>
          <p:nvPr/>
        </p:nvSpPr>
        <p:spPr>
          <a:xfrm>
            <a:off x="4810125" y="4381500"/>
            <a:ext cx="1276350" cy="209550"/>
          </a:xfrm>
          <a:prstGeom prst="rect">
            <a:avLst/>
          </a:prstGeom>
          <a:noFill/>
          <a:ln w="0">
            <a:noFill/>
            <a:prstDash val="solid"/>
          </a:ln>
        </p:spPr>
        <p:txBody>
          <a:bodyPr wrap="none" lIns="0" tIns="0" rIns="0" bIns="0" anchor="ctr">
            <a:normAutofit/>
          </a:bodyPr>
          <a:lstStyle/>
          <a:p>
            <a:pPr algn="ctr">
              <a:defRPr sz="1015" b="1">
                <a:solidFill>
                  <a:srgbClr val="557A96"/>
                </a:solidFill>
                <a:latin typeface="微软雅黑" panose="020B0503020204020204" charset="-122"/>
                <a:ea typeface="微软雅黑" panose="020B0503020204020204" charset="-122"/>
                <a:cs typeface="微软雅黑" panose="020B0503020204020204" charset="-122"/>
              </a:defRPr>
            </a:pPr>
            <a:r>
              <a:rPr sz="1015" b="1">
                <a:solidFill>
                  <a:srgbClr val="557A96"/>
                </a:solidFill>
                <a:latin typeface="微软雅黑" panose="020B0503020204020204" charset="-122"/>
                <a:ea typeface="微软雅黑" panose="020B0503020204020204" charset="-122"/>
                <a:cs typeface="微软雅黑" panose="020B0503020204020204" charset="-122"/>
              </a:rPr>
              <a:t>基础 Workflow</a:t>
            </a:r>
          </a:p>
        </p:txBody>
      </p:sp>
      <p:sp>
        <p:nvSpPr>
          <p:cNvPr id="107" name="package-resources-box"/>
          <p:cNvSpPr>
            <a:spLocks noGrp="1"/>
          </p:cNvSpPr>
          <p:nvPr/>
        </p:nvSpPr>
        <p:spPr>
          <a:xfrm>
            <a:off x="3086100" y="4848225"/>
            <a:ext cx="1143000" cy="323850"/>
          </a:xfrm>
          <a:prstGeom prst="roundRect">
            <a:avLst>
              <a:gd name="adj" fmla="val 11765"/>
            </a:avLst>
          </a:prstGeom>
          <a:solidFill>
            <a:srgbClr val="F7F9FA"/>
          </a:solidFill>
          <a:ln w="9525">
            <a:solidFill>
              <a:srgbClr val="7F9DB2"/>
            </a:solidFill>
            <a:prstDash val="solid"/>
          </a:ln>
        </p:spPr>
      </p:sp>
      <p:sp>
        <p:nvSpPr>
          <p:cNvPr id="108" name="package-resources-text"/>
          <p:cNvSpPr>
            <a:spLocks noGrp="1"/>
          </p:cNvSpPr>
          <p:nvPr/>
        </p:nvSpPr>
        <p:spPr>
          <a:xfrm>
            <a:off x="3114675" y="4867275"/>
            <a:ext cx="1085850" cy="285750"/>
          </a:xfrm>
          <a:prstGeom prst="rect">
            <a:avLst/>
          </a:prstGeom>
          <a:noFill/>
          <a:ln w="0">
            <a:noFill/>
            <a:prstDash val="solid"/>
          </a:ln>
        </p:spPr>
        <p:txBody>
          <a:bodyPr wrap="none" lIns="0" tIns="0" rIns="0" bIns="0" anchor="ctr">
            <a:normAutofit fontScale="97444"/>
          </a:bodyPr>
          <a:lstStyle/>
          <a:p>
            <a:pPr algn="ctr">
              <a:defRPr sz="870" b="1">
                <a:solidFill>
                  <a:srgbClr val="252B31"/>
                </a:solidFill>
                <a:latin typeface="微软雅黑" panose="020B0503020204020204" charset="-122"/>
                <a:ea typeface="微软雅黑" panose="020B0503020204020204" charset="-122"/>
                <a:cs typeface="微软雅黑" panose="020B0503020204020204" charset="-122"/>
              </a:defRPr>
            </a:pPr>
            <a:r>
              <a:rPr sz="870" dirty="0">
                <a:solidFill>
                  <a:srgbClr val="252B31"/>
                </a:solidFill>
                <a:latin typeface="Times New Roman" panose="02020603050405020304" pitchFamily="18" charset="0"/>
                <a:ea typeface="微软雅黑" panose="020B0503020204020204" charset="-122"/>
                <a:cs typeface="Times New Roman" panose="02020603050405020304" pitchFamily="18" charset="0"/>
              </a:rPr>
              <a:t>Resources</a:t>
            </a:r>
          </a:p>
          <a:p>
            <a:pPr algn="ctr">
              <a:defRPr sz="870" b="1">
                <a:solidFill>
                  <a:srgbClr val="252B31"/>
                </a:solidFill>
                <a:latin typeface="微软雅黑" panose="020B0503020204020204" charset="-122"/>
                <a:ea typeface="微软雅黑" panose="020B0503020204020204" charset="-122"/>
                <a:cs typeface="微软雅黑" panose="020B0503020204020204" charset="-122"/>
              </a:defRPr>
            </a:pPr>
            <a:r>
              <a:rPr sz="870" dirty="0">
                <a:solidFill>
                  <a:srgbClr val="252B31"/>
                </a:solidFill>
                <a:latin typeface="Times New Roman" panose="02020603050405020304" pitchFamily="18" charset="0"/>
                <a:ea typeface="微软雅黑" panose="020B0503020204020204" charset="-122"/>
                <a:cs typeface="Times New Roman" panose="02020603050405020304" pitchFamily="18" charset="0"/>
              </a:rPr>
              <a:t>Ref · Example · Script</a:t>
            </a:r>
          </a:p>
        </p:txBody>
      </p:sp>
      <p:sp>
        <p:nvSpPr>
          <p:cNvPr id="109" name="package-constraints-box"/>
          <p:cNvSpPr>
            <a:spLocks noGrp="1"/>
          </p:cNvSpPr>
          <p:nvPr/>
        </p:nvSpPr>
        <p:spPr>
          <a:xfrm>
            <a:off x="4819650" y="4848225"/>
            <a:ext cx="1257300" cy="323850"/>
          </a:xfrm>
          <a:prstGeom prst="roundRect">
            <a:avLst>
              <a:gd name="adj" fmla="val 11765"/>
            </a:avLst>
          </a:prstGeom>
          <a:solidFill>
            <a:srgbClr val="F7F9FA"/>
          </a:solidFill>
          <a:ln w="9525">
            <a:solidFill>
              <a:srgbClr val="7F9DB2"/>
            </a:solidFill>
            <a:prstDash val="solid"/>
          </a:ln>
        </p:spPr>
      </p:sp>
      <p:sp>
        <p:nvSpPr>
          <p:cNvPr id="110" name="package-constraints-text"/>
          <p:cNvSpPr>
            <a:spLocks noGrp="1"/>
          </p:cNvSpPr>
          <p:nvPr/>
        </p:nvSpPr>
        <p:spPr>
          <a:xfrm>
            <a:off x="4848225" y="4867275"/>
            <a:ext cx="1200150" cy="285750"/>
          </a:xfrm>
          <a:prstGeom prst="rect">
            <a:avLst/>
          </a:prstGeom>
          <a:noFill/>
          <a:ln w="0">
            <a:noFill/>
            <a:prstDash val="solid"/>
          </a:ln>
        </p:spPr>
        <p:txBody>
          <a:bodyPr wrap="none" lIns="0" tIns="0" rIns="0" bIns="0" anchor="ctr">
            <a:normAutofit fontScale="98300"/>
          </a:bodyPr>
          <a:lstStyle/>
          <a:p>
            <a:pPr algn="ctr">
              <a:defRPr sz="850" b="1">
                <a:solidFill>
                  <a:srgbClr val="252B31"/>
                </a:solidFill>
                <a:latin typeface="微软雅黑" panose="020B0503020204020204" charset="-122"/>
                <a:ea typeface="微软雅黑" panose="020B0503020204020204" charset="-122"/>
                <a:cs typeface="微软雅黑" panose="020B0503020204020204" charset="-122"/>
              </a:defRPr>
            </a:pPr>
            <a:r>
              <a:rPr sz="850" dirty="0">
                <a:solidFill>
                  <a:srgbClr val="252B31"/>
                </a:solidFill>
                <a:latin typeface="Times New Roman" panose="02020603050405020304" pitchFamily="18" charset="0"/>
                <a:ea typeface="微软雅黑" panose="020B0503020204020204" charset="-122"/>
                <a:cs typeface="Times New Roman" panose="02020603050405020304" pitchFamily="18" charset="0"/>
              </a:rPr>
              <a:t>Constraints</a:t>
            </a:r>
          </a:p>
          <a:p>
            <a:pPr algn="ctr">
              <a:defRPr sz="850" b="1">
                <a:solidFill>
                  <a:srgbClr val="252B31"/>
                </a:solidFill>
                <a:latin typeface="微软雅黑" panose="020B0503020204020204" charset="-122"/>
                <a:ea typeface="微软雅黑" panose="020B0503020204020204" charset="-122"/>
                <a:cs typeface="微软雅黑" panose="020B0503020204020204" charset="-122"/>
              </a:defRPr>
            </a:pPr>
            <a:r>
              <a:rPr sz="850" dirty="0">
                <a:solidFill>
                  <a:srgbClr val="252B31"/>
                </a:solidFill>
                <a:latin typeface="Times New Roman" panose="02020603050405020304" pitchFamily="18" charset="0"/>
                <a:ea typeface="微软雅黑" panose="020B0503020204020204" charset="-122"/>
                <a:cs typeface="Times New Roman" panose="02020603050405020304" pitchFamily="18" charset="0"/>
              </a:rPr>
              <a:t>Boundary · </a:t>
            </a:r>
            <a:r>
              <a:rPr sz="850" dirty="0" smtClean="0">
                <a:solidFill>
                  <a:srgbClr val="252B31"/>
                </a:solidFill>
                <a:latin typeface="Times New Roman" panose="02020603050405020304" pitchFamily="18" charset="0"/>
                <a:ea typeface="微软雅黑" panose="020B0503020204020204" charset="-122"/>
                <a:cs typeface="Times New Roman" panose="02020603050405020304" pitchFamily="18" charset="0"/>
              </a:rPr>
              <a:t>Policy</a:t>
            </a:r>
            <a:endParaRPr sz="850" dirty="0">
              <a:solidFill>
                <a:srgbClr val="252B31"/>
              </a:solidFill>
              <a:latin typeface="Times New Roman" panose="02020603050405020304" pitchFamily="18" charset="0"/>
              <a:ea typeface="微软雅黑" panose="020B0503020204020204" charset="-122"/>
              <a:cs typeface="Times New Roman" panose="02020603050405020304" pitchFamily="18" charset="0"/>
            </a:endParaRPr>
          </a:p>
        </p:txBody>
      </p:sp>
      <p:sp>
        <p:nvSpPr>
          <p:cNvPr id="111" name="package-metadata-box"/>
          <p:cNvSpPr>
            <a:spLocks noGrp="1"/>
          </p:cNvSpPr>
          <p:nvPr/>
        </p:nvSpPr>
        <p:spPr>
          <a:xfrm>
            <a:off x="6477000" y="4848225"/>
            <a:ext cx="1524000" cy="323850"/>
          </a:xfrm>
          <a:prstGeom prst="roundRect">
            <a:avLst>
              <a:gd name="adj" fmla="val 11765"/>
            </a:avLst>
          </a:prstGeom>
          <a:solidFill>
            <a:srgbClr val="F7F9FA"/>
          </a:solidFill>
          <a:ln w="9525">
            <a:solidFill>
              <a:srgbClr val="7F9DB2"/>
            </a:solidFill>
            <a:prstDash val="solid"/>
          </a:ln>
        </p:spPr>
      </p:sp>
      <p:sp>
        <p:nvSpPr>
          <p:cNvPr id="112" name="package-metadata-text"/>
          <p:cNvSpPr>
            <a:spLocks noGrp="1"/>
          </p:cNvSpPr>
          <p:nvPr/>
        </p:nvSpPr>
        <p:spPr>
          <a:xfrm>
            <a:off x="6553200" y="4857750"/>
            <a:ext cx="1371600" cy="285750"/>
          </a:xfrm>
          <a:prstGeom prst="rect">
            <a:avLst/>
          </a:prstGeom>
          <a:noFill/>
          <a:ln w="0">
            <a:noFill/>
            <a:prstDash val="solid"/>
          </a:ln>
        </p:spPr>
        <p:txBody>
          <a:bodyPr wrap="none" lIns="0" tIns="0" rIns="0" bIns="0" anchor="ctr">
            <a:normAutofit fontScale="98622"/>
          </a:bodyPr>
          <a:lstStyle/>
          <a:p>
            <a:pPr algn="ctr">
              <a:defRPr sz="830" b="1">
                <a:solidFill>
                  <a:srgbClr val="252B31"/>
                </a:solidFill>
                <a:latin typeface="微软雅黑" panose="020B0503020204020204" charset="-122"/>
                <a:ea typeface="微软雅黑" panose="020B0503020204020204" charset="-122"/>
                <a:cs typeface="微软雅黑" panose="020B0503020204020204" charset="-122"/>
              </a:defRPr>
            </a:pPr>
            <a:r>
              <a:rPr sz="830" dirty="0">
                <a:solidFill>
                  <a:srgbClr val="252B31"/>
                </a:solidFill>
                <a:latin typeface="Times New Roman" panose="02020603050405020304" pitchFamily="18" charset="0"/>
                <a:ea typeface="微软雅黑" panose="020B0503020204020204" charset="-122"/>
                <a:cs typeface="Times New Roman" panose="02020603050405020304" pitchFamily="18" charset="0"/>
              </a:rPr>
              <a:t>Metadata</a:t>
            </a:r>
          </a:p>
          <a:p>
            <a:pPr algn="ctr">
              <a:defRPr sz="830" b="1">
                <a:solidFill>
                  <a:srgbClr val="252B31"/>
                </a:solidFill>
                <a:latin typeface="微软雅黑" panose="020B0503020204020204" charset="-122"/>
                <a:ea typeface="微软雅黑" panose="020B0503020204020204" charset="-122"/>
                <a:cs typeface="微软雅黑" panose="020B0503020204020204" charset="-122"/>
              </a:defRPr>
            </a:pPr>
            <a:r>
              <a:rPr sz="830" dirty="0">
                <a:solidFill>
                  <a:srgbClr val="252B31"/>
                </a:solidFill>
                <a:latin typeface="Times New Roman" panose="02020603050405020304" pitchFamily="18" charset="0"/>
                <a:ea typeface="微软雅黑" panose="020B0503020204020204" charset="-122"/>
                <a:cs typeface="Times New Roman" panose="02020603050405020304" pitchFamily="18" charset="0"/>
              </a:rPr>
              <a:t>name · description · trigger</a:t>
            </a:r>
          </a:p>
        </p:txBody>
      </p:sp>
      <p:sp>
        <p:nvSpPr>
          <p:cNvPr id="113" name="package-complete-box"/>
          <p:cNvSpPr>
            <a:spLocks noGrp="1"/>
          </p:cNvSpPr>
          <p:nvPr/>
        </p:nvSpPr>
        <p:spPr>
          <a:xfrm>
            <a:off x="4686300" y="5295900"/>
            <a:ext cx="1524000" cy="238125"/>
          </a:xfrm>
          <a:prstGeom prst="roundRect">
            <a:avLst>
              <a:gd name="adj" fmla="val 16000"/>
            </a:avLst>
          </a:prstGeom>
          <a:solidFill>
            <a:srgbClr val="F2F6F8"/>
          </a:solidFill>
          <a:ln w="9525">
            <a:solidFill>
              <a:srgbClr val="7F9DB2"/>
            </a:solidFill>
            <a:prstDash val="solid"/>
          </a:ln>
        </p:spPr>
      </p:sp>
      <p:sp>
        <p:nvSpPr>
          <p:cNvPr id="114" name="package-complete-text"/>
          <p:cNvSpPr>
            <a:spLocks noGrp="1"/>
          </p:cNvSpPr>
          <p:nvPr/>
        </p:nvSpPr>
        <p:spPr>
          <a:xfrm>
            <a:off x="4714875" y="5314950"/>
            <a:ext cx="1466850" cy="200025"/>
          </a:xfrm>
          <a:prstGeom prst="rect">
            <a:avLst/>
          </a:prstGeom>
          <a:noFill/>
          <a:ln w="0">
            <a:noFill/>
            <a:prstDash val="solid"/>
          </a:ln>
        </p:spPr>
        <p:txBody>
          <a:bodyPr wrap="none" lIns="0" tIns="0" rIns="0" bIns="0" anchor="ctr">
            <a:normAutofit/>
          </a:bodyPr>
          <a:lstStyle/>
          <a:p>
            <a:pPr algn="ctr">
              <a:defRPr sz="990" b="1">
                <a:solidFill>
                  <a:srgbClr val="557A96"/>
                </a:solidFill>
                <a:latin typeface="微软雅黑" panose="020B0503020204020204" charset="-122"/>
                <a:ea typeface="微软雅黑" panose="020B0503020204020204" charset="-122"/>
                <a:cs typeface="微软雅黑" panose="020B0503020204020204" charset="-122"/>
              </a:defRPr>
            </a:pPr>
            <a:r>
              <a:rPr sz="990" b="1">
                <a:solidFill>
                  <a:srgbClr val="557A96"/>
                </a:solidFill>
                <a:latin typeface="微软雅黑" panose="020B0503020204020204" charset="-122"/>
                <a:ea typeface="微软雅黑" panose="020B0503020204020204" charset="-122"/>
                <a:cs typeface="微软雅黑" panose="020B0503020204020204" charset="-122"/>
              </a:rPr>
              <a:t>Complete Skill</a:t>
            </a:r>
          </a:p>
        </p:txBody>
      </p:sp>
      <p:sp>
        <p:nvSpPr>
          <p:cNvPr id="115" name="complete-evaluation-line"/>
          <p:cNvSpPr>
            <a:spLocks noGrp="1"/>
          </p:cNvSpPr>
          <p:nvPr/>
        </p:nvSpPr>
        <p:spPr>
          <a:xfrm>
            <a:off x="4000500" y="5838825"/>
            <a:ext cx="523875" cy="0"/>
          </a:xfrm>
          <a:prstGeom prst="line">
            <a:avLst/>
          </a:prstGeom>
          <a:noFill/>
          <a:ln w="11430">
            <a:solidFill>
              <a:srgbClr val="557A96"/>
            </a:solidFill>
            <a:prstDash val="solid"/>
          </a:ln>
        </p:spPr>
      </p:sp>
      <p:sp>
        <p:nvSpPr>
          <p:cNvPr id="116" name="complete-evaluation-arrow"/>
          <p:cNvSpPr>
            <a:spLocks noGrp="1"/>
          </p:cNvSpPr>
          <p:nvPr/>
        </p:nvSpPr>
        <p:spPr>
          <a:xfrm rot="5400000">
            <a:off x="4486275" y="5800725"/>
            <a:ext cx="76200" cy="76200"/>
          </a:xfrm>
          <a:prstGeom prst="triangle">
            <a:avLst/>
          </a:prstGeom>
          <a:solidFill>
            <a:srgbClr val="557A96"/>
          </a:solidFill>
          <a:ln w="0">
            <a:solidFill>
              <a:srgbClr val="557A96"/>
            </a:solidFill>
            <a:prstDash val="solid"/>
          </a:ln>
        </p:spPr>
      </p:sp>
      <p:sp>
        <p:nvSpPr>
          <p:cNvPr id="117" name="evaluation-stable-line"/>
          <p:cNvSpPr>
            <a:spLocks noGrp="1"/>
          </p:cNvSpPr>
          <p:nvPr/>
        </p:nvSpPr>
        <p:spPr>
          <a:xfrm>
            <a:off x="5572125" y="5838825"/>
            <a:ext cx="1000125" cy="0"/>
          </a:xfrm>
          <a:prstGeom prst="line">
            <a:avLst/>
          </a:prstGeom>
          <a:noFill/>
          <a:ln w="11430">
            <a:solidFill>
              <a:srgbClr val="557A96"/>
            </a:solidFill>
            <a:prstDash val="solid"/>
          </a:ln>
        </p:spPr>
      </p:sp>
      <p:sp>
        <p:nvSpPr>
          <p:cNvPr id="118" name="evaluation-stable-arrow"/>
          <p:cNvSpPr>
            <a:spLocks noGrp="1"/>
          </p:cNvSpPr>
          <p:nvPr/>
        </p:nvSpPr>
        <p:spPr>
          <a:xfrm rot="5400000">
            <a:off x="6534150" y="5800725"/>
            <a:ext cx="76200" cy="76200"/>
          </a:xfrm>
          <a:prstGeom prst="triangle">
            <a:avLst/>
          </a:prstGeom>
          <a:solidFill>
            <a:srgbClr val="557A96"/>
          </a:solidFill>
          <a:ln w="0">
            <a:solidFill>
              <a:srgbClr val="557A96"/>
            </a:solidFill>
            <a:prstDash val="solid"/>
          </a:ln>
        </p:spPr>
      </p:sp>
      <p:sp>
        <p:nvSpPr>
          <p:cNvPr id="119" name="evaluation-fail-line"/>
          <p:cNvSpPr>
            <a:spLocks noGrp="1"/>
          </p:cNvSpPr>
          <p:nvPr/>
        </p:nvSpPr>
        <p:spPr>
          <a:xfrm>
            <a:off x="5048250" y="5972175"/>
            <a:ext cx="0" cy="76200"/>
          </a:xfrm>
          <a:prstGeom prst="line">
            <a:avLst/>
          </a:prstGeom>
          <a:noFill/>
          <a:ln w="10478">
            <a:solidFill>
              <a:srgbClr val="557A96"/>
            </a:solidFill>
            <a:prstDash val="solid"/>
          </a:ln>
        </p:spPr>
      </p:sp>
      <p:sp>
        <p:nvSpPr>
          <p:cNvPr id="120" name="evaluation-complete-box"/>
          <p:cNvSpPr>
            <a:spLocks noGrp="1"/>
          </p:cNvSpPr>
          <p:nvPr/>
        </p:nvSpPr>
        <p:spPr>
          <a:xfrm>
            <a:off x="2857500" y="5705475"/>
            <a:ext cx="1143000" cy="266700"/>
          </a:xfrm>
          <a:prstGeom prst="roundRect">
            <a:avLst>
              <a:gd name="adj" fmla="val 14286"/>
            </a:avLst>
          </a:prstGeom>
          <a:solidFill>
            <a:srgbClr val="F7F9FA"/>
          </a:solidFill>
          <a:ln w="9525">
            <a:solidFill>
              <a:srgbClr val="7F9DB2"/>
            </a:solidFill>
            <a:prstDash val="solid"/>
          </a:ln>
        </p:spPr>
      </p:sp>
      <p:sp>
        <p:nvSpPr>
          <p:cNvPr id="121" name="evaluation-complete-text"/>
          <p:cNvSpPr>
            <a:spLocks noGrp="1"/>
          </p:cNvSpPr>
          <p:nvPr/>
        </p:nvSpPr>
        <p:spPr>
          <a:xfrm>
            <a:off x="2886075" y="5724525"/>
            <a:ext cx="1085850" cy="228600"/>
          </a:xfrm>
          <a:prstGeom prst="rect">
            <a:avLst/>
          </a:prstGeom>
          <a:noFill/>
          <a:ln w="0">
            <a:noFill/>
            <a:prstDash val="solid"/>
          </a:ln>
        </p:spPr>
        <p:txBody>
          <a:bodyPr wrap="none" lIns="0" tIns="0" rIns="0" bIns="0" anchor="ctr">
            <a:normAutofit/>
          </a:bodyPr>
          <a:lstStyle/>
          <a:p>
            <a:pPr algn="ctr">
              <a:defRPr sz="960" b="1">
                <a:solidFill>
                  <a:srgbClr val="252B31"/>
                </a:solidFill>
                <a:latin typeface="微软雅黑" panose="020B0503020204020204" charset="-122"/>
                <a:ea typeface="微软雅黑" panose="020B0503020204020204" charset="-122"/>
                <a:cs typeface="微软雅黑" panose="020B0503020204020204" charset="-122"/>
              </a:defRPr>
            </a:pPr>
            <a:r>
              <a:rPr sz="960" b="1">
                <a:solidFill>
                  <a:srgbClr val="252B31"/>
                </a:solidFill>
                <a:latin typeface="微软雅黑" panose="020B0503020204020204" charset="-122"/>
                <a:ea typeface="微软雅黑" panose="020B0503020204020204" charset="-122"/>
                <a:cs typeface="微软雅黑" panose="020B0503020204020204" charset="-122"/>
              </a:rPr>
              <a:t>Complete Skill</a:t>
            </a:r>
          </a:p>
        </p:txBody>
      </p:sp>
      <p:sp>
        <p:nvSpPr>
          <p:cNvPr id="122" name="evaluation-node-box"/>
          <p:cNvSpPr>
            <a:spLocks noGrp="1"/>
          </p:cNvSpPr>
          <p:nvPr/>
        </p:nvSpPr>
        <p:spPr>
          <a:xfrm>
            <a:off x="4524375" y="5705475"/>
            <a:ext cx="1047750" cy="266700"/>
          </a:xfrm>
          <a:prstGeom prst="roundRect">
            <a:avLst>
              <a:gd name="adj" fmla="val 14286"/>
            </a:avLst>
          </a:prstGeom>
          <a:solidFill>
            <a:srgbClr val="F2F6F8"/>
          </a:solidFill>
          <a:ln w="9525">
            <a:solidFill>
              <a:srgbClr val="7F9DB2"/>
            </a:solidFill>
            <a:prstDash val="solid"/>
          </a:ln>
        </p:spPr>
      </p:sp>
      <p:sp>
        <p:nvSpPr>
          <p:cNvPr id="123" name="evaluation-node-text"/>
          <p:cNvSpPr>
            <a:spLocks noGrp="1"/>
          </p:cNvSpPr>
          <p:nvPr/>
        </p:nvSpPr>
        <p:spPr>
          <a:xfrm>
            <a:off x="4552950" y="5724525"/>
            <a:ext cx="990600" cy="228600"/>
          </a:xfrm>
          <a:prstGeom prst="rect">
            <a:avLst/>
          </a:prstGeom>
          <a:noFill/>
          <a:ln w="0">
            <a:noFill/>
            <a:prstDash val="solid"/>
          </a:ln>
        </p:spPr>
        <p:txBody>
          <a:bodyPr wrap="none" lIns="0" tIns="0" rIns="0" bIns="0" anchor="ctr">
            <a:normAutofit/>
          </a:bodyPr>
          <a:lstStyle/>
          <a:p>
            <a:pPr algn="ctr">
              <a:defRPr sz="975" b="1">
                <a:solidFill>
                  <a:srgbClr val="557A96"/>
                </a:solidFill>
                <a:latin typeface="微软雅黑" panose="020B0503020204020204" charset="-122"/>
                <a:ea typeface="微软雅黑" panose="020B0503020204020204" charset="-122"/>
                <a:cs typeface="微软雅黑" panose="020B0503020204020204" charset="-122"/>
              </a:defRPr>
            </a:pPr>
            <a:r>
              <a:rPr sz="975" b="1">
                <a:solidFill>
                  <a:srgbClr val="557A96"/>
                </a:solidFill>
                <a:latin typeface="微软雅黑" panose="020B0503020204020204" charset="-122"/>
                <a:ea typeface="微软雅黑" panose="020B0503020204020204" charset="-122"/>
                <a:cs typeface="微软雅黑" panose="020B0503020204020204" charset="-122"/>
              </a:rPr>
              <a:t>Evaluation</a:t>
            </a:r>
          </a:p>
        </p:txBody>
      </p:sp>
      <p:sp>
        <p:nvSpPr>
          <p:cNvPr id="124" name="stable-skill-box"/>
          <p:cNvSpPr>
            <a:spLocks noGrp="1"/>
          </p:cNvSpPr>
          <p:nvPr/>
        </p:nvSpPr>
        <p:spPr>
          <a:xfrm>
            <a:off x="6572250" y="5667375"/>
            <a:ext cx="1714500" cy="342900"/>
          </a:xfrm>
          <a:prstGeom prst="roundRect">
            <a:avLst>
              <a:gd name="adj" fmla="val 11111"/>
            </a:avLst>
          </a:prstGeom>
          <a:solidFill>
            <a:srgbClr val="F2F6F8"/>
          </a:solidFill>
          <a:ln w="9525">
            <a:solidFill>
              <a:srgbClr val="7F9DB2"/>
            </a:solidFill>
            <a:prstDash val="solid"/>
          </a:ln>
        </p:spPr>
      </p:sp>
      <p:sp>
        <p:nvSpPr>
          <p:cNvPr id="125" name="stable-skill-text"/>
          <p:cNvSpPr>
            <a:spLocks noGrp="1"/>
          </p:cNvSpPr>
          <p:nvPr/>
        </p:nvSpPr>
        <p:spPr>
          <a:xfrm>
            <a:off x="6600825" y="5686425"/>
            <a:ext cx="1657350" cy="304800"/>
          </a:xfrm>
          <a:prstGeom prst="rect">
            <a:avLst/>
          </a:prstGeom>
          <a:noFill/>
          <a:ln w="0">
            <a:noFill/>
            <a:prstDash val="solid"/>
          </a:ln>
        </p:spPr>
        <p:txBody>
          <a:bodyPr wrap="none" lIns="0" tIns="0" rIns="0" bIns="0" anchor="ctr">
            <a:normAutofit/>
          </a:bodyPr>
          <a:lstStyle/>
          <a:p>
            <a:pPr algn="ctr">
              <a:defRPr sz="945" b="1">
                <a:solidFill>
                  <a:srgbClr val="557A96"/>
                </a:solidFill>
                <a:latin typeface="微软雅黑" panose="020B0503020204020204" charset="-122"/>
                <a:ea typeface="微软雅黑" panose="020B0503020204020204" charset="-122"/>
                <a:cs typeface="微软雅黑" panose="020B0503020204020204" charset="-122"/>
              </a:defRPr>
            </a:pPr>
            <a:r>
              <a:rPr sz="945" b="1">
                <a:solidFill>
                  <a:srgbClr val="557A96"/>
                </a:solidFill>
                <a:latin typeface="微软雅黑" panose="020B0503020204020204" charset="-122"/>
                <a:ea typeface="微软雅黑" panose="020B0503020204020204" charset="-122"/>
                <a:cs typeface="微软雅黑" panose="020B0503020204020204" charset="-122"/>
              </a:rPr>
              <a:t>Stable Skill</a:t>
            </a:r>
          </a:p>
          <a:p>
            <a:pPr algn="ctr">
              <a:defRPr sz="945" b="1">
                <a:solidFill>
                  <a:srgbClr val="557A96"/>
                </a:solidFill>
                <a:latin typeface="微软雅黑" panose="020B0503020204020204" charset="-122"/>
                <a:ea typeface="微软雅黑" panose="020B0503020204020204" charset="-122"/>
                <a:cs typeface="微软雅黑" panose="020B0503020204020204" charset="-122"/>
              </a:defRPr>
            </a:pPr>
            <a:r>
              <a:rPr sz="945" b="1">
                <a:solidFill>
                  <a:srgbClr val="557A96"/>
                </a:solidFill>
                <a:latin typeface="微软雅黑" panose="020B0503020204020204" charset="-122"/>
                <a:ea typeface="微软雅黑" panose="020B0503020204020204" charset="-122"/>
                <a:cs typeface="微软雅黑" panose="020B0503020204020204" charset="-122"/>
              </a:rPr>
              <a:t>稳定 · 可调用 · 可复用</a:t>
            </a:r>
          </a:p>
        </p:txBody>
      </p:sp>
      <p:sp>
        <p:nvSpPr>
          <p:cNvPr id="126" name="evaluation-pass"/>
          <p:cNvSpPr>
            <a:spLocks noGrp="1"/>
          </p:cNvSpPr>
          <p:nvPr/>
        </p:nvSpPr>
        <p:spPr>
          <a:xfrm>
            <a:off x="5772150" y="5657850"/>
            <a:ext cx="533400" cy="161925"/>
          </a:xfrm>
          <a:prstGeom prst="rect">
            <a:avLst/>
          </a:prstGeom>
          <a:noFill/>
          <a:ln w="0">
            <a:noFill/>
            <a:prstDash val="solid"/>
          </a:ln>
        </p:spPr>
        <p:txBody>
          <a:bodyPr wrap="none" lIns="0" tIns="0" rIns="0" bIns="0" anchor="ctr">
            <a:normAutofit/>
          </a:bodyPr>
          <a:lstStyle/>
          <a:p>
            <a:pPr algn="ctr">
              <a:defRPr sz="885" b="1">
                <a:solidFill>
                  <a:srgbClr val="557A96"/>
                </a:solidFill>
                <a:latin typeface="微软雅黑" panose="020B0503020204020204" charset="-122"/>
                <a:ea typeface="微软雅黑" panose="020B0503020204020204" charset="-122"/>
                <a:cs typeface="微软雅黑" panose="020B0503020204020204" charset="-122"/>
              </a:defRPr>
            </a:pPr>
            <a:r>
              <a:rPr sz="885" b="1">
                <a:solidFill>
                  <a:srgbClr val="557A96"/>
                </a:solidFill>
                <a:latin typeface="微软雅黑" panose="020B0503020204020204" charset="-122"/>
                <a:ea typeface="微软雅黑" panose="020B0503020204020204" charset="-122"/>
                <a:cs typeface="微软雅黑" panose="020B0503020204020204" charset="-122"/>
              </a:rPr>
              <a:t>PASS</a:t>
            </a:r>
          </a:p>
        </p:txBody>
      </p:sp>
      <p:sp>
        <p:nvSpPr>
          <p:cNvPr id="127" name="evaluation-fail"/>
          <p:cNvSpPr>
            <a:spLocks noGrp="1"/>
          </p:cNvSpPr>
          <p:nvPr/>
        </p:nvSpPr>
        <p:spPr>
          <a:xfrm>
            <a:off x="5429250" y="5972175"/>
            <a:ext cx="1333500" cy="133350"/>
          </a:xfrm>
          <a:prstGeom prst="rect">
            <a:avLst/>
          </a:prstGeom>
          <a:noFill/>
          <a:ln w="0">
            <a:noFill/>
            <a:prstDash val="solid"/>
          </a:ln>
        </p:spPr>
        <p:txBody>
          <a:bodyPr wrap="none" lIns="0" tIns="0" rIns="0" bIns="0" anchor="ctr">
            <a:normAutofit/>
          </a:bodyPr>
          <a:lstStyle/>
          <a:p>
            <a:pPr algn="l">
              <a:defRPr sz="810" b="1">
                <a:solidFill>
                  <a:srgbClr val="68727B"/>
                </a:solidFill>
                <a:latin typeface="微软雅黑" panose="020B0503020204020204" charset="-122"/>
                <a:ea typeface="微软雅黑" panose="020B0503020204020204" charset="-122"/>
                <a:cs typeface="微软雅黑" panose="020B0503020204020204" charset="-122"/>
              </a:defRPr>
            </a:pPr>
            <a:r>
              <a:rPr sz="810" b="1" dirty="0">
                <a:solidFill>
                  <a:srgbClr val="68727B"/>
                </a:solidFill>
                <a:latin typeface="微软雅黑" panose="020B0503020204020204" charset="-122"/>
                <a:ea typeface="微软雅黑" panose="020B0503020204020204" charset="-122"/>
                <a:cs typeface="微软雅黑" panose="020B0503020204020204" charset="-122"/>
              </a:rPr>
              <a:t>FAIL → </a:t>
            </a:r>
            <a:r>
              <a:rPr sz="810" b="1" dirty="0" err="1">
                <a:solidFill>
                  <a:srgbClr val="68727B"/>
                </a:solidFill>
                <a:latin typeface="微软雅黑" panose="020B0503020204020204" charset="-122"/>
                <a:ea typeface="微软雅黑" panose="020B0503020204020204" charset="-122"/>
                <a:cs typeface="微软雅黑" panose="020B0503020204020204" charset="-122"/>
              </a:rPr>
              <a:t>右侧定位与修正</a:t>
            </a:r>
            <a:endParaRPr sz="810" b="1" dirty="0">
              <a:solidFill>
                <a:srgbClr val="68727B"/>
              </a:solidFill>
              <a:latin typeface="微软雅黑" panose="020B0503020204020204" charset="-122"/>
              <a:ea typeface="微软雅黑" panose="020B0503020204020204" charset="-122"/>
              <a:cs typeface="微软雅黑" panose="020B0503020204020204" charset="-122"/>
            </a:endParaRPr>
          </a:p>
        </p:txBody>
      </p:sp>
      <p:sp>
        <p:nvSpPr>
          <p:cNvPr id="128" name="iteration-frame"/>
          <p:cNvSpPr>
            <a:spLocks noGrp="1"/>
          </p:cNvSpPr>
          <p:nvPr/>
        </p:nvSpPr>
        <p:spPr>
          <a:xfrm>
            <a:off x="8715374" y="1485900"/>
            <a:ext cx="2857500" cy="4610100"/>
          </a:xfrm>
          <a:prstGeom prst="rect">
            <a:avLst/>
          </a:prstGeom>
          <a:solidFill>
            <a:srgbClr val="FFFFFF"/>
          </a:solidFill>
          <a:ln w="9525">
            <a:solidFill>
              <a:srgbClr val="D8DEE3"/>
            </a:solidFill>
            <a:prstDash val="solid"/>
          </a:ln>
        </p:spPr>
      </p:sp>
      <p:sp>
        <p:nvSpPr>
          <p:cNvPr id="129" name="iteration-accent"/>
          <p:cNvSpPr>
            <a:spLocks noGrp="1"/>
          </p:cNvSpPr>
          <p:nvPr/>
        </p:nvSpPr>
        <p:spPr>
          <a:xfrm>
            <a:off x="8724900" y="1485900"/>
            <a:ext cx="2857500" cy="28575"/>
          </a:xfrm>
          <a:prstGeom prst="rect">
            <a:avLst/>
          </a:prstGeom>
          <a:solidFill>
            <a:srgbClr val="557A96"/>
          </a:solidFill>
          <a:ln w="0">
            <a:noFill/>
            <a:prstDash val="solid"/>
          </a:ln>
        </p:spPr>
      </p:sp>
      <p:sp>
        <p:nvSpPr>
          <p:cNvPr id="133" name="test-fail-down"/>
          <p:cNvSpPr>
            <a:spLocks noGrp="1"/>
          </p:cNvSpPr>
          <p:nvPr/>
        </p:nvSpPr>
        <p:spPr>
          <a:xfrm>
            <a:off x="10153650" y="2581275"/>
            <a:ext cx="0" cy="219075"/>
          </a:xfrm>
          <a:prstGeom prst="line">
            <a:avLst/>
          </a:prstGeom>
          <a:noFill/>
          <a:ln w="11430">
            <a:solidFill>
              <a:srgbClr val="557A96"/>
            </a:solidFill>
            <a:prstDash val="solid"/>
          </a:ln>
        </p:spPr>
      </p:sp>
      <p:sp>
        <p:nvSpPr>
          <p:cNvPr id="134" name="test-fail-arrow"/>
          <p:cNvSpPr>
            <a:spLocks noGrp="1"/>
          </p:cNvSpPr>
          <p:nvPr/>
        </p:nvSpPr>
        <p:spPr>
          <a:xfrm rot="10800000">
            <a:off x="10115550" y="2762250"/>
            <a:ext cx="76200" cy="76200"/>
          </a:xfrm>
          <a:prstGeom prst="triangle">
            <a:avLst/>
          </a:prstGeom>
          <a:solidFill>
            <a:srgbClr val="557A96"/>
          </a:solidFill>
          <a:ln w="0">
            <a:solidFill>
              <a:srgbClr val="557A96"/>
            </a:solidFill>
            <a:prstDash val="solid"/>
          </a:ln>
        </p:spPr>
      </p:sp>
      <p:sp>
        <p:nvSpPr>
          <p:cNvPr id="135" name="locate-branch-down"/>
          <p:cNvSpPr>
            <a:spLocks noGrp="1"/>
          </p:cNvSpPr>
          <p:nvPr/>
        </p:nvSpPr>
        <p:spPr>
          <a:xfrm>
            <a:off x="10153650" y="3124200"/>
            <a:ext cx="0" cy="104775"/>
          </a:xfrm>
          <a:prstGeom prst="line">
            <a:avLst/>
          </a:prstGeom>
          <a:noFill/>
          <a:ln w="11430">
            <a:solidFill>
              <a:srgbClr val="557A96"/>
            </a:solidFill>
            <a:prstDash val="solid"/>
          </a:ln>
        </p:spPr>
      </p:sp>
      <p:sp>
        <p:nvSpPr>
          <p:cNvPr id="136" name="diagnosis-branch"/>
          <p:cNvSpPr>
            <a:spLocks noGrp="1"/>
          </p:cNvSpPr>
          <p:nvPr/>
        </p:nvSpPr>
        <p:spPr>
          <a:xfrm>
            <a:off x="9239250" y="3228975"/>
            <a:ext cx="1828800" cy="0"/>
          </a:xfrm>
          <a:prstGeom prst="line">
            <a:avLst/>
          </a:prstGeom>
          <a:noFill/>
          <a:ln w="11430">
            <a:solidFill>
              <a:srgbClr val="557A96"/>
            </a:solidFill>
            <a:prstDash val="solid"/>
          </a:ln>
        </p:spPr>
      </p:sp>
      <p:sp>
        <p:nvSpPr>
          <p:cNvPr id="137" name="diagnosis-drop-0"/>
          <p:cNvSpPr>
            <a:spLocks noGrp="1"/>
          </p:cNvSpPr>
          <p:nvPr/>
        </p:nvSpPr>
        <p:spPr>
          <a:xfrm>
            <a:off x="9239250" y="3228975"/>
            <a:ext cx="0" cy="85725"/>
          </a:xfrm>
          <a:prstGeom prst="line">
            <a:avLst/>
          </a:prstGeom>
          <a:noFill/>
          <a:ln w="11430">
            <a:solidFill>
              <a:srgbClr val="557A96"/>
            </a:solidFill>
            <a:prstDash val="solid"/>
          </a:ln>
        </p:spPr>
      </p:sp>
      <p:sp>
        <p:nvSpPr>
          <p:cNvPr id="138" name="diagnosis-arrow-0"/>
          <p:cNvSpPr>
            <a:spLocks noGrp="1"/>
          </p:cNvSpPr>
          <p:nvPr/>
        </p:nvSpPr>
        <p:spPr>
          <a:xfrm rot="10800000">
            <a:off x="9201150" y="3276600"/>
            <a:ext cx="76200" cy="76200"/>
          </a:xfrm>
          <a:prstGeom prst="triangle">
            <a:avLst/>
          </a:prstGeom>
          <a:solidFill>
            <a:srgbClr val="557A96"/>
          </a:solidFill>
          <a:ln w="0">
            <a:solidFill>
              <a:srgbClr val="557A96"/>
            </a:solidFill>
            <a:prstDash val="solid"/>
          </a:ln>
        </p:spPr>
      </p:sp>
      <p:sp>
        <p:nvSpPr>
          <p:cNvPr id="139" name="diagnosis-converge-0"/>
          <p:cNvSpPr>
            <a:spLocks noGrp="1"/>
          </p:cNvSpPr>
          <p:nvPr/>
        </p:nvSpPr>
        <p:spPr>
          <a:xfrm>
            <a:off x="9258299" y="3676650"/>
            <a:ext cx="0" cy="152400"/>
          </a:xfrm>
          <a:prstGeom prst="line">
            <a:avLst/>
          </a:prstGeom>
          <a:noFill/>
          <a:ln w="11430">
            <a:solidFill>
              <a:srgbClr val="557A96"/>
            </a:solidFill>
            <a:prstDash val="solid"/>
          </a:ln>
        </p:spPr>
      </p:sp>
      <p:sp>
        <p:nvSpPr>
          <p:cNvPr id="140" name="diagnosis-drop-1"/>
          <p:cNvSpPr>
            <a:spLocks noGrp="1"/>
          </p:cNvSpPr>
          <p:nvPr/>
        </p:nvSpPr>
        <p:spPr>
          <a:xfrm>
            <a:off x="10153650" y="3228975"/>
            <a:ext cx="0" cy="85725"/>
          </a:xfrm>
          <a:prstGeom prst="line">
            <a:avLst/>
          </a:prstGeom>
          <a:noFill/>
          <a:ln w="11430">
            <a:solidFill>
              <a:srgbClr val="557A96"/>
            </a:solidFill>
            <a:prstDash val="solid"/>
          </a:ln>
        </p:spPr>
      </p:sp>
      <p:sp>
        <p:nvSpPr>
          <p:cNvPr id="141" name="diagnosis-arrow-1"/>
          <p:cNvSpPr>
            <a:spLocks noGrp="1"/>
          </p:cNvSpPr>
          <p:nvPr/>
        </p:nvSpPr>
        <p:spPr>
          <a:xfrm rot="10800000">
            <a:off x="10115550" y="3276600"/>
            <a:ext cx="76200" cy="76200"/>
          </a:xfrm>
          <a:prstGeom prst="triangle">
            <a:avLst/>
          </a:prstGeom>
          <a:solidFill>
            <a:srgbClr val="557A96"/>
          </a:solidFill>
          <a:ln w="0">
            <a:solidFill>
              <a:srgbClr val="557A96"/>
            </a:solidFill>
            <a:prstDash val="solid"/>
          </a:ln>
        </p:spPr>
      </p:sp>
      <p:sp>
        <p:nvSpPr>
          <p:cNvPr id="142" name="diagnosis-converge-1"/>
          <p:cNvSpPr>
            <a:spLocks noGrp="1"/>
          </p:cNvSpPr>
          <p:nvPr/>
        </p:nvSpPr>
        <p:spPr>
          <a:xfrm>
            <a:off x="10172699" y="3676650"/>
            <a:ext cx="0" cy="152400"/>
          </a:xfrm>
          <a:prstGeom prst="line">
            <a:avLst/>
          </a:prstGeom>
          <a:noFill/>
          <a:ln w="11430">
            <a:solidFill>
              <a:srgbClr val="557A96"/>
            </a:solidFill>
            <a:prstDash val="solid"/>
          </a:ln>
        </p:spPr>
      </p:sp>
      <p:sp>
        <p:nvSpPr>
          <p:cNvPr id="143" name="diagnosis-drop-2"/>
          <p:cNvSpPr>
            <a:spLocks noGrp="1"/>
          </p:cNvSpPr>
          <p:nvPr/>
        </p:nvSpPr>
        <p:spPr>
          <a:xfrm>
            <a:off x="11068050" y="3228975"/>
            <a:ext cx="0" cy="85725"/>
          </a:xfrm>
          <a:prstGeom prst="line">
            <a:avLst/>
          </a:prstGeom>
          <a:noFill/>
          <a:ln w="11430">
            <a:solidFill>
              <a:srgbClr val="557A96"/>
            </a:solidFill>
            <a:prstDash val="solid"/>
          </a:ln>
        </p:spPr>
      </p:sp>
      <p:sp>
        <p:nvSpPr>
          <p:cNvPr id="144" name="diagnosis-arrow-2"/>
          <p:cNvSpPr>
            <a:spLocks noGrp="1"/>
          </p:cNvSpPr>
          <p:nvPr/>
        </p:nvSpPr>
        <p:spPr>
          <a:xfrm rot="10800000">
            <a:off x="11029950" y="3276600"/>
            <a:ext cx="76200" cy="76200"/>
          </a:xfrm>
          <a:prstGeom prst="triangle">
            <a:avLst/>
          </a:prstGeom>
          <a:solidFill>
            <a:srgbClr val="557A96"/>
          </a:solidFill>
          <a:ln w="0">
            <a:solidFill>
              <a:srgbClr val="557A96"/>
            </a:solidFill>
            <a:prstDash val="solid"/>
          </a:ln>
        </p:spPr>
      </p:sp>
      <p:sp>
        <p:nvSpPr>
          <p:cNvPr id="145" name="diagnosis-converge-2"/>
          <p:cNvSpPr>
            <a:spLocks noGrp="1"/>
          </p:cNvSpPr>
          <p:nvPr/>
        </p:nvSpPr>
        <p:spPr>
          <a:xfrm>
            <a:off x="11087099" y="3676650"/>
            <a:ext cx="0" cy="152400"/>
          </a:xfrm>
          <a:prstGeom prst="line">
            <a:avLst/>
          </a:prstGeom>
          <a:noFill/>
          <a:ln w="11430">
            <a:solidFill>
              <a:srgbClr val="557A96"/>
            </a:solidFill>
            <a:prstDash val="solid"/>
          </a:ln>
        </p:spPr>
      </p:sp>
      <p:sp>
        <p:nvSpPr>
          <p:cNvPr id="146" name="diagnosis-converge-bar"/>
          <p:cNvSpPr>
            <a:spLocks noGrp="1"/>
          </p:cNvSpPr>
          <p:nvPr/>
        </p:nvSpPr>
        <p:spPr>
          <a:xfrm>
            <a:off x="9258299" y="3819525"/>
            <a:ext cx="1828800" cy="0"/>
          </a:xfrm>
          <a:prstGeom prst="line">
            <a:avLst/>
          </a:prstGeom>
          <a:noFill/>
          <a:ln w="11430">
            <a:solidFill>
              <a:srgbClr val="557A96"/>
            </a:solidFill>
            <a:prstDash val="solid"/>
          </a:ln>
        </p:spPr>
      </p:sp>
      <p:sp>
        <p:nvSpPr>
          <p:cNvPr id="147" name="diagnosis-to-modify"/>
          <p:cNvSpPr>
            <a:spLocks noGrp="1"/>
          </p:cNvSpPr>
          <p:nvPr/>
        </p:nvSpPr>
        <p:spPr>
          <a:xfrm>
            <a:off x="10172699" y="3829050"/>
            <a:ext cx="0" cy="152400"/>
          </a:xfrm>
          <a:prstGeom prst="line">
            <a:avLst/>
          </a:prstGeom>
          <a:noFill/>
          <a:ln w="11430">
            <a:solidFill>
              <a:srgbClr val="557A96"/>
            </a:solidFill>
            <a:prstDash val="solid"/>
          </a:ln>
        </p:spPr>
      </p:sp>
      <p:sp>
        <p:nvSpPr>
          <p:cNvPr id="148" name="diagnosis-modify-arrow"/>
          <p:cNvSpPr>
            <a:spLocks noGrp="1"/>
          </p:cNvSpPr>
          <p:nvPr/>
        </p:nvSpPr>
        <p:spPr>
          <a:xfrm rot="10800000">
            <a:off x="10134599" y="3943350"/>
            <a:ext cx="76200" cy="76200"/>
          </a:xfrm>
          <a:prstGeom prst="triangle">
            <a:avLst/>
          </a:prstGeom>
          <a:solidFill>
            <a:srgbClr val="557A96"/>
          </a:solidFill>
          <a:ln w="0">
            <a:solidFill>
              <a:srgbClr val="557A96"/>
            </a:solidFill>
            <a:prstDash val="solid"/>
          </a:ln>
        </p:spPr>
      </p:sp>
      <p:sp>
        <p:nvSpPr>
          <p:cNvPr id="149" name="modify-retest-line"/>
          <p:cNvSpPr>
            <a:spLocks noGrp="1"/>
          </p:cNvSpPr>
          <p:nvPr/>
        </p:nvSpPr>
        <p:spPr>
          <a:xfrm>
            <a:off x="10172699" y="4267200"/>
            <a:ext cx="0" cy="171450"/>
          </a:xfrm>
          <a:prstGeom prst="line">
            <a:avLst/>
          </a:prstGeom>
          <a:noFill/>
          <a:ln w="11430">
            <a:solidFill>
              <a:srgbClr val="557A96"/>
            </a:solidFill>
            <a:prstDash val="solid"/>
          </a:ln>
        </p:spPr>
      </p:sp>
      <p:sp>
        <p:nvSpPr>
          <p:cNvPr id="150" name="modify-retest-arrow"/>
          <p:cNvSpPr>
            <a:spLocks noGrp="1"/>
          </p:cNvSpPr>
          <p:nvPr/>
        </p:nvSpPr>
        <p:spPr>
          <a:xfrm rot="10800000">
            <a:off x="10134599" y="4400550"/>
            <a:ext cx="76200" cy="76200"/>
          </a:xfrm>
          <a:prstGeom prst="triangle">
            <a:avLst/>
          </a:prstGeom>
          <a:solidFill>
            <a:srgbClr val="557A96"/>
          </a:solidFill>
          <a:ln w="0">
            <a:solidFill>
              <a:srgbClr val="557A96"/>
            </a:solidFill>
            <a:prstDash val="solid"/>
          </a:ln>
        </p:spPr>
      </p:sp>
      <p:sp>
        <p:nvSpPr>
          <p:cNvPr id="151" name="retest-loop-right"/>
          <p:cNvSpPr>
            <a:spLocks noGrp="1"/>
          </p:cNvSpPr>
          <p:nvPr/>
        </p:nvSpPr>
        <p:spPr>
          <a:xfrm>
            <a:off x="10829925" y="4610100"/>
            <a:ext cx="581025" cy="0"/>
          </a:xfrm>
          <a:prstGeom prst="line">
            <a:avLst/>
          </a:prstGeom>
          <a:noFill/>
          <a:ln w="10478">
            <a:solidFill>
              <a:srgbClr val="7F9DB2"/>
            </a:solidFill>
            <a:prstDash val="solid"/>
          </a:ln>
        </p:spPr>
      </p:sp>
      <p:sp>
        <p:nvSpPr>
          <p:cNvPr id="152" name="retest-loop-up"/>
          <p:cNvSpPr>
            <a:spLocks noGrp="1"/>
          </p:cNvSpPr>
          <p:nvPr/>
        </p:nvSpPr>
        <p:spPr>
          <a:xfrm>
            <a:off x="11410950" y="2428876"/>
            <a:ext cx="0" cy="2171700"/>
          </a:xfrm>
          <a:prstGeom prst="line">
            <a:avLst/>
          </a:prstGeom>
          <a:noFill/>
          <a:ln w="10478">
            <a:solidFill>
              <a:srgbClr val="7F9DB2"/>
            </a:solidFill>
            <a:prstDash val="solid"/>
          </a:ln>
        </p:spPr>
      </p:sp>
      <p:sp>
        <p:nvSpPr>
          <p:cNvPr id="153" name="retest-loop-left"/>
          <p:cNvSpPr>
            <a:spLocks noGrp="1"/>
          </p:cNvSpPr>
          <p:nvPr/>
        </p:nvSpPr>
        <p:spPr>
          <a:xfrm>
            <a:off x="10782300" y="2428875"/>
            <a:ext cx="628650" cy="0"/>
          </a:xfrm>
          <a:prstGeom prst="line">
            <a:avLst/>
          </a:prstGeom>
          <a:noFill/>
          <a:ln w="10478">
            <a:solidFill>
              <a:srgbClr val="7F9DB2"/>
            </a:solidFill>
            <a:prstDash val="solid"/>
          </a:ln>
        </p:spPr>
      </p:sp>
      <p:sp>
        <p:nvSpPr>
          <p:cNvPr id="154" name="retest-loop-arrow"/>
          <p:cNvSpPr>
            <a:spLocks noGrp="1"/>
          </p:cNvSpPr>
          <p:nvPr/>
        </p:nvSpPr>
        <p:spPr>
          <a:xfrm rot="16200000">
            <a:off x="10744200" y="2390775"/>
            <a:ext cx="76200" cy="76200"/>
          </a:xfrm>
          <a:prstGeom prst="triangle">
            <a:avLst/>
          </a:prstGeom>
          <a:solidFill>
            <a:srgbClr val="557A96"/>
          </a:solidFill>
          <a:ln w="0">
            <a:solidFill>
              <a:srgbClr val="557A96"/>
            </a:solidFill>
            <a:prstDash val="solid"/>
          </a:ln>
        </p:spPr>
      </p:sp>
      <p:sp>
        <p:nvSpPr>
          <p:cNvPr id="155" name="test-node-box"/>
          <p:cNvSpPr>
            <a:spLocks noGrp="1"/>
          </p:cNvSpPr>
          <p:nvPr/>
        </p:nvSpPr>
        <p:spPr>
          <a:xfrm>
            <a:off x="9525000" y="2276475"/>
            <a:ext cx="1257300" cy="304800"/>
          </a:xfrm>
          <a:prstGeom prst="roundRect">
            <a:avLst>
              <a:gd name="adj" fmla="val 12500"/>
            </a:avLst>
          </a:prstGeom>
          <a:solidFill>
            <a:srgbClr val="F2F6F8"/>
          </a:solidFill>
          <a:ln w="9525">
            <a:solidFill>
              <a:srgbClr val="7F9DB2"/>
            </a:solidFill>
            <a:prstDash val="solid"/>
          </a:ln>
        </p:spPr>
      </p:sp>
      <p:sp>
        <p:nvSpPr>
          <p:cNvPr id="156" name="test-node-text"/>
          <p:cNvSpPr>
            <a:spLocks noGrp="1"/>
          </p:cNvSpPr>
          <p:nvPr/>
        </p:nvSpPr>
        <p:spPr>
          <a:xfrm>
            <a:off x="9553575" y="2295525"/>
            <a:ext cx="1200150" cy="266700"/>
          </a:xfrm>
          <a:prstGeom prst="rect">
            <a:avLst/>
          </a:prstGeom>
          <a:noFill/>
          <a:ln w="0">
            <a:noFill/>
            <a:prstDash val="solid"/>
          </a:ln>
        </p:spPr>
        <p:txBody>
          <a:bodyPr wrap="none" lIns="0" tIns="0" rIns="0" bIns="0" anchor="ctr">
            <a:normAutofit/>
          </a:bodyPr>
          <a:lstStyle/>
          <a:p>
            <a:pPr algn="ctr">
              <a:defRPr sz="1125" b="1">
                <a:solidFill>
                  <a:srgbClr val="557A96"/>
                </a:solidFill>
                <a:latin typeface="微软雅黑" panose="020B0503020204020204" charset="-122"/>
                <a:ea typeface="微软雅黑" panose="020B0503020204020204" charset="-122"/>
                <a:cs typeface="微软雅黑" panose="020B0503020204020204" charset="-122"/>
              </a:defRPr>
            </a:pPr>
            <a:r>
              <a:rPr sz="1125" b="1">
                <a:solidFill>
                  <a:srgbClr val="557A96"/>
                </a:solidFill>
                <a:latin typeface="微软雅黑" panose="020B0503020204020204" charset="-122"/>
                <a:ea typeface="微软雅黑" panose="020B0503020204020204" charset="-122"/>
                <a:cs typeface="微软雅黑" panose="020B0503020204020204" charset="-122"/>
              </a:rPr>
              <a:t>Test</a:t>
            </a:r>
          </a:p>
        </p:txBody>
      </p:sp>
      <p:sp>
        <p:nvSpPr>
          <p:cNvPr id="157" name="fail-label"/>
          <p:cNvSpPr>
            <a:spLocks noGrp="1"/>
          </p:cNvSpPr>
          <p:nvPr/>
        </p:nvSpPr>
        <p:spPr>
          <a:xfrm>
            <a:off x="10106025" y="2628900"/>
            <a:ext cx="533400" cy="171450"/>
          </a:xfrm>
          <a:prstGeom prst="rect">
            <a:avLst/>
          </a:prstGeom>
          <a:noFill/>
          <a:ln w="0">
            <a:noFill/>
            <a:prstDash val="solid"/>
          </a:ln>
        </p:spPr>
        <p:txBody>
          <a:bodyPr wrap="none" lIns="0" tIns="0" rIns="0" bIns="0" anchor="ctr">
            <a:normAutofit/>
          </a:bodyPr>
          <a:lstStyle/>
          <a:p>
            <a:pPr algn="ctr">
              <a:defRPr sz="940" b="1">
                <a:solidFill>
                  <a:srgbClr val="557A96"/>
                </a:solidFill>
                <a:latin typeface="微软雅黑" panose="020B0503020204020204" charset="-122"/>
                <a:ea typeface="微软雅黑" panose="020B0503020204020204" charset="-122"/>
                <a:cs typeface="微软雅黑" panose="020B0503020204020204" charset="-122"/>
              </a:defRPr>
            </a:pPr>
            <a:r>
              <a:rPr sz="940" b="1" dirty="0">
                <a:solidFill>
                  <a:srgbClr val="557A96"/>
                </a:solidFill>
                <a:latin typeface="微软雅黑" panose="020B0503020204020204" charset="-122"/>
                <a:ea typeface="微软雅黑" panose="020B0503020204020204" charset="-122"/>
                <a:cs typeface="微软雅黑" panose="020B0503020204020204" charset="-122"/>
              </a:rPr>
              <a:t>FAIL</a:t>
            </a:r>
          </a:p>
        </p:txBody>
      </p:sp>
      <p:sp>
        <p:nvSpPr>
          <p:cNvPr id="158" name="locate-node-box"/>
          <p:cNvSpPr>
            <a:spLocks noGrp="1"/>
          </p:cNvSpPr>
          <p:nvPr/>
        </p:nvSpPr>
        <p:spPr>
          <a:xfrm>
            <a:off x="9477375" y="2838450"/>
            <a:ext cx="1352550" cy="285750"/>
          </a:xfrm>
          <a:prstGeom prst="roundRect">
            <a:avLst>
              <a:gd name="adj" fmla="val 13333"/>
            </a:avLst>
          </a:prstGeom>
          <a:solidFill>
            <a:srgbClr val="F7F9FA"/>
          </a:solidFill>
          <a:ln w="9525">
            <a:solidFill>
              <a:srgbClr val="7F9DB2"/>
            </a:solidFill>
            <a:prstDash val="solid"/>
          </a:ln>
        </p:spPr>
      </p:sp>
      <p:sp>
        <p:nvSpPr>
          <p:cNvPr id="159" name="locate-node-text"/>
          <p:cNvSpPr>
            <a:spLocks noGrp="1"/>
          </p:cNvSpPr>
          <p:nvPr/>
        </p:nvSpPr>
        <p:spPr>
          <a:xfrm>
            <a:off x="9505950" y="2857500"/>
            <a:ext cx="1295400" cy="247650"/>
          </a:xfrm>
          <a:prstGeom prst="rect">
            <a:avLst/>
          </a:prstGeom>
          <a:noFill/>
          <a:ln w="0">
            <a:noFill/>
            <a:prstDash val="solid"/>
          </a:ln>
        </p:spPr>
        <p:txBody>
          <a:bodyPr wrap="none" lIns="0" tIns="0" rIns="0" bIns="0" anchor="ctr">
            <a:normAutofit/>
          </a:bodyPr>
          <a:lstStyle/>
          <a:p>
            <a:pPr algn="ctr">
              <a:defRPr sz="1090" b="1">
                <a:solidFill>
                  <a:srgbClr val="252B31"/>
                </a:solidFill>
                <a:latin typeface="微软雅黑" panose="020B0503020204020204" charset="-122"/>
                <a:ea typeface="微软雅黑" panose="020B0503020204020204" charset="-122"/>
                <a:cs typeface="微软雅黑" panose="020B0503020204020204" charset="-122"/>
              </a:defRPr>
            </a:pPr>
            <a:r>
              <a:rPr sz="1090" b="1">
                <a:solidFill>
                  <a:srgbClr val="252B31"/>
                </a:solidFill>
                <a:latin typeface="微软雅黑" panose="020B0503020204020204" charset="-122"/>
                <a:ea typeface="微软雅黑" panose="020B0503020204020204" charset="-122"/>
                <a:cs typeface="微软雅黑" panose="020B0503020204020204" charset="-122"/>
              </a:rPr>
              <a:t>定位原因</a:t>
            </a:r>
          </a:p>
        </p:txBody>
      </p:sp>
      <p:sp>
        <p:nvSpPr>
          <p:cNvPr id="160" name="trigger-node-box"/>
          <p:cNvSpPr>
            <a:spLocks noGrp="1"/>
          </p:cNvSpPr>
          <p:nvPr/>
        </p:nvSpPr>
        <p:spPr>
          <a:xfrm>
            <a:off x="8858250" y="3333750"/>
            <a:ext cx="762000" cy="285750"/>
          </a:xfrm>
          <a:prstGeom prst="roundRect">
            <a:avLst>
              <a:gd name="adj" fmla="val 13333"/>
            </a:avLst>
          </a:prstGeom>
          <a:solidFill>
            <a:srgbClr val="F7F9FA"/>
          </a:solidFill>
          <a:ln w="9525">
            <a:solidFill>
              <a:srgbClr val="7F9DB2"/>
            </a:solidFill>
            <a:prstDash val="solid"/>
          </a:ln>
        </p:spPr>
      </p:sp>
      <p:sp>
        <p:nvSpPr>
          <p:cNvPr id="161" name="trigger-node-text"/>
          <p:cNvSpPr>
            <a:spLocks noGrp="1"/>
          </p:cNvSpPr>
          <p:nvPr/>
        </p:nvSpPr>
        <p:spPr>
          <a:xfrm>
            <a:off x="8886825" y="3352800"/>
            <a:ext cx="704850" cy="247650"/>
          </a:xfrm>
          <a:prstGeom prst="rect">
            <a:avLst/>
          </a:prstGeom>
          <a:noFill/>
          <a:ln w="0">
            <a:noFill/>
            <a:prstDash val="solid"/>
          </a:ln>
        </p:spPr>
        <p:txBody>
          <a:bodyPr wrap="none" lIns="0" tIns="0" rIns="0" bIns="0" anchor="ctr">
            <a:normAutofit/>
          </a:bodyPr>
          <a:lstStyle/>
          <a:p>
            <a:pPr algn="ctr">
              <a:defRPr sz="990" b="1">
                <a:solidFill>
                  <a:srgbClr val="252B31"/>
                </a:solidFill>
                <a:latin typeface="微软雅黑" panose="020B0503020204020204" charset="-122"/>
                <a:ea typeface="微软雅黑" panose="020B0503020204020204" charset="-122"/>
                <a:cs typeface="微软雅黑" panose="020B0503020204020204" charset="-122"/>
              </a:defRPr>
            </a:pPr>
            <a:r>
              <a:rPr sz="990" b="1">
                <a:solidFill>
                  <a:srgbClr val="252B31"/>
                </a:solidFill>
                <a:latin typeface="微软雅黑" panose="020B0503020204020204" charset="-122"/>
                <a:ea typeface="微软雅黑" panose="020B0503020204020204" charset="-122"/>
                <a:cs typeface="微软雅黑" panose="020B0503020204020204" charset="-122"/>
              </a:rPr>
              <a:t>Trigger</a:t>
            </a:r>
          </a:p>
        </p:txBody>
      </p:sp>
      <p:sp>
        <p:nvSpPr>
          <p:cNvPr id="162" name="workflow-node-box"/>
          <p:cNvSpPr>
            <a:spLocks noGrp="1"/>
          </p:cNvSpPr>
          <p:nvPr/>
        </p:nvSpPr>
        <p:spPr>
          <a:xfrm>
            <a:off x="9725025" y="3333750"/>
            <a:ext cx="857250" cy="285750"/>
          </a:xfrm>
          <a:prstGeom prst="roundRect">
            <a:avLst>
              <a:gd name="adj" fmla="val 13333"/>
            </a:avLst>
          </a:prstGeom>
          <a:solidFill>
            <a:srgbClr val="F7F9FA"/>
          </a:solidFill>
          <a:ln w="9525">
            <a:solidFill>
              <a:srgbClr val="7F9DB2"/>
            </a:solidFill>
            <a:prstDash val="solid"/>
          </a:ln>
        </p:spPr>
      </p:sp>
      <p:sp>
        <p:nvSpPr>
          <p:cNvPr id="163" name="workflow-node-text"/>
          <p:cNvSpPr>
            <a:spLocks noGrp="1"/>
          </p:cNvSpPr>
          <p:nvPr/>
        </p:nvSpPr>
        <p:spPr>
          <a:xfrm>
            <a:off x="9753600" y="3352800"/>
            <a:ext cx="800100" cy="247650"/>
          </a:xfrm>
          <a:prstGeom prst="rect">
            <a:avLst/>
          </a:prstGeom>
          <a:noFill/>
          <a:ln w="0">
            <a:noFill/>
            <a:prstDash val="solid"/>
          </a:ln>
        </p:spPr>
        <p:txBody>
          <a:bodyPr wrap="none" lIns="0" tIns="0" rIns="0" bIns="0" anchor="ctr">
            <a:normAutofit/>
          </a:bodyPr>
          <a:lstStyle/>
          <a:p>
            <a:pPr algn="ctr">
              <a:defRPr sz="990" b="1">
                <a:solidFill>
                  <a:srgbClr val="252B31"/>
                </a:solidFill>
                <a:latin typeface="微软雅黑" panose="020B0503020204020204" charset="-122"/>
                <a:ea typeface="微软雅黑" panose="020B0503020204020204" charset="-122"/>
                <a:cs typeface="微软雅黑" panose="020B0503020204020204" charset="-122"/>
              </a:defRPr>
            </a:pPr>
            <a:r>
              <a:rPr sz="990" b="1">
                <a:solidFill>
                  <a:srgbClr val="252B31"/>
                </a:solidFill>
                <a:latin typeface="微软雅黑" panose="020B0503020204020204" charset="-122"/>
                <a:ea typeface="微软雅黑" panose="020B0503020204020204" charset="-122"/>
                <a:cs typeface="微软雅黑" panose="020B0503020204020204" charset="-122"/>
              </a:rPr>
              <a:t>Workflow</a:t>
            </a:r>
          </a:p>
        </p:txBody>
      </p:sp>
      <p:sp>
        <p:nvSpPr>
          <p:cNvPr id="164" name="resource-node-box"/>
          <p:cNvSpPr>
            <a:spLocks noGrp="1"/>
          </p:cNvSpPr>
          <p:nvPr/>
        </p:nvSpPr>
        <p:spPr>
          <a:xfrm>
            <a:off x="10687050" y="3333750"/>
            <a:ext cx="762000" cy="285750"/>
          </a:xfrm>
          <a:prstGeom prst="roundRect">
            <a:avLst>
              <a:gd name="adj" fmla="val 13333"/>
            </a:avLst>
          </a:prstGeom>
          <a:solidFill>
            <a:srgbClr val="F7F9FA"/>
          </a:solidFill>
          <a:ln w="9525">
            <a:solidFill>
              <a:srgbClr val="7F9DB2"/>
            </a:solidFill>
            <a:prstDash val="solid"/>
          </a:ln>
        </p:spPr>
      </p:sp>
      <p:sp>
        <p:nvSpPr>
          <p:cNvPr id="165" name="resource-node-text"/>
          <p:cNvSpPr>
            <a:spLocks noGrp="1"/>
          </p:cNvSpPr>
          <p:nvPr/>
        </p:nvSpPr>
        <p:spPr>
          <a:xfrm>
            <a:off x="10715625" y="3352800"/>
            <a:ext cx="704850" cy="247650"/>
          </a:xfrm>
          <a:prstGeom prst="rect">
            <a:avLst/>
          </a:prstGeom>
          <a:noFill/>
          <a:ln w="0">
            <a:noFill/>
            <a:prstDash val="solid"/>
          </a:ln>
        </p:spPr>
        <p:txBody>
          <a:bodyPr wrap="none" lIns="0" tIns="0" rIns="0" bIns="0" anchor="ctr">
            <a:normAutofit/>
          </a:bodyPr>
          <a:lstStyle/>
          <a:p>
            <a:pPr algn="ctr">
              <a:defRPr sz="990" b="1">
                <a:solidFill>
                  <a:srgbClr val="252B31"/>
                </a:solidFill>
                <a:latin typeface="微软雅黑" panose="020B0503020204020204" charset="-122"/>
                <a:ea typeface="微软雅黑" panose="020B0503020204020204" charset="-122"/>
                <a:cs typeface="微软雅黑" panose="020B0503020204020204" charset="-122"/>
              </a:defRPr>
            </a:pPr>
            <a:r>
              <a:rPr sz="990" b="1">
                <a:solidFill>
                  <a:srgbClr val="252B31"/>
                </a:solidFill>
                <a:latin typeface="微软雅黑" panose="020B0503020204020204" charset="-122"/>
                <a:ea typeface="微软雅黑" panose="020B0503020204020204" charset="-122"/>
                <a:cs typeface="微软雅黑" panose="020B0503020204020204" charset="-122"/>
              </a:rPr>
              <a:t>Resource</a:t>
            </a:r>
          </a:p>
        </p:txBody>
      </p:sp>
      <p:sp>
        <p:nvSpPr>
          <p:cNvPr id="169" name="modify-node-box"/>
          <p:cNvSpPr>
            <a:spLocks noGrp="1"/>
          </p:cNvSpPr>
          <p:nvPr/>
        </p:nvSpPr>
        <p:spPr>
          <a:xfrm>
            <a:off x="9496424" y="3990975"/>
            <a:ext cx="1352550" cy="285750"/>
          </a:xfrm>
          <a:prstGeom prst="roundRect">
            <a:avLst>
              <a:gd name="adj" fmla="val 13333"/>
            </a:avLst>
          </a:prstGeom>
          <a:solidFill>
            <a:srgbClr val="F2F6F8"/>
          </a:solidFill>
          <a:ln w="9525">
            <a:solidFill>
              <a:srgbClr val="7F9DB2"/>
            </a:solidFill>
            <a:prstDash val="solid"/>
          </a:ln>
        </p:spPr>
      </p:sp>
      <p:sp>
        <p:nvSpPr>
          <p:cNvPr id="170" name="modify-node-text"/>
          <p:cNvSpPr>
            <a:spLocks noGrp="1"/>
          </p:cNvSpPr>
          <p:nvPr/>
        </p:nvSpPr>
        <p:spPr>
          <a:xfrm>
            <a:off x="9524999" y="4010025"/>
            <a:ext cx="1295400" cy="247650"/>
          </a:xfrm>
          <a:prstGeom prst="rect">
            <a:avLst/>
          </a:prstGeom>
          <a:noFill/>
          <a:ln w="0">
            <a:noFill/>
            <a:prstDash val="solid"/>
          </a:ln>
        </p:spPr>
        <p:txBody>
          <a:bodyPr wrap="none" lIns="0" tIns="0" rIns="0" bIns="0" anchor="ctr">
            <a:normAutofit/>
          </a:bodyPr>
          <a:lstStyle/>
          <a:p>
            <a:pPr algn="ctr">
              <a:defRPr sz="1065" b="1">
                <a:solidFill>
                  <a:srgbClr val="557A96"/>
                </a:solidFill>
                <a:latin typeface="微软雅黑" panose="020B0503020204020204" charset="-122"/>
                <a:ea typeface="微软雅黑" panose="020B0503020204020204" charset="-122"/>
                <a:cs typeface="微软雅黑" panose="020B0503020204020204" charset="-122"/>
              </a:defRPr>
            </a:pPr>
            <a:r>
              <a:rPr sz="1065" b="1">
                <a:solidFill>
                  <a:srgbClr val="557A96"/>
                </a:solidFill>
                <a:latin typeface="微软雅黑" panose="020B0503020204020204" charset="-122"/>
                <a:ea typeface="微软雅黑" panose="020B0503020204020204" charset="-122"/>
                <a:cs typeface="微软雅黑" panose="020B0503020204020204" charset="-122"/>
              </a:rPr>
              <a:t>修改 Skill</a:t>
            </a:r>
          </a:p>
        </p:txBody>
      </p:sp>
      <p:sp>
        <p:nvSpPr>
          <p:cNvPr id="171" name="retest-node-box"/>
          <p:cNvSpPr>
            <a:spLocks noGrp="1"/>
          </p:cNvSpPr>
          <p:nvPr/>
        </p:nvSpPr>
        <p:spPr>
          <a:xfrm>
            <a:off x="9496424" y="4448175"/>
            <a:ext cx="1352550" cy="304800"/>
          </a:xfrm>
          <a:prstGeom prst="roundRect">
            <a:avLst>
              <a:gd name="adj" fmla="val 12500"/>
            </a:avLst>
          </a:prstGeom>
          <a:solidFill>
            <a:srgbClr val="F2F6F8"/>
          </a:solidFill>
          <a:ln w="9525">
            <a:solidFill>
              <a:srgbClr val="7F9DB2"/>
            </a:solidFill>
            <a:prstDash val="solid"/>
          </a:ln>
        </p:spPr>
      </p:sp>
      <p:sp>
        <p:nvSpPr>
          <p:cNvPr id="172" name="retest-node-text"/>
          <p:cNvSpPr>
            <a:spLocks noGrp="1"/>
          </p:cNvSpPr>
          <p:nvPr/>
        </p:nvSpPr>
        <p:spPr>
          <a:xfrm>
            <a:off x="9524999" y="4467225"/>
            <a:ext cx="1295400" cy="266700"/>
          </a:xfrm>
          <a:prstGeom prst="rect">
            <a:avLst/>
          </a:prstGeom>
          <a:noFill/>
          <a:ln w="0">
            <a:noFill/>
            <a:prstDash val="solid"/>
          </a:ln>
        </p:spPr>
        <p:txBody>
          <a:bodyPr wrap="none" lIns="0" tIns="0" rIns="0" bIns="0" anchor="ctr">
            <a:normAutofit/>
          </a:bodyPr>
          <a:lstStyle/>
          <a:p>
            <a:pPr algn="ctr">
              <a:defRPr sz="1090" b="1">
                <a:solidFill>
                  <a:srgbClr val="557A96"/>
                </a:solidFill>
                <a:latin typeface="微软雅黑" panose="020B0503020204020204" charset="-122"/>
                <a:ea typeface="微软雅黑" panose="020B0503020204020204" charset="-122"/>
                <a:cs typeface="微软雅黑" panose="020B0503020204020204" charset="-122"/>
              </a:defRPr>
            </a:pPr>
            <a:r>
              <a:rPr sz="1090" b="1">
                <a:solidFill>
                  <a:srgbClr val="557A96"/>
                </a:solidFill>
                <a:latin typeface="微软雅黑" panose="020B0503020204020204" charset="-122"/>
                <a:ea typeface="微软雅黑" panose="020B0503020204020204" charset="-122"/>
                <a:cs typeface="微软雅黑" panose="020B0503020204020204" charset="-122"/>
              </a:rPr>
              <a:t>Re-test</a:t>
            </a:r>
          </a:p>
        </p:txBody>
      </p:sp>
      <p:sp>
        <p:nvSpPr>
          <p:cNvPr id="173" name="iteration-principle-band"/>
          <p:cNvSpPr>
            <a:spLocks noGrp="1"/>
          </p:cNvSpPr>
          <p:nvPr/>
        </p:nvSpPr>
        <p:spPr>
          <a:xfrm>
            <a:off x="8877300" y="5391150"/>
            <a:ext cx="2552700" cy="533400"/>
          </a:xfrm>
          <a:prstGeom prst="rect">
            <a:avLst/>
          </a:prstGeom>
          <a:solidFill>
            <a:srgbClr val="F2F6F8"/>
          </a:solidFill>
          <a:ln w="0">
            <a:noFill/>
            <a:prstDash val="solid"/>
          </a:ln>
        </p:spPr>
      </p:sp>
      <p:sp>
        <p:nvSpPr>
          <p:cNvPr id="174" name="iteration-principle"/>
          <p:cNvSpPr>
            <a:spLocks noGrp="1"/>
          </p:cNvSpPr>
          <p:nvPr/>
        </p:nvSpPr>
        <p:spPr>
          <a:xfrm>
            <a:off x="9010650" y="5429250"/>
            <a:ext cx="2286000" cy="457200"/>
          </a:xfrm>
          <a:prstGeom prst="rect">
            <a:avLst/>
          </a:prstGeom>
          <a:noFill/>
          <a:ln w="0">
            <a:noFill/>
            <a:prstDash val="solid"/>
          </a:ln>
        </p:spPr>
        <p:txBody>
          <a:bodyPr wrap="none" lIns="0" tIns="0" rIns="0" bIns="0" anchor="ctr">
            <a:normAutofit/>
          </a:bodyPr>
          <a:lstStyle/>
          <a:p>
            <a:pPr algn="ctr">
              <a:defRPr sz="990" b="1">
                <a:solidFill>
                  <a:srgbClr val="414951"/>
                </a:solidFill>
                <a:latin typeface="微软雅黑" panose="020B0503020204020204" charset="-122"/>
                <a:ea typeface="微软雅黑" panose="020B0503020204020204" charset="-122"/>
                <a:cs typeface="微软雅黑" panose="020B0503020204020204" charset="-122"/>
              </a:defRPr>
            </a:pPr>
            <a:r>
              <a:rPr sz="990" b="1" dirty="0" err="1">
                <a:solidFill>
                  <a:srgbClr val="414951"/>
                </a:solidFill>
                <a:latin typeface="微软雅黑" panose="020B0503020204020204" charset="-122"/>
                <a:ea typeface="微软雅黑" panose="020B0503020204020204" charset="-122"/>
                <a:cs typeface="微软雅黑" panose="020B0503020204020204" charset="-122"/>
              </a:rPr>
              <a:t>测试不只判断</a:t>
            </a:r>
            <a:r>
              <a:rPr sz="990" b="1" dirty="0">
                <a:solidFill>
                  <a:srgbClr val="414951"/>
                </a:solidFill>
                <a:latin typeface="微软雅黑" panose="020B0503020204020204" charset="-122"/>
                <a:ea typeface="微软雅黑" panose="020B0503020204020204" charset="-122"/>
                <a:cs typeface="微软雅黑" panose="020B0503020204020204" charset="-122"/>
              </a:rPr>
              <a:t> PASS / FAIL，</a:t>
            </a:r>
          </a:p>
          <a:p>
            <a:pPr algn="ctr">
              <a:defRPr sz="990" b="1">
                <a:solidFill>
                  <a:srgbClr val="414951"/>
                </a:solidFill>
                <a:latin typeface="微软雅黑" panose="020B0503020204020204" charset="-122"/>
                <a:ea typeface="微软雅黑" panose="020B0503020204020204" charset="-122"/>
                <a:cs typeface="微软雅黑" panose="020B0503020204020204" charset="-122"/>
              </a:defRPr>
            </a:pPr>
            <a:r>
              <a:rPr sz="990" b="1" dirty="0" err="1">
                <a:solidFill>
                  <a:srgbClr val="414951"/>
                </a:solidFill>
                <a:latin typeface="微软雅黑" panose="020B0503020204020204" charset="-122"/>
                <a:ea typeface="微软雅黑" panose="020B0503020204020204" charset="-122"/>
                <a:cs typeface="微软雅黑" panose="020B0503020204020204" charset="-122"/>
              </a:rPr>
              <a:t>更要定位</a:t>
            </a:r>
            <a:r>
              <a:rPr sz="990" b="1" dirty="0">
                <a:solidFill>
                  <a:srgbClr val="414951"/>
                </a:solidFill>
                <a:latin typeface="微软雅黑" panose="020B0503020204020204" charset="-122"/>
                <a:ea typeface="微软雅黑" panose="020B0503020204020204" charset="-122"/>
                <a:cs typeface="微软雅黑" panose="020B0503020204020204" charset="-122"/>
              </a:rPr>
              <a:t> Skill </a:t>
            </a:r>
            <a:r>
              <a:rPr sz="990" b="1" dirty="0" err="1">
                <a:solidFill>
                  <a:srgbClr val="414951"/>
                </a:solidFill>
                <a:latin typeface="微软雅黑" panose="020B0503020204020204" charset="-122"/>
                <a:ea typeface="微软雅黑" panose="020B0503020204020204" charset="-122"/>
                <a:cs typeface="微软雅黑" panose="020B0503020204020204" charset="-122"/>
              </a:rPr>
              <a:t>的哪一层出了问题</a:t>
            </a:r>
            <a:r>
              <a:rPr sz="990" b="1" dirty="0">
                <a:solidFill>
                  <a:srgbClr val="414951"/>
                </a:solidFill>
                <a:latin typeface="微软雅黑" panose="020B0503020204020204" charset="-122"/>
                <a:ea typeface="微软雅黑" panose="020B0503020204020204" charset="-122"/>
                <a:cs typeface="微软雅黑" panose="020B0503020204020204" charset="-122"/>
              </a:rPr>
              <a:t>。</a:t>
            </a:r>
          </a:p>
        </p:txBody>
      </p:sp>
      <p:sp>
        <p:nvSpPr>
          <p:cNvPr id="175" name="summary-band"/>
          <p:cNvSpPr>
            <a:spLocks noGrp="1"/>
          </p:cNvSpPr>
          <p:nvPr/>
        </p:nvSpPr>
        <p:spPr>
          <a:xfrm>
            <a:off x="609600" y="6257925"/>
            <a:ext cx="10972800" cy="371475"/>
          </a:xfrm>
          <a:prstGeom prst="rect">
            <a:avLst/>
          </a:prstGeom>
          <a:solidFill>
            <a:srgbClr val="F3F4F5"/>
          </a:solidFill>
          <a:ln w="0">
            <a:noFill/>
            <a:prstDash val="solid"/>
          </a:ln>
        </p:spPr>
      </p:sp>
      <p:sp>
        <p:nvSpPr>
          <p:cNvPr id="176" name="summary-accent"/>
          <p:cNvSpPr>
            <a:spLocks noGrp="1"/>
          </p:cNvSpPr>
          <p:nvPr/>
        </p:nvSpPr>
        <p:spPr>
          <a:xfrm>
            <a:off x="609600" y="6257925"/>
            <a:ext cx="38100" cy="371475"/>
          </a:xfrm>
          <a:prstGeom prst="rect">
            <a:avLst/>
          </a:prstGeom>
          <a:solidFill>
            <a:srgbClr val="557A96"/>
          </a:solidFill>
          <a:ln w="0">
            <a:noFill/>
            <a:prstDash val="solid"/>
          </a:ln>
        </p:spPr>
      </p:sp>
      <p:sp>
        <p:nvSpPr>
          <p:cNvPr id="177" name="summary-text"/>
          <p:cNvSpPr>
            <a:spLocks noGrp="1"/>
          </p:cNvSpPr>
          <p:nvPr/>
        </p:nvSpPr>
        <p:spPr>
          <a:xfrm>
            <a:off x="819150" y="6286500"/>
            <a:ext cx="10534650" cy="314325"/>
          </a:xfrm>
          <a:prstGeom prst="rect">
            <a:avLst/>
          </a:prstGeom>
          <a:noFill/>
          <a:ln w="0">
            <a:noFill/>
            <a:prstDash val="solid"/>
          </a:ln>
        </p:spPr>
        <p:txBody>
          <a:bodyPr wrap="none" lIns="0" tIns="0" rIns="0" bIns="0" anchor="ctr">
            <a:normAutofit/>
          </a:bodyPr>
          <a:lstStyle/>
          <a:p>
            <a:pPr algn="ctr">
              <a:defRPr sz="1290" b="1">
                <a:solidFill>
                  <a:srgbClr val="414951"/>
                </a:solidFill>
                <a:latin typeface="微软雅黑" panose="020B0503020204020204" charset="-122"/>
                <a:ea typeface="微软雅黑" panose="020B0503020204020204" charset="-122"/>
                <a:cs typeface="微软雅黑" panose="020B0503020204020204" charset="-122"/>
              </a:defRPr>
            </a:pPr>
            <a:r>
              <a:rPr sz="1290" b="1">
                <a:solidFill>
                  <a:srgbClr val="414951"/>
                </a:solidFill>
                <a:latin typeface="微软雅黑" panose="020B0503020204020204" charset="-122"/>
                <a:ea typeface="微软雅黑" panose="020B0503020204020204" charset="-122"/>
                <a:cs typeface="微软雅黑" panose="020B0503020204020204" charset="-122"/>
              </a:rPr>
              <a:t>Task → Workflow → Complete Skill → Evaluation → Iteration，构成 Skill 开发的完整闭环。</a:t>
            </a:r>
          </a:p>
        </p:txBody>
      </p:sp>
      <p:sp>
        <p:nvSpPr>
          <p:cNvPr id="179" name="s13-title-rule"/>
          <p:cNvSpPr>
            <a:spLocks noGrp="1"/>
          </p:cNvSpPr>
          <p:nvPr/>
        </p:nvSpPr>
        <p:spPr>
          <a:xfrm>
            <a:off x="247650" y="714375"/>
            <a:ext cx="11734800" cy="19050"/>
          </a:xfrm>
          <a:prstGeom prst="rect">
            <a:avLst/>
          </a:prstGeom>
          <a:solidFill>
            <a:srgbClr val="5B7188"/>
          </a:solidFill>
          <a:ln w="0">
            <a:solidFill>
              <a:srgbClr val="294A6D"/>
            </a:solidFill>
            <a:prstDash val="solid"/>
          </a:ln>
          <a:effectLst/>
        </p:spPr>
      </p:sp>
      <p:sp>
        <p:nvSpPr>
          <p:cNvPr id="180" name="slide-1-title"/>
          <p:cNvSpPr>
            <a:spLocks noGrp="1"/>
          </p:cNvSpPr>
          <p:nvPr/>
        </p:nvSpPr>
        <p:spPr>
          <a:xfrm>
            <a:off x="342900" y="223460"/>
            <a:ext cx="635000" cy="495300"/>
          </a:xfrm>
          <a:prstGeom prst="rect">
            <a:avLst/>
          </a:prstGeom>
          <a:noFill/>
          <a:ln w="0">
            <a:noFill/>
            <a:prstDash val="solid"/>
          </a:ln>
          <a:effectLst/>
        </p:spPr>
        <p:txBody>
          <a:bodyPr wrap="square" lIns="0" tIns="0" rIns="0" bIns="0" anchor="t">
            <a:noAutofit/>
          </a:bodyPr>
          <a:lstStyle/>
          <a:p>
            <a:pPr>
              <a:buNone/>
              <a:defRPr sz="3000" b="1">
                <a:solidFill>
                  <a:srgbClr val="072A67"/>
                </a:solidFill>
                <a:latin typeface="微软雅黑" panose="020B0503020204020204" charset="-122"/>
                <a:ea typeface="微软雅黑" panose="020B0503020204020204" charset="-122"/>
                <a:cs typeface="微软雅黑" panose="020B0503020204020204" charset="-122"/>
              </a:defRPr>
            </a:pPr>
            <a:r>
              <a:rPr lang="en-US" sz="3000" b="1" dirty="0" smtClean="0">
                <a:solidFill>
                  <a:srgbClr val="243B53"/>
                </a:solidFill>
                <a:latin typeface="Arial" panose="020B0604020202020204" pitchFamily="34" charset="0"/>
                <a:ea typeface="微软雅黑" panose="020B0503020204020204" charset="-122"/>
                <a:cs typeface="微软雅黑" panose="020B0503020204020204" charset="-122"/>
              </a:rPr>
              <a:t>1.5</a:t>
            </a:r>
            <a:endParaRPr sz="3000" b="1" dirty="0">
              <a:solidFill>
                <a:srgbClr val="243B53"/>
              </a:solidFill>
              <a:latin typeface="Arial" panose="020B0604020202020204" pitchFamily="34" charset="0"/>
              <a:ea typeface="微软雅黑" panose="020B0503020204020204" charset="-122"/>
              <a:cs typeface="微软雅黑" panose="020B0503020204020204" charset="-122"/>
            </a:endParaRPr>
          </a:p>
        </p:txBody>
      </p:sp>
      <p:sp>
        <p:nvSpPr>
          <p:cNvPr id="181" name="slide-7-page-number"/>
          <p:cNvSpPr>
            <a:spLocks noGrp="1"/>
          </p:cNvSpPr>
          <p:nvPr/>
        </p:nvSpPr>
        <p:spPr>
          <a:xfrm>
            <a:off x="11366500" y="317500"/>
            <a:ext cx="330200" cy="279400"/>
          </a:xfrm>
          <a:prstGeom prst="roundRect">
            <a:avLst>
              <a:gd name="adj" fmla="val 14706"/>
            </a:avLst>
          </a:prstGeom>
          <a:noFill/>
          <a:ln w="9525">
            <a:noFill/>
            <a:prstDash val="solid"/>
          </a:ln>
          <a:effectLst/>
          <a:extLst>
            <a:ext uri="{909E8E84-426E-40DD-AFC4-6F175D3DCCD1}">
              <a14:hiddenFill xmlns:a14="http://schemas.microsoft.com/office/drawing/2010/main">
                <a:solidFill>
                  <a:srgbClr val="294A6D"/>
                </a:solidFill>
              </a14:hiddenFill>
            </a:ext>
            <a:ext uri="{91240B29-F687-4F45-9708-019B960494DF}">
              <a14:hiddenLine xmlns:a14="http://schemas.microsoft.com/office/drawing/2010/main" w="9525">
                <a:solidFill>
                  <a:srgbClr val="294A6D"/>
                </a:solidFill>
                <a:prstDash val="solid"/>
              </a14:hiddenLine>
            </a:ext>
          </a:extLst>
        </p:spPr>
        <p:txBody>
          <a:bodyPr wrap="square" lIns="0" tIns="0" rIns="0" bIns="0" anchor="ctr">
            <a:noAutofit/>
          </a:bodyPr>
          <a:lstStyle/>
          <a:p>
            <a:pPr algn="ctr">
              <a:buNone/>
              <a:defRPr sz="1200" b="1">
                <a:solidFill>
                  <a:srgbClr val="FFFFFF"/>
                </a:solidFill>
                <a:latin typeface="微软雅黑" panose="020B0503020204020204" charset="-122"/>
                <a:ea typeface="微软雅黑" panose="020B0503020204020204" charset="-122"/>
                <a:cs typeface="微软雅黑" panose="020B0503020204020204" charset="-122"/>
              </a:defRPr>
            </a:pPr>
            <a:r>
              <a:rPr lang="en-US" sz="1200" b="1" dirty="0">
                <a:solidFill>
                  <a:srgbClr val="66737F"/>
                </a:solidFill>
                <a:latin typeface="Arial" panose="020B0604020202020204" pitchFamily="34" charset="0"/>
                <a:ea typeface="微软雅黑" panose="020B0503020204020204" charset="-122"/>
                <a:cs typeface="微软雅黑" panose="020B0503020204020204" charset="-122"/>
              </a:rPr>
              <a:t>7</a:t>
            </a:r>
          </a:p>
        </p:txBody>
      </p:sp>
    </p:spTree>
  </p:cSld>
  <p:clrMapOvr>
    <a:masterClrMapping/>
  </p:clrMapOvr>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title"/>
          <p:cNvSpPr>
            <a:spLocks noGrp="1"/>
          </p:cNvSpPr>
          <p:nvPr/>
        </p:nvSpPr>
        <p:spPr>
          <a:xfrm>
            <a:off x="1276350" y="171450"/>
            <a:ext cx="10572750" cy="523875"/>
          </a:xfrm>
          <a:prstGeom prst="rect">
            <a:avLst/>
          </a:prstGeom>
          <a:noFill/>
          <a:ln w="0">
            <a:noFill/>
            <a:prstDash val="solid"/>
          </a:ln>
        </p:spPr>
        <p:txBody>
          <a:bodyPr wrap="none" lIns="0" tIns="0" rIns="0" bIns="0" anchor="ctr">
            <a:normAutofit/>
          </a:bodyPr>
          <a:lstStyle/>
          <a:p>
            <a:pPr algn="l">
              <a:buNone/>
              <a:defRPr sz="2890" b="1">
                <a:solidFill>
                  <a:srgbClr val="252B31"/>
                </a:solidFill>
                <a:latin typeface="微软雅黑" panose="020B0503020204020204" charset="-122"/>
                <a:ea typeface="微软雅黑" panose="020B0503020204020204" charset="-122"/>
                <a:cs typeface="微软雅黑" panose="020B0503020204020204" charset="-122"/>
              </a:defRPr>
            </a:pPr>
            <a:r>
              <a:rPr sz="2700" b="1" dirty="0" err="1">
                <a:solidFill>
                  <a:srgbClr val="243B53"/>
                </a:solidFill>
                <a:latin typeface="Arial" panose="020B0604020202020204" pitchFamily="34" charset="0"/>
                <a:ea typeface="微软雅黑" panose="020B0503020204020204" charset="-122"/>
                <a:cs typeface="微软雅黑" panose="020B0503020204020204" charset="-122"/>
              </a:rPr>
              <a:t>如何写好一个</a:t>
            </a:r>
            <a:r>
              <a:rPr sz="2700" b="1" dirty="0">
                <a:solidFill>
                  <a:srgbClr val="243B53"/>
                </a:solidFill>
                <a:latin typeface="Arial" panose="020B0604020202020204" pitchFamily="34" charset="0"/>
                <a:ea typeface="微软雅黑" panose="020B0503020204020204" charset="-122"/>
                <a:cs typeface="微软雅黑" panose="020B0503020204020204" charset="-122"/>
              </a:rPr>
              <a:t> </a:t>
            </a:r>
            <a:r>
              <a:rPr sz="2700" b="1" dirty="0" smtClean="0">
                <a:solidFill>
                  <a:srgbClr val="243B53"/>
                </a:solidFill>
                <a:latin typeface="Arial" panose="020B0604020202020204" pitchFamily="34" charset="0"/>
                <a:ea typeface="微软雅黑" panose="020B0503020204020204" charset="-122"/>
                <a:cs typeface="微软雅黑" panose="020B0503020204020204" charset="-122"/>
              </a:rPr>
              <a:t>Skill：</a:t>
            </a:r>
            <a:r>
              <a:rPr lang="zh-CN" altLang="en-US" sz="2700" b="1" dirty="0" smtClean="0">
                <a:solidFill>
                  <a:srgbClr val="243B53"/>
                </a:solidFill>
                <a:latin typeface="Arial" panose="020B0604020202020204" pitchFamily="34" charset="0"/>
                <a:ea typeface="微软雅黑" panose="020B0503020204020204" charset="-122"/>
                <a:cs typeface="微软雅黑" panose="020B0503020204020204" charset="-122"/>
              </a:rPr>
              <a:t>七个原则</a:t>
            </a:r>
            <a:endParaRPr sz="2700" b="1" dirty="0">
              <a:solidFill>
                <a:srgbClr val="243B53"/>
              </a:solidFill>
              <a:latin typeface="Arial" panose="020B0604020202020204" pitchFamily="34" charset="0"/>
              <a:ea typeface="微软雅黑" panose="020B0503020204020204" charset="-122"/>
              <a:cs typeface="微软雅黑" panose="020B0503020204020204" charset="-122"/>
            </a:endParaRPr>
          </a:p>
        </p:txBody>
      </p:sp>
      <p:sp>
        <p:nvSpPr>
          <p:cNvPr id="9" name="column-divider"/>
          <p:cNvSpPr>
            <a:spLocks noGrp="1"/>
          </p:cNvSpPr>
          <p:nvPr/>
        </p:nvSpPr>
        <p:spPr>
          <a:xfrm>
            <a:off x="6096000" y="1156910"/>
            <a:ext cx="0" cy="3781425"/>
          </a:xfrm>
          <a:prstGeom prst="line">
            <a:avLst/>
          </a:prstGeom>
          <a:noFill/>
          <a:ln w="9525">
            <a:solidFill>
              <a:srgbClr val="D8DEE3"/>
            </a:solidFill>
            <a:prstDash val="solid"/>
          </a:ln>
        </p:spPr>
      </p:sp>
      <p:sp>
        <p:nvSpPr>
          <p:cNvPr id="10" name="reliability-letter"/>
          <p:cNvSpPr>
            <a:spLocks noGrp="1"/>
          </p:cNvSpPr>
          <p:nvPr/>
        </p:nvSpPr>
        <p:spPr>
          <a:xfrm>
            <a:off x="781050" y="1280735"/>
            <a:ext cx="285750" cy="276225"/>
          </a:xfrm>
          <a:prstGeom prst="rect">
            <a:avLst/>
          </a:prstGeom>
          <a:noFill/>
          <a:ln w="0">
            <a:noFill/>
            <a:prstDash val="solid"/>
          </a:ln>
        </p:spPr>
        <p:txBody>
          <a:bodyPr wrap="none" lIns="0" tIns="0" rIns="0" bIns="0" anchor="ctr">
            <a:normAutofit/>
          </a:bodyPr>
          <a:lstStyle/>
          <a:p>
            <a:pPr algn="l">
              <a:buNone/>
              <a:defRPr sz="1425" b="1">
                <a:solidFill>
                  <a:srgbClr val="557A96"/>
                </a:solidFill>
                <a:latin typeface="微软雅黑" panose="020B0503020204020204" charset="-122"/>
                <a:ea typeface="微软雅黑" panose="020B0503020204020204" charset="-122"/>
                <a:cs typeface="微软雅黑" panose="020B0503020204020204" charset="-122"/>
              </a:defRPr>
            </a:pPr>
            <a:endParaRPr sz="1425" b="1" dirty="0">
              <a:solidFill>
                <a:srgbClr val="557A96"/>
              </a:solidFill>
              <a:latin typeface="微软雅黑" panose="020B0503020204020204" charset="-122"/>
              <a:ea typeface="微软雅黑" panose="020B0503020204020204" charset="-122"/>
              <a:cs typeface="微软雅黑" panose="020B0503020204020204" charset="-122"/>
            </a:endParaRPr>
          </a:p>
        </p:txBody>
      </p:sp>
      <p:sp>
        <p:nvSpPr>
          <p:cNvPr id="14" name="usability-letter"/>
          <p:cNvSpPr>
            <a:spLocks noGrp="1"/>
          </p:cNvSpPr>
          <p:nvPr/>
        </p:nvSpPr>
        <p:spPr>
          <a:xfrm>
            <a:off x="6400800" y="1280735"/>
            <a:ext cx="285750" cy="276225"/>
          </a:xfrm>
          <a:prstGeom prst="rect">
            <a:avLst/>
          </a:prstGeom>
          <a:noFill/>
          <a:ln w="0">
            <a:noFill/>
            <a:prstDash val="solid"/>
          </a:ln>
        </p:spPr>
        <p:txBody>
          <a:bodyPr wrap="none" lIns="0" tIns="0" rIns="0" bIns="0" anchor="ctr">
            <a:normAutofit/>
          </a:bodyPr>
          <a:lstStyle/>
          <a:p>
            <a:pPr algn="l">
              <a:buNone/>
              <a:defRPr sz="1425" b="1">
                <a:solidFill>
                  <a:srgbClr val="557A96"/>
                </a:solidFill>
                <a:latin typeface="微软雅黑" panose="020B0503020204020204" charset="-122"/>
                <a:ea typeface="微软雅黑" panose="020B0503020204020204" charset="-122"/>
                <a:cs typeface="微软雅黑" panose="020B0503020204020204" charset="-122"/>
              </a:defRPr>
            </a:pPr>
            <a:endParaRPr sz="1425" b="1" dirty="0">
              <a:solidFill>
                <a:srgbClr val="557A96"/>
              </a:solidFill>
              <a:latin typeface="微软雅黑" panose="020B0503020204020204" charset="-122"/>
              <a:ea typeface="微软雅黑" panose="020B0503020204020204" charset="-122"/>
              <a:cs typeface="微软雅黑" panose="020B0503020204020204" charset="-122"/>
            </a:endParaRPr>
          </a:p>
        </p:txBody>
      </p:sp>
      <p:sp>
        <p:nvSpPr>
          <p:cNvPr id="28" name="focus-row"/>
          <p:cNvSpPr>
            <a:spLocks noGrp="1"/>
          </p:cNvSpPr>
          <p:nvPr/>
        </p:nvSpPr>
        <p:spPr>
          <a:xfrm>
            <a:off x="781050" y="1804610"/>
            <a:ext cx="5010150" cy="628650"/>
          </a:xfrm>
          <a:prstGeom prst="rect">
            <a:avLst/>
          </a:prstGeom>
          <a:solidFill>
            <a:srgbClr val="F7F9FA"/>
          </a:solidFill>
          <a:ln w="0">
            <a:noFill/>
            <a:prstDash val="solid"/>
          </a:ln>
        </p:spPr>
      </p:sp>
      <p:sp>
        <p:nvSpPr>
          <p:cNvPr id="29" name="focus-number"/>
          <p:cNvSpPr>
            <a:spLocks noGrp="1"/>
          </p:cNvSpPr>
          <p:nvPr/>
        </p:nvSpPr>
        <p:spPr>
          <a:xfrm>
            <a:off x="914400" y="1899860"/>
            <a:ext cx="361950" cy="238125"/>
          </a:xfrm>
          <a:prstGeom prst="rect">
            <a:avLst/>
          </a:prstGeom>
          <a:noFill/>
          <a:ln w="0">
            <a:noFill/>
            <a:prstDash val="solid"/>
          </a:ln>
        </p:spPr>
        <p:txBody>
          <a:bodyPr wrap="none" lIns="0" tIns="0" rIns="0" bIns="0" anchor="ctr">
            <a:normAutofit/>
          </a:bodyPr>
          <a:lstStyle/>
          <a:p>
            <a:pPr algn="l">
              <a:buNone/>
              <a:defRPr sz="1275" b="1">
                <a:solidFill>
                  <a:srgbClr val="557A96"/>
                </a:solidFill>
                <a:latin typeface="微软雅黑" panose="020B0503020204020204" charset="-122"/>
                <a:ea typeface="微软雅黑" panose="020B0503020204020204" charset="-122"/>
                <a:cs typeface="微软雅黑" panose="020B0503020204020204" charset="-122"/>
              </a:defRPr>
            </a:pPr>
            <a:r>
              <a:rPr sz="1275" b="1">
                <a:solidFill>
                  <a:srgbClr val="557A96"/>
                </a:solidFill>
                <a:latin typeface="微软雅黑" panose="020B0503020204020204" charset="-122"/>
                <a:ea typeface="微软雅黑" panose="020B0503020204020204" charset="-122"/>
                <a:cs typeface="微软雅黑" panose="020B0503020204020204" charset="-122"/>
              </a:rPr>
              <a:t>01</a:t>
            </a:r>
          </a:p>
        </p:txBody>
      </p:sp>
      <p:sp>
        <p:nvSpPr>
          <p:cNvPr id="30" name="focus-title"/>
          <p:cNvSpPr>
            <a:spLocks noGrp="1"/>
          </p:cNvSpPr>
          <p:nvPr/>
        </p:nvSpPr>
        <p:spPr>
          <a:xfrm>
            <a:off x="1371600" y="1880810"/>
            <a:ext cx="1428750" cy="257175"/>
          </a:xfrm>
          <a:prstGeom prst="rect">
            <a:avLst/>
          </a:prstGeom>
          <a:noFill/>
          <a:ln w="0">
            <a:noFill/>
            <a:prstDash val="solid"/>
          </a:ln>
        </p:spPr>
        <p:txBody>
          <a:bodyPr wrap="none" lIns="0" tIns="0" rIns="0" bIns="0" anchor="ctr">
            <a:normAutofit/>
          </a:bodyPr>
          <a:lstStyle/>
          <a:p>
            <a:pPr algn="l">
              <a:buNone/>
              <a:defRPr sz="1390" b="1">
                <a:solidFill>
                  <a:srgbClr val="252B31"/>
                </a:solidFill>
                <a:latin typeface="微软雅黑" panose="020B0503020204020204" charset="-122"/>
                <a:ea typeface="微软雅黑" panose="020B0503020204020204" charset="-122"/>
                <a:cs typeface="微软雅黑" panose="020B0503020204020204" charset="-122"/>
              </a:defRPr>
            </a:pPr>
            <a:r>
              <a:rPr sz="1390" b="1">
                <a:solidFill>
                  <a:srgbClr val="252B31"/>
                </a:solidFill>
                <a:latin typeface="微软雅黑" panose="020B0503020204020204" charset="-122"/>
                <a:ea typeface="微软雅黑" panose="020B0503020204020204" charset="-122"/>
                <a:cs typeface="微软雅黑" panose="020B0503020204020204" charset="-122"/>
              </a:rPr>
              <a:t>职责明确</a:t>
            </a:r>
          </a:p>
        </p:txBody>
      </p:sp>
      <p:sp>
        <p:nvSpPr>
          <p:cNvPr id="31" name="focus-detail"/>
          <p:cNvSpPr>
            <a:spLocks noGrp="1"/>
          </p:cNvSpPr>
          <p:nvPr/>
        </p:nvSpPr>
        <p:spPr>
          <a:xfrm>
            <a:off x="2876550" y="1871285"/>
            <a:ext cx="2781300" cy="257175"/>
          </a:xfrm>
          <a:prstGeom prst="rect">
            <a:avLst/>
          </a:prstGeom>
          <a:noFill/>
          <a:ln w="0">
            <a:noFill/>
            <a:prstDash val="solid"/>
          </a:ln>
        </p:spPr>
        <p:txBody>
          <a:bodyPr wrap="none" lIns="0" tIns="0" rIns="0" bIns="0" anchor="ctr">
            <a:normAutofit/>
          </a:bodyPr>
          <a:lstStyle/>
          <a:p>
            <a:pPr algn="l">
              <a:buNone/>
              <a:defRPr sz="1200" b="1">
                <a:solidFill>
                  <a:srgbClr val="414951"/>
                </a:solidFill>
                <a:latin typeface="微软雅黑" panose="020B0503020204020204" charset="-122"/>
                <a:ea typeface="微软雅黑" panose="020B0503020204020204" charset="-122"/>
                <a:cs typeface="微软雅黑" panose="020B0503020204020204" charset="-122"/>
              </a:defRPr>
            </a:pPr>
            <a:r>
              <a:rPr sz="1200" b="1">
                <a:solidFill>
                  <a:srgbClr val="414951"/>
                </a:solidFill>
                <a:latin typeface="微软雅黑" panose="020B0503020204020204" charset="-122"/>
                <a:ea typeface="微软雅黑" panose="020B0503020204020204" charset="-122"/>
                <a:cs typeface="微软雅黑" panose="020B0503020204020204" charset="-122"/>
              </a:rPr>
              <a:t>做什么 / 不做什么</a:t>
            </a:r>
          </a:p>
        </p:txBody>
      </p:sp>
      <p:sp>
        <p:nvSpPr>
          <p:cNvPr id="32" name="focus-keywords"/>
          <p:cNvSpPr>
            <a:spLocks noGrp="1"/>
          </p:cNvSpPr>
          <p:nvPr/>
        </p:nvSpPr>
        <p:spPr>
          <a:xfrm>
            <a:off x="2876550" y="2137985"/>
            <a:ext cx="2781300" cy="209550"/>
          </a:xfrm>
          <a:prstGeom prst="rect">
            <a:avLst/>
          </a:prstGeom>
          <a:noFill/>
          <a:ln w="0">
            <a:noFill/>
            <a:prstDash val="solid"/>
          </a:ln>
        </p:spPr>
        <p:txBody>
          <a:bodyPr wrap="none" lIns="0" tIns="0" rIns="0" bIns="0" anchor="ctr">
            <a:normAutofit/>
          </a:bodyPr>
          <a:lstStyle/>
          <a:p>
            <a:pPr algn="l">
              <a:buNone/>
              <a:defRPr sz="1035" b="0">
                <a:solidFill>
                  <a:srgbClr val="68727B"/>
                </a:solidFill>
                <a:latin typeface="微软雅黑" panose="020B0503020204020204" charset="-122"/>
                <a:ea typeface="微软雅黑" panose="020B0503020204020204" charset="-122"/>
                <a:cs typeface="微软雅黑" panose="020B0503020204020204" charset="-122"/>
              </a:defRPr>
            </a:pPr>
            <a:r>
              <a:rPr sz="1035" b="0">
                <a:solidFill>
                  <a:srgbClr val="68727B"/>
                </a:solidFill>
                <a:latin typeface="微软雅黑" panose="020B0503020204020204" charset="-122"/>
                <a:ea typeface="微软雅黑" panose="020B0503020204020204" charset="-122"/>
                <a:cs typeface="微软雅黑" panose="020B0503020204020204" charset="-122"/>
              </a:rPr>
              <a:t>边界清晰，避免越界</a:t>
            </a:r>
          </a:p>
        </p:txBody>
      </p:sp>
      <p:sp>
        <p:nvSpPr>
          <p:cNvPr id="34" name="flow-number"/>
          <p:cNvSpPr>
            <a:spLocks noGrp="1"/>
          </p:cNvSpPr>
          <p:nvPr/>
        </p:nvSpPr>
        <p:spPr>
          <a:xfrm>
            <a:off x="914400" y="2604710"/>
            <a:ext cx="361950" cy="238125"/>
          </a:xfrm>
          <a:prstGeom prst="rect">
            <a:avLst/>
          </a:prstGeom>
          <a:noFill/>
          <a:ln w="0">
            <a:noFill/>
            <a:prstDash val="solid"/>
          </a:ln>
        </p:spPr>
        <p:txBody>
          <a:bodyPr wrap="none" lIns="0" tIns="0" rIns="0" bIns="0" anchor="ctr">
            <a:normAutofit/>
          </a:bodyPr>
          <a:lstStyle/>
          <a:p>
            <a:pPr algn="l">
              <a:buNone/>
              <a:defRPr sz="1275" b="1">
                <a:solidFill>
                  <a:srgbClr val="557A96"/>
                </a:solidFill>
                <a:latin typeface="微软雅黑" panose="020B0503020204020204" charset="-122"/>
                <a:ea typeface="微软雅黑" panose="020B0503020204020204" charset="-122"/>
                <a:cs typeface="微软雅黑" panose="020B0503020204020204" charset="-122"/>
              </a:defRPr>
            </a:pPr>
            <a:r>
              <a:rPr sz="1275" b="1">
                <a:solidFill>
                  <a:srgbClr val="557A96"/>
                </a:solidFill>
                <a:latin typeface="微软雅黑" panose="020B0503020204020204" charset="-122"/>
                <a:ea typeface="微软雅黑" panose="020B0503020204020204" charset="-122"/>
                <a:cs typeface="微软雅黑" panose="020B0503020204020204" charset="-122"/>
              </a:rPr>
              <a:t>02</a:t>
            </a:r>
          </a:p>
        </p:txBody>
      </p:sp>
      <p:sp>
        <p:nvSpPr>
          <p:cNvPr id="35" name="flow-title"/>
          <p:cNvSpPr>
            <a:spLocks noGrp="1"/>
          </p:cNvSpPr>
          <p:nvPr/>
        </p:nvSpPr>
        <p:spPr>
          <a:xfrm>
            <a:off x="1371600" y="2585660"/>
            <a:ext cx="1428750" cy="257175"/>
          </a:xfrm>
          <a:prstGeom prst="rect">
            <a:avLst/>
          </a:prstGeom>
          <a:noFill/>
          <a:ln w="0">
            <a:noFill/>
            <a:prstDash val="solid"/>
          </a:ln>
        </p:spPr>
        <p:txBody>
          <a:bodyPr wrap="none" lIns="0" tIns="0" rIns="0" bIns="0" anchor="ctr">
            <a:normAutofit/>
          </a:bodyPr>
          <a:lstStyle/>
          <a:p>
            <a:pPr algn="l">
              <a:buNone/>
              <a:defRPr sz="1390" b="1">
                <a:solidFill>
                  <a:srgbClr val="252B31"/>
                </a:solidFill>
                <a:latin typeface="微软雅黑" panose="020B0503020204020204" charset="-122"/>
                <a:ea typeface="微软雅黑" panose="020B0503020204020204" charset="-122"/>
                <a:cs typeface="微软雅黑" panose="020B0503020204020204" charset="-122"/>
              </a:defRPr>
            </a:pPr>
            <a:r>
              <a:rPr lang="zh-CN" sz="1390" b="1">
                <a:solidFill>
                  <a:srgbClr val="252B31"/>
                </a:solidFill>
                <a:latin typeface="微软雅黑" panose="020B0503020204020204" charset="-122"/>
                <a:ea typeface="微软雅黑" panose="020B0503020204020204" charset="-122"/>
                <a:cs typeface="微软雅黑" panose="020B0503020204020204" charset="-122"/>
              </a:rPr>
              <a:t>步骤明确</a:t>
            </a:r>
          </a:p>
        </p:txBody>
      </p:sp>
      <p:sp>
        <p:nvSpPr>
          <p:cNvPr id="36" name="flow-detail"/>
          <p:cNvSpPr>
            <a:spLocks noGrp="1"/>
          </p:cNvSpPr>
          <p:nvPr/>
        </p:nvSpPr>
        <p:spPr>
          <a:xfrm>
            <a:off x="2876550" y="2576135"/>
            <a:ext cx="2781300" cy="257175"/>
          </a:xfrm>
          <a:prstGeom prst="rect">
            <a:avLst/>
          </a:prstGeom>
          <a:noFill/>
          <a:ln w="0">
            <a:noFill/>
            <a:prstDash val="solid"/>
          </a:ln>
        </p:spPr>
        <p:txBody>
          <a:bodyPr wrap="none" lIns="0" tIns="0" rIns="0" bIns="0" anchor="ctr">
            <a:normAutofit/>
          </a:bodyPr>
          <a:lstStyle/>
          <a:p>
            <a:pPr algn="l">
              <a:buNone/>
              <a:defRPr sz="1200" b="1">
                <a:solidFill>
                  <a:srgbClr val="414951"/>
                </a:solidFill>
                <a:latin typeface="微软雅黑" panose="020B0503020204020204" charset="-122"/>
                <a:ea typeface="微软雅黑" panose="020B0503020204020204" charset="-122"/>
                <a:cs typeface="微软雅黑" panose="020B0503020204020204" charset="-122"/>
              </a:defRPr>
            </a:pPr>
            <a:r>
              <a:rPr sz="1200" b="1">
                <a:solidFill>
                  <a:srgbClr val="414951"/>
                </a:solidFill>
                <a:latin typeface="微软雅黑" panose="020B0503020204020204" charset="-122"/>
                <a:ea typeface="微软雅黑" panose="020B0503020204020204" charset="-122"/>
                <a:cs typeface="微软雅黑" panose="020B0503020204020204" charset="-122"/>
              </a:rPr>
              <a:t>Stage / Gate / Failure</a:t>
            </a:r>
          </a:p>
        </p:txBody>
      </p:sp>
      <p:sp>
        <p:nvSpPr>
          <p:cNvPr id="37" name="flow-keywords"/>
          <p:cNvSpPr>
            <a:spLocks noGrp="1"/>
          </p:cNvSpPr>
          <p:nvPr/>
        </p:nvSpPr>
        <p:spPr>
          <a:xfrm>
            <a:off x="2876550" y="2842835"/>
            <a:ext cx="2781300" cy="209550"/>
          </a:xfrm>
          <a:prstGeom prst="rect">
            <a:avLst/>
          </a:prstGeom>
          <a:noFill/>
          <a:ln w="0">
            <a:noFill/>
            <a:prstDash val="solid"/>
          </a:ln>
        </p:spPr>
        <p:txBody>
          <a:bodyPr wrap="none" lIns="0" tIns="0" rIns="0" bIns="0" anchor="ctr">
            <a:normAutofit/>
          </a:bodyPr>
          <a:lstStyle/>
          <a:p>
            <a:pPr algn="l">
              <a:buNone/>
              <a:defRPr sz="1035" b="0">
                <a:solidFill>
                  <a:srgbClr val="68727B"/>
                </a:solidFill>
                <a:latin typeface="微软雅黑" panose="020B0503020204020204" charset="-122"/>
                <a:ea typeface="微软雅黑" panose="020B0503020204020204" charset="-122"/>
                <a:cs typeface="微软雅黑" panose="020B0503020204020204" charset="-122"/>
              </a:defRPr>
            </a:pPr>
            <a:r>
              <a:rPr sz="1035" b="0">
                <a:solidFill>
                  <a:srgbClr val="68727B"/>
                </a:solidFill>
                <a:latin typeface="微软雅黑" panose="020B0503020204020204" charset="-122"/>
                <a:ea typeface="微软雅黑" panose="020B0503020204020204" charset="-122"/>
                <a:cs typeface="微软雅黑" panose="020B0503020204020204" charset="-122"/>
              </a:rPr>
              <a:t>步骤明确，推进有条件</a:t>
            </a:r>
          </a:p>
        </p:txBody>
      </p:sp>
      <p:sp>
        <p:nvSpPr>
          <p:cNvPr id="38" name="contract-row"/>
          <p:cNvSpPr>
            <a:spLocks noGrp="1"/>
          </p:cNvSpPr>
          <p:nvPr/>
        </p:nvSpPr>
        <p:spPr>
          <a:xfrm>
            <a:off x="781050" y="3214310"/>
            <a:ext cx="5010150" cy="628650"/>
          </a:xfrm>
          <a:prstGeom prst="rect">
            <a:avLst/>
          </a:prstGeom>
          <a:solidFill>
            <a:srgbClr val="F7F9FA"/>
          </a:solidFill>
          <a:ln w="0">
            <a:noFill/>
            <a:prstDash val="solid"/>
          </a:ln>
        </p:spPr>
      </p:sp>
      <p:sp>
        <p:nvSpPr>
          <p:cNvPr id="39" name="contract-number"/>
          <p:cNvSpPr>
            <a:spLocks noGrp="1"/>
          </p:cNvSpPr>
          <p:nvPr/>
        </p:nvSpPr>
        <p:spPr>
          <a:xfrm>
            <a:off x="914400" y="3309560"/>
            <a:ext cx="361950" cy="238125"/>
          </a:xfrm>
          <a:prstGeom prst="rect">
            <a:avLst/>
          </a:prstGeom>
          <a:noFill/>
          <a:ln w="0">
            <a:noFill/>
            <a:prstDash val="solid"/>
          </a:ln>
        </p:spPr>
        <p:txBody>
          <a:bodyPr wrap="none" lIns="0" tIns="0" rIns="0" bIns="0" anchor="ctr">
            <a:normAutofit/>
          </a:bodyPr>
          <a:lstStyle/>
          <a:p>
            <a:pPr algn="l">
              <a:buNone/>
              <a:defRPr sz="1275" b="1">
                <a:solidFill>
                  <a:srgbClr val="557A96"/>
                </a:solidFill>
                <a:latin typeface="微软雅黑" panose="020B0503020204020204" charset="-122"/>
                <a:ea typeface="微软雅黑" panose="020B0503020204020204" charset="-122"/>
                <a:cs typeface="微软雅黑" panose="020B0503020204020204" charset="-122"/>
              </a:defRPr>
            </a:pPr>
            <a:r>
              <a:rPr sz="1275" b="1">
                <a:solidFill>
                  <a:srgbClr val="557A96"/>
                </a:solidFill>
                <a:latin typeface="微软雅黑" panose="020B0503020204020204" charset="-122"/>
                <a:ea typeface="微软雅黑" panose="020B0503020204020204" charset="-122"/>
                <a:cs typeface="微软雅黑" panose="020B0503020204020204" charset="-122"/>
              </a:rPr>
              <a:t>03</a:t>
            </a:r>
          </a:p>
        </p:txBody>
      </p:sp>
      <p:sp>
        <p:nvSpPr>
          <p:cNvPr id="40" name="contract-title"/>
          <p:cNvSpPr>
            <a:spLocks noGrp="1"/>
          </p:cNvSpPr>
          <p:nvPr/>
        </p:nvSpPr>
        <p:spPr>
          <a:xfrm>
            <a:off x="1371600" y="3290510"/>
            <a:ext cx="1428750" cy="257175"/>
          </a:xfrm>
          <a:prstGeom prst="rect">
            <a:avLst/>
          </a:prstGeom>
          <a:noFill/>
          <a:ln w="0">
            <a:noFill/>
            <a:prstDash val="solid"/>
          </a:ln>
        </p:spPr>
        <p:txBody>
          <a:bodyPr wrap="none" lIns="0" tIns="0" rIns="0" bIns="0" anchor="ctr">
            <a:normAutofit/>
          </a:bodyPr>
          <a:lstStyle/>
          <a:p>
            <a:pPr algn="l">
              <a:buNone/>
              <a:defRPr sz="1390" b="1">
                <a:solidFill>
                  <a:srgbClr val="252B31"/>
                </a:solidFill>
                <a:latin typeface="微软雅黑" panose="020B0503020204020204" charset="-122"/>
                <a:ea typeface="微软雅黑" panose="020B0503020204020204" charset="-122"/>
                <a:cs typeface="微软雅黑" panose="020B0503020204020204" charset="-122"/>
              </a:defRPr>
            </a:pPr>
            <a:r>
              <a:rPr sz="1390" b="1">
                <a:solidFill>
                  <a:srgbClr val="252B31"/>
                </a:solidFill>
                <a:latin typeface="微软雅黑" panose="020B0503020204020204" charset="-122"/>
                <a:ea typeface="微软雅黑" panose="020B0503020204020204" charset="-122"/>
                <a:cs typeface="微软雅黑" panose="020B0503020204020204" charset="-122"/>
              </a:rPr>
              <a:t>契约清楚</a:t>
            </a:r>
          </a:p>
        </p:txBody>
      </p:sp>
      <p:sp>
        <p:nvSpPr>
          <p:cNvPr id="41" name="contract-detail"/>
          <p:cNvSpPr>
            <a:spLocks noGrp="1"/>
          </p:cNvSpPr>
          <p:nvPr/>
        </p:nvSpPr>
        <p:spPr>
          <a:xfrm>
            <a:off x="2876550" y="3280985"/>
            <a:ext cx="2781300" cy="257175"/>
          </a:xfrm>
          <a:prstGeom prst="rect">
            <a:avLst/>
          </a:prstGeom>
          <a:noFill/>
          <a:ln w="0">
            <a:noFill/>
            <a:prstDash val="solid"/>
          </a:ln>
        </p:spPr>
        <p:txBody>
          <a:bodyPr wrap="none" lIns="0" tIns="0" rIns="0" bIns="0" anchor="ctr">
            <a:normAutofit/>
          </a:bodyPr>
          <a:lstStyle/>
          <a:p>
            <a:pPr algn="l">
              <a:buNone/>
              <a:defRPr sz="1200" b="1">
                <a:solidFill>
                  <a:srgbClr val="414951"/>
                </a:solidFill>
                <a:latin typeface="微软雅黑" panose="020B0503020204020204" charset="-122"/>
                <a:ea typeface="微软雅黑" panose="020B0503020204020204" charset="-122"/>
                <a:cs typeface="微软雅黑" panose="020B0503020204020204" charset="-122"/>
              </a:defRPr>
            </a:pPr>
            <a:r>
              <a:rPr sz="1200" b="1">
                <a:solidFill>
                  <a:srgbClr val="414951"/>
                </a:solidFill>
                <a:latin typeface="微软雅黑" panose="020B0503020204020204" charset="-122"/>
                <a:ea typeface="微软雅黑" panose="020B0503020204020204" charset="-122"/>
                <a:cs typeface="微软雅黑" panose="020B0503020204020204" charset="-122"/>
              </a:rPr>
              <a:t>Input / Output</a:t>
            </a:r>
          </a:p>
        </p:txBody>
      </p:sp>
      <p:sp>
        <p:nvSpPr>
          <p:cNvPr id="42" name="contract-keywords"/>
          <p:cNvSpPr>
            <a:spLocks noGrp="1"/>
          </p:cNvSpPr>
          <p:nvPr/>
        </p:nvSpPr>
        <p:spPr>
          <a:xfrm>
            <a:off x="2876550" y="3547685"/>
            <a:ext cx="2781300" cy="209550"/>
          </a:xfrm>
          <a:prstGeom prst="rect">
            <a:avLst/>
          </a:prstGeom>
          <a:noFill/>
          <a:ln w="0">
            <a:noFill/>
            <a:prstDash val="solid"/>
          </a:ln>
        </p:spPr>
        <p:txBody>
          <a:bodyPr wrap="none" lIns="0" tIns="0" rIns="0" bIns="0" anchor="ctr">
            <a:normAutofit/>
          </a:bodyPr>
          <a:lstStyle/>
          <a:p>
            <a:pPr algn="l">
              <a:buNone/>
              <a:defRPr sz="1035" b="0">
                <a:solidFill>
                  <a:srgbClr val="68727B"/>
                </a:solidFill>
                <a:latin typeface="微软雅黑" panose="020B0503020204020204" charset="-122"/>
                <a:ea typeface="微软雅黑" panose="020B0503020204020204" charset="-122"/>
                <a:cs typeface="微软雅黑" panose="020B0503020204020204" charset="-122"/>
              </a:defRPr>
            </a:pPr>
            <a:r>
              <a:rPr sz="1035" b="0">
                <a:solidFill>
                  <a:srgbClr val="68727B"/>
                </a:solidFill>
                <a:latin typeface="微软雅黑" panose="020B0503020204020204" charset="-122"/>
                <a:ea typeface="微软雅黑" panose="020B0503020204020204" charset="-122"/>
                <a:cs typeface="微软雅黑" panose="020B0503020204020204" charset="-122"/>
              </a:rPr>
              <a:t>输入与产出说清楚</a:t>
            </a:r>
          </a:p>
        </p:txBody>
      </p:sp>
      <p:sp>
        <p:nvSpPr>
          <p:cNvPr id="43" name="recovery-row"/>
          <p:cNvSpPr>
            <a:spLocks noGrp="1"/>
          </p:cNvSpPr>
          <p:nvPr/>
        </p:nvSpPr>
        <p:spPr>
          <a:xfrm>
            <a:off x="781050" y="3919160"/>
            <a:ext cx="5010150" cy="628650"/>
          </a:xfrm>
          <a:prstGeom prst="rect">
            <a:avLst/>
          </a:prstGeom>
          <a:solidFill>
            <a:srgbClr val="FFFFFF"/>
          </a:solidFill>
          <a:ln w="0">
            <a:noFill/>
            <a:prstDash val="solid"/>
          </a:ln>
        </p:spPr>
      </p:sp>
      <p:sp>
        <p:nvSpPr>
          <p:cNvPr id="44" name="recovery-number"/>
          <p:cNvSpPr>
            <a:spLocks noGrp="1"/>
          </p:cNvSpPr>
          <p:nvPr/>
        </p:nvSpPr>
        <p:spPr>
          <a:xfrm>
            <a:off x="914400" y="4014410"/>
            <a:ext cx="361950" cy="238125"/>
          </a:xfrm>
          <a:prstGeom prst="rect">
            <a:avLst/>
          </a:prstGeom>
          <a:noFill/>
          <a:ln w="0">
            <a:noFill/>
            <a:prstDash val="solid"/>
          </a:ln>
        </p:spPr>
        <p:txBody>
          <a:bodyPr wrap="none" lIns="0" tIns="0" rIns="0" bIns="0" anchor="ctr">
            <a:normAutofit/>
          </a:bodyPr>
          <a:lstStyle/>
          <a:p>
            <a:pPr algn="l">
              <a:buNone/>
              <a:defRPr sz="1275" b="1">
                <a:solidFill>
                  <a:srgbClr val="557A96"/>
                </a:solidFill>
                <a:latin typeface="微软雅黑" panose="020B0503020204020204" charset="-122"/>
                <a:ea typeface="微软雅黑" panose="020B0503020204020204" charset="-122"/>
                <a:cs typeface="微软雅黑" panose="020B0503020204020204" charset="-122"/>
              </a:defRPr>
            </a:pPr>
            <a:r>
              <a:rPr sz="1275" b="1">
                <a:solidFill>
                  <a:srgbClr val="557A96"/>
                </a:solidFill>
                <a:latin typeface="微软雅黑" panose="020B0503020204020204" charset="-122"/>
                <a:ea typeface="微软雅黑" panose="020B0503020204020204" charset="-122"/>
                <a:cs typeface="微软雅黑" panose="020B0503020204020204" charset="-122"/>
              </a:rPr>
              <a:t>04</a:t>
            </a:r>
          </a:p>
        </p:txBody>
      </p:sp>
      <p:sp>
        <p:nvSpPr>
          <p:cNvPr id="45" name="recovery-title"/>
          <p:cNvSpPr>
            <a:spLocks noGrp="1"/>
          </p:cNvSpPr>
          <p:nvPr/>
        </p:nvSpPr>
        <p:spPr>
          <a:xfrm>
            <a:off x="1371600" y="3995360"/>
            <a:ext cx="1428750" cy="257175"/>
          </a:xfrm>
          <a:prstGeom prst="rect">
            <a:avLst/>
          </a:prstGeom>
          <a:noFill/>
          <a:ln w="0">
            <a:noFill/>
            <a:prstDash val="solid"/>
          </a:ln>
        </p:spPr>
        <p:txBody>
          <a:bodyPr wrap="none" lIns="0" tIns="0" rIns="0" bIns="0" anchor="ctr">
            <a:normAutofit/>
          </a:bodyPr>
          <a:lstStyle/>
          <a:p>
            <a:pPr algn="l">
              <a:buNone/>
              <a:defRPr sz="1390" b="1">
                <a:solidFill>
                  <a:srgbClr val="252B31"/>
                </a:solidFill>
                <a:latin typeface="微软雅黑" panose="020B0503020204020204" charset="-122"/>
                <a:ea typeface="微软雅黑" panose="020B0503020204020204" charset="-122"/>
                <a:cs typeface="微软雅黑" panose="020B0503020204020204" charset="-122"/>
              </a:defRPr>
            </a:pPr>
            <a:r>
              <a:rPr sz="1390" b="1">
                <a:solidFill>
                  <a:srgbClr val="252B31"/>
                </a:solidFill>
                <a:latin typeface="微软雅黑" panose="020B0503020204020204" charset="-122"/>
                <a:ea typeface="微软雅黑" panose="020B0503020204020204" charset="-122"/>
                <a:cs typeface="微软雅黑" panose="020B0503020204020204" charset="-122"/>
              </a:rPr>
              <a:t>失败可恢复</a:t>
            </a:r>
          </a:p>
        </p:txBody>
      </p:sp>
      <p:sp>
        <p:nvSpPr>
          <p:cNvPr id="46" name="recovery-detail"/>
          <p:cNvSpPr>
            <a:spLocks noGrp="1"/>
          </p:cNvSpPr>
          <p:nvPr/>
        </p:nvSpPr>
        <p:spPr>
          <a:xfrm>
            <a:off x="2876550" y="3985835"/>
            <a:ext cx="2781300" cy="257175"/>
          </a:xfrm>
          <a:prstGeom prst="rect">
            <a:avLst/>
          </a:prstGeom>
          <a:noFill/>
          <a:ln w="0">
            <a:noFill/>
            <a:prstDash val="solid"/>
          </a:ln>
        </p:spPr>
        <p:txBody>
          <a:bodyPr wrap="none" lIns="0" tIns="0" rIns="0" bIns="0" anchor="ctr">
            <a:normAutofit/>
          </a:bodyPr>
          <a:lstStyle/>
          <a:p>
            <a:pPr algn="l">
              <a:buNone/>
              <a:defRPr sz="1200" b="1">
                <a:solidFill>
                  <a:srgbClr val="414951"/>
                </a:solidFill>
                <a:latin typeface="微软雅黑" panose="020B0503020204020204" charset="-122"/>
                <a:ea typeface="微软雅黑" panose="020B0503020204020204" charset="-122"/>
                <a:cs typeface="微软雅黑" panose="020B0503020204020204" charset="-122"/>
              </a:defRPr>
            </a:pPr>
            <a:r>
              <a:rPr sz="1200" b="1">
                <a:solidFill>
                  <a:srgbClr val="414951"/>
                </a:solidFill>
                <a:latin typeface="微软雅黑" panose="020B0503020204020204" charset="-122"/>
                <a:ea typeface="微软雅黑" panose="020B0503020204020204" charset="-122"/>
                <a:cs typeface="微软雅黑" panose="020B0503020204020204" charset="-122"/>
              </a:rPr>
              <a:t>原因 / 状态 / 下一步</a:t>
            </a:r>
          </a:p>
        </p:txBody>
      </p:sp>
      <p:sp>
        <p:nvSpPr>
          <p:cNvPr id="47" name="recovery-keywords"/>
          <p:cNvSpPr>
            <a:spLocks noGrp="1"/>
          </p:cNvSpPr>
          <p:nvPr/>
        </p:nvSpPr>
        <p:spPr>
          <a:xfrm>
            <a:off x="2876550" y="4252535"/>
            <a:ext cx="2781300" cy="209550"/>
          </a:xfrm>
          <a:prstGeom prst="rect">
            <a:avLst/>
          </a:prstGeom>
          <a:noFill/>
          <a:ln w="0">
            <a:noFill/>
            <a:prstDash val="solid"/>
          </a:ln>
        </p:spPr>
        <p:txBody>
          <a:bodyPr wrap="none" lIns="0" tIns="0" rIns="0" bIns="0" anchor="ctr">
            <a:normAutofit/>
          </a:bodyPr>
          <a:lstStyle/>
          <a:p>
            <a:pPr algn="l">
              <a:buNone/>
              <a:defRPr sz="1035" b="0">
                <a:solidFill>
                  <a:srgbClr val="68727B"/>
                </a:solidFill>
                <a:latin typeface="微软雅黑" panose="020B0503020204020204" charset="-122"/>
                <a:ea typeface="微软雅黑" panose="020B0503020204020204" charset="-122"/>
                <a:cs typeface="微软雅黑" panose="020B0503020204020204" charset="-122"/>
              </a:defRPr>
            </a:pPr>
            <a:r>
              <a:rPr sz="1035" b="0">
                <a:solidFill>
                  <a:srgbClr val="68727B"/>
                </a:solidFill>
                <a:latin typeface="微软雅黑" panose="020B0503020204020204" charset="-122"/>
                <a:ea typeface="微软雅黑" panose="020B0503020204020204" charset="-122"/>
                <a:cs typeface="微软雅黑" panose="020B0503020204020204" charset="-122"/>
              </a:rPr>
              <a:t>失败信息直接支持重试</a:t>
            </a:r>
          </a:p>
        </p:txBody>
      </p:sp>
      <p:sp>
        <p:nvSpPr>
          <p:cNvPr id="49" name="on-demand-row"/>
          <p:cNvSpPr>
            <a:spLocks noGrp="1"/>
          </p:cNvSpPr>
          <p:nvPr/>
        </p:nvSpPr>
        <p:spPr>
          <a:xfrm>
            <a:off x="6400800" y="1861760"/>
            <a:ext cx="5010150" cy="838200"/>
          </a:xfrm>
          <a:prstGeom prst="rect">
            <a:avLst/>
          </a:prstGeom>
          <a:solidFill>
            <a:srgbClr val="F7F9FA"/>
          </a:solidFill>
          <a:ln w="0">
            <a:noFill/>
            <a:prstDash val="solid"/>
          </a:ln>
        </p:spPr>
      </p:sp>
      <p:sp>
        <p:nvSpPr>
          <p:cNvPr id="50" name="on-demand-number"/>
          <p:cNvSpPr>
            <a:spLocks noGrp="1"/>
          </p:cNvSpPr>
          <p:nvPr/>
        </p:nvSpPr>
        <p:spPr>
          <a:xfrm>
            <a:off x="6534150" y="1985585"/>
            <a:ext cx="361950" cy="238125"/>
          </a:xfrm>
          <a:prstGeom prst="rect">
            <a:avLst/>
          </a:prstGeom>
          <a:noFill/>
          <a:ln w="0">
            <a:noFill/>
            <a:prstDash val="solid"/>
          </a:ln>
        </p:spPr>
        <p:txBody>
          <a:bodyPr wrap="none" lIns="0" tIns="0" rIns="0" bIns="0" anchor="ctr">
            <a:normAutofit/>
          </a:bodyPr>
          <a:lstStyle/>
          <a:p>
            <a:pPr algn="l">
              <a:buNone/>
              <a:defRPr sz="1275" b="1">
                <a:solidFill>
                  <a:srgbClr val="557A96"/>
                </a:solidFill>
                <a:latin typeface="微软雅黑" panose="020B0503020204020204" charset="-122"/>
                <a:ea typeface="微软雅黑" panose="020B0503020204020204" charset="-122"/>
                <a:cs typeface="微软雅黑" panose="020B0503020204020204" charset="-122"/>
              </a:defRPr>
            </a:pPr>
            <a:r>
              <a:rPr sz="1275" b="1">
                <a:solidFill>
                  <a:srgbClr val="557A96"/>
                </a:solidFill>
                <a:latin typeface="微软雅黑" panose="020B0503020204020204" charset="-122"/>
                <a:ea typeface="微软雅黑" panose="020B0503020204020204" charset="-122"/>
                <a:cs typeface="微软雅黑" panose="020B0503020204020204" charset="-122"/>
              </a:rPr>
              <a:t>05</a:t>
            </a:r>
          </a:p>
        </p:txBody>
      </p:sp>
      <p:sp>
        <p:nvSpPr>
          <p:cNvPr id="51" name="on-demand-title"/>
          <p:cNvSpPr>
            <a:spLocks noGrp="1"/>
          </p:cNvSpPr>
          <p:nvPr/>
        </p:nvSpPr>
        <p:spPr>
          <a:xfrm>
            <a:off x="6991350" y="1957010"/>
            <a:ext cx="1428750" cy="266700"/>
          </a:xfrm>
          <a:prstGeom prst="rect">
            <a:avLst/>
          </a:prstGeom>
          <a:noFill/>
          <a:ln w="0">
            <a:noFill/>
            <a:prstDash val="solid"/>
          </a:ln>
        </p:spPr>
        <p:txBody>
          <a:bodyPr wrap="none" lIns="0" tIns="0" rIns="0" bIns="0" anchor="ctr">
            <a:normAutofit/>
          </a:bodyPr>
          <a:lstStyle/>
          <a:p>
            <a:pPr algn="l">
              <a:buNone/>
              <a:defRPr sz="1390" b="1">
                <a:solidFill>
                  <a:srgbClr val="252B31"/>
                </a:solidFill>
                <a:latin typeface="微软雅黑" panose="020B0503020204020204" charset="-122"/>
                <a:ea typeface="微软雅黑" panose="020B0503020204020204" charset="-122"/>
                <a:cs typeface="微软雅黑" panose="020B0503020204020204" charset="-122"/>
              </a:defRPr>
            </a:pPr>
            <a:r>
              <a:rPr lang="zh-CN" sz="1390" b="1">
                <a:solidFill>
                  <a:srgbClr val="252B31"/>
                </a:solidFill>
                <a:latin typeface="微软雅黑" panose="020B0503020204020204" charset="-122"/>
                <a:ea typeface="微软雅黑" panose="020B0503020204020204" charset="-122"/>
                <a:cs typeface="微软雅黑" panose="020B0503020204020204" charset="-122"/>
              </a:rPr>
              <a:t>资源</a:t>
            </a:r>
            <a:r>
              <a:rPr sz="1390" b="1">
                <a:solidFill>
                  <a:srgbClr val="252B31"/>
                </a:solidFill>
                <a:latin typeface="微软雅黑" panose="020B0503020204020204" charset="-122"/>
                <a:ea typeface="微软雅黑" panose="020B0503020204020204" charset="-122"/>
                <a:cs typeface="微软雅黑" panose="020B0503020204020204" charset="-122"/>
              </a:rPr>
              <a:t>按需加载</a:t>
            </a:r>
          </a:p>
        </p:txBody>
      </p:sp>
      <p:sp>
        <p:nvSpPr>
          <p:cNvPr id="52" name="on-demand-detail"/>
          <p:cNvSpPr>
            <a:spLocks noGrp="1"/>
          </p:cNvSpPr>
          <p:nvPr/>
        </p:nvSpPr>
        <p:spPr>
          <a:xfrm>
            <a:off x="8496300" y="1957010"/>
            <a:ext cx="2743200" cy="266700"/>
          </a:xfrm>
          <a:prstGeom prst="rect">
            <a:avLst/>
          </a:prstGeom>
          <a:noFill/>
          <a:ln w="0">
            <a:noFill/>
            <a:prstDash val="solid"/>
          </a:ln>
        </p:spPr>
        <p:txBody>
          <a:bodyPr wrap="none" lIns="0" tIns="0" rIns="0" bIns="0" anchor="ctr">
            <a:normAutofit/>
          </a:bodyPr>
          <a:lstStyle/>
          <a:p>
            <a:pPr algn="l">
              <a:buNone/>
              <a:defRPr sz="1200" b="1">
                <a:solidFill>
                  <a:srgbClr val="414951"/>
                </a:solidFill>
                <a:latin typeface="微软雅黑" panose="020B0503020204020204" charset="-122"/>
                <a:ea typeface="微软雅黑" panose="020B0503020204020204" charset="-122"/>
                <a:cs typeface="微软雅黑" panose="020B0503020204020204" charset="-122"/>
              </a:defRPr>
            </a:pPr>
            <a:r>
              <a:rPr sz="1200" b="1">
                <a:solidFill>
                  <a:srgbClr val="414951"/>
                </a:solidFill>
                <a:latin typeface="微软雅黑" panose="020B0503020204020204" charset="-122"/>
                <a:ea typeface="微软雅黑" panose="020B0503020204020204" charset="-122"/>
                <a:cs typeface="微软雅黑" panose="020B0503020204020204" charset="-122"/>
              </a:rPr>
              <a:t>核心流程 + 必要资源</a:t>
            </a:r>
          </a:p>
        </p:txBody>
      </p:sp>
      <p:sp>
        <p:nvSpPr>
          <p:cNvPr id="53" name="on-demand-keywords"/>
          <p:cNvSpPr>
            <a:spLocks noGrp="1"/>
          </p:cNvSpPr>
          <p:nvPr/>
        </p:nvSpPr>
        <p:spPr>
          <a:xfrm>
            <a:off x="8496300" y="2261810"/>
            <a:ext cx="2743200" cy="342900"/>
          </a:xfrm>
          <a:prstGeom prst="rect">
            <a:avLst/>
          </a:prstGeom>
          <a:noFill/>
          <a:ln w="0">
            <a:noFill/>
            <a:prstDash val="solid"/>
          </a:ln>
        </p:spPr>
        <p:txBody>
          <a:bodyPr wrap="square" lIns="0" tIns="0" rIns="0" bIns="0" anchor="ctr">
            <a:normAutofit/>
          </a:bodyPr>
          <a:lstStyle/>
          <a:p>
            <a:pPr algn="l">
              <a:buNone/>
              <a:defRPr sz="1015" b="0">
                <a:solidFill>
                  <a:srgbClr val="68727B"/>
                </a:solidFill>
                <a:latin typeface="微软雅黑" panose="020B0503020204020204" charset="-122"/>
                <a:ea typeface="微软雅黑" panose="020B0503020204020204" charset="-122"/>
                <a:cs typeface="微软雅黑" panose="020B0503020204020204" charset="-122"/>
              </a:defRPr>
            </a:pPr>
            <a:r>
              <a:rPr sz="1015" b="0">
                <a:solidFill>
                  <a:srgbClr val="68727B"/>
                </a:solidFill>
                <a:latin typeface="微软雅黑" panose="020B0503020204020204" charset="-122"/>
                <a:ea typeface="微软雅黑" panose="020B0503020204020204" charset="-122"/>
                <a:cs typeface="微软雅黑" panose="020B0503020204020204" charset="-122"/>
              </a:rPr>
              <a:t>只加载当前任务真正需要的资源</a:t>
            </a:r>
          </a:p>
        </p:txBody>
      </p:sp>
      <p:sp>
        <p:nvSpPr>
          <p:cNvPr id="54" name="constraint-row"/>
          <p:cNvSpPr>
            <a:spLocks noGrp="1"/>
          </p:cNvSpPr>
          <p:nvPr/>
        </p:nvSpPr>
        <p:spPr>
          <a:xfrm>
            <a:off x="6400800" y="2833310"/>
            <a:ext cx="5010150" cy="838200"/>
          </a:xfrm>
          <a:prstGeom prst="rect">
            <a:avLst/>
          </a:prstGeom>
          <a:solidFill>
            <a:srgbClr val="FFFFFF"/>
          </a:solidFill>
          <a:ln w="0">
            <a:noFill/>
            <a:prstDash val="solid"/>
          </a:ln>
        </p:spPr>
      </p:sp>
      <p:sp>
        <p:nvSpPr>
          <p:cNvPr id="55" name="constraint-number"/>
          <p:cNvSpPr>
            <a:spLocks noGrp="1"/>
          </p:cNvSpPr>
          <p:nvPr/>
        </p:nvSpPr>
        <p:spPr>
          <a:xfrm>
            <a:off x="6534150" y="2957135"/>
            <a:ext cx="361950" cy="238125"/>
          </a:xfrm>
          <a:prstGeom prst="rect">
            <a:avLst/>
          </a:prstGeom>
          <a:noFill/>
          <a:ln w="0">
            <a:noFill/>
            <a:prstDash val="solid"/>
          </a:ln>
        </p:spPr>
        <p:txBody>
          <a:bodyPr wrap="none" lIns="0" tIns="0" rIns="0" bIns="0" anchor="ctr">
            <a:normAutofit/>
          </a:bodyPr>
          <a:lstStyle/>
          <a:p>
            <a:pPr algn="l">
              <a:buNone/>
              <a:defRPr sz="1275" b="1">
                <a:solidFill>
                  <a:srgbClr val="557A96"/>
                </a:solidFill>
                <a:latin typeface="微软雅黑" panose="020B0503020204020204" charset="-122"/>
                <a:ea typeface="微软雅黑" panose="020B0503020204020204" charset="-122"/>
                <a:cs typeface="微软雅黑" panose="020B0503020204020204" charset="-122"/>
              </a:defRPr>
            </a:pPr>
            <a:r>
              <a:rPr sz="1275" b="1">
                <a:solidFill>
                  <a:srgbClr val="557A96"/>
                </a:solidFill>
                <a:latin typeface="微软雅黑" panose="020B0503020204020204" charset="-122"/>
                <a:ea typeface="微软雅黑" panose="020B0503020204020204" charset="-122"/>
                <a:cs typeface="微软雅黑" panose="020B0503020204020204" charset="-122"/>
              </a:rPr>
              <a:t>06</a:t>
            </a:r>
          </a:p>
        </p:txBody>
      </p:sp>
      <p:sp>
        <p:nvSpPr>
          <p:cNvPr id="56" name="constraint-title"/>
          <p:cNvSpPr>
            <a:spLocks noGrp="1"/>
          </p:cNvSpPr>
          <p:nvPr/>
        </p:nvSpPr>
        <p:spPr>
          <a:xfrm>
            <a:off x="6991350" y="2928560"/>
            <a:ext cx="1428750" cy="266700"/>
          </a:xfrm>
          <a:prstGeom prst="rect">
            <a:avLst/>
          </a:prstGeom>
          <a:noFill/>
          <a:ln w="0">
            <a:noFill/>
            <a:prstDash val="solid"/>
          </a:ln>
        </p:spPr>
        <p:txBody>
          <a:bodyPr wrap="none" lIns="0" tIns="0" rIns="0" bIns="0" anchor="ctr">
            <a:normAutofit/>
          </a:bodyPr>
          <a:lstStyle/>
          <a:p>
            <a:pPr algn="l">
              <a:buNone/>
              <a:defRPr sz="1390" b="1">
                <a:solidFill>
                  <a:srgbClr val="252B31"/>
                </a:solidFill>
                <a:latin typeface="微软雅黑" panose="020B0503020204020204" charset="-122"/>
                <a:ea typeface="微软雅黑" panose="020B0503020204020204" charset="-122"/>
                <a:cs typeface="微软雅黑" panose="020B0503020204020204" charset="-122"/>
              </a:defRPr>
            </a:pPr>
            <a:r>
              <a:rPr sz="1390" b="1">
                <a:solidFill>
                  <a:srgbClr val="252B31"/>
                </a:solidFill>
                <a:latin typeface="微软雅黑" panose="020B0503020204020204" charset="-122"/>
                <a:ea typeface="微软雅黑" panose="020B0503020204020204" charset="-122"/>
                <a:cs typeface="微软雅黑" panose="020B0503020204020204" charset="-122"/>
              </a:rPr>
              <a:t>适度约束</a:t>
            </a:r>
          </a:p>
        </p:txBody>
      </p:sp>
      <p:sp>
        <p:nvSpPr>
          <p:cNvPr id="57" name="constraint-detail"/>
          <p:cNvSpPr>
            <a:spLocks noGrp="1"/>
          </p:cNvSpPr>
          <p:nvPr/>
        </p:nvSpPr>
        <p:spPr>
          <a:xfrm>
            <a:off x="8496300" y="2928560"/>
            <a:ext cx="2743200" cy="266700"/>
          </a:xfrm>
          <a:prstGeom prst="rect">
            <a:avLst/>
          </a:prstGeom>
          <a:noFill/>
          <a:ln w="0">
            <a:noFill/>
            <a:prstDash val="solid"/>
          </a:ln>
        </p:spPr>
        <p:txBody>
          <a:bodyPr wrap="none" lIns="0" tIns="0" rIns="0" bIns="0" anchor="ctr">
            <a:normAutofit/>
          </a:bodyPr>
          <a:lstStyle/>
          <a:p>
            <a:pPr algn="l">
              <a:buNone/>
              <a:defRPr sz="1200" b="1">
                <a:solidFill>
                  <a:srgbClr val="414951"/>
                </a:solidFill>
                <a:latin typeface="微软雅黑" panose="020B0503020204020204" charset="-122"/>
                <a:ea typeface="微软雅黑" panose="020B0503020204020204" charset="-122"/>
                <a:cs typeface="微软雅黑" panose="020B0503020204020204" charset="-122"/>
              </a:defRPr>
            </a:pPr>
            <a:r>
              <a:rPr sz="1200" b="1">
                <a:solidFill>
                  <a:srgbClr val="414951"/>
                </a:solidFill>
                <a:latin typeface="微软雅黑" panose="020B0503020204020204" charset="-122"/>
                <a:ea typeface="微软雅黑" panose="020B0503020204020204" charset="-122"/>
                <a:cs typeface="微软雅黑" panose="020B0503020204020204" charset="-122"/>
              </a:rPr>
              <a:t>关键处严格，开放处灵活</a:t>
            </a:r>
          </a:p>
        </p:txBody>
      </p:sp>
      <p:sp>
        <p:nvSpPr>
          <p:cNvPr id="58" name="constraint-keywords"/>
          <p:cNvSpPr>
            <a:spLocks noGrp="1"/>
          </p:cNvSpPr>
          <p:nvPr/>
        </p:nvSpPr>
        <p:spPr>
          <a:xfrm>
            <a:off x="8496300" y="3233360"/>
            <a:ext cx="2743200" cy="342900"/>
          </a:xfrm>
          <a:prstGeom prst="rect">
            <a:avLst/>
          </a:prstGeom>
          <a:noFill/>
          <a:ln w="0">
            <a:noFill/>
            <a:prstDash val="solid"/>
          </a:ln>
        </p:spPr>
        <p:txBody>
          <a:bodyPr wrap="square" lIns="0" tIns="0" rIns="0" bIns="0" anchor="ctr">
            <a:normAutofit/>
          </a:bodyPr>
          <a:lstStyle/>
          <a:p>
            <a:pPr algn="l">
              <a:buNone/>
              <a:defRPr sz="1015" b="0">
                <a:solidFill>
                  <a:srgbClr val="68727B"/>
                </a:solidFill>
                <a:latin typeface="微软雅黑" panose="020B0503020204020204" charset="-122"/>
                <a:ea typeface="微软雅黑" panose="020B0503020204020204" charset="-122"/>
                <a:cs typeface="微软雅黑" panose="020B0503020204020204" charset="-122"/>
              </a:defRPr>
            </a:pPr>
            <a:r>
              <a:rPr sz="1015" b="0">
                <a:solidFill>
                  <a:srgbClr val="68727B"/>
                </a:solidFill>
                <a:latin typeface="微软雅黑" panose="020B0503020204020204" charset="-122"/>
                <a:ea typeface="微软雅黑" panose="020B0503020204020204" charset="-122"/>
                <a:cs typeface="微软雅黑" panose="020B0503020204020204" charset="-122"/>
              </a:rPr>
              <a:t>Contract / Gate 说清关键条件</a:t>
            </a:r>
          </a:p>
        </p:txBody>
      </p:sp>
      <p:sp>
        <p:nvSpPr>
          <p:cNvPr id="59" name="trigger-row"/>
          <p:cNvSpPr>
            <a:spLocks noGrp="1"/>
          </p:cNvSpPr>
          <p:nvPr/>
        </p:nvSpPr>
        <p:spPr>
          <a:xfrm>
            <a:off x="6400800" y="3804860"/>
            <a:ext cx="5010150" cy="838200"/>
          </a:xfrm>
          <a:prstGeom prst="rect">
            <a:avLst/>
          </a:prstGeom>
          <a:solidFill>
            <a:srgbClr val="F7F9FA"/>
          </a:solidFill>
          <a:ln w="0">
            <a:noFill/>
            <a:prstDash val="solid"/>
          </a:ln>
        </p:spPr>
      </p:sp>
      <p:sp>
        <p:nvSpPr>
          <p:cNvPr id="60" name="trigger-number"/>
          <p:cNvSpPr>
            <a:spLocks noGrp="1"/>
          </p:cNvSpPr>
          <p:nvPr/>
        </p:nvSpPr>
        <p:spPr>
          <a:xfrm>
            <a:off x="6534150" y="3928685"/>
            <a:ext cx="361950" cy="238125"/>
          </a:xfrm>
          <a:prstGeom prst="rect">
            <a:avLst/>
          </a:prstGeom>
          <a:noFill/>
          <a:ln w="0">
            <a:noFill/>
            <a:prstDash val="solid"/>
          </a:ln>
        </p:spPr>
        <p:txBody>
          <a:bodyPr wrap="none" lIns="0" tIns="0" rIns="0" bIns="0" anchor="ctr">
            <a:normAutofit/>
          </a:bodyPr>
          <a:lstStyle/>
          <a:p>
            <a:pPr algn="l">
              <a:buNone/>
              <a:defRPr sz="1275" b="1">
                <a:solidFill>
                  <a:srgbClr val="557A96"/>
                </a:solidFill>
                <a:latin typeface="微软雅黑" panose="020B0503020204020204" charset="-122"/>
                <a:ea typeface="微软雅黑" panose="020B0503020204020204" charset="-122"/>
                <a:cs typeface="微软雅黑" panose="020B0503020204020204" charset="-122"/>
              </a:defRPr>
            </a:pPr>
            <a:r>
              <a:rPr sz="1275" b="1">
                <a:solidFill>
                  <a:srgbClr val="557A96"/>
                </a:solidFill>
                <a:latin typeface="微软雅黑" panose="020B0503020204020204" charset="-122"/>
                <a:ea typeface="微软雅黑" panose="020B0503020204020204" charset="-122"/>
                <a:cs typeface="微软雅黑" panose="020B0503020204020204" charset="-122"/>
              </a:rPr>
              <a:t>07</a:t>
            </a:r>
          </a:p>
        </p:txBody>
      </p:sp>
      <p:sp>
        <p:nvSpPr>
          <p:cNvPr id="61" name="trigger-title"/>
          <p:cNvSpPr>
            <a:spLocks noGrp="1"/>
          </p:cNvSpPr>
          <p:nvPr/>
        </p:nvSpPr>
        <p:spPr>
          <a:xfrm>
            <a:off x="6991350" y="3900110"/>
            <a:ext cx="1428750" cy="266700"/>
          </a:xfrm>
          <a:prstGeom prst="rect">
            <a:avLst/>
          </a:prstGeom>
          <a:noFill/>
          <a:ln w="0">
            <a:noFill/>
            <a:prstDash val="solid"/>
          </a:ln>
        </p:spPr>
        <p:txBody>
          <a:bodyPr wrap="none" lIns="0" tIns="0" rIns="0" bIns="0" anchor="ctr">
            <a:normAutofit/>
          </a:bodyPr>
          <a:lstStyle/>
          <a:p>
            <a:pPr algn="l">
              <a:buNone/>
              <a:defRPr sz="1390" b="1">
                <a:solidFill>
                  <a:srgbClr val="252B31"/>
                </a:solidFill>
                <a:latin typeface="微软雅黑" panose="020B0503020204020204" charset="-122"/>
                <a:ea typeface="微软雅黑" panose="020B0503020204020204" charset="-122"/>
                <a:cs typeface="微软雅黑" panose="020B0503020204020204" charset="-122"/>
              </a:defRPr>
            </a:pPr>
            <a:r>
              <a:rPr sz="1390" b="1">
                <a:solidFill>
                  <a:srgbClr val="252B31"/>
                </a:solidFill>
                <a:latin typeface="微软雅黑" panose="020B0503020204020204" charset="-122"/>
                <a:ea typeface="微软雅黑" panose="020B0503020204020204" charset="-122"/>
                <a:cs typeface="微软雅黑" panose="020B0503020204020204" charset="-122"/>
              </a:rPr>
              <a:t>触发清晰</a:t>
            </a:r>
          </a:p>
        </p:txBody>
      </p:sp>
      <p:sp>
        <p:nvSpPr>
          <p:cNvPr id="62" name="trigger-detail"/>
          <p:cNvSpPr>
            <a:spLocks noGrp="1"/>
          </p:cNvSpPr>
          <p:nvPr/>
        </p:nvSpPr>
        <p:spPr>
          <a:xfrm>
            <a:off x="8496300" y="3900110"/>
            <a:ext cx="2743200" cy="266700"/>
          </a:xfrm>
          <a:prstGeom prst="rect">
            <a:avLst/>
          </a:prstGeom>
          <a:noFill/>
          <a:ln w="0">
            <a:noFill/>
            <a:prstDash val="solid"/>
          </a:ln>
        </p:spPr>
        <p:txBody>
          <a:bodyPr wrap="none" lIns="0" tIns="0" rIns="0" bIns="0" anchor="ctr">
            <a:normAutofit/>
          </a:bodyPr>
          <a:lstStyle/>
          <a:p>
            <a:pPr algn="l">
              <a:buNone/>
              <a:defRPr sz="1200" b="1">
                <a:solidFill>
                  <a:srgbClr val="414951"/>
                </a:solidFill>
                <a:latin typeface="微软雅黑" panose="020B0503020204020204" charset="-122"/>
                <a:ea typeface="微软雅黑" panose="020B0503020204020204" charset="-122"/>
                <a:cs typeface="微软雅黑" panose="020B0503020204020204" charset="-122"/>
              </a:defRPr>
            </a:pPr>
            <a:r>
              <a:rPr sz="1200" b="1">
                <a:solidFill>
                  <a:srgbClr val="414951"/>
                </a:solidFill>
                <a:latin typeface="微软雅黑" panose="020B0503020204020204" charset="-122"/>
                <a:ea typeface="微软雅黑" panose="020B0503020204020204" charset="-122"/>
                <a:cs typeface="微软雅黑" panose="020B0503020204020204" charset="-122"/>
              </a:rPr>
              <a:t>name / description</a:t>
            </a:r>
          </a:p>
        </p:txBody>
      </p:sp>
      <p:sp>
        <p:nvSpPr>
          <p:cNvPr id="63" name="trigger-keywords"/>
          <p:cNvSpPr>
            <a:spLocks noGrp="1"/>
          </p:cNvSpPr>
          <p:nvPr/>
        </p:nvSpPr>
        <p:spPr>
          <a:xfrm>
            <a:off x="8496300" y="4204910"/>
            <a:ext cx="2743200" cy="342900"/>
          </a:xfrm>
          <a:prstGeom prst="rect">
            <a:avLst/>
          </a:prstGeom>
          <a:noFill/>
          <a:ln w="0">
            <a:noFill/>
            <a:prstDash val="solid"/>
          </a:ln>
        </p:spPr>
        <p:txBody>
          <a:bodyPr wrap="square" lIns="0" tIns="0" rIns="0" bIns="0" anchor="ctr">
            <a:normAutofit/>
          </a:bodyPr>
          <a:lstStyle/>
          <a:p>
            <a:pPr algn="l">
              <a:buNone/>
              <a:defRPr sz="1015" b="0">
                <a:solidFill>
                  <a:srgbClr val="68727B"/>
                </a:solidFill>
                <a:latin typeface="微软雅黑" panose="020B0503020204020204" charset="-122"/>
                <a:ea typeface="微软雅黑" panose="020B0503020204020204" charset="-122"/>
                <a:cs typeface="微软雅黑" panose="020B0503020204020204" charset="-122"/>
              </a:defRPr>
            </a:pPr>
            <a:r>
              <a:rPr sz="1015" b="0">
                <a:solidFill>
                  <a:srgbClr val="68727B"/>
                </a:solidFill>
                <a:latin typeface="微软雅黑" panose="020B0503020204020204" charset="-122"/>
                <a:ea typeface="微软雅黑" panose="020B0503020204020204" charset="-122"/>
                <a:cs typeface="微软雅黑" panose="020B0503020204020204" charset="-122"/>
              </a:rPr>
              <a:t>让 Agent 知道何时调用</a:t>
            </a:r>
          </a:p>
        </p:txBody>
      </p:sp>
      <p:sp>
        <p:nvSpPr>
          <p:cNvPr id="65" name="self-check-band"/>
          <p:cNvSpPr>
            <a:spLocks noGrp="1"/>
          </p:cNvSpPr>
          <p:nvPr/>
        </p:nvSpPr>
        <p:spPr>
          <a:xfrm>
            <a:off x="609600" y="5719384"/>
            <a:ext cx="10972800" cy="890965"/>
          </a:xfrm>
          <a:prstGeom prst="rect">
            <a:avLst/>
          </a:prstGeom>
          <a:solidFill>
            <a:srgbClr val="F3F4F5"/>
          </a:solidFill>
          <a:ln w="0">
            <a:noFill/>
            <a:prstDash val="solid"/>
          </a:ln>
        </p:spPr>
      </p:sp>
      <p:sp>
        <p:nvSpPr>
          <p:cNvPr id="66" name="self-check-accent"/>
          <p:cNvSpPr>
            <a:spLocks noGrp="1"/>
          </p:cNvSpPr>
          <p:nvPr/>
        </p:nvSpPr>
        <p:spPr>
          <a:xfrm>
            <a:off x="601981" y="5719384"/>
            <a:ext cx="45719" cy="890966"/>
          </a:xfrm>
          <a:prstGeom prst="rect">
            <a:avLst/>
          </a:prstGeom>
          <a:solidFill>
            <a:srgbClr val="557A96"/>
          </a:solidFill>
          <a:ln w="0">
            <a:noFill/>
            <a:prstDash val="solid"/>
          </a:ln>
        </p:spPr>
      </p:sp>
      <p:sp>
        <p:nvSpPr>
          <p:cNvPr id="67" name="self-check-title"/>
          <p:cNvSpPr>
            <a:spLocks noGrp="1"/>
          </p:cNvSpPr>
          <p:nvPr/>
        </p:nvSpPr>
        <p:spPr>
          <a:xfrm>
            <a:off x="819150" y="5876926"/>
            <a:ext cx="2381250" cy="295275"/>
          </a:xfrm>
          <a:prstGeom prst="rect">
            <a:avLst/>
          </a:prstGeom>
          <a:noFill/>
          <a:ln w="0">
            <a:noFill/>
            <a:prstDash val="solid"/>
          </a:ln>
        </p:spPr>
        <p:txBody>
          <a:bodyPr wrap="none" lIns="0" tIns="0" rIns="0" bIns="0" anchor="ctr">
            <a:normAutofit/>
          </a:bodyPr>
          <a:lstStyle/>
          <a:p>
            <a:pPr algn="l">
              <a:buNone/>
              <a:defRPr sz="1650" b="1">
                <a:solidFill>
                  <a:srgbClr val="252B31"/>
                </a:solidFill>
                <a:latin typeface="微软雅黑" panose="020B0503020204020204" charset="-122"/>
                <a:ea typeface="微软雅黑" panose="020B0503020204020204" charset="-122"/>
                <a:cs typeface="微软雅黑" panose="020B0503020204020204" charset="-122"/>
              </a:defRPr>
            </a:pPr>
            <a:r>
              <a:rPr sz="1650" b="1" dirty="0">
                <a:solidFill>
                  <a:srgbClr val="252B31"/>
                </a:solidFill>
                <a:latin typeface="微软雅黑" panose="020B0503020204020204" charset="-122"/>
                <a:ea typeface="微软雅黑" panose="020B0503020204020204" charset="-122"/>
                <a:cs typeface="微软雅黑" panose="020B0503020204020204" charset="-122"/>
              </a:rPr>
              <a:t>Agent </a:t>
            </a:r>
            <a:r>
              <a:rPr sz="1650" b="1" dirty="0" err="1">
                <a:solidFill>
                  <a:srgbClr val="252B31"/>
                </a:solidFill>
                <a:latin typeface="微软雅黑" panose="020B0503020204020204" charset="-122"/>
                <a:ea typeface="微软雅黑" panose="020B0503020204020204" charset="-122"/>
                <a:cs typeface="微软雅黑" panose="020B0503020204020204" charset="-122"/>
              </a:rPr>
              <a:t>视角自检</a:t>
            </a:r>
            <a:endParaRPr sz="1650" b="1" dirty="0">
              <a:solidFill>
                <a:srgbClr val="252B31"/>
              </a:solidFill>
              <a:latin typeface="微软雅黑" panose="020B0503020204020204" charset="-122"/>
              <a:ea typeface="微软雅黑" panose="020B0503020204020204" charset="-122"/>
              <a:cs typeface="微软雅黑" panose="020B0503020204020204" charset="-122"/>
            </a:endParaRPr>
          </a:p>
        </p:txBody>
      </p:sp>
      <p:sp>
        <p:nvSpPr>
          <p:cNvPr id="71" name="check-trigger-text"/>
          <p:cNvSpPr>
            <a:spLocks noGrp="1"/>
          </p:cNvSpPr>
          <p:nvPr/>
        </p:nvSpPr>
        <p:spPr>
          <a:xfrm>
            <a:off x="2781301" y="5852734"/>
            <a:ext cx="8458199" cy="609601"/>
          </a:xfrm>
          <a:prstGeom prst="rect">
            <a:avLst/>
          </a:prstGeom>
          <a:noFill/>
          <a:ln w="0">
            <a:noFill/>
            <a:prstDash val="solid"/>
          </a:ln>
        </p:spPr>
        <p:txBody>
          <a:bodyPr wrap="none" lIns="0" tIns="0" rIns="0" bIns="0" anchor="ctr">
            <a:normAutofit/>
          </a:bodyPr>
          <a:lstStyle/>
          <a:p>
            <a:pPr>
              <a:lnSpc>
                <a:spcPct val="150000"/>
              </a:lnSpc>
              <a:defRPr sz="1165" b="1">
                <a:solidFill>
                  <a:srgbClr val="414951"/>
                </a:solidFill>
                <a:latin typeface="微软雅黑" panose="020B0503020204020204" charset="-122"/>
                <a:ea typeface="微软雅黑" panose="020B0503020204020204" charset="-122"/>
                <a:cs typeface="微软雅黑" panose="020B0503020204020204" charset="-122"/>
              </a:defRPr>
            </a:pPr>
            <a:r>
              <a:rPr lang="zh-CN" altLang="en-US" sz="1165" dirty="0"/>
              <a:t>在做</a:t>
            </a:r>
            <a:r>
              <a:rPr lang="en-US" altLang="zh-CN" sz="1165" dirty="0"/>
              <a:t>AI Skill</a:t>
            </a:r>
            <a:r>
              <a:rPr lang="zh-CN" altLang="en-US" sz="1165" dirty="0"/>
              <a:t>时</a:t>
            </a:r>
            <a:r>
              <a:rPr lang="zh-CN" altLang="en-US" sz="1165" dirty="0" smtClean="0"/>
              <a:t>，代入</a:t>
            </a:r>
            <a:r>
              <a:rPr lang="zh-CN" altLang="en-US" sz="1165" dirty="0"/>
              <a:t>“</a:t>
            </a:r>
            <a:r>
              <a:rPr lang="en-US" altLang="zh-CN" sz="1165" dirty="0"/>
              <a:t>Agent”</a:t>
            </a:r>
            <a:r>
              <a:rPr lang="zh-CN" altLang="en-US" sz="1165" dirty="0"/>
              <a:t>的角色去思考：</a:t>
            </a:r>
            <a:r>
              <a:rPr lang="zh-CN" altLang="en-US" sz="1165" b="1" dirty="0"/>
              <a:t>“</a:t>
            </a:r>
            <a:r>
              <a:rPr lang="zh-CN" altLang="en-US" sz="1165" b="1" dirty="0" smtClean="0"/>
              <a:t>我</a:t>
            </a:r>
            <a:r>
              <a:rPr lang="zh-CN" altLang="en-US" sz="1165" b="1" dirty="0"/>
              <a:t>是</a:t>
            </a:r>
            <a:r>
              <a:rPr lang="zh-CN" altLang="en-US" sz="1165" b="1" dirty="0" smtClean="0"/>
              <a:t>大</a:t>
            </a:r>
            <a:r>
              <a:rPr lang="zh-CN" altLang="en-US" sz="1165" b="1" dirty="0"/>
              <a:t>模型</a:t>
            </a:r>
            <a:r>
              <a:rPr lang="zh-CN" altLang="en-US" sz="1165" b="1" dirty="0" smtClean="0"/>
              <a:t>，</a:t>
            </a:r>
            <a:r>
              <a:rPr lang="zh-CN" altLang="en-US" sz="1165" b="1" dirty="0"/>
              <a:t>看到这个描述，</a:t>
            </a:r>
            <a:r>
              <a:rPr lang="zh-CN" altLang="en-US" sz="1165" b="1" dirty="0" smtClean="0"/>
              <a:t>我清楚这个</a:t>
            </a:r>
            <a:r>
              <a:rPr lang="zh-CN" altLang="en-US" sz="1165" b="1" dirty="0"/>
              <a:t>工具什么时候用吗</a:t>
            </a:r>
            <a:r>
              <a:rPr lang="zh-CN" altLang="en-US" sz="1165" b="1" dirty="0" smtClean="0"/>
              <a:t>？</a:t>
            </a:r>
            <a:endParaRPr lang="en-US" altLang="zh-CN" sz="1165" b="1" dirty="0" smtClean="0"/>
          </a:p>
          <a:p>
            <a:pPr>
              <a:lnSpc>
                <a:spcPct val="150000"/>
              </a:lnSpc>
              <a:defRPr sz="1165" b="1">
                <a:solidFill>
                  <a:srgbClr val="414951"/>
                </a:solidFill>
                <a:latin typeface="微软雅黑" panose="020B0503020204020204" charset="-122"/>
                <a:ea typeface="微软雅黑" panose="020B0503020204020204" charset="-122"/>
                <a:cs typeface="微软雅黑" panose="020B0503020204020204" charset="-122"/>
              </a:defRPr>
            </a:pPr>
            <a:r>
              <a:rPr lang="zh-CN" altLang="en-US" sz="1165" b="1" dirty="0" smtClean="0"/>
              <a:t>我</a:t>
            </a:r>
            <a:r>
              <a:rPr lang="zh-CN" altLang="en-US" sz="1165" b="1" dirty="0"/>
              <a:t>输出的参数它满意吗？它给我的报错提示我看得懂吗？”</a:t>
            </a:r>
            <a:r>
              <a:rPr sz="1165" b="1" dirty="0" smtClean="0">
                <a:solidFill>
                  <a:srgbClr val="414951"/>
                </a:solidFill>
                <a:latin typeface="微软雅黑" panose="020B0503020204020204" charset="-122"/>
                <a:ea typeface="微软雅黑" panose="020B0503020204020204" charset="-122"/>
                <a:cs typeface="微软雅黑" panose="020B0503020204020204" charset="-122"/>
              </a:rPr>
              <a:t>？</a:t>
            </a:r>
            <a:endParaRPr sz="1165" b="1" dirty="0">
              <a:solidFill>
                <a:srgbClr val="414951"/>
              </a:solidFill>
              <a:latin typeface="微软雅黑" panose="020B0503020204020204" charset="-122"/>
              <a:ea typeface="微软雅黑" panose="020B0503020204020204" charset="-122"/>
              <a:cs typeface="微软雅黑" panose="020B0503020204020204" charset="-122"/>
            </a:endParaRPr>
          </a:p>
        </p:txBody>
      </p:sp>
      <p:sp>
        <p:nvSpPr>
          <p:cNvPr id="80" name="s13-title-rule"/>
          <p:cNvSpPr>
            <a:spLocks noGrp="1"/>
          </p:cNvSpPr>
          <p:nvPr/>
        </p:nvSpPr>
        <p:spPr>
          <a:xfrm>
            <a:off x="247650" y="714375"/>
            <a:ext cx="11734800" cy="19050"/>
          </a:xfrm>
          <a:prstGeom prst="rect">
            <a:avLst/>
          </a:prstGeom>
          <a:solidFill>
            <a:srgbClr val="5B7188"/>
          </a:solidFill>
          <a:ln w="0">
            <a:solidFill>
              <a:srgbClr val="294A6D"/>
            </a:solidFill>
            <a:prstDash val="solid"/>
          </a:ln>
          <a:effectLst/>
        </p:spPr>
      </p:sp>
      <p:sp>
        <p:nvSpPr>
          <p:cNvPr id="81" name="slide-1-title"/>
          <p:cNvSpPr>
            <a:spLocks noGrp="1"/>
          </p:cNvSpPr>
          <p:nvPr/>
        </p:nvSpPr>
        <p:spPr>
          <a:xfrm>
            <a:off x="342900" y="223460"/>
            <a:ext cx="635000" cy="495300"/>
          </a:xfrm>
          <a:prstGeom prst="rect">
            <a:avLst/>
          </a:prstGeom>
          <a:noFill/>
          <a:ln w="0">
            <a:noFill/>
            <a:prstDash val="solid"/>
          </a:ln>
          <a:effectLst/>
        </p:spPr>
        <p:txBody>
          <a:bodyPr wrap="square" lIns="0" tIns="0" rIns="0" bIns="0" anchor="t">
            <a:noAutofit/>
          </a:bodyPr>
          <a:lstStyle/>
          <a:p>
            <a:pPr>
              <a:buNone/>
              <a:defRPr sz="3000" b="1">
                <a:solidFill>
                  <a:srgbClr val="072A67"/>
                </a:solidFill>
                <a:latin typeface="微软雅黑" panose="020B0503020204020204" charset="-122"/>
                <a:ea typeface="微软雅黑" panose="020B0503020204020204" charset="-122"/>
                <a:cs typeface="微软雅黑" panose="020B0503020204020204" charset="-122"/>
              </a:defRPr>
            </a:pPr>
            <a:r>
              <a:rPr lang="en-US" sz="3000" b="1" dirty="0" smtClean="0">
                <a:solidFill>
                  <a:srgbClr val="243B53"/>
                </a:solidFill>
                <a:latin typeface="Arial" panose="020B0604020202020204" pitchFamily="34" charset="0"/>
                <a:ea typeface="微软雅黑" panose="020B0503020204020204" charset="-122"/>
                <a:cs typeface="微软雅黑" panose="020B0503020204020204" charset="-122"/>
              </a:rPr>
              <a:t>1.6</a:t>
            </a:r>
            <a:endParaRPr sz="3000" b="1" dirty="0">
              <a:solidFill>
                <a:srgbClr val="243B53"/>
              </a:solidFill>
              <a:latin typeface="Arial" panose="020B0604020202020204" pitchFamily="34" charset="0"/>
              <a:ea typeface="微软雅黑" panose="020B0503020204020204" charset="-122"/>
              <a:cs typeface="微软雅黑" panose="020B0503020204020204" charset="-122"/>
            </a:endParaRPr>
          </a:p>
        </p:txBody>
      </p:sp>
      <p:sp>
        <p:nvSpPr>
          <p:cNvPr id="83" name="slide-7-page-number"/>
          <p:cNvSpPr>
            <a:spLocks noGrp="1"/>
          </p:cNvSpPr>
          <p:nvPr/>
        </p:nvSpPr>
        <p:spPr>
          <a:xfrm>
            <a:off x="11366500" y="317500"/>
            <a:ext cx="330200" cy="279400"/>
          </a:xfrm>
          <a:prstGeom prst="roundRect">
            <a:avLst>
              <a:gd name="adj" fmla="val 14706"/>
            </a:avLst>
          </a:prstGeom>
          <a:noFill/>
          <a:ln w="9525">
            <a:noFill/>
            <a:prstDash val="solid"/>
          </a:ln>
          <a:effectLst/>
          <a:extLst>
            <a:ext uri="{909E8E84-426E-40DD-AFC4-6F175D3DCCD1}">
              <a14:hiddenFill xmlns:a14="http://schemas.microsoft.com/office/drawing/2010/main">
                <a:solidFill>
                  <a:srgbClr val="294A6D"/>
                </a:solidFill>
              </a14:hiddenFill>
            </a:ext>
            <a:ext uri="{91240B29-F687-4F45-9708-019B960494DF}">
              <a14:hiddenLine xmlns:a14="http://schemas.microsoft.com/office/drawing/2010/main" w="9525">
                <a:solidFill>
                  <a:srgbClr val="294A6D"/>
                </a:solidFill>
                <a:prstDash val="solid"/>
              </a14:hiddenLine>
            </a:ext>
          </a:extLst>
        </p:spPr>
        <p:txBody>
          <a:bodyPr wrap="square" lIns="0" tIns="0" rIns="0" bIns="0" anchor="ctr">
            <a:noAutofit/>
          </a:bodyPr>
          <a:lstStyle/>
          <a:p>
            <a:pPr algn="ctr">
              <a:buNone/>
              <a:defRPr sz="1200" b="1">
                <a:solidFill>
                  <a:srgbClr val="FFFFFF"/>
                </a:solidFill>
                <a:latin typeface="微软雅黑" panose="020B0503020204020204" charset="-122"/>
                <a:ea typeface="微软雅黑" panose="020B0503020204020204" charset="-122"/>
                <a:cs typeface="微软雅黑" panose="020B0503020204020204" charset="-122"/>
              </a:defRPr>
            </a:pPr>
            <a:r>
              <a:rPr lang="en-US" sz="1200" b="1" dirty="0">
                <a:solidFill>
                  <a:srgbClr val="66737F"/>
                </a:solidFill>
                <a:latin typeface="Arial" panose="020B0604020202020204" pitchFamily="34" charset="0"/>
                <a:ea typeface="微软雅黑" panose="020B0503020204020204" charset="-122"/>
                <a:cs typeface="微软雅黑" panose="020B0503020204020204" charset="-122"/>
              </a:rPr>
              <a:t>8</a:t>
            </a:r>
          </a:p>
        </p:txBody>
      </p:sp>
    </p:spTree>
  </p:cSld>
  <p:clrMapOvr>
    <a:masterClrMapping/>
  </p:clrMapOvr>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title"/>
          <p:cNvSpPr>
            <a:spLocks noGrp="1"/>
          </p:cNvSpPr>
          <p:nvPr/>
        </p:nvSpPr>
        <p:spPr>
          <a:xfrm>
            <a:off x="1004887" y="171035"/>
            <a:ext cx="10572750" cy="523875"/>
          </a:xfrm>
          <a:prstGeom prst="rect">
            <a:avLst/>
          </a:prstGeom>
          <a:noFill/>
          <a:ln w="0">
            <a:noFill/>
            <a:prstDash val="solid"/>
          </a:ln>
        </p:spPr>
        <p:txBody>
          <a:bodyPr wrap="none" lIns="0" tIns="0" rIns="0" bIns="0" anchor="ctr">
            <a:normAutofit/>
          </a:bodyPr>
          <a:lstStyle/>
          <a:p>
            <a:pPr algn="l">
              <a:buClrTx/>
              <a:buSzTx/>
              <a:buFontTx/>
              <a:buNone/>
              <a:defRPr sz="2890" b="1">
                <a:solidFill>
                  <a:srgbClr val="252B31"/>
                </a:solidFill>
                <a:latin typeface="微软雅黑" panose="020B0503020204020204" charset="-122"/>
                <a:ea typeface="微软雅黑" panose="020B0503020204020204" charset="-122"/>
                <a:cs typeface="微软雅黑" panose="020B0503020204020204" charset="-122"/>
              </a:defRPr>
            </a:pPr>
            <a:r>
              <a:rPr sz="2700" b="1" dirty="0" err="1">
                <a:solidFill>
                  <a:srgbClr val="243B53"/>
                </a:solidFill>
                <a:latin typeface="Arial" panose="020B0604020202020204" pitchFamily="34" charset="0"/>
              </a:rPr>
              <a:t>使用 Skill 进行复杂开发时的三个困难</a:t>
            </a:r>
          </a:p>
        </p:txBody>
      </p:sp>
      <p:sp>
        <p:nvSpPr>
          <p:cNvPr id="15" name="resources-frame"/>
          <p:cNvSpPr>
            <a:spLocks noGrp="1"/>
          </p:cNvSpPr>
          <p:nvPr/>
        </p:nvSpPr>
        <p:spPr>
          <a:xfrm>
            <a:off x="609600" y="1562100"/>
            <a:ext cx="3333750" cy="3905250"/>
          </a:xfrm>
          <a:prstGeom prst="roundRect">
            <a:avLst>
              <a:gd name="adj" fmla="val 1429"/>
            </a:avLst>
          </a:prstGeom>
          <a:solidFill>
            <a:srgbClr val="F7F8F9"/>
          </a:solidFill>
          <a:ln w="9525">
            <a:solidFill>
              <a:srgbClr val="D7E0E6"/>
            </a:solidFill>
            <a:prstDash val="solid"/>
          </a:ln>
        </p:spPr>
      </p:sp>
      <p:sp>
        <p:nvSpPr>
          <p:cNvPr id="16" name="resources-accent"/>
          <p:cNvSpPr>
            <a:spLocks noGrp="1"/>
          </p:cNvSpPr>
          <p:nvPr/>
        </p:nvSpPr>
        <p:spPr>
          <a:xfrm>
            <a:off x="609600" y="1562100"/>
            <a:ext cx="3333750" cy="28575"/>
          </a:xfrm>
          <a:prstGeom prst="rect">
            <a:avLst/>
          </a:prstGeom>
          <a:solidFill>
            <a:srgbClr val="5C7F99"/>
          </a:solidFill>
          <a:ln w="0">
            <a:solidFill>
              <a:srgbClr val="5C7F99"/>
            </a:solidFill>
            <a:prstDash val="solid"/>
          </a:ln>
        </p:spPr>
      </p:sp>
      <p:sp>
        <p:nvSpPr>
          <p:cNvPr id="17" name="resources-number"/>
          <p:cNvSpPr>
            <a:spLocks noGrp="1"/>
          </p:cNvSpPr>
          <p:nvPr/>
        </p:nvSpPr>
        <p:spPr>
          <a:xfrm>
            <a:off x="762000" y="1657350"/>
            <a:ext cx="323850" cy="238125"/>
          </a:xfrm>
          <a:prstGeom prst="rect">
            <a:avLst/>
          </a:prstGeom>
          <a:noFill/>
          <a:ln w="0">
            <a:noFill/>
            <a:prstDash val="solid"/>
          </a:ln>
        </p:spPr>
        <p:txBody>
          <a:bodyPr wrap="none" lIns="0" tIns="0" rIns="0" bIns="0" anchor="ctr">
            <a:normAutofit/>
          </a:bodyPr>
          <a:lstStyle/>
          <a:p>
            <a:pPr algn="l">
              <a:buNone/>
              <a:defRPr sz="1350" b="1">
                <a:solidFill>
                  <a:srgbClr val="557A96"/>
                </a:solidFill>
                <a:latin typeface="微软雅黑" panose="020B0503020204020204" charset="-122"/>
                <a:ea typeface="微软雅黑" panose="020B0503020204020204" charset="-122"/>
                <a:cs typeface="微软雅黑" panose="020B0503020204020204" charset="-122"/>
              </a:defRPr>
            </a:pPr>
            <a:r>
              <a:rPr sz="1350" b="1">
                <a:solidFill>
                  <a:srgbClr val="5C7F99"/>
                </a:solidFill>
                <a:latin typeface="微软雅黑" panose="020B0503020204020204" charset="-122"/>
                <a:ea typeface="微软雅黑" panose="020B0503020204020204" charset="-122"/>
                <a:cs typeface="微软雅黑" panose="020B0503020204020204" charset="-122"/>
              </a:rPr>
              <a:t>01</a:t>
            </a:r>
          </a:p>
        </p:txBody>
      </p:sp>
      <p:sp>
        <p:nvSpPr>
          <p:cNvPr id="18" name="resources-title"/>
          <p:cNvSpPr>
            <a:spLocks noGrp="1"/>
          </p:cNvSpPr>
          <p:nvPr/>
        </p:nvSpPr>
        <p:spPr>
          <a:xfrm>
            <a:off x="1162050" y="1638300"/>
            <a:ext cx="2628900" cy="276225"/>
          </a:xfrm>
          <a:prstGeom prst="rect">
            <a:avLst/>
          </a:prstGeom>
          <a:noFill/>
          <a:ln w="0">
            <a:noFill/>
            <a:prstDash val="solid"/>
          </a:ln>
        </p:spPr>
        <p:txBody>
          <a:bodyPr wrap="none" lIns="0" tIns="0" rIns="0" bIns="0" anchor="ctr">
            <a:normAutofit/>
          </a:bodyPr>
          <a:lstStyle/>
          <a:p>
            <a:pPr algn="l">
              <a:buNone/>
              <a:defRPr sz="1615" b="1">
                <a:solidFill>
                  <a:srgbClr val="252B31"/>
                </a:solidFill>
                <a:latin typeface="微软雅黑" panose="020B0503020204020204" charset="-122"/>
                <a:ea typeface="微软雅黑" panose="020B0503020204020204" charset="-122"/>
                <a:cs typeface="微软雅黑" panose="020B0503020204020204" charset="-122"/>
              </a:defRPr>
            </a:pPr>
            <a:r>
              <a:rPr sz="1615" b="1">
                <a:solidFill>
                  <a:srgbClr val="252B31"/>
                </a:solidFill>
                <a:latin typeface="微软雅黑" panose="020B0503020204020204" charset="-122"/>
                <a:ea typeface="微软雅黑" panose="020B0503020204020204" charset="-122"/>
                <a:cs typeface="微软雅黑" panose="020B0503020204020204" charset="-122"/>
              </a:rPr>
              <a:t>Token / 额度消耗大</a:t>
            </a:r>
          </a:p>
        </p:txBody>
      </p:sp>
      <p:sp>
        <p:nvSpPr>
          <p:cNvPr id="21" name="constraints-frame"/>
          <p:cNvSpPr>
            <a:spLocks noGrp="1"/>
          </p:cNvSpPr>
          <p:nvPr/>
        </p:nvSpPr>
        <p:spPr>
          <a:xfrm>
            <a:off x="4200525" y="1562100"/>
            <a:ext cx="3781425" cy="3905250"/>
          </a:xfrm>
          <a:prstGeom prst="roundRect">
            <a:avLst>
              <a:gd name="adj" fmla="val 1259"/>
            </a:avLst>
          </a:prstGeom>
          <a:solidFill>
            <a:srgbClr val="F7F8F9"/>
          </a:solidFill>
          <a:ln w="9525">
            <a:solidFill>
              <a:srgbClr val="D7E0E6"/>
            </a:solidFill>
            <a:prstDash val="solid"/>
          </a:ln>
        </p:spPr>
      </p:sp>
      <p:sp>
        <p:nvSpPr>
          <p:cNvPr id="22" name="constraints-accent"/>
          <p:cNvSpPr>
            <a:spLocks noGrp="1"/>
          </p:cNvSpPr>
          <p:nvPr/>
        </p:nvSpPr>
        <p:spPr>
          <a:xfrm>
            <a:off x="4200525" y="1562100"/>
            <a:ext cx="3781425" cy="28575"/>
          </a:xfrm>
          <a:prstGeom prst="rect">
            <a:avLst/>
          </a:prstGeom>
          <a:solidFill>
            <a:srgbClr val="5C7F99"/>
          </a:solidFill>
          <a:ln w="0">
            <a:solidFill>
              <a:srgbClr val="5C7F99"/>
            </a:solidFill>
            <a:prstDash val="solid"/>
          </a:ln>
        </p:spPr>
      </p:sp>
      <p:sp>
        <p:nvSpPr>
          <p:cNvPr id="23" name="constraints-number"/>
          <p:cNvSpPr>
            <a:spLocks noGrp="1"/>
          </p:cNvSpPr>
          <p:nvPr/>
        </p:nvSpPr>
        <p:spPr>
          <a:xfrm>
            <a:off x="4352925" y="1657350"/>
            <a:ext cx="323850" cy="238125"/>
          </a:xfrm>
          <a:prstGeom prst="rect">
            <a:avLst/>
          </a:prstGeom>
          <a:noFill/>
          <a:ln w="0">
            <a:noFill/>
            <a:prstDash val="solid"/>
          </a:ln>
        </p:spPr>
        <p:txBody>
          <a:bodyPr wrap="none" lIns="0" tIns="0" rIns="0" bIns="0" anchor="ctr">
            <a:normAutofit/>
          </a:bodyPr>
          <a:lstStyle/>
          <a:p>
            <a:pPr algn="l">
              <a:buNone/>
              <a:defRPr sz="1350" b="1">
                <a:solidFill>
                  <a:srgbClr val="557A96"/>
                </a:solidFill>
                <a:latin typeface="微软雅黑" panose="020B0503020204020204" charset="-122"/>
                <a:ea typeface="微软雅黑" panose="020B0503020204020204" charset="-122"/>
                <a:cs typeface="微软雅黑" panose="020B0503020204020204" charset="-122"/>
              </a:defRPr>
            </a:pPr>
            <a:r>
              <a:rPr sz="1350" b="1">
                <a:solidFill>
                  <a:srgbClr val="5C7F99"/>
                </a:solidFill>
                <a:latin typeface="微软雅黑" panose="020B0503020204020204" charset="-122"/>
                <a:ea typeface="微软雅黑" panose="020B0503020204020204" charset="-122"/>
                <a:cs typeface="微软雅黑" panose="020B0503020204020204" charset="-122"/>
              </a:rPr>
              <a:t>02</a:t>
            </a:r>
          </a:p>
        </p:txBody>
      </p:sp>
      <p:sp>
        <p:nvSpPr>
          <p:cNvPr id="24" name="constraints-title"/>
          <p:cNvSpPr>
            <a:spLocks noGrp="1"/>
          </p:cNvSpPr>
          <p:nvPr/>
        </p:nvSpPr>
        <p:spPr>
          <a:xfrm>
            <a:off x="4752975" y="1638300"/>
            <a:ext cx="3076575" cy="276225"/>
          </a:xfrm>
          <a:prstGeom prst="rect">
            <a:avLst/>
          </a:prstGeom>
          <a:noFill/>
          <a:ln w="0">
            <a:noFill/>
            <a:prstDash val="solid"/>
          </a:ln>
        </p:spPr>
        <p:txBody>
          <a:bodyPr wrap="none" lIns="0" tIns="0" rIns="0" bIns="0" anchor="ctr">
            <a:normAutofit/>
          </a:bodyPr>
          <a:lstStyle/>
          <a:p>
            <a:pPr algn="l">
              <a:buNone/>
              <a:defRPr sz="1615" b="1">
                <a:solidFill>
                  <a:srgbClr val="252B31"/>
                </a:solidFill>
                <a:latin typeface="微软雅黑" panose="020B0503020204020204" charset="-122"/>
                <a:ea typeface="微软雅黑" panose="020B0503020204020204" charset="-122"/>
                <a:cs typeface="微软雅黑" panose="020B0503020204020204" charset="-122"/>
              </a:defRPr>
            </a:pPr>
            <a:r>
              <a:rPr sz="1615" b="1">
                <a:solidFill>
                  <a:srgbClr val="252B31"/>
                </a:solidFill>
                <a:latin typeface="微软雅黑" panose="020B0503020204020204" charset="-122"/>
                <a:ea typeface="微软雅黑" panose="020B0503020204020204" charset="-122"/>
                <a:cs typeface="微软雅黑" panose="020B0503020204020204" charset="-122"/>
              </a:rPr>
              <a:t>端到端开发时间长</a:t>
            </a:r>
          </a:p>
        </p:txBody>
      </p:sp>
      <p:sp>
        <p:nvSpPr>
          <p:cNvPr id="27" name="validation-frame"/>
          <p:cNvSpPr>
            <a:spLocks noGrp="1"/>
          </p:cNvSpPr>
          <p:nvPr/>
        </p:nvSpPr>
        <p:spPr>
          <a:xfrm>
            <a:off x="8239125" y="1562100"/>
            <a:ext cx="3343275" cy="3905250"/>
          </a:xfrm>
          <a:prstGeom prst="roundRect">
            <a:avLst>
              <a:gd name="adj" fmla="val 1425"/>
            </a:avLst>
          </a:prstGeom>
          <a:solidFill>
            <a:srgbClr val="F7F8F9"/>
          </a:solidFill>
          <a:ln w="9525">
            <a:solidFill>
              <a:srgbClr val="D7E0E6"/>
            </a:solidFill>
            <a:prstDash val="solid"/>
          </a:ln>
        </p:spPr>
      </p:sp>
      <p:sp>
        <p:nvSpPr>
          <p:cNvPr id="28" name="validation-accent"/>
          <p:cNvSpPr>
            <a:spLocks noGrp="1"/>
          </p:cNvSpPr>
          <p:nvPr/>
        </p:nvSpPr>
        <p:spPr>
          <a:xfrm>
            <a:off x="8239125" y="1562100"/>
            <a:ext cx="3343275" cy="28575"/>
          </a:xfrm>
          <a:prstGeom prst="rect">
            <a:avLst/>
          </a:prstGeom>
          <a:solidFill>
            <a:srgbClr val="5C7F99"/>
          </a:solidFill>
          <a:ln w="0">
            <a:solidFill>
              <a:srgbClr val="5C7F99"/>
            </a:solidFill>
            <a:prstDash val="solid"/>
          </a:ln>
        </p:spPr>
      </p:sp>
      <p:sp>
        <p:nvSpPr>
          <p:cNvPr id="29" name="validation-number"/>
          <p:cNvSpPr>
            <a:spLocks noGrp="1"/>
          </p:cNvSpPr>
          <p:nvPr/>
        </p:nvSpPr>
        <p:spPr>
          <a:xfrm>
            <a:off x="8391525" y="1657350"/>
            <a:ext cx="323850" cy="238125"/>
          </a:xfrm>
          <a:prstGeom prst="rect">
            <a:avLst/>
          </a:prstGeom>
          <a:noFill/>
          <a:ln w="0">
            <a:noFill/>
            <a:prstDash val="solid"/>
          </a:ln>
        </p:spPr>
        <p:txBody>
          <a:bodyPr wrap="none" lIns="0" tIns="0" rIns="0" bIns="0" anchor="ctr">
            <a:normAutofit/>
          </a:bodyPr>
          <a:lstStyle/>
          <a:p>
            <a:pPr algn="l">
              <a:buNone/>
              <a:defRPr sz="1350" b="1">
                <a:solidFill>
                  <a:srgbClr val="557A96"/>
                </a:solidFill>
                <a:latin typeface="微软雅黑" panose="020B0503020204020204" charset="-122"/>
                <a:ea typeface="微软雅黑" panose="020B0503020204020204" charset="-122"/>
                <a:cs typeface="微软雅黑" panose="020B0503020204020204" charset="-122"/>
              </a:defRPr>
            </a:pPr>
            <a:r>
              <a:rPr sz="1350" b="1">
                <a:solidFill>
                  <a:srgbClr val="5C7F99"/>
                </a:solidFill>
                <a:latin typeface="微软雅黑" panose="020B0503020204020204" charset="-122"/>
                <a:ea typeface="微软雅黑" panose="020B0503020204020204" charset="-122"/>
                <a:cs typeface="微软雅黑" panose="020B0503020204020204" charset="-122"/>
              </a:rPr>
              <a:t>03</a:t>
            </a:r>
          </a:p>
        </p:txBody>
      </p:sp>
      <p:sp>
        <p:nvSpPr>
          <p:cNvPr id="30" name="validation-title"/>
          <p:cNvSpPr>
            <a:spLocks noGrp="1"/>
          </p:cNvSpPr>
          <p:nvPr/>
        </p:nvSpPr>
        <p:spPr>
          <a:xfrm>
            <a:off x="8734425" y="1638300"/>
            <a:ext cx="2695575" cy="276225"/>
          </a:xfrm>
          <a:prstGeom prst="rect">
            <a:avLst/>
          </a:prstGeom>
          <a:noFill/>
          <a:ln w="0">
            <a:noFill/>
            <a:prstDash val="solid"/>
          </a:ln>
        </p:spPr>
        <p:txBody>
          <a:bodyPr wrap="none" lIns="0" tIns="0" rIns="0" bIns="0" anchor="ctr">
            <a:normAutofit/>
          </a:bodyPr>
          <a:lstStyle/>
          <a:p>
            <a:pPr algn="l">
              <a:buNone/>
              <a:defRPr sz="1615" b="1">
                <a:solidFill>
                  <a:srgbClr val="252B31"/>
                </a:solidFill>
                <a:latin typeface="微软雅黑" panose="020B0503020204020204" charset="-122"/>
                <a:ea typeface="微软雅黑" panose="020B0503020204020204" charset="-122"/>
                <a:cs typeface="微软雅黑" panose="020B0503020204020204" charset="-122"/>
              </a:defRPr>
            </a:pPr>
            <a:r>
              <a:rPr sz="1615" b="1">
                <a:solidFill>
                  <a:srgbClr val="252B31"/>
                </a:solidFill>
                <a:latin typeface="微软雅黑" panose="020B0503020204020204" charset="-122"/>
                <a:ea typeface="微软雅黑" panose="020B0503020204020204" charset="-122"/>
                <a:cs typeface="微软雅黑" panose="020B0503020204020204" charset="-122"/>
              </a:rPr>
              <a:t>Skill 修改后验证困难</a:t>
            </a:r>
          </a:p>
        </p:txBody>
      </p:sp>
      <p:sp>
        <p:nvSpPr>
          <p:cNvPr id="85" name="constraints-principle-band"/>
          <p:cNvSpPr>
            <a:spLocks noGrp="1"/>
          </p:cNvSpPr>
          <p:nvPr/>
        </p:nvSpPr>
        <p:spPr>
          <a:xfrm>
            <a:off x="4300537" y="2666999"/>
            <a:ext cx="3476625" cy="333375"/>
          </a:xfrm>
          <a:prstGeom prst="rect">
            <a:avLst/>
          </a:prstGeom>
          <a:solidFill>
            <a:srgbClr val="EAF0F4"/>
          </a:solidFill>
          <a:ln w="0">
            <a:noFill/>
            <a:prstDash val="solid"/>
          </a:ln>
        </p:spPr>
      </p:sp>
      <p:sp>
        <p:nvSpPr>
          <p:cNvPr id="86" name="constraints-principle"/>
          <p:cNvSpPr>
            <a:spLocks noGrp="1"/>
          </p:cNvSpPr>
          <p:nvPr/>
        </p:nvSpPr>
        <p:spPr>
          <a:xfrm>
            <a:off x="4424363" y="2666999"/>
            <a:ext cx="3228975" cy="314325"/>
          </a:xfrm>
          <a:prstGeom prst="rect">
            <a:avLst/>
          </a:prstGeom>
          <a:noFill/>
          <a:ln w="0">
            <a:noFill/>
            <a:prstDash val="solid"/>
          </a:ln>
        </p:spPr>
        <p:txBody>
          <a:bodyPr wrap="none" lIns="0" tIns="0" rIns="0" bIns="0" anchor="ctr">
            <a:normAutofit/>
          </a:bodyPr>
          <a:lstStyle/>
          <a:p>
            <a:pPr algn="ctr">
              <a:buNone/>
              <a:defRPr sz="1015" b="1">
                <a:solidFill>
                  <a:srgbClr val="4B6F88"/>
                </a:solidFill>
                <a:latin typeface="微软雅黑" panose="020B0503020204020204" charset="-122"/>
                <a:ea typeface="微软雅黑" panose="020B0503020204020204" charset="-122"/>
                <a:cs typeface="微软雅黑" panose="020B0503020204020204" charset="-122"/>
              </a:defRPr>
            </a:pPr>
            <a:r>
              <a:rPr sz="1100" b="1" dirty="0" err="1">
                <a:solidFill>
                  <a:srgbClr val="4B6F88"/>
                </a:solidFill>
                <a:latin typeface="微软雅黑" panose="020B0503020204020204" charset="-122"/>
                <a:ea typeface="微软雅黑" panose="020B0503020204020204" charset="-122"/>
                <a:cs typeface="微软雅黑" panose="020B0503020204020204" charset="-122"/>
              </a:rPr>
              <a:t>等待时间多，端到端周期持续拉长</a:t>
            </a:r>
            <a:endParaRPr sz="1100" b="1" dirty="0">
              <a:solidFill>
                <a:srgbClr val="4B6F88"/>
              </a:solidFill>
              <a:latin typeface="微软雅黑" panose="020B0503020204020204" charset="-122"/>
              <a:ea typeface="微软雅黑" panose="020B0503020204020204" charset="-122"/>
              <a:cs typeface="微软雅黑" panose="020B0503020204020204" charset="-122"/>
            </a:endParaRPr>
          </a:p>
        </p:txBody>
      </p:sp>
      <p:sp>
        <p:nvSpPr>
          <p:cNvPr id="87" name="constraints-product-band"/>
          <p:cNvSpPr>
            <a:spLocks noGrp="1"/>
          </p:cNvSpPr>
          <p:nvPr/>
        </p:nvSpPr>
        <p:spPr>
          <a:xfrm>
            <a:off x="4343400" y="3495675"/>
            <a:ext cx="3476625" cy="295275"/>
          </a:xfrm>
          <a:prstGeom prst="rect">
            <a:avLst/>
          </a:prstGeom>
          <a:solidFill>
            <a:srgbClr val="EAF0F4"/>
          </a:solidFill>
          <a:ln w="0">
            <a:noFill/>
            <a:prstDash val="solid"/>
          </a:ln>
        </p:spPr>
      </p:sp>
      <p:sp>
        <p:nvSpPr>
          <p:cNvPr id="88" name="constraints-product"/>
          <p:cNvSpPr>
            <a:spLocks noGrp="1"/>
          </p:cNvSpPr>
          <p:nvPr/>
        </p:nvSpPr>
        <p:spPr>
          <a:xfrm>
            <a:off x="4521993" y="3505200"/>
            <a:ext cx="3228975" cy="276225"/>
          </a:xfrm>
          <a:prstGeom prst="rect">
            <a:avLst/>
          </a:prstGeom>
          <a:noFill/>
          <a:ln w="0">
            <a:noFill/>
            <a:prstDash val="solid"/>
          </a:ln>
        </p:spPr>
        <p:txBody>
          <a:bodyPr wrap="none" lIns="0" tIns="0" rIns="0" bIns="0" anchor="ctr">
            <a:normAutofit/>
          </a:bodyPr>
          <a:lstStyle/>
          <a:p>
            <a:pPr algn="ctr">
              <a:buNone/>
              <a:defRPr sz="1065" b="1">
                <a:solidFill>
                  <a:srgbClr val="4B6F88"/>
                </a:solidFill>
                <a:latin typeface="微软雅黑" panose="020B0503020204020204" charset="-122"/>
                <a:ea typeface="微软雅黑" panose="020B0503020204020204" charset="-122"/>
                <a:cs typeface="微软雅黑" panose="020B0503020204020204" charset="-122"/>
              </a:defRPr>
            </a:pPr>
            <a:r>
              <a:rPr lang="zh-CN" altLang="en-US" sz="1100" b="1" dirty="0" smtClean="0">
                <a:solidFill>
                  <a:srgbClr val="4B6F88"/>
                </a:solidFill>
                <a:latin typeface="微软雅黑" panose="020B0503020204020204" charset="-122"/>
                <a:ea typeface="微软雅黑" panose="020B0503020204020204" charset="-122"/>
                <a:cs typeface="微软雅黑" panose="020B0503020204020204" charset="-122"/>
              </a:rPr>
              <a:t>开发一个算子需要</a:t>
            </a:r>
            <a:r>
              <a:rPr lang="en-US" altLang="zh-CN" sz="1100" b="1" dirty="0" smtClean="0">
                <a:solidFill>
                  <a:srgbClr val="4B6F88"/>
                </a:solidFill>
                <a:latin typeface="微软雅黑" panose="020B0503020204020204" charset="-122"/>
                <a:ea typeface="微软雅黑" panose="020B0503020204020204" charset="-122"/>
                <a:cs typeface="微软雅黑" panose="020B0503020204020204" charset="-122"/>
              </a:rPr>
              <a:t>2h-5h</a:t>
            </a:r>
            <a:r>
              <a:rPr lang="zh-CN" altLang="en-US" sz="1100" b="1" dirty="0" smtClean="0">
                <a:solidFill>
                  <a:srgbClr val="4B6F88"/>
                </a:solidFill>
                <a:latin typeface="微软雅黑" panose="020B0503020204020204" charset="-122"/>
                <a:ea typeface="微软雅黑" panose="020B0503020204020204" charset="-122"/>
                <a:cs typeface="微软雅黑" panose="020B0503020204020204" charset="-122"/>
              </a:rPr>
              <a:t>不等</a:t>
            </a:r>
            <a:endParaRPr sz="1100" b="1" dirty="0">
              <a:solidFill>
                <a:srgbClr val="4B6F88"/>
              </a:solidFill>
              <a:latin typeface="微软雅黑" panose="020B0503020204020204" charset="-122"/>
              <a:ea typeface="微软雅黑" panose="020B0503020204020204" charset="-122"/>
              <a:cs typeface="微软雅黑" panose="020B0503020204020204" charset="-122"/>
            </a:endParaRPr>
          </a:p>
        </p:txBody>
      </p:sp>
      <p:sp>
        <p:nvSpPr>
          <p:cNvPr id="96" name="trigger-test-label"/>
          <p:cNvSpPr>
            <a:spLocks noGrp="1"/>
          </p:cNvSpPr>
          <p:nvPr/>
        </p:nvSpPr>
        <p:spPr>
          <a:xfrm>
            <a:off x="8524875" y="2381250"/>
            <a:ext cx="1104900" cy="295275"/>
          </a:xfrm>
          <a:prstGeom prst="rect">
            <a:avLst/>
          </a:prstGeom>
          <a:noFill/>
          <a:ln w="0">
            <a:noFill/>
            <a:prstDash val="solid"/>
          </a:ln>
        </p:spPr>
        <p:txBody>
          <a:bodyPr wrap="none" lIns="0" tIns="0" rIns="0" bIns="0" anchor="ctr">
            <a:normAutofit/>
          </a:bodyPr>
          <a:lstStyle/>
          <a:p>
            <a:pPr algn="l">
              <a:buNone/>
              <a:defRPr sz="1140" b="1">
                <a:solidFill>
                  <a:srgbClr val="4B6F88"/>
                </a:solidFill>
                <a:latin typeface="微软雅黑" panose="020B0503020204020204" charset="-122"/>
                <a:ea typeface="微软雅黑" panose="020B0503020204020204" charset="-122"/>
                <a:cs typeface="微软雅黑" panose="020B0503020204020204" charset="-122"/>
              </a:defRPr>
            </a:pPr>
            <a:endParaRPr sz="1140" b="1" dirty="0">
              <a:solidFill>
                <a:srgbClr val="4B6F88"/>
              </a:solidFill>
              <a:latin typeface="微软雅黑" panose="020B0503020204020204" charset="-122"/>
              <a:ea typeface="微软雅黑" panose="020B0503020204020204" charset="-122"/>
              <a:cs typeface="微软雅黑" panose="020B0503020204020204" charset="-122"/>
            </a:endParaRPr>
          </a:p>
        </p:txBody>
      </p:sp>
      <p:sp>
        <p:nvSpPr>
          <p:cNvPr id="97" name="trigger-test-detail"/>
          <p:cNvSpPr>
            <a:spLocks noGrp="1"/>
          </p:cNvSpPr>
          <p:nvPr/>
        </p:nvSpPr>
        <p:spPr>
          <a:xfrm>
            <a:off x="8445500" y="2962275"/>
            <a:ext cx="1628775" cy="295275"/>
          </a:xfrm>
          <a:prstGeom prst="rect">
            <a:avLst/>
          </a:prstGeom>
          <a:noFill/>
          <a:ln w="0">
            <a:noFill/>
            <a:prstDash val="solid"/>
          </a:ln>
        </p:spPr>
        <p:txBody>
          <a:bodyPr wrap="none" lIns="0" tIns="0" rIns="0" bIns="0" anchor="ctr">
            <a:normAutofit/>
          </a:bodyPr>
          <a:lstStyle/>
          <a:p>
            <a:pPr algn="r">
              <a:buNone/>
              <a:defRPr sz="1035" b="0">
                <a:solidFill>
                  <a:srgbClr val="414951"/>
                </a:solidFill>
                <a:latin typeface="微软雅黑" panose="020B0503020204020204" charset="-122"/>
                <a:ea typeface="微软雅黑" panose="020B0503020204020204" charset="-122"/>
                <a:cs typeface="微软雅黑" panose="020B0503020204020204" charset="-122"/>
              </a:defRPr>
            </a:pPr>
            <a:r>
              <a:rPr sz="1000" b="0" dirty="0" err="1">
                <a:solidFill>
                  <a:srgbClr val="414951"/>
                </a:solidFill>
                <a:latin typeface="微软雅黑" panose="020B0503020204020204" charset="-122"/>
                <a:ea typeface="微软雅黑" panose="020B0503020204020204" charset="-122"/>
                <a:cs typeface="微软雅黑" panose="020B0503020204020204" charset="-122"/>
              </a:rPr>
              <a:t>限制</a:t>
            </a:r>
            <a:r>
              <a:rPr sz="1000" b="0" dirty="0">
                <a:solidFill>
                  <a:srgbClr val="414951"/>
                </a:solidFill>
                <a:latin typeface="微软雅黑" panose="020B0503020204020204" charset="-122"/>
                <a:ea typeface="微软雅黑" panose="020B0503020204020204" charset="-122"/>
                <a:cs typeface="微软雅黑" panose="020B0503020204020204" charset="-122"/>
              </a:rPr>
              <a:t> / </a:t>
            </a:r>
            <a:r>
              <a:rPr sz="1000" b="0" dirty="0" err="1">
                <a:solidFill>
                  <a:srgbClr val="414951"/>
                </a:solidFill>
                <a:latin typeface="微软雅黑" panose="020B0503020204020204" charset="-122"/>
                <a:ea typeface="微软雅黑" panose="020B0503020204020204" charset="-122"/>
                <a:cs typeface="微软雅黑" panose="020B0503020204020204" charset="-122"/>
              </a:rPr>
              <a:t>路由</a:t>
            </a:r>
            <a:r>
              <a:rPr sz="1000" b="0" dirty="0">
                <a:solidFill>
                  <a:srgbClr val="414951"/>
                </a:solidFill>
                <a:latin typeface="微软雅黑" panose="020B0503020204020204" charset="-122"/>
                <a:ea typeface="微软雅黑" panose="020B0503020204020204" charset="-122"/>
                <a:cs typeface="微软雅黑" panose="020B0503020204020204" charset="-122"/>
              </a:rPr>
              <a:t> / </a:t>
            </a:r>
            <a:r>
              <a:rPr sz="1000" b="0" dirty="0" err="1">
                <a:solidFill>
                  <a:srgbClr val="414951"/>
                </a:solidFill>
                <a:latin typeface="微软雅黑" panose="020B0503020204020204" charset="-122"/>
                <a:ea typeface="微软雅黑" panose="020B0503020204020204" charset="-122"/>
                <a:cs typeface="微软雅黑" panose="020B0503020204020204" charset="-122"/>
              </a:rPr>
              <a:t>描述</a:t>
            </a:r>
            <a:endParaRPr sz="1000" b="0" dirty="0">
              <a:solidFill>
                <a:srgbClr val="414951"/>
              </a:solidFill>
              <a:latin typeface="微软雅黑" panose="020B0503020204020204" charset="-122"/>
              <a:ea typeface="微软雅黑" panose="020B0503020204020204" charset="-122"/>
              <a:cs typeface="微软雅黑" panose="020B0503020204020204" charset="-122"/>
            </a:endParaRPr>
          </a:p>
        </p:txBody>
      </p:sp>
      <p:sp>
        <p:nvSpPr>
          <p:cNvPr id="110" name="validation-product-band"/>
          <p:cNvSpPr>
            <a:spLocks noGrp="1"/>
          </p:cNvSpPr>
          <p:nvPr/>
        </p:nvSpPr>
        <p:spPr>
          <a:xfrm>
            <a:off x="8445500" y="2686049"/>
            <a:ext cx="3038475" cy="295275"/>
          </a:xfrm>
          <a:prstGeom prst="rect">
            <a:avLst/>
          </a:prstGeom>
          <a:solidFill>
            <a:srgbClr val="EAF0F4"/>
          </a:solidFill>
          <a:ln w="0">
            <a:noFill/>
            <a:prstDash val="solid"/>
          </a:ln>
        </p:spPr>
      </p:sp>
      <p:sp>
        <p:nvSpPr>
          <p:cNvPr id="111" name="validation-product"/>
          <p:cNvSpPr>
            <a:spLocks noGrp="1"/>
          </p:cNvSpPr>
          <p:nvPr/>
        </p:nvSpPr>
        <p:spPr>
          <a:xfrm>
            <a:off x="8559800" y="2695574"/>
            <a:ext cx="2809875" cy="276225"/>
          </a:xfrm>
          <a:prstGeom prst="rect">
            <a:avLst/>
          </a:prstGeom>
          <a:noFill/>
          <a:ln w="0">
            <a:noFill/>
            <a:prstDash val="solid"/>
          </a:ln>
        </p:spPr>
        <p:txBody>
          <a:bodyPr wrap="none" lIns="0" tIns="0" rIns="0" bIns="0" anchor="ctr">
            <a:normAutofit/>
          </a:bodyPr>
          <a:lstStyle/>
          <a:p>
            <a:pPr algn="ctr">
              <a:buNone/>
              <a:defRPr sz="1050" b="1">
                <a:solidFill>
                  <a:srgbClr val="4B6F88"/>
                </a:solidFill>
                <a:latin typeface="微软雅黑" panose="020B0503020204020204" charset="-122"/>
                <a:ea typeface="微软雅黑" panose="020B0503020204020204" charset="-122"/>
                <a:cs typeface="微软雅黑" panose="020B0503020204020204" charset="-122"/>
              </a:defRPr>
            </a:pPr>
            <a:r>
              <a:rPr lang="zh-CN" altLang="en-US" sz="1100" b="1" dirty="0" smtClean="0">
                <a:solidFill>
                  <a:srgbClr val="4B6F88"/>
                </a:solidFill>
                <a:latin typeface="微软雅黑" panose="020B0503020204020204" charset="-122"/>
                <a:ea typeface="微软雅黑" panose="020B0503020204020204" charset="-122"/>
                <a:cs typeface="微软雅黑" panose="020B0503020204020204" charset="-122"/>
              </a:rPr>
              <a:t>轻微修改规则也要跑完整任务</a:t>
            </a:r>
            <a:endParaRPr sz="1100" b="1" dirty="0">
              <a:solidFill>
                <a:srgbClr val="4B6F88"/>
              </a:solidFill>
              <a:latin typeface="微软雅黑" panose="020B0503020204020204" charset="-122"/>
              <a:ea typeface="微软雅黑" panose="020B0503020204020204" charset="-122"/>
              <a:cs typeface="微软雅黑" panose="020B0503020204020204" charset="-122"/>
            </a:endParaRPr>
          </a:p>
        </p:txBody>
      </p:sp>
      <p:sp>
        <p:nvSpPr>
          <p:cNvPr id="140" name="s13-title-rule"/>
          <p:cNvSpPr>
            <a:spLocks noGrp="1"/>
          </p:cNvSpPr>
          <p:nvPr/>
        </p:nvSpPr>
        <p:spPr>
          <a:xfrm>
            <a:off x="247650" y="714375"/>
            <a:ext cx="11734800" cy="19050"/>
          </a:xfrm>
          <a:prstGeom prst="rect">
            <a:avLst/>
          </a:prstGeom>
          <a:solidFill>
            <a:srgbClr val="5B7188"/>
          </a:solidFill>
          <a:ln w="0">
            <a:solidFill>
              <a:srgbClr val="294A6D"/>
            </a:solidFill>
            <a:prstDash val="solid"/>
          </a:ln>
        </p:spPr>
      </p:sp>
      <p:sp>
        <p:nvSpPr>
          <p:cNvPr id="150" name="summary-band"/>
          <p:cNvSpPr>
            <a:spLocks noGrp="1"/>
          </p:cNvSpPr>
          <p:nvPr/>
        </p:nvSpPr>
        <p:spPr>
          <a:xfrm>
            <a:off x="609600" y="6238874"/>
            <a:ext cx="10972800" cy="371476"/>
          </a:xfrm>
          <a:prstGeom prst="rect">
            <a:avLst/>
          </a:prstGeom>
          <a:solidFill>
            <a:srgbClr val="173F61"/>
          </a:solidFill>
          <a:ln w="0">
            <a:solidFill>
              <a:srgbClr val="173F61"/>
            </a:solidFill>
            <a:prstDash val="solid"/>
          </a:ln>
        </p:spPr>
      </p:sp>
      <p:sp>
        <p:nvSpPr>
          <p:cNvPr id="151" name="summary-accent"/>
          <p:cNvSpPr>
            <a:spLocks noGrp="1"/>
          </p:cNvSpPr>
          <p:nvPr/>
        </p:nvSpPr>
        <p:spPr>
          <a:xfrm>
            <a:off x="601981" y="6238874"/>
            <a:ext cx="45719" cy="371476"/>
          </a:xfrm>
          <a:prstGeom prst="rect">
            <a:avLst/>
          </a:prstGeom>
          <a:solidFill>
            <a:srgbClr val="5C7F99"/>
          </a:solidFill>
          <a:ln w="0">
            <a:solidFill>
              <a:srgbClr val="5C7F99"/>
            </a:solidFill>
            <a:prstDash val="solid"/>
          </a:ln>
        </p:spPr>
      </p:sp>
      <p:sp>
        <p:nvSpPr>
          <p:cNvPr id="152" name="文本框 151"/>
          <p:cNvSpPr>
            <a:spLocks noGrp="1"/>
          </p:cNvSpPr>
          <p:nvPr/>
        </p:nvSpPr>
        <p:spPr>
          <a:xfrm>
            <a:off x="914400" y="6105525"/>
            <a:ext cx="10363200" cy="640080"/>
          </a:xfrm>
          <a:prstGeom prst="rect">
            <a:avLst/>
          </a:prstGeom>
          <a:noFill/>
        </p:spPr>
        <p:txBody>
          <a:bodyPr wrap="none" lIns="0" tIns="0" rIns="0" bIns="0" anchor="ctr">
            <a:noAutofit/>
          </a:bodyPr>
          <a:lstStyle/>
          <a:p>
            <a:pPr algn="ctr">
              <a:defRPr sz="1350" b="1">
                <a:solidFill>
                  <a:srgbClr val="FFFFFF"/>
                </a:solidFill>
                <a:latin typeface="微软雅黑" panose="020B0503020204020204" charset="-122"/>
                <a:ea typeface="微软雅黑" panose="020B0503020204020204" charset="-122"/>
                <a:cs typeface="微软雅黑" panose="020B0503020204020204" charset="-122"/>
              </a:defRPr>
            </a:pPr>
            <a:r>
              <a:rPr sz="1350" b="1" dirty="0" err="1" smtClean="0">
                <a:solidFill>
                  <a:srgbClr val="FFFFFF"/>
                </a:solidFill>
                <a:latin typeface="微软雅黑" panose="020B0503020204020204" charset="-122"/>
                <a:ea typeface="微软雅黑" panose="020B0503020204020204" charset="-122"/>
                <a:cs typeface="微软雅黑" panose="020B0503020204020204" charset="-122"/>
              </a:rPr>
              <a:t>这三个问题</a:t>
            </a:r>
            <a:r>
              <a:rPr lang="zh-CN" altLang="en-US" sz="1350" b="1" dirty="0">
                <a:solidFill>
                  <a:srgbClr val="FFFFFF"/>
                </a:solidFill>
                <a:latin typeface="微软雅黑" panose="020B0503020204020204" charset="-122"/>
                <a:ea typeface="微软雅黑" panose="020B0503020204020204" charset="-122"/>
                <a:cs typeface="微软雅黑" panose="020B0503020204020204" charset="-122"/>
              </a:rPr>
              <a:t>让</a:t>
            </a:r>
            <a:r>
              <a:rPr sz="1350" b="1" dirty="0" smtClean="0">
                <a:solidFill>
                  <a:srgbClr val="FFFFFF"/>
                </a:solidFill>
                <a:latin typeface="微软雅黑" panose="020B0503020204020204" charset="-122"/>
                <a:ea typeface="微软雅黑" panose="020B0503020204020204" charset="-122"/>
                <a:cs typeface="微软雅黑" panose="020B0503020204020204" charset="-122"/>
              </a:rPr>
              <a:t>Skill </a:t>
            </a:r>
            <a:r>
              <a:rPr sz="1350" b="1" dirty="0" smtClean="0">
                <a:solidFill>
                  <a:srgbClr val="FFFFFF"/>
                </a:solidFill>
                <a:latin typeface="微软雅黑" panose="020B0503020204020204" charset="-122"/>
                <a:ea typeface="微软雅黑" panose="020B0503020204020204" charset="-122"/>
                <a:cs typeface="微软雅黑" panose="020B0503020204020204" charset="-122"/>
              </a:rPr>
              <a:t>变</a:t>
            </a:r>
            <a:r>
              <a:rPr lang="zh-CN" altLang="en-US" sz="1350" b="1" dirty="0" smtClean="0">
                <a:solidFill>
                  <a:srgbClr val="FFFFFF"/>
                </a:solidFill>
                <a:latin typeface="微软雅黑" panose="020B0503020204020204" charset="-122"/>
                <a:ea typeface="微软雅黑" panose="020B0503020204020204" charset="-122"/>
                <a:cs typeface="微软雅黑" panose="020B0503020204020204" charset="-122"/>
              </a:rPr>
              <a:t>的</a:t>
            </a:r>
            <a:r>
              <a:rPr sz="1350" b="1" dirty="0" smtClean="0">
                <a:solidFill>
                  <a:srgbClr val="FFFFFF"/>
                </a:solidFill>
                <a:latin typeface="微软雅黑" panose="020B0503020204020204" charset="-122"/>
                <a:ea typeface="微软雅黑" panose="020B0503020204020204" charset="-122"/>
                <a:cs typeface="微软雅黑" panose="020B0503020204020204" charset="-122"/>
              </a:rPr>
              <a:t>“</a:t>
            </a:r>
            <a:r>
              <a:rPr sz="1350" b="1" dirty="0" err="1">
                <a:solidFill>
                  <a:srgbClr val="FFFFFF"/>
                </a:solidFill>
                <a:latin typeface="微软雅黑" panose="020B0503020204020204" charset="-122"/>
                <a:ea typeface="微软雅黑" panose="020B0503020204020204" charset="-122"/>
                <a:cs typeface="微软雅黑" panose="020B0503020204020204" charset="-122"/>
              </a:rPr>
              <a:t>高成本、慢迭代、</a:t>
            </a:r>
            <a:r>
              <a:rPr sz="1350" b="1" dirty="0" err="1" smtClean="0">
                <a:solidFill>
                  <a:srgbClr val="FFFFFF"/>
                </a:solidFill>
                <a:latin typeface="微软雅黑" panose="020B0503020204020204" charset="-122"/>
                <a:ea typeface="微软雅黑" panose="020B0503020204020204" charset="-122"/>
                <a:cs typeface="微软雅黑" panose="020B0503020204020204" charset="-122"/>
              </a:rPr>
              <a:t>难维护</a:t>
            </a:r>
            <a:r>
              <a:rPr sz="1350" b="1" dirty="0" smtClean="0">
                <a:solidFill>
                  <a:srgbClr val="FFFFFF"/>
                </a:solidFill>
                <a:latin typeface="微软雅黑" panose="020B0503020204020204" charset="-122"/>
                <a:ea typeface="微软雅黑" panose="020B0503020204020204" charset="-122"/>
                <a:cs typeface="微软雅黑" panose="020B0503020204020204" charset="-122"/>
              </a:rPr>
              <a:t>”。</a:t>
            </a:r>
            <a:endParaRPr sz="1350" b="1" dirty="0">
              <a:solidFill>
                <a:srgbClr val="FFFFFF"/>
              </a:solidFill>
              <a:latin typeface="微软雅黑" panose="020B0503020204020204" charset="-122"/>
              <a:ea typeface="微软雅黑" panose="020B0503020204020204" charset="-122"/>
              <a:cs typeface="微软雅黑" panose="020B0503020204020204" charset="-122"/>
            </a:endParaRPr>
          </a:p>
        </p:txBody>
      </p:sp>
      <p:sp>
        <p:nvSpPr>
          <p:cNvPr id="153" name="slide-1-title"/>
          <p:cNvSpPr>
            <a:spLocks noGrp="1"/>
          </p:cNvSpPr>
          <p:nvPr/>
        </p:nvSpPr>
        <p:spPr>
          <a:xfrm>
            <a:off x="342900" y="223460"/>
            <a:ext cx="635000" cy="495300"/>
          </a:xfrm>
          <a:prstGeom prst="rect">
            <a:avLst/>
          </a:prstGeom>
          <a:noFill/>
          <a:ln w="0">
            <a:noFill/>
            <a:prstDash val="solid"/>
          </a:ln>
        </p:spPr>
        <p:txBody>
          <a:bodyPr wrap="square" lIns="0" tIns="0" rIns="0" bIns="0" anchor="t">
            <a:noAutofit/>
          </a:bodyPr>
          <a:lstStyle/>
          <a:p>
            <a:pPr>
              <a:buNone/>
              <a:defRPr sz="3000" b="1">
                <a:solidFill>
                  <a:srgbClr val="072A67"/>
                </a:solidFill>
                <a:latin typeface="微软雅黑" panose="020B0503020204020204" charset="-122"/>
                <a:ea typeface="微软雅黑" panose="020B0503020204020204" charset="-122"/>
                <a:cs typeface="微软雅黑" panose="020B0503020204020204" charset="-122"/>
              </a:defRPr>
            </a:pPr>
            <a:r>
              <a:rPr sz="3000" b="1" dirty="0" smtClean="0">
                <a:solidFill>
                  <a:srgbClr val="243B53"/>
                </a:solidFill>
                <a:latin typeface="Arial" panose="020B0604020202020204"/>
                <a:ea typeface="Arial" panose="020B0604020202020204"/>
                <a:cs typeface="Arial" panose="020B0604020202020204"/>
              </a:rPr>
              <a:t>1.</a:t>
            </a:r>
            <a:r>
              <a:rPr lang="en-US" sz="3000" b="1" dirty="0" smtClean="0">
                <a:solidFill>
                  <a:srgbClr val="243B53"/>
                </a:solidFill>
                <a:latin typeface="Arial" panose="020B0604020202020204"/>
                <a:ea typeface="Arial" panose="020B0604020202020204"/>
                <a:cs typeface="Arial" panose="020B0604020202020204"/>
              </a:rPr>
              <a:t>7</a:t>
            </a:r>
            <a:endParaRPr sz="3000" b="1" dirty="0">
              <a:solidFill>
                <a:srgbClr val="243B53"/>
              </a:solidFill>
              <a:latin typeface="Arial" panose="020B0604020202020204"/>
              <a:ea typeface="Arial" panose="020B0604020202020204"/>
              <a:cs typeface="Arial" panose="020B0604020202020204"/>
            </a:endParaRPr>
          </a:p>
        </p:txBody>
      </p:sp>
      <p:sp>
        <p:nvSpPr>
          <p:cNvPr id="154" name="slide-7-page-number"/>
          <p:cNvSpPr>
            <a:spLocks noGrp="1"/>
          </p:cNvSpPr>
          <p:nvPr/>
        </p:nvSpPr>
        <p:spPr>
          <a:xfrm>
            <a:off x="11366500" y="317500"/>
            <a:ext cx="330200" cy="279400"/>
          </a:xfrm>
          <a:prstGeom prst="roundRect">
            <a:avLst>
              <a:gd name="adj" fmla="val 14706"/>
            </a:avLst>
          </a:prstGeom>
          <a:noFill/>
          <a:ln w="9525">
            <a:noFill/>
            <a:prstDash val="solid"/>
          </a:ln>
        </p:spPr>
        <p:txBody>
          <a:bodyPr wrap="square" lIns="0" tIns="0" rIns="0" bIns="0" anchor="ctr">
            <a:noAutofit/>
          </a:bodyPr>
          <a:lstStyle/>
          <a:p>
            <a:pPr algn="ctr">
              <a:buNone/>
              <a:defRPr sz="1200" b="1">
                <a:solidFill>
                  <a:srgbClr val="FFFFFF"/>
                </a:solidFill>
                <a:latin typeface="微软雅黑" panose="020B0503020204020204" charset="-122"/>
                <a:ea typeface="微软雅黑" panose="020B0503020204020204" charset="-122"/>
                <a:cs typeface="微软雅黑" panose="020B0503020204020204" charset="-122"/>
              </a:defRPr>
            </a:pPr>
            <a:r>
              <a:rPr lang="en-US" sz="1200" b="1" dirty="0">
                <a:solidFill>
                  <a:srgbClr val="66737F"/>
                </a:solidFill>
                <a:latin typeface="Arial" panose="020B0604020202020204"/>
                <a:ea typeface="Arial" panose="020B0604020202020204"/>
                <a:cs typeface="Arial" panose="020B0604020202020204"/>
              </a:rPr>
              <a:t>9</a:t>
            </a:r>
            <a:endParaRPr sz="1200" b="1" dirty="0">
              <a:solidFill>
                <a:srgbClr val="66737F"/>
              </a:solidFill>
              <a:latin typeface="Arial" panose="020B0604020202020204"/>
              <a:ea typeface="Arial" panose="020B0604020202020204"/>
              <a:cs typeface="Arial" panose="020B0604020202020204"/>
            </a:endParaRPr>
          </a:p>
        </p:txBody>
      </p:sp>
      <p:sp>
        <p:nvSpPr>
          <p:cNvPr id="108" name="constraints-principle-band"/>
          <p:cNvSpPr>
            <a:spLocks noGrp="1"/>
          </p:cNvSpPr>
          <p:nvPr/>
        </p:nvSpPr>
        <p:spPr>
          <a:xfrm>
            <a:off x="859631" y="2666999"/>
            <a:ext cx="2833688" cy="333375"/>
          </a:xfrm>
          <a:prstGeom prst="rect">
            <a:avLst/>
          </a:prstGeom>
          <a:solidFill>
            <a:srgbClr val="EAF0F4"/>
          </a:solidFill>
          <a:ln w="0">
            <a:noFill/>
            <a:prstDash val="solid"/>
          </a:ln>
        </p:spPr>
      </p:sp>
      <p:sp>
        <p:nvSpPr>
          <p:cNvPr id="109" name="references-node-text"/>
          <p:cNvSpPr>
            <a:spLocks noGrp="1"/>
          </p:cNvSpPr>
          <p:nvPr/>
        </p:nvSpPr>
        <p:spPr>
          <a:xfrm>
            <a:off x="859631" y="2686049"/>
            <a:ext cx="2862263" cy="314325"/>
          </a:xfrm>
          <a:prstGeom prst="rect">
            <a:avLst/>
          </a:prstGeom>
          <a:noFill/>
          <a:ln w="0">
            <a:noFill/>
            <a:prstDash val="solid"/>
          </a:ln>
        </p:spPr>
        <p:txBody>
          <a:bodyPr wrap="none" lIns="0" tIns="0" rIns="0" bIns="0" anchor="ctr">
            <a:normAutofit/>
          </a:bodyPr>
          <a:lstStyle/>
          <a:p>
            <a:pPr algn="ctr">
              <a:buNone/>
              <a:defRPr sz="925" b="1">
                <a:solidFill>
                  <a:srgbClr val="252B31"/>
                </a:solidFill>
                <a:latin typeface="微软雅黑" panose="020B0503020204020204" charset="-122"/>
                <a:ea typeface="微软雅黑" panose="020B0503020204020204" charset="-122"/>
                <a:cs typeface="微软雅黑" panose="020B0503020204020204" charset="-122"/>
              </a:defRPr>
            </a:pPr>
            <a:r>
              <a:rPr lang="zh-CN" altLang="en-US" sz="1100" b="1" dirty="0">
                <a:solidFill>
                  <a:srgbClr val="4B6F88"/>
                </a:solidFill>
                <a:latin typeface="微软雅黑" panose="020B0503020204020204" charset="-122"/>
                <a:ea typeface="微软雅黑" panose="020B0503020204020204" charset="-122"/>
                <a:cs typeface="微软雅黑" panose="020B0503020204020204" charset="-122"/>
              </a:rPr>
              <a:t>开发一个算子需要消耗数百万</a:t>
            </a:r>
            <a:r>
              <a:rPr lang="en-US" altLang="zh-CN" sz="1100" b="1" dirty="0">
                <a:solidFill>
                  <a:srgbClr val="4B6F88"/>
                </a:solidFill>
                <a:latin typeface="微软雅黑" panose="020B0503020204020204" charset="-122"/>
                <a:ea typeface="微软雅黑" panose="020B0503020204020204" charset="-122"/>
                <a:cs typeface="微软雅黑" panose="020B0503020204020204" charset="-122"/>
              </a:rPr>
              <a:t>token</a:t>
            </a:r>
            <a:endParaRPr sz="1100" b="1" dirty="0">
              <a:solidFill>
                <a:srgbClr val="4B6F88"/>
              </a:solidFill>
              <a:latin typeface="微软雅黑" panose="020B0503020204020204" charset="-122"/>
              <a:ea typeface="微软雅黑" panose="020B0503020204020204" charset="-122"/>
              <a:cs typeface="微软雅黑" panose="020B0503020204020204" charset="-122"/>
            </a:endParaRPr>
          </a:p>
        </p:txBody>
      </p:sp>
      <p:sp>
        <p:nvSpPr>
          <p:cNvPr id="112" name="constraints-principle-band"/>
          <p:cNvSpPr>
            <a:spLocks noGrp="1"/>
          </p:cNvSpPr>
          <p:nvPr/>
        </p:nvSpPr>
        <p:spPr>
          <a:xfrm>
            <a:off x="931069" y="3462337"/>
            <a:ext cx="2833688" cy="333375"/>
          </a:xfrm>
          <a:prstGeom prst="rect">
            <a:avLst/>
          </a:prstGeom>
          <a:solidFill>
            <a:srgbClr val="EAF0F4"/>
          </a:solidFill>
          <a:ln w="0">
            <a:noFill/>
            <a:prstDash val="solid"/>
          </a:ln>
        </p:spPr>
      </p:sp>
      <p:sp>
        <p:nvSpPr>
          <p:cNvPr id="113" name="examples-node-text"/>
          <p:cNvSpPr>
            <a:spLocks noGrp="1"/>
          </p:cNvSpPr>
          <p:nvPr/>
        </p:nvSpPr>
        <p:spPr>
          <a:xfrm>
            <a:off x="1509712" y="3505200"/>
            <a:ext cx="1519237" cy="314325"/>
          </a:xfrm>
          <a:prstGeom prst="rect">
            <a:avLst/>
          </a:prstGeom>
          <a:noFill/>
          <a:ln w="0">
            <a:noFill/>
            <a:prstDash val="solid"/>
          </a:ln>
        </p:spPr>
        <p:txBody>
          <a:bodyPr wrap="none" lIns="0" tIns="0" rIns="0" bIns="0" anchor="ctr">
            <a:normAutofit/>
          </a:bodyPr>
          <a:lstStyle/>
          <a:p>
            <a:pPr algn="ctr">
              <a:buNone/>
              <a:defRPr sz="925" b="1">
                <a:solidFill>
                  <a:srgbClr val="252B31"/>
                </a:solidFill>
                <a:latin typeface="微软雅黑" panose="020B0503020204020204" charset="-122"/>
                <a:ea typeface="微软雅黑" panose="020B0503020204020204" charset="-122"/>
                <a:cs typeface="微软雅黑" panose="020B0503020204020204" charset="-122"/>
              </a:defRPr>
            </a:pPr>
            <a:r>
              <a:rPr lang="zh-CN" altLang="en-US" sz="1100" b="1" dirty="0">
                <a:solidFill>
                  <a:srgbClr val="4B6F88"/>
                </a:solidFill>
                <a:latin typeface="微软雅黑" panose="020B0503020204020204" charset="-122"/>
                <a:ea typeface="微软雅黑" panose="020B0503020204020204" charset="-122"/>
                <a:cs typeface="微软雅黑" panose="020B0503020204020204" charset="-122"/>
              </a:rPr>
              <a:t>一天的内网模型调用额度跑不了三个算子</a:t>
            </a:r>
            <a:endParaRPr sz="1100" b="1" dirty="0">
              <a:solidFill>
                <a:srgbClr val="4B6F88"/>
              </a:solidFill>
              <a:latin typeface="微软雅黑" panose="020B0503020204020204" charset="-122"/>
              <a:ea typeface="微软雅黑" panose="020B0503020204020204" charset="-122"/>
              <a:cs typeface="微软雅黑" panose="020B0503020204020204" charset="-122"/>
            </a:endParaRPr>
          </a:p>
        </p:txBody>
      </p:sp>
      <p:sp>
        <p:nvSpPr>
          <p:cNvPr id="114" name="validation-product-band"/>
          <p:cNvSpPr>
            <a:spLocks noGrp="1"/>
          </p:cNvSpPr>
          <p:nvPr/>
        </p:nvSpPr>
        <p:spPr>
          <a:xfrm>
            <a:off x="8445500" y="3486150"/>
            <a:ext cx="3038475" cy="295275"/>
          </a:xfrm>
          <a:prstGeom prst="rect">
            <a:avLst/>
          </a:prstGeom>
          <a:solidFill>
            <a:srgbClr val="EAF0F4"/>
          </a:solidFill>
          <a:ln w="0">
            <a:noFill/>
            <a:prstDash val="solid"/>
          </a:ln>
        </p:spPr>
      </p:sp>
      <p:sp>
        <p:nvSpPr>
          <p:cNvPr id="115" name="validation-product"/>
          <p:cNvSpPr>
            <a:spLocks noGrp="1"/>
          </p:cNvSpPr>
          <p:nvPr/>
        </p:nvSpPr>
        <p:spPr>
          <a:xfrm>
            <a:off x="8559800" y="3495675"/>
            <a:ext cx="2809875" cy="276225"/>
          </a:xfrm>
          <a:prstGeom prst="rect">
            <a:avLst/>
          </a:prstGeom>
          <a:noFill/>
          <a:ln w="0">
            <a:noFill/>
            <a:prstDash val="solid"/>
          </a:ln>
        </p:spPr>
        <p:txBody>
          <a:bodyPr wrap="none" lIns="0" tIns="0" rIns="0" bIns="0" anchor="ctr">
            <a:normAutofit/>
          </a:bodyPr>
          <a:lstStyle/>
          <a:p>
            <a:pPr algn="ctr">
              <a:buNone/>
              <a:defRPr sz="1050" b="1">
                <a:solidFill>
                  <a:srgbClr val="4B6F88"/>
                </a:solidFill>
                <a:latin typeface="微软雅黑" panose="020B0503020204020204" charset="-122"/>
                <a:ea typeface="微软雅黑" panose="020B0503020204020204" charset="-122"/>
                <a:cs typeface="微软雅黑" panose="020B0503020204020204" charset="-122"/>
              </a:defRPr>
            </a:pPr>
            <a:r>
              <a:rPr sz="1100" b="1" dirty="0" err="1">
                <a:solidFill>
                  <a:srgbClr val="4B6F88"/>
                </a:solidFill>
                <a:latin typeface="微软雅黑" panose="020B0503020204020204" charset="-122"/>
                <a:ea typeface="微软雅黑" panose="020B0503020204020204" charset="-122"/>
                <a:cs typeface="微软雅黑" panose="020B0503020204020204" charset="-122"/>
              </a:rPr>
              <a:t>结果：小改动验证成本高</a:t>
            </a:r>
            <a:endParaRPr sz="1100" b="1" dirty="0">
              <a:solidFill>
                <a:srgbClr val="4B6F88"/>
              </a:solidFill>
              <a:latin typeface="微软雅黑" panose="020B0503020204020204" charset="-122"/>
              <a:ea typeface="微软雅黑" panose="020B0503020204020204" charset="-122"/>
              <a:cs typeface="微软雅黑" panose="020B0503020204020204" charset="-122"/>
            </a:endParaRP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6" name="phase-c-surface"/>
          <p:cNvSpPr>
            <a:spLocks noGrp="1"/>
          </p:cNvSpPr>
          <p:nvPr/>
        </p:nvSpPr>
        <p:spPr>
          <a:xfrm>
            <a:off x="1352550" y="1831659"/>
            <a:ext cx="9601200" cy="1000125"/>
          </a:xfrm>
          <a:prstGeom prst="rect">
            <a:avLst/>
          </a:prstGeom>
          <a:solidFill>
            <a:srgbClr val="F1F5F7"/>
          </a:solidFill>
          <a:ln w="9525">
            <a:solidFill>
              <a:srgbClr val="D7E0E6"/>
            </a:solidFill>
            <a:prstDash val="solid"/>
          </a:ln>
        </p:spPr>
      </p:sp>
      <p:sp>
        <p:nvSpPr>
          <p:cNvPr id="145" name="phase-c-surface"/>
          <p:cNvSpPr>
            <a:spLocks noGrp="1"/>
          </p:cNvSpPr>
          <p:nvPr/>
        </p:nvSpPr>
        <p:spPr>
          <a:xfrm>
            <a:off x="1352550" y="2869884"/>
            <a:ext cx="9601200" cy="1000125"/>
          </a:xfrm>
          <a:prstGeom prst="rect">
            <a:avLst/>
          </a:prstGeom>
          <a:solidFill>
            <a:srgbClr val="F1F5F7"/>
          </a:solidFill>
          <a:ln w="9525">
            <a:solidFill>
              <a:srgbClr val="D7E0E6"/>
            </a:solidFill>
            <a:prstDash val="solid"/>
          </a:ln>
        </p:spPr>
      </p:sp>
      <p:sp>
        <p:nvSpPr>
          <p:cNvPr id="144" name="phase-c-surface"/>
          <p:cNvSpPr>
            <a:spLocks noGrp="1"/>
          </p:cNvSpPr>
          <p:nvPr/>
        </p:nvSpPr>
        <p:spPr>
          <a:xfrm>
            <a:off x="1352550" y="3926205"/>
            <a:ext cx="9601200" cy="1000125"/>
          </a:xfrm>
          <a:prstGeom prst="rect">
            <a:avLst/>
          </a:prstGeom>
          <a:solidFill>
            <a:srgbClr val="F1F5F7"/>
          </a:solidFill>
          <a:ln w="9525">
            <a:solidFill>
              <a:srgbClr val="D7E0E6"/>
            </a:solidFill>
            <a:prstDash val="solid"/>
          </a:ln>
        </p:spPr>
      </p:sp>
      <p:sp>
        <p:nvSpPr>
          <p:cNvPr id="7" name="slide-8-title"/>
          <p:cNvSpPr>
            <a:spLocks noGrp="1"/>
          </p:cNvSpPr>
          <p:nvPr/>
        </p:nvSpPr>
        <p:spPr>
          <a:xfrm>
            <a:off x="1082993" y="246698"/>
            <a:ext cx="9620250" cy="409575"/>
          </a:xfrm>
          <a:prstGeom prst="rect">
            <a:avLst/>
          </a:prstGeom>
          <a:noFill/>
          <a:ln w="0">
            <a:noFill/>
            <a:prstDash val="solid"/>
          </a:ln>
        </p:spPr>
        <p:txBody>
          <a:bodyPr wrap="square" lIns="0" tIns="0" rIns="0" bIns="0" anchor="ctr">
            <a:noAutofit/>
          </a:bodyPr>
          <a:lstStyle/>
          <a:p>
            <a:pPr algn="l">
              <a:buNone/>
              <a:defRPr sz="2850" b="1">
                <a:solidFill>
                  <a:srgbClr val="072A67"/>
                </a:solidFill>
                <a:latin typeface="微软雅黑" panose="020B0503020204020204" charset="-122"/>
                <a:ea typeface="微软雅黑" panose="020B0503020204020204" charset="-122"/>
                <a:cs typeface="微软雅黑" panose="020B0503020204020204" charset="-122"/>
              </a:defRPr>
            </a:pPr>
            <a:r>
              <a:rPr sz="2850" b="1">
                <a:solidFill>
                  <a:srgbClr val="243B53"/>
                </a:solidFill>
                <a:latin typeface="微软雅黑" panose="020B0503020204020204" charset="-122"/>
                <a:ea typeface="微软雅黑" panose="020B0503020204020204" charset="-122"/>
                <a:cs typeface="微软雅黑" panose="020B0503020204020204" charset="-122"/>
              </a:rPr>
              <a:t>优化方向一：降低算子开发时间与 Token 消耗</a:t>
            </a:r>
          </a:p>
        </p:txBody>
      </p:sp>
      <p:sp>
        <p:nvSpPr>
          <p:cNvPr id="9" name="footer-background"/>
          <p:cNvSpPr>
            <a:spLocks noGrp="1"/>
          </p:cNvSpPr>
          <p:nvPr/>
        </p:nvSpPr>
        <p:spPr>
          <a:xfrm>
            <a:off x="200025" y="6172201"/>
            <a:ext cx="11791950" cy="533400"/>
          </a:xfrm>
          <a:prstGeom prst="rect">
            <a:avLst/>
          </a:prstGeom>
          <a:solidFill>
            <a:srgbClr val="173F61"/>
          </a:solidFill>
          <a:ln w="0">
            <a:solidFill>
              <a:srgbClr val="173F61"/>
            </a:solidFill>
            <a:prstDash val="solid"/>
          </a:ln>
        </p:spPr>
        <p:txBody>
          <a:bodyPr wrap="square" lIns="0" tIns="0" rIns="0" bIns="0" anchor="ctr">
            <a:normAutofit/>
          </a:bodyPr>
          <a:lstStyle/>
          <a:p>
            <a:endParaRPr/>
          </a:p>
        </p:txBody>
      </p:sp>
      <p:sp>
        <p:nvSpPr>
          <p:cNvPr id="11" name="slide-8-editable-footer"/>
          <p:cNvSpPr>
            <a:spLocks noGrp="1"/>
          </p:cNvSpPr>
          <p:nvPr/>
        </p:nvSpPr>
        <p:spPr>
          <a:xfrm>
            <a:off x="1000125" y="6200775"/>
            <a:ext cx="10191750" cy="466725"/>
          </a:xfrm>
          <a:prstGeom prst="rect">
            <a:avLst/>
          </a:prstGeom>
          <a:solidFill>
            <a:srgbClr val="173F61"/>
          </a:solidFill>
          <a:ln w="0">
            <a:solidFill>
              <a:srgbClr val="173F61"/>
            </a:solidFill>
            <a:prstDash val="solid"/>
          </a:ln>
        </p:spPr>
        <p:txBody>
          <a:bodyPr wrap="square" lIns="0" tIns="0" rIns="0" bIns="0" anchor="ctr">
            <a:noAutofit/>
          </a:bodyPr>
          <a:lstStyle/>
          <a:p>
            <a:pPr algn="ctr">
              <a:lnSpc>
                <a:spcPct val="100000"/>
              </a:lnSpc>
              <a:buNone/>
              <a:defRPr sz="1275" b="1">
                <a:solidFill>
                  <a:srgbClr val="FFFFFF"/>
                </a:solidFill>
                <a:latin typeface="微软雅黑" panose="020B0503020204020204" charset="-122"/>
                <a:ea typeface="微软雅黑" panose="020B0503020204020204" charset="-122"/>
                <a:cs typeface="微软雅黑" panose="020B0503020204020204" charset="-122"/>
              </a:defRPr>
            </a:pPr>
            <a:r>
              <a:rPr sz="1275" b="1" dirty="0" err="1">
                <a:solidFill>
                  <a:srgbClr val="FFFFFF"/>
                </a:solidFill>
                <a:latin typeface="微软雅黑" panose="020B0503020204020204" charset="-122"/>
                <a:ea typeface="微软雅黑" panose="020B0503020204020204" charset="-122"/>
                <a:cs typeface="微软雅黑" panose="020B0503020204020204" charset="-122"/>
              </a:rPr>
              <a:t>减少无效流程、无效优化和重复分析，让</a:t>
            </a:r>
            <a:r>
              <a:rPr sz="1275" b="1" dirty="0">
                <a:solidFill>
                  <a:srgbClr val="FFFFFF"/>
                </a:solidFill>
                <a:latin typeface="微软雅黑" panose="020B0503020204020204" charset="-122"/>
                <a:ea typeface="微软雅黑" panose="020B0503020204020204" charset="-122"/>
                <a:cs typeface="微软雅黑" panose="020B0503020204020204" charset="-122"/>
              </a:rPr>
              <a:t> Agent </a:t>
            </a:r>
            <a:r>
              <a:rPr sz="1275" b="1" dirty="0" err="1">
                <a:solidFill>
                  <a:srgbClr val="FFFFFF"/>
                </a:solidFill>
                <a:latin typeface="微软雅黑" panose="020B0503020204020204" charset="-122"/>
                <a:ea typeface="微软雅黑" panose="020B0503020204020204" charset="-122"/>
                <a:cs typeface="微软雅黑" panose="020B0503020204020204" charset="-122"/>
              </a:rPr>
              <a:t>只处理真正需要推理的部分</a:t>
            </a:r>
            <a:r>
              <a:rPr sz="1275" b="1" dirty="0">
                <a:solidFill>
                  <a:srgbClr val="FFFFFF"/>
                </a:solidFill>
                <a:latin typeface="微软雅黑" panose="020B0503020204020204" charset="-122"/>
                <a:ea typeface="微软雅黑" panose="020B0503020204020204" charset="-122"/>
                <a:cs typeface="微软雅黑" panose="020B0503020204020204" charset="-122"/>
              </a:rPr>
              <a:t>。</a:t>
            </a:r>
          </a:p>
        </p:txBody>
      </p:sp>
      <p:sp>
        <p:nvSpPr>
          <p:cNvPr id="20" name="knowledge-source-1"/>
          <p:cNvSpPr>
            <a:spLocks noGrp="1"/>
          </p:cNvSpPr>
          <p:nvPr/>
        </p:nvSpPr>
        <p:spPr>
          <a:xfrm>
            <a:off x="1778635" y="881380"/>
            <a:ext cx="2857500" cy="514350"/>
          </a:xfrm>
          <a:prstGeom prst="roundRect">
            <a:avLst>
              <a:gd name="adj" fmla="val 14815"/>
            </a:avLst>
          </a:prstGeom>
          <a:solidFill>
            <a:srgbClr val="FFFFFF"/>
          </a:solidFill>
          <a:ln w="9525">
            <a:solidFill>
              <a:srgbClr val="D7E0E6"/>
            </a:solidFill>
            <a:prstDash val="solid"/>
          </a:ln>
        </p:spPr>
      </p:sp>
      <p:sp>
        <p:nvSpPr>
          <p:cNvPr id="22" name="knowledge-source-1-title"/>
          <p:cNvSpPr>
            <a:spLocks noGrp="1"/>
          </p:cNvSpPr>
          <p:nvPr/>
        </p:nvSpPr>
        <p:spPr>
          <a:xfrm>
            <a:off x="2057400" y="916940"/>
            <a:ext cx="2286000" cy="209550"/>
          </a:xfrm>
          <a:prstGeom prst="rect">
            <a:avLst/>
          </a:prstGeom>
          <a:noFill/>
          <a:ln w="0">
            <a:noFill/>
            <a:prstDash val="solid"/>
          </a:ln>
        </p:spPr>
        <p:txBody>
          <a:bodyPr wrap="square" lIns="0" tIns="0" rIns="0" bIns="0" anchor="ctr">
            <a:noAutofit/>
          </a:bodyPr>
          <a:lstStyle/>
          <a:p>
            <a:pPr algn="ctr">
              <a:buNone/>
              <a:defRPr sz="1125" b="1">
                <a:solidFill>
                  <a:srgbClr val="263544"/>
                </a:solidFill>
                <a:latin typeface="微软雅黑" panose="020B0503020204020204" charset="-122"/>
                <a:ea typeface="微软雅黑" panose="020B0503020204020204" charset="-122"/>
                <a:cs typeface="微软雅黑" panose="020B0503020204020204" charset="-122"/>
              </a:defRPr>
            </a:pPr>
            <a:r>
              <a:rPr sz="1125" b="1">
                <a:solidFill>
                  <a:srgbClr val="263544"/>
                </a:solidFill>
                <a:latin typeface="微软雅黑" panose="020B0503020204020204" charset="-122"/>
                <a:ea typeface="微软雅黑" panose="020B0503020204020204" charset="-122"/>
                <a:cs typeface="微软雅黑" panose="020B0503020204020204" charset="-122"/>
              </a:rPr>
              <a:t>全流程重复执行</a:t>
            </a:r>
          </a:p>
        </p:txBody>
      </p:sp>
      <p:sp>
        <p:nvSpPr>
          <p:cNvPr id="23" name="knowledge-source-1-note"/>
          <p:cNvSpPr>
            <a:spLocks noGrp="1"/>
          </p:cNvSpPr>
          <p:nvPr/>
        </p:nvSpPr>
        <p:spPr>
          <a:xfrm>
            <a:off x="2057400" y="1145540"/>
            <a:ext cx="2286000" cy="161925"/>
          </a:xfrm>
          <a:prstGeom prst="rect">
            <a:avLst/>
          </a:prstGeom>
          <a:noFill/>
          <a:ln w="0">
            <a:noFill/>
            <a:prstDash val="solid"/>
          </a:ln>
        </p:spPr>
        <p:txBody>
          <a:bodyPr wrap="square" lIns="0" tIns="0" rIns="0" bIns="0" anchor="ctr">
            <a:noAutofit/>
          </a:bodyPr>
          <a:lstStyle/>
          <a:p>
            <a:pPr algn="ctr">
              <a:buNone/>
              <a:defRPr sz="865" b="0">
                <a:solidFill>
                  <a:srgbClr val="677684"/>
                </a:solidFill>
                <a:latin typeface="微软雅黑" panose="020B0503020204020204" charset="-122"/>
                <a:ea typeface="微软雅黑" panose="020B0503020204020204" charset="-122"/>
                <a:cs typeface="微软雅黑" panose="020B0503020204020204" charset="-122"/>
              </a:defRPr>
            </a:pPr>
            <a:r>
              <a:rPr sz="865" b="0">
                <a:solidFill>
                  <a:srgbClr val="677684"/>
                </a:solidFill>
                <a:latin typeface="微软雅黑" panose="020B0503020204020204" charset="-122"/>
                <a:ea typeface="微软雅黑" panose="020B0503020204020204" charset="-122"/>
                <a:cs typeface="微软雅黑" panose="020B0503020204020204" charset="-122"/>
              </a:rPr>
              <a:t>不同任务都从头开始</a:t>
            </a:r>
          </a:p>
        </p:txBody>
      </p:sp>
      <p:sp>
        <p:nvSpPr>
          <p:cNvPr id="24" name="knowledge-source-2"/>
          <p:cNvSpPr>
            <a:spLocks noGrp="1"/>
          </p:cNvSpPr>
          <p:nvPr/>
        </p:nvSpPr>
        <p:spPr>
          <a:xfrm>
            <a:off x="4702810" y="881380"/>
            <a:ext cx="2857500" cy="514350"/>
          </a:xfrm>
          <a:prstGeom prst="roundRect">
            <a:avLst>
              <a:gd name="adj" fmla="val 14815"/>
            </a:avLst>
          </a:prstGeom>
          <a:solidFill>
            <a:srgbClr val="FFFFFF"/>
          </a:solidFill>
          <a:ln w="9525">
            <a:solidFill>
              <a:srgbClr val="D7E0E6"/>
            </a:solidFill>
            <a:prstDash val="solid"/>
          </a:ln>
        </p:spPr>
      </p:sp>
      <p:sp>
        <p:nvSpPr>
          <p:cNvPr id="26" name="knowledge-source-2-title"/>
          <p:cNvSpPr>
            <a:spLocks noGrp="1"/>
          </p:cNvSpPr>
          <p:nvPr/>
        </p:nvSpPr>
        <p:spPr>
          <a:xfrm>
            <a:off x="4991100" y="916940"/>
            <a:ext cx="2286000" cy="209550"/>
          </a:xfrm>
          <a:prstGeom prst="rect">
            <a:avLst/>
          </a:prstGeom>
          <a:noFill/>
          <a:ln w="0">
            <a:noFill/>
            <a:prstDash val="solid"/>
          </a:ln>
        </p:spPr>
        <p:txBody>
          <a:bodyPr wrap="square" lIns="0" tIns="0" rIns="0" bIns="0" anchor="ctr">
            <a:noAutofit/>
          </a:bodyPr>
          <a:lstStyle/>
          <a:p>
            <a:pPr algn="ctr">
              <a:buNone/>
              <a:defRPr sz="1125" b="1">
                <a:solidFill>
                  <a:srgbClr val="263544"/>
                </a:solidFill>
                <a:latin typeface="微软雅黑" panose="020B0503020204020204" charset="-122"/>
                <a:ea typeface="微软雅黑" panose="020B0503020204020204" charset="-122"/>
                <a:cs typeface="微软雅黑" panose="020B0503020204020204" charset="-122"/>
              </a:defRPr>
            </a:pPr>
            <a:r>
              <a:rPr sz="1125" b="1">
                <a:solidFill>
                  <a:srgbClr val="263544"/>
                </a:solidFill>
                <a:latin typeface="微软雅黑" panose="020B0503020204020204" charset="-122"/>
                <a:ea typeface="微软雅黑" panose="020B0503020204020204" charset="-122"/>
                <a:cs typeface="微软雅黑" panose="020B0503020204020204" charset="-122"/>
              </a:rPr>
              <a:t>优化策略过度遍历</a:t>
            </a:r>
          </a:p>
        </p:txBody>
      </p:sp>
      <p:sp>
        <p:nvSpPr>
          <p:cNvPr id="27" name="knowledge-source-2-note"/>
          <p:cNvSpPr>
            <a:spLocks noGrp="1"/>
          </p:cNvSpPr>
          <p:nvPr/>
        </p:nvSpPr>
        <p:spPr>
          <a:xfrm>
            <a:off x="4895850" y="1145540"/>
            <a:ext cx="2476500" cy="161925"/>
          </a:xfrm>
          <a:prstGeom prst="rect">
            <a:avLst/>
          </a:prstGeom>
          <a:noFill/>
          <a:ln w="0">
            <a:noFill/>
            <a:prstDash val="solid"/>
          </a:ln>
        </p:spPr>
        <p:txBody>
          <a:bodyPr wrap="square" lIns="0" tIns="0" rIns="0" bIns="0" anchor="ctr">
            <a:noAutofit/>
          </a:bodyPr>
          <a:lstStyle/>
          <a:p>
            <a:pPr algn="ctr">
              <a:buNone/>
              <a:defRPr sz="865" b="0">
                <a:solidFill>
                  <a:srgbClr val="677684"/>
                </a:solidFill>
                <a:latin typeface="微软雅黑" panose="020B0503020204020204" charset="-122"/>
                <a:ea typeface="微软雅黑" panose="020B0503020204020204" charset="-122"/>
                <a:cs typeface="微软雅黑" panose="020B0503020204020204" charset="-122"/>
              </a:defRPr>
            </a:pPr>
            <a:r>
              <a:rPr sz="865" b="0">
                <a:solidFill>
                  <a:srgbClr val="677684"/>
                </a:solidFill>
                <a:latin typeface="微软雅黑" panose="020B0503020204020204" charset="-122"/>
                <a:ea typeface="微软雅黑" panose="020B0503020204020204" charset="-122"/>
                <a:cs typeface="微软雅黑" panose="020B0503020204020204" charset="-122"/>
              </a:rPr>
              <a:t>缺少瓶颈判断，低收益尝试过多</a:t>
            </a:r>
          </a:p>
        </p:txBody>
      </p:sp>
      <p:sp>
        <p:nvSpPr>
          <p:cNvPr id="28" name="knowledge-source-3"/>
          <p:cNvSpPr>
            <a:spLocks noGrp="1"/>
          </p:cNvSpPr>
          <p:nvPr/>
        </p:nvSpPr>
        <p:spPr>
          <a:xfrm>
            <a:off x="7626985" y="881380"/>
            <a:ext cx="2857500" cy="514350"/>
          </a:xfrm>
          <a:prstGeom prst="roundRect">
            <a:avLst>
              <a:gd name="adj" fmla="val 14815"/>
            </a:avLst>
          </a:prstGeom>
          <a:solidFill>
            <a:srgbClr val="FFFFFF"/>
          </a:solidFill>
          <a:ln w="9525">
            <a:solidFill>
              <a:srgbClr val="D7E0E6"/>
            </a:solidFill>
            <a:prstDash val="solid"/>
          </a:ln>
        </p:spPr>
        <p:txBody>
          <a:bodyPr/>
          <a:lstStyle/>
          <a:p>
            <a:endParaRPr/>
          </a:p>
        </p:txBody>
      </p:sp>
      <p:sp>
        <p:nvSpPr>
          <p:cNvPr id="30" name="knowledge-source-3-title"/>
          <p:cNvSpPr>
            <a:spLocks noGrp="1"/>
          </p:cNvSpPr>
          <p:nvPr/>
        </p:nvSpPr>
        <p:spPr>
          <a:xfrm>
            <a:off x="7915275" y="916940"/>
            <a:ext cx="2286000" cy="209550"/>
          </a:xfrm>
          <a:prstGeom prst="rect">
            <a:avLst/>
          </a:prstGeom>
          <a:noFill/>
          <a:ln w="0">
            <a:noFill/>
            <a:prstDash val="solid"/>
          </a:ln>
        </p:spPr>
        <p:txBody>
          <a:bodyPr wrap="square" lIns="0" tIns="0" rIns="0" bIns="0" anchor="ctr">
            <a:noAutofit/>
          </a:bodyPr>
          <a:lstStyle/>
          <a:p>
            <a:pPr algn="ctr">
              <a:buNone/>
              <a:defRPr sz="1125" b="1">
                <a:solidFill>
                  <a:srgbClr val="263544"/>
                </a:solidFill>
                <a:latin typeface="微软雅黑" panose="020B0503020204020204" charset="-122"/>
                <a:ea typeface="微软雅黑" panose="020B0503020204020204" charset="-122"/>
                <a:cs typeface="微软雅黑" panose="020B0503020204020204" charset="-122"/>
              </a:defRPr>
            </a:pPr>
            <a:r>
              <a:rPr sz="1125" b="1">
                <a:solidFill>
                  <a:srgbClr val="263544"/>
                </a:solidFill>
                <a:latin typeface="微软雅黑" panose="020B0503020204020204" charset="-122"/>
                <a:ea typeface="微软雅黑" panose="020B0503020204020204" charset="-122"/>
                <a:cs typeface="微软雅黑" panose="020B0503020204020204" charset="-122"/>
              </a:rPr>
              <a:t>大量工作交给 Agent</a:t>
            </a:r>
          </a:p>
        </p:txBody>
      </p:sp>
      <p:sp>
        <p:nvSpPr>
          <p:cNvPr id="31" name="knowledge-source-3-note"/>
          <p:cNvSpPr>
            <a:spLocks noGrp="1"/>
          </p:cNvSpPr>
          <p:nvPr/>
        </p:nvSpPr>
        <p:spPr>
          <a:xfrm>
            <a:off x="7772400" y="1145540"/>
            <a:ext cx="2571750" cy="161925"/>
          </a:xfrm>
          <a:prstGeom prst="rect">
            <a:avLst/>
          </a:prstGeom>
          <a:noFill/>
          <a:ln w="0">
            <a:noFill/>
            <a:prstDash val="solid"/>
          </a:ln>
        </p:spPr>
        <p:txBody>
          <a:bodyPr wrap="square" lIns="0" tIns="0" rIns="0" bIns="0" anchor="ctr">
            <a:noAutofit/>
          </a:bodyPr>
          <a:lstStyle/>
          <a:p>
            <a:pPr algn="ctr">
              <a:buNone/>
              <a:defRPr sz="865" b="0">
                <a:solidFill>
                  <a:srgbClr val="677684"/>
                </a:solidFill>
                <a:latin typeface="微软雅黑" panose="020B0503020204020204" charset="-122"/>
                <a:ea typeface="微软雅黑" panose="020B0503020204020204" charset="-122"/>
                <a:cs typeface="微软雅黑" panose="020B0503020204020204" charset="-122"/>
              </a:defRPr>
            </a:pPr>
            <a:r>
              <a:rPr sz="865" b="0">
                <a:solidFill>
                  <a:srgbClr val="677684"/>
                </a:solidFill>
                <a:latin typeface="微软雅黑" panose="020B0503020204020204" charset="-122"/>
                <a:ea typeface="微软雅黑" panose="020B0503020204020204" charset="-122"/>
                <a:cs typeface="微软雅黑" panose="020B0503020204020204" charset="-122"/>
              </a:rPr>
              <a:t>Log / Benchmark / </a:t>
            </a:r>
            <a:r>
              <a:rPr lang="zh-CN" sz="865" b="0">
                <a:solidFill>
                  <a:srgbClr val="677684"/>
                </a:solidFill>
                <a:latin typeface="微软雅黑" panose="020B0503020204020204" charset="-122"/>
                <a:ea typeface="微软雅黑" panose="020B0503020204020204" charset="-122"/>
                <a:cs typeface="微软雅黑" panose="020B0503020204020204" charset="-122"/>
              </a:rPr>
              <a:t>反复</a:t>
            </a:r>
            <a:r>
              <a:rPr sz="865" b="0">
                <a:solidFill>
                  <a:srgbClr val="677684"/>
                </a:solidFill>
                <a:latin typeface="微软雅黑" panose="020B0503020204020204" charset="-122"/>
                <a:ea typeface="微软雅黑" panose="020B0503020204020204" charset="-122"/>
                <a:cs typeface="微软雅黑" panose="020B0503020204020204" charset="-122"/>
              </a:rPr>
              <a:t>Profile</a:t>
            </a:r>
          </a:p>
        </p:txBody>
      </p:sp>
      <p:sp>
        <p:nvSpPr>
          <p:cNvPr id="32" name="platform-knowledge-node"/>
          <p:cNvSpPr>
            <a:spLocks noGrp="1"/>
          </p:cNvSpPr>
          <p:nvPr/>
        </p:nvSpPr>
        <p:spPr>
          <a:xfrm>
            <a:off x="4762500" y="1457325"/>
            <a:ext cx="2667000" cy="295275"/>
          </a:xfrm>
          <a:prstGeom prst="roundRect">
            <a:avLst>
              <a:gd name="adj" fmla="val 24000"/>
            </a:avLst>
          </a:prstGeom>
          <a:solidFill>
            <a:srgbClr val="173F61"/>
          </a:solidFill>
          <a:ln w="0">
            <a:solidFill>
              <a:srgbClr val="173F61"/>
            </a:solidFill>
            <a:prstDash val="solid"/>
          </a:ln>
        </p:spPr>
        <p:txBody>
          <a:bodyPr wrap="square" lIns="0" tIns="0" rIns="0" bIns="0" anchor="ctr">
            <a:noAutofit/>
          </a:bodyPr>
          <a:lstStyle/>
          <a:p>
            <a:pPr algn="ctr">
              <a:buNone/>
              <a:defRPr sz="1125" b="1">
                <a:solidFill>
                  <a:srgbClr val="FFFFFF"/>
                </a:solidFill>
                <a:latin typeface="微软雅黑" panose="020B0503020204020204" charset="-122"/>
                <a:ea typeface="微软雅黑" panose="020B0503020204020204" charset="-122"/>
                <a:cs typeface="微软雅黑" panose="020B0503020204020204" charset="-122"/>
              </a:defRPr>
            </a:pPr>
            <a:r>
              <a:rPr sz="1125" b="1">
                <a:solidFill>
                  <a:srgbClr val="FFFFFF"/>
                </a:solidFill>
                <a:latin typeface="微软雅黑" panose="020B0503020204020204" charset="-122"/>
                <a:ea typeface="微软雅黑" panose="020B0503020204020204" charset="-122"/>
                <a:cs typeface="微软雅黑" panose="020B0503020204020204" charset="-122"/>
              </a:rPr>
              <a:t>开发时间 ↑   +   Token 消耗 ↑</a:t>
            </a:r>
            <a:endParaRPr sz="1400" b="1">
              <a:solidFill>
                <a:srgbClr val="FFFFFF"/>
              </a:solidFill>
              <a:latin typeface="Arial" panose="020B0604020202020204"/>
              <a:ea typeface="Arial" panose="020B0604020202020204"/>
              <a:cs typeface="Arial" panose="020B0604020202020204"/>
            </a:endParaRPr>
          </a:p>
        </p:txBody>
      </p:sp>
      <p:sp>
        <p:nvSpPr>
          <p:cNvPr id="38" name="phase-a-accent"/>
          <p:cNvSpPr>
            <a:spLocks noGrp="1"/>
          </p:cNvSpPr>
          <p:nvPr/>
        </p:nvSpPr>
        <p:spPr>
          <a:xfrm>
            <a:off x="1295400" y="1844675"/>
            <a:ext cx="57150" cy="1000125"/>
          </a:xfrm>
          <a:prstGeom prst="roundRect">
            <a:avLst>
              <a:gd name="adj" fmla="val 50000"/>
            </a:avLst>
          </a:prstGeom>
          <a:solidFill>
            <a:srgbClr val="5C7F99"/>
          </a:solidFill>
          <a:ln w="0">
            <a:solidFill>
              <a:srgbClr val="5C7F99"/>
            </a:solidFill>
            <a:prstDash val="solid"/>
          </a:ln>
        </p:spPr>
      </p:sp>
      <p:sp>
        <p:nvSpPr>
          <p:cNvPr id="39" name="phase-a-letter"/>
          <p:cNvSpPr>
            <a:spLocks noGrp="1"/>
          </p:cNvSpPr>
          <p:nvPr/>
        </p:nvSpPr>
        <p:spPr>
          <a:xfrm>
            <a:off x="1504950" y="1981200"/>
            <a:ext cx="323850" cy="238125"/>
          </a:xfrm>
          <a:prstGeom prst="roundRect">
            <a:avLst>
              <a:gd name="adj" fmla="val 19355"/>
            </a:avLst>
          </a:prstGeom>
          <a:noFill/>
          <a:ln w="9525">
            <a:noFill/>
            <a:prstDash val="solid"/>
          </a:ln>
        </p:spPr>
        <p:txBody>
          <a:bodyPr wrap="square" lIns="0" tIns="0" rIns="0" bIns="0" anchor="ctr">
            <a:noAutofit/>
          </a:bodyPr>
          <a:lstStyle/>
          <a:p>
            <a:pPr algn="l">
              <a:buNone/>
              <a:defRPr sz="1125" b="1">
                <a:solidFill>
                  <a:srgbClr val="5C7F99"/>
                </a:solidFill>
                <a:latin typeface="微软雅黑" panose="020B0503020204020204" charset="-122"/>
                <a:ea typeface="微软雅黑" panose="020B0503020204020204" charset="-122"/>
                <a:cs typeface="微软雅黑" panose="020B0503020204020204" charset="-122"/>
              </a:defRPr>
            </a:pPr>
            <a:r>
              <a:rPr sz="1125" b="1">
                <a:solidFill>
                  <a:srgbClr val="5C7F99"/>
                </a:solidFill>
                <a:latin typeface="微软雅黑" panose="020B0503020204020204" charset="-122"/>
                <a:ea typeface="微软雅黑" panose="020B0503020204020204" charset="-122"/>
                <a:cs typeface="微软雅黑" panose="020B0503020204020204" charset="-122"/>
              </a:rPr>
              <a:t>01</a:t>
            </a:r>
          </a:p>
        </p:txBody>
      </p:sp>
      <p:sp>
        <p:nvSpPr>
          <p:cNvPr id="41" name="phase-a-chinese"/>
          <p:cNvSpPr>
            <a:spLocks noGrp="1"/>
          </p:cNvSpPr>
          <p:nvPr/>
        </p:nvSpPr>
        <p:spPr>
          <a:xfrm>
            <a:off x="1866900" y="1952625"/>
            <a:ext cx="1428750" cy="266700"/>
          </a:xfrm>
          <a:prstGeom prst="rect">
            <a:avLst/>
          </a:prstGeom>
          <a:noFill/>
          <a:ln w="0">
            <a:noFill/>
            <a:prstDash val="solid"/>
          </a:ln>
        </p:spPr>
        <p:txBody>
          <a:bodyPr wrap="square" lIns="0" tIns="0" rIns="0" bIns="0" anchor="ctr">
            <a:noAutofit/>
          </a:bodyPr>
          <a:lstStyle/>
          <a:p>
            <a:pPr algn="l">
              <a:buNone/>
              <a:defRPr sz="1275" b="1">
                <a:solidFill>
                  <a:srgbClr val="173F61"/>
                </a:solidFill>
                <a:latin typeface="微软雅黑" panose="020B0503020204020204" charset="-122"/>
                <a:ea typeface="微软雅黑" panose="020B0503020204020204" charset="-122"/>
                <a:cs typeface="微软雅黑" panose="020B0503020204020204" charset="-122"/>
              </a:defRPr>
            </a:pPr>
            <a:r>
              <a:rPr sz="1275" b="1" dirty="0" err="1">
                <a:solidFill>
                  <a:srgbClr val="173F61"/>
                </a:solidFill>
                <a:latin typeface="微软雅黑" panose="020B0503020204020204" charset="-122"/>
                <a:ea typeface="微软雅黑" panose="020B0503020204020204" charset="-122"/>
                <a:cs typeface="微软雅黑" panose="020B0503020204020204" charset="-122"/>
              </a:rPr>
              <a:t>任务路由</a:t>
            </a:r>
            <a:endParaRPr sz="1275" b="1" dirty="0">
              <a:solidFill>
                <a:srgbClr val="173F61"/>
              </a:solidFill>
              <a:latin typeface="微软雅黑" panose="020B0503020204020204" charset="-122"/>
              <a:ea typeface="微软雅黑" panose="020B0503020204020204" charset="-122"/>
              <a:cs typeface="微软雅黑" panose="020B0503020204020204" charset="-122"/>
            </a:endParaRPr>
          </a:p>
        </p:txBody>
      </p:sp>
      <p:sp>
        <p:nvSpPr>
          <p:cNvPr id="42" name="phase-a-sidebar-divider"/>
          <p:cNvSpPr>
            <a:spLocks noGrp="1"/>
          </p:cNvSpPr>
          <p:nvPr/>
        </p:nvSpPr>
        <p:spPr>
          <a:xfrm>
            <a:off x="4333875" y="1943100"/>
            <a:ext cx="9525" cy="790575"/>
          </a:xfrm>
          <a:prstGeom prst="rect">
            <a:avLst/>
          </a:prstGeom>
          <a:solidFill>
            <a:srgbClr val="D1DCE3"/>
          </a:solidFill>
          <a:ln w="0">
            <a:solidFill>
              <a:srgbClr val="D1DCE3"/>
            </a:solidFill>
            <a:prstDash val="solid"/>
          </a:ln>
        </p:spPr>
      </p:sp>
      <p:sp>
        <p:nvSpPr>
          <p:cNvPr id="64" name="phase-b-accent"/>
          <p:cNvSpPr>
            <a:spLocks noGrp="1"/>
          </p:cNvSpPr>
          <p:nvPr/>
        </p:nvSpPr>
        <p:spPr>
          <a:xfrm>
            <a:off x="1295400" y="2892425"/>
            <a:ext cx="57150" cy="971550"/>
          </a:xfrm>
          <a:prstGeom prst="roundRect">
            <a:avLst>
              <a:gd name="adj" fmla="val 50000"/>
            </a:avLst>
          </a:prstGeom>
          <a:solidFill>
            <a:srgbClr val="5C7F99"/>
          </a:solidFill>
          <a:ln w="0">
            <a:solidFill>
              <a:srgbClr val="5C7F99"/>
            </a:solidFill>
            <a:prstDash val="solid"/>
          </a:ln>
        </p:spPr>
      </p:sp>
      <p:sp>
        <p:nvSpPr>
          <p:cNvPr id="70" name="step-03-number"/>
          <p:cNvSpPr>
            <a:spLocks noGrp="1"/>
          </p:cNvSpPr>
          <p:nvPr/>
        </p:nvSpPr>
        <p:spPr>
          <a:xfrm>
            <a:off x="1524000" y="3021964"/>
            <a:ext cx="323850" cy="238125"/>
          </a:xfrm>
          <a:prstGeom prst="roundRect">
            <a:avLst>
              <a:gd name="adj" fmla="val 20690"/>
            </a:avLst>
          </a:prstGeom>
          <a:noFill/>
          <a:ln w="9525">
            <a:noFill/>
            <a:prstDash val="solid"/>
          </a:ln>
        </p:spPr>
        <p:txBody>
          <a:bodyPr wrap="square" lIns="0" tIns="0" rIns="0" bIns="0" anchor="ctr">
            <a:noAutofit/>
          </a:bodyPr>
          <a:lstStyle/>
          <a:p>
            <a:pPr algn="l">
              <a:buNone/>
              <a:defRPr sz="1125" b="1">
                <a:solidFill>
                  <a:srgbClr val="5C7F99"/>
                </a:solidFill>
                <a:latin typeface="微软雅黑" panose="020B0503020204020204" charset="-122"/>
                <a:ea typeface="微软雅黑" panose="020B0503020204020204" charset="-122"/>
                <a:cs typeface="微软雅黑" panose="020B0503020204020204" charset="-122"/>
              </a:defRPr>
            </a:pPr>
            <a:r>
              <a:rPr sz="1125" b="1" dirty="0" smtClean="0">
                <a:solidFill>
                  <a:srgbClr val="5C7F99"/>
                </a:solidFill>
                <a:latin typeface="微软雅黑" panose="020B0503020204020204" charset="-122"/>
                <a:ea typeface="微软雅黑" panose="020B0503020204020204" charset="-122"/>
                <a:cs typeface="微软雅黑" panose="020B0503020204020204" charset="-122"/>
              </a:rPr>
              <a:t>0</a:t>
            </a:r>
            <a:r>
              <a:rPr lang="en-US" sz="1125" b="1" dirty="0" smtClean="0">
                <a:solidFill>
                  <a:srgbClr val="5C7F99"/>
                </a:solidFill>
                <a:latin typeface="微软雅黑" panose="020B0503020204020204" charset="-122"/>
                <a:ea typeface="微软雅黑" panose="020B0503020204020204" charset="-122"/>
                <a:cs typeface="微软雅黑" panose="020B0503020204020204" charset="-122"/>
              </a:rPr>
              <a:t>2</a:t>
            </a:r>
            <a:endParaRPr sz="1125" b="1" dirty="0">
              <a:solidFill>
                <a:srgbClr val="5C7F99"/>
              </a:solidFill>
              <a:latin typeface="微软雅黑" panose="020B0503020204020204" charset="-122"/>
              <a:ea typeface="微软雅黑" panose="020B0503020204020204" charset="-122"/>
              <a:cs typeface="微软雅黑" panose="020B0503020204020204" charset="-122"/>
            </a:endParaRPr>
          </a:p>
        </p:txBody>
      </p:sp>
      <p:sp>
        <p:nvSpPr>
          <p:cNvPr id="71" name="step-03-title"/>
          <p:cNvSpPr>
            <a:spLocks noGrp="1"/>
          </p:cNvSpPr>
          <p:nvPr/>
        </p:nvSpPr>
        <p:spPr>
          <a:xfrm>
            <a:off x="1876425" y="2991166"/>
            <a:ext cx="1809750" cy="247650"/>
          </a:xfrm>
          <a:prstGeom prst="rect">
            <a:avLst/>
          </a:prstGeom>
          <a:noFill/>
          <a:ln w="0">
            <a:noFill/>
            <a:prstDash val="solid"/>
          </a:ln>
        </p:spPr>
        <p:txBody>
          <a:bodyPr wrap="square" lIns="0" tIns="0" rIns="0" bIns="0" anchor="ctr">
            <a:noAutofit/>
          </a:bodyPr>
          <a:lstStyle/>
          <a:p>
            <a:pPr algn="l">
              <a:buNone/>
              <a:defRPr sz="1275" b="1">
                <a:solidFill>
                  <a:srgbClr val="5C7F99"/>
                </a:solidFill>
                <a:latin typeface="微软雅黑" panose="020B0503020204020204" charset="-122"/>
                <a:ea typeface="微软雅黑" panose="020B0503020204020204" charset="-122"/>
                <a:cs typeface="微软雅黑" panose="020B0503020204020204" charset="-122"/>
              </a:defRPr>
            </a:pPr>
            <a:r>
              <a:rPr lang="zh-CN" altLang="en-US" sz="1275" b="1" dirty="0">
                <a:solidFill>
                  <a:srgbClr val="173F61"/>
                </a:solidFill>
                <a:latin typeface="微软雅黑" panose="020B0503020204020204" charset="-122"/>
                <a:ea typeface="微软雅黑" panose="020B0503020204020204" charset="-122"/>
                <a:cs typeface="微软雅黑" panose="020B0503020204020204" charset="-122"/>
              </a:rPr>
              <a:t>优化策略分析</a:t>
            </a:r>
            <a:endParaRPr sz="1275" b="1" dirty="0">
              <a:solidFill>
                <a:srgbClr val="173F61"/>
              </a:solidFill>
              <a:latin typeface="微软雅黑" panose="020B0503020204020204" charset="-122"/>
              <a:ea typeface="微软雅黑" panose="020B0503020204020204" charset="-122"/>
              <a:cs typeface="微软雅黑" panose="020B0503020204020204" charset="-122"/>
            </a:endParaRPr>
          </a:p>
        </p:txBody>
      </p:sp>
      <p:sp>
        <p:nvSpPr>
          <p:cNvPr id="93" name="phase-c-accent"/>
          <p:cNvSpPr>
            <a:spLocks noGrp="1"/>
          </p:cNvSpPr>
          <p:nvPr/>
        </p:nvSpPr>
        <p:spPr>
          <a:xfrm>
            <a:off x="1295400" y="3911600"/>
            <a:ext cx="57150" cy="1000125"/>
          </a:xfrm>
          <a:prstGeom prst="roundRect">
            <a:avLst>
              <a:gd name="adj" fmla="val 50000"/>
            </a:avLst>
          </a:prstGeom>
          <a:solidFill>
            <a:srgbClr val="5C7F99"/>
          </a:solidFill>
          <a:ln w="0">
            <a:solidFill>
              <a:srgbClr val="5C7F99"/>
            </a:solidFill>
            <a:prstDash val="solid"/>
          </a:ln>
        </p:spPr>
      </p:sp>
      <p:sp>
        <p:nvSpPr>
          <p:cNvPr id="133" name="step-08-number"/>
          <p:cNvSpPr>
            <a:spLocks noGrp="1"/>
          </p:cNvSpPr>
          <p:nvPr/>
        </p:nvSpPr>
        <p:spPr>
          <a:xfrm>
            <a:off x="0" y="0"/>
            <a:ext cx="9525" cy="9525"/>
          </a:xfrm>
          <a:prstGeom prst="roundRect">
            <a:avLst>
              <a:gd name="adj" fmla="val 20690"/>
            </a:avLst>
          </a:prstGeom>
          <a:noFill/>
          <a:ln w="9525">
            <a:noFill/>
            <a:prstDash val="solid"/>
          </a:ln>
        </p:spPr>
        <p:txBody>
          <a:bodyPr wrap="square" lIns="0" tIns="0" rIns="0" bIns="0" anchor="ctr">
            <a:noAutofit/>
          </a:bodyPr>
          <a:lstStyle/>
          <a:p>
            <a:pPr algn="ctr">
              <a:buNone/>
              <a:defRPr sz="1200" b="1">
                <a:solidFill>
                  <a:srgbClr val="FFFFFF"/>
                </a:solidFill>
                <a:latin typeface="Calibri" panose="020F0502020204030204"/>
                <a:ea typeface="Calibri" panose="020F0502020204030204"/>
                <a:cs typeface="Calibri" panose="020F0502020204030204"/>
              </a:defRPr>
            </a:pPr>
            <a:endParaRPr/>
          </a:p>
        </p:txBody>
      </p:sp>
      <p:sp>
        <p:nvSpPr>
          <p:cNvPr id="134" name="step-08-title"/>
          <p:cNvSpPr>
            <a:spLocks noGrp="1"/>
          </p:cNvSpPr>
          <p:nvPr/>
        </p:nvSpPr>
        <p:spPr>
          <a:xfrm>
            <a:off x="0" y="0"/>
            <a:ext cx="9525" cy="9525"/>
          </a:xfrm>
          <a:prstGeom prst="rect">
            <a:avLst/>
          </a:prstGeom>
          <a:noFill/>
          <a:ln w="0">
            <a:noFill/>
            <a:prstDash val="solid"/>
          </a:ln>
        </p:spPr>
        <p:txBody>
          <a:bodyPr wrap="square" lIns="0" tIns="0" rIns="0" bIns="0" anchor="ctr">
            <a:noAutofit/>
          </a:bodyPr>
          <a:lstStyle/>
          <a:p>
            <a:pPr algn="l">
              <a:buNone/>
              <a:defRPr sz="1125" b="1">
                <a:solidFill>
                  <a:srgbClr val="14855C"/>
                </a:solidFill>
                <a:latin typeface="微软雅黑" panose="020B0503020204020204" charset="-122"/>
                <a:ea typeface="微软雅黑" panose="020B0503020204020204" charset="-122"/>
                <a:cs typeface="微软雅黑" panose="020B0503020204020204" charset="-122"/>
              </a:defRPr>
            </a:pPr>
            <a:endParaRPr/>
          </a:p>
        </p:txBody>
      </p:sp>
      <p:sp>
        <p:nvSpPr>
          <p:cNvPr id="135" name="step-08-subtitle"/>
          <p:cNvSpPr>
            <a:spLocks noGrp="1"/>
          </p:cNvSpPr>
          <p:nvPr/>
        </p:nvSpPr>
        <p:spPr>
          <a:xfrm>
            <a:off x="0" y="0"/>
            <a:ext cx="9525" cy="9525"/>
          </a:xfrm>
          <a:prstGeom prst="rect">
            <a:avLst/>
          </a:prstGeom>
          <a:noFill/>
          <a:ln w="0">
            <a:noFill/>
            <a:prstDash val="solid"/>
          </a:ln>
        </p:spPr>
        <p:txBody>
          <a:bodyPr wrap="square" lIns="0" tIns="0" rIns="0" bIns="0" anchor="ctr">
            <a:noAutofit/>
          </a:bodyPr>
          <a:lstStyle/>
          <a:p>
            <a:pPr algn="l">
              <a:buNone/>
              <a:defRPr sz="825" b="1">
                <a:solidFill>
                  <a:srgbClr val="27364A"/>
                </a:solidFill>
                <a:latin typeface="微软雅黑" panose="020B0503020204020204" charset="-122"/>
                <a:ea typeface="微软雅黑" panose="020B0503020204020204" charset="-122"/>
                <a:cs typeface="微软雅黑" panose="020B0503020204020204" charset="-122"/>
              </a:defRPr>
            </a:pPr>
            <a:endParaRPr/>
          </a:p>
        </p:txBody>
      </p:sp>
      <p:sp>
        <p:nvSpPr>
          <p:cNvPr id="3" name="slide-7-page-number"/>
          <p:cNvSpPr>
            <a:spLocks noGrp="1"/>
          </p:cNvSpPr>
          <p:nvPr/>
        </p:nvSpPr>
        <p:spPr>
          <a:xfrm>
            <a:off x="11366183" y="317183"/>
            <a:ext cx="330518" cy="279083"/>
          </a:xfrm>
          <a:prstGeom prst="roundRect">
            <a:avLst>
              <a:gd name="adj" fmla="val 14706"/>
            </a:avLst>
          </a:prstGeom>
          <a:noFill/>
          <a:ln w="9525">
            <a:noFill/>
            <a:prstDash val="solid"/>
          </a:ln>
        </p:spPr>
        <p:txBody>
          <a:bodyPr wrap="square" lIns="0" tIns="0" rIns="0" bIns="0" anchor="ctr">
            <a:noAutofit/>
          </a:bodyPr>
          <a:lstStyle/>
          <a:p>
            <a:pPr algn="ctr">
              <a:buNone/>
              <a:defRPr sz="1200" b="1">
                <a:solidFill>
                  <a:srgbClr val="FFFFFF"/>
                </a:solidFill>
                <a:latin typeface="微软雅黑" panose="020B0503020204020204" charset="-122"/>
                <a:ea typeface="微软雅黑" panose="020B0503020204020204" charset="-122"/>
                <a:cs typeface="微软雅黑" panose="020B0503020204020204" charset="-122"/>
              </a:defRPr>
            </a:pPr>
            <a:r>
              <a:rPr lang="en-US" sz="1200" b="1">
                <a:solidFill>
                  <a:srgbClr val="66737F"/>
                </a:solidFill>
                <a:latin typeface="Arial" panose="020B0604020202020204"/>
                <a:ea typeface="Arial" panose="020B0604020202020204"/>
                <a:cs typeface="Arial" panose="020B0604020202020204"/>
              </a:rPr>
              <a:t>10</a:t>
            </a:r>
          </a:p>
        </p:txBody>
      </p:sp>
      <p:sp>
        <p:nvSpPr>
          <p:cNvPr id="103" name="slide-1-title"/>
          <p:cNvSpPr>
            <a:spLocks noGrp="1"/>
          </p:cNvSpPr>
          <p:nvPr/>
        </p:nvSpPr>
        <p:spPr>
          <a:xfrm>
            <a:off x="342900" y="223838"/>
            <a:ext cx="638175" cy="495300"/>
          </a:xfrm>
          <a:prstGeom prst="rect">
            <a:avLst/>
          </a:prstGeom>
          <a:noFill/>
          <a:ln w="0">
            <a:noFill/>
            <a:prstDash val="solid"/>
          </a:ln>
        </p:spPr>
        <p:txBody>
          <a:bodyPr wrap="square" lIns="0" tIns="0" rIns="0" bIns="0" anchor="t">
            <a:noAutofit/>
          </a:bodyPr>
          <a:lstStyle/>
          <a:p>
            <a:pPr>
              <a:buNone/>
              <a:defRPr sz="3000" b="1">
                <a:solidFill>
                  <a:srgbClr val="072A67"/>
                </a:solidFill>
                <a:latin typeface="微软雅黑" panose="020B0503020204020204" charset="-122"/>
                <a:ea typeface="微软雅黑" panose="020B0503020204020204" charset="-122"/>
                <a:cs typeface="微软雅黑" panose="020B0503020204020204" charset="-122"/>
              </a:defRPr>
            </a:pPr>
            <a:r>
              <a:rPr lang="en-US" sz="3000" b="1" dirty="0" smtClean="0">
                <a:solidFill>
                  <a:srgbClr val="243B53"/>
                </a:solidFill>
                <a:latin typeface="微软雅黑" panose="020B0503020204020204" charset="-122"/>
                <a:ea typeface="微软雅黑" panose="020B0503020204020204" charset="-122"/>
                <a:cs typeface="微软雅黑" panose="020B0503020204020204" charset="-122"/>
              </a:rPr>
              <a:t>1</a:t>
            </a:r>
            <a:r>
              <a:rPr sz="3000" b="1" dirty="0" smtClean="0">
                <a:solidFill>
                  <a:srgbClr val="243B53"/>
                </a:solidFill>
                <a:latin typeface="微软雅黑" panose="020B0503020204020204" charset="-122"/>
                <a:ea typeface="微软雅黑" panose="020B0503020204020204" charset="-122"/>
                <a:cs typeface="微软雅黑" panose="020B0503020204020204" charset="-122"/>
              </a:rPr>
              <a:t>.</a:t>
            </a:r>
            <a:r>
              <a:rPr lang="en-US" sz="3000" b="1" dirty="0" smtClean="0">
                <a:solidFill>
                  <a:srgbClr val="243B53"/>
                </a:solidFill>
                <a:latin typeface="微软雅黑" panose="020B0503020204020204" charset="-122"/>
                <a:ea typeface="微软雅黑" panose="020B0503020204020204" charset="-122"/>
                <a:cs typeface="微软雅黑" panose="020B0503020204020204" charset="-122"/>
              </a:rPr>
              <a:t>7</a:t>
            </a:r>
            <a:endParaRPr sz="3000" b="1" dirty="0">
              <a:solidFill>
                <a:srgbClr val="243B53"/>
              </a:solidFill>
              <a:latin typeface="Arial" panose="020B0604020202020204"/>
              <a:ea typeface="Arial" panose="020B0604020202020204"/>
              <a:cs typeface="Arial" panose="020B0604020202020204"/>
            </a:endParaRPr>
          </a:p>
        </p:txBody>
      </p:sp>
      <p:sp>
        <p:nvSpPr>
          <p:cNvPr id="104" name="s15-title-rule"/>
          <p:cNvSpPr>
            <a:spLocks noGrp="1"/>
          </p:cNvSpPr>
          <p:nvPr/>
        </p:nvSpPr>
        <p:spPr>
          <a:xfrm>
            <a:off x="247650" y="714375"/>
            <a:ext cx="11734800" cy="19050"/>
          </a:xfrm>
          <a:prstGeom prst="rect">
            <a:avLst/>
          </a:prstGeom>
          <a:solidFill>
            <a:srgbClr val="5B7188"/>
          </a:solidFill>
          <a:ln w="0">
            <a:solidFill>
              <a:srgbClr val="294A6D"/>
            </a:solidFill>
            <a:prstDash val="solid"/>
          </a:ln>
        </p:spPr>
      </p:sp>
      <p:sp>
        <p:nvSpPr>
          <p:cNvPr id="90" name="phase-b-chinese"/>
          <p:cNvSpPr>
            <a:spLocks noGrp="1"/>
          </p:cNvSpPr>
          <p:nvPr/>
        </p:nvSpPr>
        <p:spPr>
          <a:xfrm>
            <a:off x="1685925" y="2248215"/>
            <a:ext cx="2469515" cy="485775"/>
          </a:xfrm>
          <a:prstGeom prst="rect">
            <a:avLst/>
          </a:prstGeom>
          <a:noFill/>
          <a:ln w="0">
            <a:noFill/>
            <a:prstDash val="solid"/>
          </a:ln>
        </p:spPr>
        <p:txBody>
          <a:bodyPr wrap="square" lIns="0" tIns="0" rIns="0" bIns="0" anchor="ctr">
            <a:noAutofit/>
          </a:bodyPr>
          <a:lstStyle/>
          <a:p>
            <a:pPr algn="l">
              <a:buNone/>
              <a:defRPr sz="1200" b="1">
                <a:solidFill>
                  <a:srgbClr val="5C7F99"/>
                </a:solidFill>
                <a:latin typeface="微软雅黑" panose="020B0503020204020204" charset="-122"/>
                <a:ea typeface="微软雅黑" panose="020B0503020204020204" charset="-122"/>
                <a:cs typeface="微软雅黑" panose="020B0503020204020204" charset="-122"/>
              </a:defRPr>
            </a:pPr>
            <a:r>
              <a:rPr lang="zh-CN" altLang="en-US" sz="1200" b="1" dirty="0" smtClean="0">
                <a:solidFill>
                  <a:srgbClr val="5C7F99"/>
                </a:solidFill>
                <a:latin typeface="微软雅黑" panose="020B0503020204020204" charset="-122"/>
                <a:ea typeface="微软雅黑" panose="020B0503020204020204" charset="-122"/>
                <a:cs typeface="微软雅黑" panose="020B0503020204020204" charset="-122"/>
              </a:rPr>
              <a:t>根据不同的输入，直接进入对于的阶段。</a:t>
            </a:r>
            <a:endParaRPr sz="1200" b="1" dirty="0">
              <a:solidFill>
                <a:srgbClr val="5C7F99"/>
              </a:solidFill>
              <a:latin typeface="微软雅黑" panose="020B0503020204020204" charset="-122"/>
              <a:ea typeface="微软雅黑" panose="020B0503020204020204" charset="-122"/>
              <a:cs typeface="微软雅黑" panose="020B0503020204020204" charset="-122"/>
            </a:endParaRPr>
          </a:p>
        </p:txBody>
      </p:sp>
      <p:sp>
        <p:nvSpPr>
          <p:cNvPr id="91" name="step-05-title"/>
          <p:cNvSpPr>
            <a:spLocks noGrp="1"/>
          </p:cNvSpPr>
          <p:nvPr/>
        </p:nvSpPr>
        <p:spPr>
          <a:xfrm>
            <a:off x="4598033" y="2265362"/>
            <a:ext cx="4191000" cy="266700"/>
          </a:xfrm>
          <a:prstGeom prst="rect">
            <a:avLst/>
          </a:prstGeom>
          <a:noFill/>
          <a:ln w="0">
            <a:noFill/>
            <a:prstDash val="solid"/>
          </a:ln>
        </p:spPr>
        <p:txBody>
          <a:bodyPr wrap="square" lIns="0" tIns="0" rIns="0" bIns="0" anchor="ctr">
            <a:noAutofit/>
          </a:bodyPr>
          <a:lstStyle/>
          <a:p>
            <a:pPr algn="l">
              <a:buNone/>
              <a:defRPr sz="1200" b="1">
                <a:solidFill>
                  <a:srgbClr val="263544"/>
                </a:solidFill>
                <a:latin typeface="微软雅黑" panose="020B0503020204020204" charset="-122"/>
                <a:ea typeface="微软雅黑" panose="020B0503020204020204" charset="-122"/>
                <a:cs typeface="微软雅黑" panose="020B0503020204020204" charset="-122"/>
              </a:defRPr>
            </a:pPr>
            <a:r>
              <a:rPr lang="zh-CN" altLang="en-US" sz="1200" b="1" dirty="0" smtClean="0">
                <a:solidFill>
                  <a:srgbClr val="263544"/>
                </a:solidFill>
                <a:latin typeface="微软雅黑" panose="020B0503020204020204" charset="-122"/>
                <a:ea typeface="微软雅黑" panose="020B0503020204020204" charset="-122"/>
                <a:cs typeface="微软雅黑" panose="020B0503020204020204" charset="-122"/>
              </a:rPr>
              <a:t>根据用户输入，从正确的阶段进入，不是每次从头开始</a:t>
            </a:r>
            <a:endParaRPr sz="1200" b="1" dirty="0">
              <a:solidFill>
                <a:srgbClr val="263544"/>
              </a:solidFill>
              <a:latin typeface="微软雅黑" panose="020B0503020204020204" charset="-122"/>
              <a:ea typeface="微软雅黑" panose="020B0503020204020204" charset="-122"/>
              <a:cs typeface="微软雅黑" panose="020B0503020204020204" charset="-122"/>
            </a:endParaRPr>
          </a:p>
        </p:txBody>
      </p:sp>
      <p:sp>
        <p:nvSpPr>
          <p:cNvPr id="110" name="phase-b-chinese"/>
          <p:cNvSpPr>
            <a:spLocks noGrp="1"/>
          </p:cNvSpPr>
          <p:nvPr/>
        </p:nvSpPr>
        <p:spPr>
          <a:xfrm>
            <a:off x="1752600" y="3257866"/>
            <a:ext cx="2469515" cy="485775"/>
          </a:xfrm>
          <a:prstGeom prst="rect">
            <a:avLst/>
          </a:prstGeom>
          <a:noFill/>
          <a:ln w="0">
            <a:noFill/>
            <a:prstDash val="solid"/>
          </a:ln>
        </p:spPr>
        <p:txBody>
          <a:bodyPr wrap="square" lIns="0" tIns="0" rIns="0" bIns="0" anchor="ctr">
            <a:noAutofit/>
          </a:bodyPr>
          <a:lstStyle/>
          <a:p>
            <a:pPr algn="l">
              <a:buNone/>
              <a:defRPr sz="1200" b="1">
                <a:solidFill>
                  <a:srgbClr val="5C7F99"/>
                </a:solidFill>
                <a:latin typeface="微软雅黑" panose="020B0503020204020204" charset="-122"/>
                <a:ea typeface="微软雅黑" panose="020B0503020204020204" charset="-122"/>
                <a:cs typeface="微软雅黑" panose="020B0503020204020204" charset="-122"/>
              </a:defRPr>
            </a:pPr>
            <a:r>
              <a:rPr lang="zh-CN" altLang="en-US" sz="1200" b="1" dirty="0" smtClean="0">
                <a:solidFill>
                  <a:srgbClr val="5C7F99"/>
                </a:solidFill>
                <a:latin typeface="微软雅黑" panose="020B0503020204020204" charset="-122"/>
                <a:ea typeface="微软雅黑" panose="020B0503020204020204" charset="-122"/>
                <a:cs typeface="微软雅黑" panose="020B0503020204020204" charset="-122"/>
              </a:rPr>
              <a:t>不便利所有优化，根据输入的类型，选择效率高的优化。</a:t>
            </a:r>
            <a:endParaRPr sz="1200" b="1" dirty="0">
              <a:solidFill>
                <a:srgbClr val="5C7F99"/>
              </a:solidFill>
              <a:latin typeface="微软雅黑" panose="020B0503020204020204" charset="-122"/>
              <a:ea typeface="微软雅黑" panose="020B0503020204020204" charset="-122"/>
              <a:cs typeface="微软雅黑" panose="020B0503020204020204" charset="-122"/>
            </a:endParaRPr>
          </a:p>
        </p:txBody>
      </p:sp>
      <p:sp>
        <p:nvSpPr>
          <p:cNvPr id="111" name="step-04-number"/>
          <p:cNvSpPr>
            <a:spLocks noGrp="1"/>
          </p:cNvSpPr>
          <p:nvPr/>
        </p:nvSpPr>
        <p:spPr>
          <a:xfrm>
            <a:off x="1562100" y="4027487"/>
            <a:ext cx="323850" cy="238125"/>
          </a:xfrm>
          <a:prstGeom prst="roundRect">
            <a:avLst>
              <a:gd name="adj" fmla="val 20690"/>
            </a:avLst>
          </a:prstGeom>
          <a:noFill/>
          <a:ln w="9525">
            <a:noFill/>
            <a:prstDash val="solid"/>
          </a:ln>
        </p:spPr>
        <p:txBody>
          <a:bodyPr wrap="square" lIns="0" tIns="0" rIns="0" bIns="0" anchor="ctr">
            <a:noAutofit/>
          </a:bodyPr>
          <a:lstStyle/>
          <a:p>
            <a:pPr algn="l">
              <a:buNone/>
              <a:defRPr sz="1125" b="1">
                <a:solidFill>
                  <a:srgbClr val="5C7F99"/>
                </a:solidFill>
                <a:latin typeface="微软雅黑" panose="020B0503020204020204" charset="-122"/>
                <a:ea typeface="微软雅黑" panose="020B0503020204020204" charset="-122"/>
                <a:cs typeface="微软雅黑" panose="020B0503020204020204" charset="-122"/>
              </a:defRPr>
            </a:pPr>
            <a:r>
              <a:rPr sz="1125" b="1" dirty="0" smtClean="0">
                <a:solidFill>
                  <a:srgbClr val="5C7F99"/>
                </a:solidFill>
                <a:latin typeface="微软雅黑" panose="020B0503020204020204" charset="-122"/>
                <a:ea typeface="微软雅黑" panose="020B0503020204020204" charset="-122"/>
                <a:cs typeface="微软雅黑" panose="020B0503020204020204" charset="-122"/>
              </a:rPr>
              <a:t>0</a:t>
            </a:r>
            <a:r>
              <a:rPr lang="en-US" sz="1125" b="1" dirty="0" smtClean="0">
                <a:solidFill>
                  <a:srgbClr val="5C7F99"/>
                </a:solidFill>
                <a:latin typeface="微软雅黑" panose="020B0503020204020204" charset="-122"/>
                <a:ea typeface="微软雅黑" panose="020B0503020204020204" charset="-122"/>
                <a:cs typeface="微软雅黑" panose="020B0503020204020204" charset="-122"/>
              </a:rPr>
              <a:t>3</a:t>
            </a:r>
            <a:endParaRPr sz="1125" b="1" dirty="0">
              <a:solidFill>
                <a:srgbClr val="5C7F99"/>
              </a:solidFill>
              <a:latin typeface="微软雅黑" panose="020B0503020204020204" charset="-122"/>
              <a:ea typeface="微软雅黑" panose="020B0503020204020204" charset="-122"/>
              <a:cs typeface="微软雅黑" panose="020B0503020204020204" charset="-122"/>
            </a:endParaRPr>
          </a:p>
        </p:txBody>
      </p:sp>
      <p:sp>
        <p:nvSpPr>
          <p:cNvPr id="112" name="step-04-title"/>
          <p:cNvSpPr>
            <a:spLocks noGrp="1"/>
          </p:cNvSpPr>
          <p:nvPr/>
        </p:nvSpPr>
        <p:spPr>
          <a:xfrm>
            <a:off x="1876425" y="3998912"/>
            <a:ext cx="2571750" cy="247650"/>
          </a:xfrm>
          <a:prstGeom prst="rect">
            <a:avLst/>
          </a:prstGeom>
          <a:noFill/>
          <a:ln w="0">
            <a:noFill/>
            <a:prstDash val="solid"/>
          </a:ln>
        </p:spPr>
        <p:txBody>
          <a:bodyPr wrap="square" lIns="0" tIns="0" rIns="0" bIns="0" anchor="ctr">
            <a:noAutofit/>
          </a:bodyPr>
          <a:lstStyle/>
          <a:p>
            <a:pPr algn="l">
              <a:buNone/>
              <a:defRPr sz="1275" b="1">
                <a:solidFill>
                  <a:srgbClr val="173F61"/>
                </a:solidFill>
                <a:latin typeface="微软雅黑" panose="020B0503020204020204" charset="-122"/>
                <a:ea typeface="微软雅黑" panose="020B0503020204020204" charset="-122"/>
                <a:cs typeface="微软雅黑" panose="020B0503020204020204" charset="-122"/>
              </a:defRPr>
            </a:pPr>
            <a:r>
              <a:rPr sz="1275" b="1" dirty="0" err="1" smtClean="0">
                <a:solidFill>
                  <a:srgbClr val="173F61"/>
                </a:solidFill>
                <a:latin typeface="微软雅黑" panose="020B0503020204020204" charset="-122"/>
                <a:ea typeface="微软雅黑" panose="020B0503020204020204" charset="-122"/>
                <a:cs typeface="微软雅黑" panose="020B0503020204020204" charset="-122"/>
              </a:rPr>
              <a:t>优化</a:t>
            </a:r>
            <a:r>
              <a:rPr lang="zh-CN" altLang="en-US" sz="1275" b="1" dirty="0" smtClean="0">
                <a:solidFill>
                  <a:srgbClr val="173F61"/>
                </a:solidFill>
                <a:latin typeface="微软雅黑" panose="020B0503020204020204" charset="-122"/>
                <a:ea typeface="微软雅黑" panose="020B0503020204020204" charset="-122"/>
                <a:cs typeface="微软雅黑" panose="020B0503020204020204" charset="-122"/>
              </a:rPr>
              <a:t>目标</a:t>
            </a:r>
            <a:r>
              <a:rPr sz="1275" b="1" dirty="0" err="1" smtClean="0">
                <a:solidFill>
                  <a:srgbClr val="173F61"/>
                </a:solidFill>
                <a:latin typeface="微软雅黑" panose="020B0503020204020204" charset="-122"/>
                <a:ea typeface="微软雅黑" panose="020B0503020204020204" charset="-122"/>
                <a:cs typeface="微软雅黑" panose="020B0503020204020204" charset="-122"/>
              </a:rPr>
              <a:t>与停止门禁</a:t>
            </a:r>
            <a:endParaRPr sz="1275" b="1" dirty="0">
              <a:solidFill>
                <a:srgbClr val="173F61"/>
              </a:solidFill>
              <a:latin typeface="微软雅黑" panose="020B0503020204020204" charset="-122"/>
              <a:ea typeface="微软雅黑" panose="020B0503020204020204" charset="-122"/>
              <a:cs typeface="微软雅黑" panose="020B0503020204020204" charset="-122"/>
            </a:endParaRPr>
          </a:p>
        </p:txBody>
      </p:sp>
      <p:sp>
        <p:nvSpPr>
          <p:cNvPr id="113" name="phase-b-chinese"/>
          <p:cNvSpPr>
            <a:spLocks noGrp="1"/>
          </p:cNvSpPr>
          <p:nvPr/>
        </p:nvSpPr>
        <p:spPr>
          <a:xfrm>
            <a:off x="1724025" y="4306252"/>
            <a:ext cx="2469515" cy="485775"/>
          </a:xfrm>
          <a:prstGeom prst="rect">
            <a:avLst/>
          </a:prstGeom>
          <a:noFill/>
          <a:ln w="0">
            <a:noFill/>
            <a:prstDash val="solid"/>
          </a:ln>
        </p:spPr>
        <p:txBody>
          <a:bodyPr wrap="square" lIns="0" tIns="0" rIns="0" bIns="0" anchor="ctr">
            <a:noAutofit/>
          </a:bodyPr>
          <a:lstStyle/>
          <a:p>
            <a:pPr algn="l">
              <a:buNone/>
              <a:defRPr sz="1200" b="1">
                <a:solidFill>
                  <a:srgbClr val="5C7F99"/>
                </a:solidFill>
                <a:latin typeface="微软雅黑" panose="020B0503020204020204" charset="-122"/>
                <a:ea typeface="微软雅黑" panose="020B0503020204020204" charset="-122"/>
                <a:cs typeface="微软雅黑" panose="020B0503020204020204" charset="-122"/>
              </a:defRPr>
            </a:pPr>
            <a:r>
              <a:rPr lang="zh-CN" altLang="en-US" sz="1200" b="1" dirty="0" smtClean="0">
                <a:solidFill>
                  <a:srgbClr val="5C7F99"/>
                </a:solidFill>
                <a:latin typeface="微软雅黑" panose="020B0503020204020204" charset="-122"/>
                <a:ea typeface="微软雅黑" panose="020B0503020204020204" charset="-122"/>
                <a:cs typeface="微软雅黑" panose="020B0503020204020204" charset="-122"/>
              </a:rPr>
              <a:t>优化结果满足条件或者多轮优化都不满足条件，停止优化迭代</a:t>
            </a:r>
            <a:endParaRPr sz="1200" b="1" dirty="0">
              <a:solidFill>
                <a:srgbClr val="5C7F99"/>
              </a:solidFill>
              <a:latin typeface="微软雅黑" panose="020B0503020204020204" charset="-122"/>
              <a:ea typeface="微软雅黑" panose="020B0503020204020204" charset="-122"/>
              <a:cs typeface="微软雅黑" panose="020B0503020204020204" charset="-122"/>
            </a:endParaRPr>
          </a:p>
        </p:txBody>
      </p:sp>
      <p:sp>
        <p:nvSpPr>
          <p:cNvPr id="2" name="矩形 1"/>
          <p:cNvSpPr/>
          <p:nvPr/>
        </p:nvSpPr>
        <p:spPr>
          <a:xfrm>
            <a:off x="4478067" y="3246053"/>
            <a:ext cx="5617115" cy="276999"/>
          </a:xfrm>
          <a:prstGeom prst="rect">
            <a:avLst/>
          </a:prstGeom>
        </p:spPr>
        <p:txBody>
          <a:bodyPr wrap="none">
            <a:spAutoFit/>
          </a:bodyPr>
          <a:lstStyle/>
          <a:p>
            <a:pPr>
              <a:defRPr sz="1200" b="1">
                <a:solidFill>
                  <a:srgbClr val="263544"/>
                </a:solidFill>
                <a:latin typeface="微软雅黑" panose="020B0503020204020204" charset="-122"/>
                <a:ea typeface="微软雅黑" panose="020B0503020204020204" charset="-122"/>
                <a:cs typeface="微软雅黑" panose="020B0503020204020204" charset="-122"/>
              </a:defRPr>
            </a:pPr>
            <a:r>
              <a:rPr lang="zh-CN" altLang="en-US" b="1" dirty="0" smtClean="0">
                <a:solidFill>
                  <a:srgbClr val="263544"/>
                </a:solidFill>
                <a:latin typeface="微软雅黑" panose="020B0503020204020204" charset="-122"/>
                <a:ea typeface="微软雅黑" panose="020B0503020204020204" charset="-122"/>
                <a:cs typeface="微软雅黑" panose="020B0503020204020204" charset="-122"/>
              </a:rPr>
              <a:t>先进性基础优化，根据</a:t>
            </a:r>
            <a:r>
              <a:rPr lang="en-US" altLang="zh-CN" b="1" dirty="0" smtClean="0">
                <a:solidFill>
                  <a:srgbClr val="263544"/>
                </a:solidFill>
                <a:latin typeface="微软雅黑" panose="020B0503020204020204" charset="-122"/>
                <a:ea typeface="微软雅黑" panose="020B0503020204020204" charset="-122"/>
                <a:cs typeface="微软雅黑" panose="020B0503020204020204" charset="-122"/>
              </a:rPr>
              <a:t>profile</a:t>
            </a:r>
            <a:r>
              <a:rPr lang="zh-CN" altLang="en-US" b="1" dirty="0" smtClean="0">
                <a:solidFill>
                  <a:srgbClr val="263544"/>
                </a:solidFill>
                <a:latin typeface="微软雅黑" panose="020B0503020204020204" charset="-122"/>
                <a:ea typeface="微软雅黑" panose="020B0503020204020204" charset="-122"/>
                <a:cs typeface="微软雅黑" panose="020B0503020204020204" charset="-122"/>
              </a:rPr>
              <a:t>选择性的进行深度优化，只排除明显不合适的优化</a:t>
            </a:r>
            <a:endParaRPr lang="zh-CN" altLang="en-US" b="1" dirty="0">
              <a:solidFill>
                <a:srgbClr val="263544"/>
              </a:solidFill>
              <a:latin typeface="微软雅黑" panose="020B0503020204020204" charset="-122"/>
              <a:ea typeface="微软雅黑" panose="020B0503020204020204" charset="-122"/>
              <a:cs typeface="微软雅黑" panose="020B0503020204020204" charset="-122"/>
            </a:endParaRPr>
          </a:p>
        </p:txBody>
      </p:sp>
      <p:sp>
        <p:nvSpPr>
          <p:cNvPr id="114" name="矩形 113"/>
          <p:cNvSpPr/>
          <p:nvPr/>
        </p:nvSpPr>
        <p:spPr>
          <a:xfrm>
            <a:off x="4555490" y="4332675"/>
            <a:ext cx="4320478" cy="276999"/>
          </a:xfrm>
          <a:prstGeom prst="rect">
            <a:avLst/>
          </a:prstGeom>
        </p:spPr>
        <p:txBody>
          <a:bodyPr wrap="none">
            <a:spAutoFit/>
          </a:bodyPr>
          <a:lstStyle/>
          <a:p>
            <a:pPr>
              <a:defRPr sz="1200" b="1">
                <a:solidFill>
                  <a:srgbClr val="263544"/>
                </a:solidFill>
                <a:latin typeface="微软雅黑" panose="020B0503020204020204" charset="-122"/>
                <a:ea typeface="微软雅黑" panose="020B0503020204020204" charset="-122"/>
                <a:cs typeface="微软雅黑" panose="020B0503020204020204" charset="-122"/>
              </a:defRPr>
            </a:pPr>
            <a:r>
              <a:rPr lang="zh-CN" altLang="en-US" b="1" dirty="0" smtClean="0">
                <a:solidFill>
                  <a:srgbClr val="263544"/>
                </a:solidFill>
                <a:latin typeface="微软雅黑" panose="020B0503020204020204" charset="-122"/>
                <a:ea typeface="微软雅黑" panose="020B0503020204020204" charset="-122"/>
                <a:cs typeface="微软雅黑" panose="020B0503020204020204" charset="-122"/>
              </a:rPr>
              <a:t>仿真大模型无限制的追求高优化，造成开发时间和</a:t>
            </a:r>
            <a:r>
              <a:rPr lang="en-US" altLang="zh-CN" b="1" dirty="0" smtClean="0">
                <a:solidFill>
                  <a:srgbClr val="263544"/>
                </a:solidFill>
                <a:latin typeface="微软雅黑" panose="020B0503020204020204" charset="-122"/>
                <a:ea typeface="微软雅黑" panose="020B0503020204020204" charset="-122"/>
                <a:cs typeface="微软雅黑" panose="020B0503020204020204" charset="-122"/>
              </a:rPr>
              <a:t>token</a:t>
            </a:r>
            <a:r>
              <a:rPr lang="zh-CN" altLang="en-US" b="1" dirty="0">
                <a:solidFill>
                  <a:srgbClr val="263544"/>
                </a:solidFill>
                <a:latin typeface="微软雅黑" panose="020B0503020204020204" charset="-122"/>
                <a:ea typeface="微软雅黑" panose="020B0503020204020204" charset="-122"/>
                <a:cs typeface="微软雅黑" panose="020B0503020204020204" charset="-122"/>
              </a:rPr>
              <a:t>浪费</a:t>
            </a:r>
          </a:p>
        </p:txBody>
      </p:sp>
      <p:sp>
        <p:nvSpPr>
          <p:cNvPr id="115" name="phase-c-surface"/>
          <p:cNvSpPr>
            <a:spLocks noGrp="1"/>
          </p:cNvSpPr>
          <p:nvPr/>
        </p:nvSpPr>
        <p:spPr>
          <a:xfrm>
            <a:off x="1295400" y="5013960"/>
            <a:ext cx="9658350" cy="1000125"/>
          </a:xfrm>
          <a:prstGeom prst="rect">
            <a:avLst/>
          </a:prstGeom>
          <a:solidFill>
            <a:srgbClr val="F1F5F7"/>
          </a:solidFill>
          <a:ln w="9525">
            <a:solidFill>
              <a:srgbClr val="D7E0E6"/>
            </a:solidFill>
            <a:prstDash val="solid"/>
          </a:ln>
        </p:spPr>
      </p:sp>
      <p:sp>
        <p:nvSpPr>
          <p:cNvPr id="116" name="phase-c-accent"/>
          <p:cNvSpPr>
            <a:spLocks noGrp="1"/>
          </p:cNvSpPr>
          <p:nvPr/>
        </p:nvSpPr>
        <p:spPr>
          <a:xfrm>
            <a:off x="1295400" y="5013960"/>
            <a:ext cx="57150" cy="1000125"/>
          </a:xfrm>
          <a:prstGeom prst="roundRect">
            <a:avLst>
              <a:gd name="adj" fmla="val 50000"/>
            </a:avLst>
          </a:prstGeom>
          <a:solidFill>
            <a:srgbClr val="5C7F99"/>
          </a:solidFill>
          <a:ln w="0">
            <a:solidFill>
              <a:srgbClr val="5C7F99"/>
            </a:solidFill>
            <a:prstDash val="solid"/>
          </a:ln>
        </p:spPr>
      </p:sp>
      <p:sp>
        <p:nvSpPr>
          <p:cNvPr id="117" name="phase-c-letter"/>
          <p:cNvSpPr>
            <a:spLocks noGrp="1"/>
          </p:cNvSpPr>
          <p:nvPr/>
        </p:nvSpPr>
        <p:spPr>
          <a:xfrm>
            <a:off x="1504950" y="5131435"/>
            <a:ext cx="295275" cy="238125"/>
          </a:xfrm>
          <a:prstGeom prst="roundRect">
            <a:avLst>
              <a:gd name="adj" fmla="val 19355"/>
            </a:avLst>
          </a:prstGeom>
          <a:noFill/>
          <a:ln w="9525">
            <a:noFill/>
            <a:prstDash val="solid"/>
          </a:ln>
        </p:spPr>
        <p:txBody>
          <a:bodyPr wrap="square" lIns="0" tIns="0" rIns="0" bIns="0" anchor="ctr">
            <a:noAutofit/>
          </a:bodyPr>
          <a:lstStyle/>
          <a:p>
            <a:pPr algn="l">
              <a:buNone/>
              <a:defRPr sz="1125" b="1">
                <a:solidFill>
                  <a:srgbClr val="263544"/>
                </a:solidFill>
                <a:latin typeface="微软雅黑" panose="020B0503020204020204" charset="-122"/>
                <a:ea typeface="微软雅黑" panose="020B0503020204020204" charset="-122"/>
                <a:cs typeface="微软雅黑" panose="020B0503020204020204" charset="-122"/>
              </a:defRPr>
            </a:pPr>
            <a:endParaRPr sz="1125" b="1" dirty="0">
              <a:solidFill>
                <a:srgbClr val="263544"/>
              </a:solidFill>
              <a:latin typeface="微软雅黑" panose="020B0503020204020204" charset="-122"/>
              <a:ea typeface="微软雅黑" panose="020B0503020204020204" charset="-122"/>
              <a:cs typeface="微软雅黑" panose="020B0503020204020204" charset="-122"/>
            </a:endParaRPr>
          </a:p>
        </p:txBody>
      </p:sp>
      <p:sp>
        <p:nvSpPr>
          <p:cNvPr id="121" name="phase-c-chinese"/>
          <p:cNvSpPr>
            <a:spLocks noGrp="1"/>
          </p:cNvSpPr>
          <p:nvPr/>
        </p:nvSpPr>
        <p:spPr>
          <a:xfrm>
            <a:off x="1571625" y="5388610"/>
            <a:ext cx="1238250" cy="285750"/>
          </a:xfrm>
          <a:prstGeom prst="rect">
            <a:avLst/>
          </a:prstGeom>
          <a:noFill/>
          <a:ln w="0">
            <a:noFill/>
            <a:prstDash val="solid"/>
          </a:ln>
        </p:spPr>
        <p:txBody>
          <a:bodyPr wrap="square" lIns="0" tIns="0" rIns="0" bIns="0" anchor="ctr">
            <a:noAutofit/>
          </a:bodyPr>
          <a:lstStyle/>
          <a:p>
            <a:pPr algn="l">
              <a:buNone/>
              <a:defRPr sz="1275" b="1">
                <a:solidFill>
                  <a:srgbClr val="173F61"/>
                </a:solidFill>
                <a:latin typeface="微软雅黑" panose="020B0503020204020204" charset="-122"/>
                <a:ea typeface="微软雅黑" panose="020B0503020204020204" charset="-122"/>
                <a:cs typeface="微软雅黑" panose="020B0503020204020204" charset="-122"/>
              </a:defRPr>
            </a:pPr>
            <a:r>
              <a:rPr sz="1275" b="1" dirty="0" err="1" smtClean="0">
                <a:solidFill>
                  <a:srgbClr val="173F61"/>
                </a:solidFill>
                <a:latin typeface="微软雅黑" panose="020B0503020204020204" charset="-122"/>
                <a:ea typeface="微软雅黑" panose="020B0503020204020204" charset="-122"/>
                <a:cs typeface="微软雅黑" panose="020B0503020204020204" charset="-122"/>
              </a:rPr>
              <a:t>机制</a:t>
            </a:r>
            <a:r>
              <a:rPr lang="zh-CN" altLang="en-US" sz="1275" b="1" dirty="0" smtClean="0">
                <a:solidFill>
                  <a:srgbClr val="173F61"/>
                </a:solidFill>
                <a:latin typeface="微软雅黑" panose="020B0503020204020204" charset="-122"/>
                <a:ea typeface="微软雅黑" panose="020B0503020204020204" charset="-122"/>
                <a:cs typeface="微软雅黑" panose="020B0503020204020204" charset="-122"/>
              </a:rPr>
              <a:t>优化</a:t>
            </a:r>
            <a:endParaRPr sz="1275" b="1" dirty="0">
              <a:solidFill>
                <a:srgbClr val="294A6D"/>
              </a:solidFill>
              <a:latin typeface="Arial" panose="020B0604020202020204"/>
              <a:ea typeface="Arial" panose="020B0604020202020204"/>
              <a:cs typeface="Arial" panose="020B0604020202020204"/>
            </a:endParaRPr>
          </a:p>
        </p:txBody>
      </p:sp>
      <p:sp>
        <p:nvSpPr>
          <p:cNvPr id="127" name="phase-c-sidebar-divider"/>
          <p:cNvSpPr>
            <a:spLocks noGrp="1"/>
          </p:cNvSpPr>
          <p:nvPr/>
        </p:nvSpPr>
        <p:spPr>
          <a:xfrm>
            <a:off x="2847975" y="5102860"/>
            <a:ext cx="9525" cy="809625"/>
          </a:xfrm>
          <a:prstGeom prst="rect">
            <a:avLst/>
          </a:prstGeom>
          <a:solidFill>
            <a:srgbClr val="D1DCE3"/>
          </a:solidFill>
          <a:ln w="0">
            <a:solidFill>
              <a:srgbClr val="D1DCE3"/>
            </a:solidFill>
            <a:prstDash val="solid"/>
          </a:ln>
        </p:spPr>
      </p:sp>
      <p:sp>
        <p:nvSpPr>
          <p:cNvPr id="131" name="phase-c-step-divider"/>
          <p:cNvSpPr>
            <a:spLocks noGrp="1"/>
          </p:cNvSpPr>
          <p:nvPr/>
        </p:nvSpPr>
        <p:spPr>
          <a:xfrm>
            <a:off x="6924675" y="5102860"/>
            <a:ext cx="9525" cy="809625"/>
          </a:xfrm>
          <a:prstGeom prst="rect">
            <a:avLst/>
          </a:prstGeom>
          <a:solidFill>
            <a:srgbClr val="D1DCE3"/>
          </a:solidFill>
          <a:ln w="0">
            <a:solidFill>
              <a:srgbClr val="D1DCE3"/>
            </a:solidFill>
            <a:prstDash val="solid"/>
          </a:ln>
        </p:spPr>
      </p:sp>
      <p:sp>
        <p:nvSpPr>
          <p:cNvPr id="132" name="step-05-number"/>
          <p:cNvSpPr>
            <a:spLocks noGrp="1"/>
          </p:cNvSpPr>
          <p:nvPr/>
        </p:nvSpPr>
        <p:spPr>
          <a:xfrm>
            <a:off x="3009900" y="5245735"/>
            <a:ext cx="457200" cy="228600"/>
          </a:xfrm>
          <a:prstGeom prst="roundRect">
            <a:avLst>
              <a:gd name="adj" fmla="val 20690"/>
            </a:avLst>
          </a:prstGeom>
          <a:noFill/>
          <a:ln w="9525">
            <a:noFill/>
            <a:prstDash val="solid"/>
          </a:ln>
        </p:spPr>
        <p:txBody>
          <a:bodyPr wrap="square" lIns="0" tIns="0" rIns="0" bIns="0" anchor="ctr">
            <a:noAutofit/>
          </a:bodyPr>
          <a:lstStyle/>
          <a:p>
            <a:pPr algn="l">
              <a:buNone/>
              <a:defRPr sz="1050" b="1">
                <a:solidFill>
                  <a:srgbClr val="4B6F88"/>
                </a:solidFill>
                <a:latin typeface="微软雅黑" panose="020B0503020204020204" charset="-122"/>
                <a:ea typeface="微软雅黑" panose="020B0503020204020204" charset="-122"/>
                <a:cs typeface="微软雅黑" panose="020B0503020204020204" charset="-122"/>
              </a:defRPr>
            </a:pPr>
            <a:r>
              <a:rPr sz="1050" b="1" dirty="0" err="1">
                <a:solidFill>
                  <a:srgbClr val="4B6F88"/>
                </a:solidFill>
                <a:latin typeface="微软雅黑" panose="020B0503020204020204" charset="-122"/>
                <a:ea typeface="微软雅黑" panose="020B0503020204020204" charset="-122"/>
                <a:cs typeface="微软雅黑" panose="020B0503020204020204" charset="-122"/>
              </a:rPr>
              <a:t>原来</a:t>
            </a:r>
            <a:endParaRPr sz="1050" b="1" dirty="0">
              <a:solidFill>
                <a:srgbClr val="4B6F88"/>
              </a:solidFill>
              <a:latin typeface="微软雅黑" panose="020B0503020204020204" charset="-122"/>
              <a:ea typeface="微软雅黑" panose="020B0503020204020204" charset="-122"/>
              <a:cs typeface="微软雅黑" panose="020B0503020204020204" charset="-122"/>
            </a:endParaRPr>
          </a:p>
        </p:txBody>
      </p:sp>
      <p:sp>
        <p:nvSpPr>
          <p:cNvPr id="139" name="step-05-title"/>
          <p:cNvSpPr>
            <a:spLocks noGrp="1"/>
          </p:cNvSpPr>
          <p:nvPr/>
        </p:nvSpPr>
        <p:spPr>
          <a:xfrm>
            <a:off x="3524250" y="5207635"/>
            <a:ext cx="3143250" cy="266700"/>
          </a:xfrm>
          <a:prstGeom prst="rect">
            <a:avLst/>
          </a:prstGeom>
          <a:noFill/>
          <a:ln w="0">
            <a:noFill/>
            <a:prstDash val="solid"/>
          </a:ln>
        </p:spPr>
        <p:txBody>
          <a:bodyPr wrap="square" lIns="0" tIns="0" rIns="0" bIns="0" anchor="ctr">
            <a:noAutofit/>
          </a:bodyPr>
          <a:lstStyle/>
          <a:p>
            <a:pPr algn="l">
              <a:buNone/>
              <a:defRPr sz="1200" b="1">
                <a:solidFill>
                  <a:srgbClr val="263544"/>
                </a:solidFill>
                <a:latin typeface="微软雅黑" panose="020B0503020204020204" charset="-122"/>
                <a:ea typeface="微软雅黑" panose="020B0503020204020204" charset="-122"/>
                <a:cs typeface="微软雅黑" panose="020B0503020204020204" charset="-122"/>
              </a:defRPr>
            </a:pPr>
            <a:r>
              <a:rPr sz="1200" b="1">
                <a:solidFill>
                  <a:srgbClr val="263544"/>
                </a:solidFill>
                <a:latin typeface="微软雅黑" panose="020B0503020204020204" charset="-122"/>
                <a:ea typeface="微软雅黑" panose="020B0503020204020204" charset="-122"/>
                <a:cs typeface="微软雅黑" panose="020B0503020204020204" charset="-122"/>
              </a:rPr>
              <a:t>全流程 × 全策略 × 全量上下文</a:t>
            </a:r>
          </a:p>
        </p:txBody>
      </p:sp>
      <p:sp>
        <p:nvSpPr>
          <p:cNvPr id="140" name="step-05-subtitle"/>
          <p:cNvSpPr>
            <a:spLocks noGrp="1"/>
          </p:cNvSpPr>
          <p:nvPr/>
        </p:nvSpPr>
        <p:spPr>
          <a:xfrm>
            <a:off x="3524250" y="5541010"/>
            <a:ext cx="2857500" cy="209550"/>
          </a:xfrm>
          <a:prstGeom prst="rect">
            <a:avLst/>
          </a:prstGeom>
          <a:noFill/>
          <a:ln w="0">
            <a:noFill/>
            <a:prstDash val="solid"/>
          </a:ln>
        </p:spPr>
        <p:txBody>
          <a:bodyPr wrap="square" lIns="0" tIns="0" rIns="0" bIns="0" anchor="ctr">
            <a:noAutofit/>
          </a:bodyPr>
          <a:lstStyle/>
          <a:p>
            <a:pPr algn="l">
              <a:buNone/>
              <a:defRPr sz="975" b="1">
                <a:solidFill>
                  <a:srgbClr val="4B6F88"/>
                </a:solidFill>
                <a:latin typeface="微软雅黑" panose="020B0503020204020204" charset="-122"/>
                <a:ea typeface="微软雅黑" panose="020B0503020204020204" charset="-122"/>
                <a:cs typeface="微软雅黑" panose="020B0503020204020204" charset="-122"/>
              </a:defRPr>
            </a:pPr>
            <a:r>
              <a:rPr sz="975" b="1">
                <a:solidFill>
                  <a:srgbClr val="4B6F88"/>
                </a:solidFill>
                <a:latin typeface="微软雅黑" panose="020B0503020204020204" charset="-122"/>
                <a:ea typeface="微软雅黑" panose="020B0503020204020204" charset="-122"/>
                <a:cs typeface="微软雅黑" panose="020B0503020204020204" charset="-122"/>
              </a:rPr>
              <a:t>多轮尝试  →  慢 + 贵</a:t>
            </a:r>
            <a:endParaRPr sz="825" b="1">
              <a:solidFill>
                <a:srgbClr val="2F3A45"/>
              </a:solidFill>
              <a:latin typeface="Arial" panose="020B0604020202020204"/>
              <a:ea typeface="Arial" panose="020B0604020202020204"/>
              <a:cs typeface="Arial" panose="020B0604020202020204"/>
            </a:endParaRPr>
          </a:p>
        </p:txBody>
      </p:sp>
      <p:sp>
        <p:nvSpPr>
          <p:cNvPr id="141" name="step-06-number"/>
          <p:cNvSpPr>
            <a:spLocks noGrp="1"/>
          </p:cNvSpPr>
          <p:nvPr/>
        </p:nvSpPr>
        <p:spPr>
          <a:xfrm>
            <a:off x="7067550" y="5245735"/>
            <a:ext cx="609600" cy="228600"/>
          </a:xfrm>
          <a:prstGeom prst="roundRect">
            <a:avLst>
              <a:gd name="adj" fmla="val 20690"/>
            </a:avLst>
          </a:prstGeom>
          <a:noFill/>
          <a:ln w="9525">
            <a:noFill/>
            <a:prstDash val="solid"/>
          </a:ln>
        </p:spPr>
        <p:txBody>
          <a:bodyPr wrap="square" lIns="0" tIns="0" rIns="0" bIns="0" anchor="ctr">
            <a:noAutofit/>
          </a:bodyPr>
          <a:lstStyle/>
          <a:p>
            <a:pPr algn="l">
              <a:buNone/>
              <a:defRPr sz="1050" b="1">
                <a:solidFill>
                  <a:srgbClr val="5C7F99"/>
                </a:solidFill>
                <a:latin typeface="微软雅黑" panose="020B0503020204020204" charset="-122"/>
                <a:ea typeface="微软雅黑" panose="020B0503020204020204" charset="-122"/>
                <a:cs typeface="微软雅黑" panose="020B0503020204020204" charset="-122"/>
              </a:defRPr>
            </a:pPr>
            <a:r>
              <a:rPr sz="1050" b="1">
                <a:solidFill>
                  <a:srgbClr val="5C7F99"/>
                </a:solidFill>
                <a:latin typeface="微软雅黑" panose="020B0503020204020204" charset="-122"/>
                <a:ea typeface="微软雅黑" panose="020B0503020204020204" charset="-122"/>
                <a:cs typeface="微软雅黑" panose="020B0503020204020204" charset="-122"/>
              </a:rPr>
              <a:t>优化后</a:t>
            </a:r>
          </a:p>
        </p:txBody>
      </p:sp>
      <p:sp>
        <p:nvSpPr>
          <p:cNvPr id="142" name="step-06-title"/>
          <p:cNvSpPr>
            <a:spLocks noGrp="1"/>
          </p:cNvSpPr>
          <p:nvPr/>
        </p:nvSpPr>
        <p:spPr>
          <a:xfrm>
            <a:off x="7715250" y="5207635"/>
            <a:ext cx="3028950" cy="266700"/>
          </a:xfrm>
          <a:prstGeom prst="rect">
            <a:avLst/>
          </a:prstGeom>
          <a:noFill/>
          <a:ln w="0">
            <a:noFill/>
            <a:prstDash val="solid"/>
          </a:ln>
        </p:spPr>
        <p:txBody>
          <a:bodyPr wrap="square" lIns="0" tIns="0" rIns="0" bIns="0" anchor="ctr">
            <a:noAutofit/>
          </a:bodyPr>
          <a:lstStyle/>
          <a:p>
            <a:pPr algn="l">
              <a:buNone/>
              <a:defRPr sz="1200" b="1">
                <a:solidFill>
                  <a:srgbClr val="263544"/>
                </a:solidFill>
                <a:latin typeface="微软雅黑" panose="020B0503020204020204" charset="-122"/>
                <a:ea typeface="微软雅黑" panose="020B0503020204020204" charset="-122"/>
                <a:cs typeface="微软雅黑" panose="020B0503020204020204" charset="-122"/>
              </a:defRPr>
            </a:pPr>
            <a:r>
              <a:rPr sz="1200" b="1" dirty="0" err="1">
                <a:solidFill>
                  <a:srgbClr val="263544"/>
                </a:solidFill>
                <a:latin typeface="微软雅黑" panose="020B0503020204020204" charset="-122"/>
                <a:ea typeface="微软雅黑" panose="020B0503020204020204" charset="-122"/>
                <a:cs typeface="微软雅黑" panose="020B0503020204020204" charset="-122"/>
              </a:rPr>
              <a:t>按需进入</a:t>
            </a:r>
            <a:r>
              <a:rPr sz="1200" b="1" dirty="0">
                <a:solidFill>
                  <a:srgbClr val="263544"/>
                </a:solidFill>
                <a:latin typeface="微软雅黑" panose="020B0503020204020204" charset="-122"/>
                <a:ea typeface="微软雅黑" panose="020B0503020204020204" charset="-122"/>
                <a:cs typeface="微软雅黑" panose="020B0503020204020204" charset="-122"/>
              </a:rPr>
              <a:t> + </a:t>
            </a:r>
            <a:r>
              <a:rPr sz="1200" b="1" dirty="0" err="1">
                <a:solidFill>
                  <a:srgbClr val="263544"/>
                </a:solidFill>
                <a:latin typeface="微软雅黑" panose="020B0503020204020204" charset="-122"/>
                <a:ea typeface="微软雅黑" panose="020B0503020204020204" charset="-122"/>
                <a:cs typeface="微软雅黑" panose="020B0503020204020204" charset="-122"/>
              </a:rPr>
              <a:t>按瓶颈</a:t>
            </a:r>
            <a:r>
              <a:rPr sz="1200" b="1" dirty="0">
                <a:solidFill>
                  <a:srgbClr val="263544"/>
                </a:solidFill>
                <a:latin typeface="微软雅黑" panose="020B0503020204020204" charset="-122"/>
                <a:ea typeface="微软雅黑" panose="020B0503020204020204" charset="-122"/>
                <a:cs typeface="微软雅黑" panose="020B0503020204020204" charset="-122"/>
              </a:rPr>
              <a:t> + </a:t>
            </a:r>
            <a:r>
              <a:rPr sz="1200" b="1" dirty="0" err="1">
                <a:solidFill>
                  <a:srgbClr val="263544"/>
                </a:solidFill>
                <a:latin typeface="微软雅黑" panose="020B0503020204020204" charset="-122"/>
                <a:ea typeface="微软雅黑" panose="020B0503020204020204" charset="-122"/>
                <a:cs typeface="微软雅黑" panose="020B0503020204020204" charset="-122"/>
              </a:rPr>
              <a:t>复用</a:t>
            </a:r>
            <a:r>
              <a:rPr sz="1200" b="1" dirty="0">
                <a:solidFill>
                  <a:srgbClr val="263544"/>
                </a:solidFill>
                <a:latin typeface="微软雅黑" panose="020B0503020204020204" charset="-122"/>
                <a:ea typeface="微软雅黑" panose="020B0503020204020204" charset="-122"/>
                <a:cs typeface="微软雅黑" panose="020B0503020204020204" charset="-122"/>
              </a:rPr>
              <a:t> + </a:t>
            </a:r>
            <a:r>
              <a:rPr lang="zh-CN" altLang="en-US" sz="1200" b="1" dirty="0" smtClean="0">
                <a:solidFill>
                  <a:srgbClr val="263544"/>
                </a:solidFill>
                <a:latin typeface="微软雅黑" panose="020B0503020204020204" charset="-122"/>
                <a:ea typeface="微软雅黑" panose="020B0503020204020204" charset="-122"/>
                <a:cs typeface="微软雅黑" panose="020B0503020204020204" charset="-122"/>
              </a:rPr>
              <a:t>合理优化</a:t>
            </a:r>
            <a:endParaRPr sz="1125" b="1" dirty="0">
              <a:solidFill>
                <a:srgbClr val="294A6D"/>
              </a:solidFill>
              <a:latin typeface="Arial" panose="020B0604020202020204"/>
              <a:ea typeface="Arial" panose="020B0604020202020204"/>
              <a:cs typeface="Arial" panose="020B0604020202020204"/>
            </a:endParaRPr>
          </a:p>
        </p:txBody>
      </p:sp>
      <p:sp>
        <p:nvSpPr>
          <p:cNvPr id="143" name="step-06-subtitle"/>
          <p:cNvSpPr>
            <a:spLocks noGrp="1"/>
          </p:cNvSpPr>
          <p:nvPr/>
        </p:nvSpPr>
        <p:spPr>
          <a:xfrm>
            <a:off x="7715250" y="5541010"/>
            <a:ext cx="3028950" cy="209550"/>
          </a:xfrm>
          <a:prstGeom prst="rect">
            <a:avLst/>
          </a:prstGeom>
          <a:noFill/>
          <a:ln w="0">
            <a:noFill/>
            <a:prstDash val="solid"/>
          </a:ln>
        </p:spPr>
        <p:txBody>
          <a:bodyPr wrap="square" lIns="0" tIns="0" rIns="0" bIns="0" anchor="ctr">
            <a:noAutofit/>
          </a:bodyPr>
          <a:lstStyle/>
          <a:p>
            <a:pPr algn="l">
              <a:buNone/>
              <a:defRPr sz="975" b="1">
                <a:solidFill>
                  <a:srgbClr val="5C7F99"/>
                </a:solidFill>
                <a:latin typeface="微软雅黑" panose="020B0503020204020204" charset="-122"/>
                <a:ea typeface="微软雅黑" panose="020B0503020204020204" charset="-122"/>
                <a:cs typeface="微软雅黑" panose="020B0503020204020204" charset="-122"/>
              </a:defRPr>
            </a:pPr>
            <a:r>
              <a:rPr sz="975" b="1">
                <a:solidFill>
                  <a:srgbClr val="5C7F99"/>
                </a:solidFill>
                <a:latin typeface="微软雅黑" panose="020B0503020204020204" charset="-122"/>
                <a:ea typeface="微软雅黑" panose="020B0503020204020204" charset="-122"/>
                <a:cs typeface="微软雅黑" panose="020B0503020204020204" charset="-122"/>
              </a:rPr>
              <a:t>及时停止  →  更短流程 + 更少 Token</a:t>
            </a:r>
          </a:p>
        </p:txBody>
      </p:sp>
      <p:sp>
        <p:nvSpPr>
          <p:cNvPr id="147" name="phase-a-sidebar-divider"/>
          <p:cNvSpPr>
            <a:spLocks noGrp="1"/>
          </p:cNvSpPr>
          <p:nvPr/>
        </p:nvSpPr>
        <p:spPr>
          <a:xfrm>
            <a:off x="4314825" y="2916554"/>
            <a:ext cx="9525" cy="790575"/>
          </a:xfrm>
          <a:prstGeom prst="rect">
            <a:avLst/>
          </a:prstGeom>
          <a:solidFill>
            <a:srgbClr val="D1DCE3"/>
          </a:solidFill>
          <a:ln w="0">
            <a:solidFill>
              <a:srgbClr val="D1DCE3"/>
            </a:solidFill>
            <a:prstDash val="solid"/>
          </a:ln>
        </p:spPr>
      </p:sp>
      <p:sp>
        <p:nvSpPr>
          <p:cNvPr id="148" name="phase-a-sidebar-divider"/>
          <p:cNvSpPr>
            <a:spLocks noGrp="1"/>
          </p:cNvSpPr>
          <p:nvPr/>
        </p:nvSpPr>
        <p:spPr>
          <a:xfrm>
            <a:off x="4314825" y="4093214"/>
            <a:ext cx="9525" cy="790575"/>
          </a:xfrm>
          <a:prstGeom prst="rect">
            <a:avLst/>
          </a:prstGeom>
          <a:solidFill>
            <a:srgbClr val="D1DCE3"/>
          </a:solidFill>
          <a:ln w="0">
            <a:solidFill>
              <a:srgbClr val="D1DCE3"/>
            </a:solidFill>
            <a:prstDash val="solid"/>
          </a:ln>
        </p:spPr>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2" name="phase-c-surface"/>
          <p:cNvSpPr>
            <a:spLocks noGrp="1"/>
          </p:cNvSpPr>
          <p:nvPr/>
        </p:nvSpPr>
        <p:spPr>
          <a:xfrm>
            <a:off x="2164080" y="2663401"/>
            <a:ext cx="7458075" cy="1000125"/>
          </a:xfrm>
          <a:prstGeom prst="rect">
            <a:avLst/>
          </a:prstGeom>
          <a:solidFill>
            <a:srgbClr val="F1F5F7"/>
          </a:solidFill>
          <a:ln w="9525">
            <a:solidFill>
              <a:srgbClr val="D7E0E6"/>
            </a:solidFill>
            <a:prstDash val="solid"/>
          </a:ln>
        </p:spPr>
      </p:sp>
      <p:sp>
        <p:nvSpPr>
          <p:cNvPr id="171" name="phase-c-surface"/>
          <p:cNvSpPr>
            <a:spLocks noGrp="1"/>
          </p:cNvSpPr>
          <p:nvPr/>
        </p:nvSpPr>
        <p:spPr>
          <a:xfrm>
            <a:off x="2164080" y="3958400"/>
            <a:ext cx="7458075" cy="1000125"/>
          </a:xfrm>
          <a:prstGeom prst="rect">
            <a:avLst/>
          </a:prstGeom>
          <a:solidFill>
            <a:srgbClr val="F1F5F7"/>
          </a:solidFill>
          <a:ln w="9525">
            <a:solidFill>
              <a:srgbClr val="D7E0E6"/>
            </a:solidFill>
            <a:prstDash val="solid"/>
          </a:ln>
        </p:spPr>
      </p:sp>
      <p:sp>
        <p:nvSpPr>
          <p:cNvPr id="7" name="slide-8-title"/>
          <p:cNvSpPr>
            <a:spLocks noGrp="1"/>
          </p:cNvSpPr>
          <p:nvPr/>
        </p:nvSpPr>
        <p:spPr>
          <a:xfrm>
            <a:off x="1082993" y="246698"/>
            <a:ext cx="9620250" cy="409575"/>
          </a:xfrm>
          <a:prstGeom prst="rect">
            <a:avLst/>
          </a:prstGeom>
          <a:noFill/>
          <a:ln w="0">
            <a:noFill/>
            <a:prstDash val="solid"/>
          </a:ln>
        </p:spPr>
        <p:txBody>
          <a:bodyPr wrap="square" lIns="0" tIns="0" rIns="0" bIns="0" anchor="ctr">
            <a:noAutofit/>
          </a:bodyPr>
          <a:lstStyle/>
          <a:p>
            <a:pPr algn="l">
              <a:buNone/>
              <a:defRPr sz="2850" b="1">
                <a:solidFill>
                  <a:srgbClr val="072A67"/>
                </a:solidFill>
                <a:latin typeface="微软雅黑" panose="020B0503020204020204" charset="-122"/>
                <a:ea typeface="微软雅黑" panose="020B0503020204020204" charset="-122"/>
                <a:cs typeface="微软雅黑" panose="020B0503020204020204" charset="-122"/>
              </a:defRPr>
            </a:pPr>
            <a:r>
              <a:rPr sz="2850" b="1">
                <a:solidFill>
                  <a:srgbClr val="243B53"/>
                </a:solidFill>
                <a:latin typeface="微软雅黑" panose="020B0503020204020204" charset="-122"/>
                <a:ea typeface="微软雅黑" panose="020B0503020204020204" charset="-122"/>
                <a:cs typeface="微软雅黑" panose="020B0503020204020204" charset="-122"/>
              </a:rPr>
              <a:t>优化方向二：建立快速、分层的 Skill 验证机制</a:t>
            </a:r>
          </a:p>
        </p:txBody>
      </p:sp>
      <p:sp>
        <p:nvSpPr>
          <p:cNvPr id="9" name="footer-background"/>
          <p:cNvSpPr>
            <a:spLocks noGrp="1"/>
          </p:cNvSpPr>
          <p:nvPr/>
        </p:nvSpPr>
        <p:spPr>
          <a:xfrm>
            <a:off x="200025" y="6172201"/>
            <a:ext cx="11791950" cy="533400"/>
          </a:xfrm>
          <a:prstGeom prst="rect">
            <a:avLst/>
          </a:prstGeom>
          <a:solidFill>
            <a:srgbClr val="173F61"/>
          </a:solidFill>
          <a:ln w="0">
            <a:solidFill>
              <a:srgbClr val="173F61"/>
            </a:solidFill>
            <a:prstDash val="solid"/>
          </a:ln>
        </p:spPr>
        <p:txBody>
          <a:bodyPr wrap="square" lIns="0" tIns="0" rIns="0" bIns="0" anchor="ctr">
            <a:normAutofit/>
          </a:bodyPr>
          <a:lstStyle/>
          <a:p>
            <a:endParaRPr/>
          </a:p>
        </p:txBody>
      </p:sp>
      <p:sp>
        <p:nvSpPr>
          <p:cNvPr id="11" name="slide-8-editable-footer"/>
          <p:cNvSpPr>
            <a:spLocks noGrp="1"/>
          </p:cNvSpPr>
          <p:nvPr/>
        </p:nvSpPr>
        <p:spPr>
          <a:xfrm>
            <a:off x="1000125" y="6200775"/>
            <a:ext cx="10191750" cy="466725"/>
          </a:xfrm>
          <a:prstGeom prst="rect">
            <a:avLst/>
          </a:prstGeom>
          <a:solidFill>
            <a:srgbClr val="173F61"/>
          </a:solidFill>
          <a:ln w="0">
            <a:solidFill>
              <a:srgbClr val="173F61"/>
            </a:solidFill>
            <a:prstDash val="solid"/>
          </a:ln>
        </p:spPr>
        <p:txBody>
          <a:bodyPr wrap="square" lIns="0" tIns="0" rIns="0" bIns="0" anchor="ctr">
            <a:noAutofit/>
          </a:bodyPr>
          <a:lstStyle/>
          <a:p>
            <a:pPr algn="ctr">
              <a:lnSpc>
                <a:spcPct val="100000"/>
              </a:lnSpc>
              <a:buNone/>
              <a:defRPr sz="1275" b="1">
                <a:solidFill>
                  <a:srgbClr val="FFFFFF"/>
                </a:solidFill>
                <a:latin typeface="微软雅黑" panose="020B0503020204020204" charset="-122"/>
                <a:ea typeface="微软雅黑" panose="020B0503020204020204" charset="-122"/>
                <a:cs typeface="微软雅黑" panose="020B0503020204020204" charset="-122"/>
              </a:defRPr>
            </a:pPr>
            <a:r>
              <a:rPr sz="1275" b="1">
                <a:solidFill>
                  <a:srgbClr val="FFFFFF"/>
                </a:solidFill>
                <a:latin typeface="微软雅黑" panose="020B0503020204020204" charset="-122"/>
                <a:ea typeface="微软雅黑" panose="020B0503020204020204" charset="-122"/>
                <a:cs typeface="微软雅黑" panose="020B0503020204020204" charset="-122"/>
              </a:rPr>
              <a:t>局部修改局部验证，流程修改分层验证，全面测试负责最终兜底。</a:t>
            </a:r>
          </a:p>
        </p:txBody>
      </p:sp>
      <p:sp>
        <p:nvSpPr>
          <p:cNvPr id="20" name="knowledge-source-1"/>
          <p:cNvSpPr>
            <a:spLocks noGrp="1"/>
          </p:cNvSpPr>
          <p:nvPr/>
        </p:nvSpPr>
        <p:spPr>
          <a:xfrm>
            <a:off x="1378202" y="1069767"/>
            <a:ext cx="2857500" cy="514350"/>
          </a:xfrm>
          <a:prstGeom prst="roundRect">
            <a:avLst>
              <a:gd name="adj" fmla="val 14815"/>
            </a:avLst>
          </a:prstGeom>
          <a:solidFill>
            <a:srgbClr val="FFFFFF"/>
          </a:solidFill>
          <a:ln w="9525">
            <a:solidFill>
              <a:srgbClr val="D7E0E6"/>
            </a:solidFill>
            <a:prstDash val="solid"/>
          </a:ln>
        </p:spPr>
      </p:sp>
      <p:sp>
        <p:nvSpPr>
          <p:cNvPr id="22" name="knowledge-source-1-title"/>
          <p:cNvSpPr>
            <a:spLocks noGrp="1"/>
          </p:cNvSpPr>
          <p:nvPr/>
        </p:nvSpPr>
        <p:spPr>
          <a:xfrm>
            <a:off x="1656967" y="1105327"/>
            <a:ext cx="2286000" cy="209550"/>
          </a:xfrm>
          <a:prstGeom prst="rect">
            <a:avLst/>
          </a:prstGeom>
          <a:noFill/>
          <a:ln w="0">
            <a:noFill/>
            <a:prstDash val="solid"/>
          </a:ln>
        </p:spPr>
        <p:txBody>
          <a:bodyPr wrap="square" lIns="0" tIns="0" rIns="0" bIns="0" anchor="ctr">
            <a:noAutofit/>
          </a:bodyPr>
          <a:lstStyle/>
          <a:p>
            <a:pPr algn="ctr">
              <a:buNone/>
              <a:defRPr sz="1125" b="1">
                <a:solidFill>
                  <a:srgbClr val="263544"/>
                </a:solidFill>
                <a:latin typeface="微软雅黑" panose="020B0503020204020204" charset="-122"/>
                <a:ea typeface="微软雅黑" panose="020B0503020204020204" charset="-122"/>
                <a:cs typeface="微软雅黑" panose="020B0503020204020204" charset="-122"/>
              </a:defRPr>
            </a:pPr>
            <a:r>
              <a:rPr sz="1125" b="1">
                <a:solidFill>
                  <a:srgbClr val="263544"/>
                </a:solidFill>
                <a:latin typeface="微软雅黑" panose="020B0503020204020204" charset="-122"/>
                <a:ea typeface="微软雅黑" panose="020B0503020204020204" charset="-122"/>
                <a:cs typeface="微软雅黑" panose="020B0503020204020204" charset="-122"/>
              </a:rPr>
              <a:t>Skill 小修改</a:t>
            </a:r>
          </a:p>
        </p:txBody>
      </p:sp>
      <p:sp>
        <p:nvSpPr>
          <p:cNvPr id="23" name="knowledge-source-1-note"/>
          <p:cNvSpPr>
            <a:spLocks noGrp="1"/>
          </p:cNvSpPr>
          <p:nvPr/>
        </p:nvSpPr>
        <p:spPr>
          <a:xfrm>
            <a:off x="1561717" y="1333927"/>
            <a:ext cx="2476500" cy="161925"/>
          </a:xfrm>
          <a:prstGeom prst="rect">
            <a:avLst/>
          </a:prstGeom>
          <a:noFill/>
          <a:ln w="0">
            <a:noFill/>
            <a:prstDash val="solid"/>
          </a:ln>
        </p:spPr>
        <p:txBody>
          <a:bodyPr wrap="square" lIns="0" tIns="0" rIns="0" bIns="0" anchor="ctr">
            <a:noAutofit/>
          </a:bodyPr>
          <a:lstStyle/>
          <a:p>
            <a:pPr algn="ctr">
              <a:buNone/>
              <a:defRPr sz="865" b="0">
                <a:solidFill>
                  <a:srgbClr val="677684"/>
                </a:solidFill>
                <a:latin typeface="微软雅黑" panose="020B0503020204020204" charset="-122"/>
                <a:ea typeface="微软雅黑" panose="020B0503020204020204" charset="-122"/>
                <a:cs typeface="微软雅黑" panose="020B0503020204020204" charset="-122"/>
              </a:defRPr>
            </a:pPr>
            <a:r>
              <a:rPr sz="865" b="0">
                <a:solidFill>
                  <a:srgbClr val="677684"/>
                </a:solidFill>
                <a:latin typeface="微软雅黑" panose="020B0503020204020204" charset="-122"/>
                <a:ea typeface="微软雅黑" panose="020B0503020204020204" charset="-122"/>
                <a:cs typeface="微软雅黑" panose="020B0503020204020204" charset="-122"/>
              </a:rPr>
              <a:t>路由 / Prompt / Gate / 限制</a:t>
            </a:r>
          </a:p>
        </p:txBody>
      </p:sp>
      <p:sp>
        <p:nvSpPr>
          <p:cNvPr id="24" name="knowledge-source-2"/>
          <p:cNvSpPr>
            <a:spLocks noGrp="1"/>
          </p:cNvSpPr>
          <p:nvPr/>
        </p:nvSpPr>
        <p:spPr>
          <a:xfrm>
            <a:off x="4302377" y="1069767"/>
            <a:ext cx="2857500" cy="514350"/>
          </a:xfrm>
          <a:prstGeom prst="roundRect">
            <a:avLst>
              <a:gd name="adj" fmla="val 14815"/>
            </a:avLst>
          </a:prstGeom>
          <a:solidFill>
            <a:srgbClr val="FFFFFF"/>
          </a:solidFill>
          <a:ln w="9525">
            <a:solidFill>
              <a:srgbClr val="D7E0E6"/>
            </a:solidFill>
            <a:prstDash val="solid"/>
          </a:ln>
        </p:spPr>
      </p:sp>
      <p:sp>
        <p:nvSpPr>
          <p:cNvPr id="26" name="knowledge-source-2-title"/>
          <p:cNvSpPr>
            <a:spLocks noGrp="1"/>
          </p:cNvSpPr>
          <p:nvPr/>
        </p:nvSpPr>
        <p:spPr>
          <a:xfrm>
            <a:off x="4438267" y="1219627"/>
            <a:ext cx="2286000" cy="209550"/>
          </a:xfrm>
          <a:prstGeom prst="rect">
            <a:avLst/>
          </a:prstGeom>
          <a:noFill/>
          <a:ln w="0">
            <a:noFill/>
            <a:prstDash val="solid"/>
          </a:ln>
        </p:spPr>
        <p:txBody>
          <a:bodyPr wrap="square" lIns="0" tIns="0" rIns="0" bIns="0" anchor="ctr">
            <a:noAutofit/>
          </a:bodyPr>
          <a:lstStyle/>
          <a:p>
            <a:pPr algn="ctr">
              <a:buNone/>
              <a:defRPr sz="1125" b="1">
                <a:solidFill>
                  <a:srgbClr val="263544"/>
                </a:solidFill>
                <a:latin typeface="微软雅黑" panose="020B0503020204020204" charset="-122"/>
                <a:ea typeface="微软雅黑" panose="020B0503020204020204" charset="-122"/>
                <a:cs typeface="微软雅黑" panose="020B0503020204020204" charset="-122"/>
              </a:defRPr>
            </a:pPr>
            <a:r>
              <a:rPr sz="1125" b="1" dirty="0" err="1">
                <a:solidFill>
                  <a:srgbClr val="263544"/>
                </a:solidFill>
                <a:latin typeface="微软雅黑" panose="020B0503020204020204" charset="-122"/>
                <a:ea typeface="微软雅黑" panose="020B0503020204020204" charset="-122"/>
                <a:cs typeface="微软雅黑" panose="020B0503020204020204" charset="-122"/>
              </a:rPr>
              <a:t>重新运行完整开发</a:t>
            </a:r>
            <a:endParaRPr sz="1125" b="1" dirty="0">
              <a:solidFill>
                <a:srgbClr val="263544"/>
              </a:solidFill>
              <a:latin typeface="微软雅黑" panose="020B0503020204020204" charset="-122"/>
              <a:ea typeface="微软雅黑" panose="020B0503020204020204" charset="-122"/>
              <a:cs typeface="微软雅黑" panose="020B0503020204020204" charset="-122"/>
            </a:endParaRPr>
          </a:p>
        </p:txBody>
      </p:sp>
      <p:sp>
        <p:nvSpPr>
          <p:cNvPr id="28" name="knowledge-source-3"/>
          <p:cNvSpPr>
            <a:spLocks noGrp="1"/>
          </p:cNvSpPr>
          <p:nvPr/>
        </p:nvSpPr>
        <p:spPr>
          <a:xfrm>
            <a:off x="7226552" y="1069767"/>
            <a:ext cx="2857500" cy="514350"/>
          </a:xfrm>
          <a:prstGeom prst="roundRect">
            <a:avLst>
              <a:gd name="adj" fmla="val 14815"/>
            </a:avLst>
          </a:prstGeom>
          <a:solidFill>
            <a:srgbClr val="FFFFFF"/>
          </a:solidFill>
          <a:ln w="9525">
            <a:solidFill>
              <a:srgbClr val="D7E0E6"/>
            </a:solidFill>
            <a:prstDash val="solid"/>
          </a:ln>
        </p:spPr>
        <p:txBody>
          <a:bodyPr/>
          <a:lstStyle/>
          <a:p>
            <a:endParaRPr/>
          </a:p>
        </p:txBody>
      </p:sp>
      <p:sp>
        <p:nvSpPr>
          <p:cNvPr id="30" name="knowledge-source-3-title"/>
          <p:cNvSpPr>
            <a:spLocks noGrp="1"/>
          </p:cNvSpPr>
          <p:nvPr/>
        </p:nvSpPr>
        <p:spPr>
          <a:xfrm>
            <a:off x="7495792" y="1210102"/>
            <a:ext cx="2286000" cy="209550"/>
          </a:xfrm>
          <a:prstGeom prst="rect">
            <a:avLst/>
          </a:prstGeom>
          <a:noFill/>
          <a:ln w="0">
            <a:noFill/>
            <a:prstDash val="solid"/>
          </a:ln>
        </p:spPr>
        <p:txBody>
          <a:bodyPr wrap="square" lIns="0" tIns="0" rIns="0" bIns="0" anchor="ctr">
            <a:noAutofit/>
          </a:bodyPr>
          <a:lstStyle/>
          <a:p>
            <a:pPr algn="ctr">
              <a:buNone/>
              <a:defRPr sz="1125" b="1">
                <a:solidFill>
                  <a:srgbClr val="263544"/>
                </a:solidFill>
                <a:latin typeface="微软雅黑" panose="020B0503020204020204" charset="-122"/>
                <a:ea typeface="微软雅黑" panose="020B0503020204020204" charset="-122"/>
                <a:cs typeface="微软雅黑" panose="020B0503020204020204" charset="-122"/>
              </a:defRPr>
            </a:pPr>
            <a:r>
              <a:rPr sz="1125" b="1" dirty="0" err="1">
                <a:solidFill>
                  <a:srgbClr val="263544"/>
                </a:solidFill>
                <a:latin typeface="微软雅黑" panose="020B0503020204020204" charset="-122"/>
                <a:ea typeface="微软雅黑" panose="020B0503020204020204" charset="-122"/>
                <a:cs typeface="微软雅黑" panose="020B0503020204020204" charset="-122"/>
              </a:rPr>
              <a:t>验证成本高</a:t>
            </a:r>
            <a:endParaRPr sz="1125" b="1" dirty="0">
              <a:solidFill>
                <a:srgbClr val="263544"/>
              </a:solidFill>
              <a:latin typeface="微软雅黑" panose="020B0503020204020204" charset="-122"/>
              <a:ea typeface="微软雅黑" panose="020B0503020204020204" charset="-122"/>
              <a:cs typeface="微软雅黑" panose="020B0503020204020204" charset="-122"/>
            </a:endParaRPr>
          </a:p>
        </p:txBody>
      </p:sp>
      <p:sp>
        <p:nvSpPr>
          <p:cNvPr id="32" name="platform-knowledge-node"/>
          <p:cNvSpPr>
            <a:spLocks noGrp="1"/>
          </p:cNvSpPr>
          <p:nvPr/>
        </p:nvSpPr>
        <p:spPr>
          <a:xfrm>
            <a:off x="4188712" y="1733977"/>
            <a:ext cx="3200400" cy="295275"/>
          </a:xfrm>
          <a:prstGeom prst="roundRect">
            <a:avLst>
              <a:gd name="adj" fmla="val 24000"/>
            </a:avLst>
          </a:prstGeom>
          <a:solidFill>
            <a:srgbClr val="173F61"/>
          </a:solidFill>
          <a:ln w="0">
            <a:solidFill>
              <a:srgbClr val="173F61"/>
            </a:solidFill>
            <a:prstDash val="solid"/>
          </a:ln>
        </p:spPr>
        <p:txBody>
          <a:bodyPr wrap="square" lIns="0" tIns="0" rIns="0" bIns="0" anchor="ctr">
            <a:noAutofit/>
          </a:bodyPr>
          <a:lstStyle/>
          <a:p>
            <a:pPr algn="ctr">
              <a:buNone/>
              <a:defRPr sz="1090" b="1">
                <a:solidFill>
                  <a:srgbClr val="FFFFFF"/>
                </a:solidFill>
                <a:latin typeface="微软雅黑" panose="020B0503020204020204" charset="-122"/>
                <a:ea typeface="微软雅黑" panose="020B0503020204020204" charset="-122"/>
                <a:cs typeface="微软雅黑" panose="020B0503020204020204" charset="-122"/>
              </a:defRPr>
            </a:pPr>
            <a:r>
              <a:rPr sz="1090" b="1" dirty="0" err="1">
                <a:solidFill>
                  <a:srgbClr val="FFFFFF"/>
                </a:solidFill>
                <a:latin typeface="微软雅黑" panose="020B0503020204020204" charset="-122"/>
                <a:ea typeface="微软雅黑" panose="020B0503020204020204" charset="-122"/>
                <a:cs typeface="微软雅黑" panose="020B0503020204020204" charset="-122"/>
              </a:rPr>
              <a:t>问题不在没有验证，而是验证粒度过大</a:t>
            </a:r>
            <a:endParaRPr sz="1400" b="1" dirty="0">
              <a:solidFill>
                <a:srgbClr val="FFFFFF"/>
              </a:solidFill>
              <a:latin typeface="Arial" panose="020B0604020202020204"/>
              <a:ea typeface="Arial" panose="020B0604020202020204"/>
              <a:cs typeface="Arial" panose="020B0604020202020204"/>
            </a:endParaRPr>
          </a:p>
        </p:txBody>
      </p:sp>
      <p:sp>
        <p:nvSpPr>
          <p:cNvPr id="38" name="phase-a-accent"/>
          <p:cNvSpPr>
            <a:spLocks noGrp="1"/>
          </p:cNvSpPr>
          <p:nvPr/>
        </p:nvSpPr>
        <p:spPr>
          <a:xfrm>
            <a:off x="2099627" y="2647964"/>
            <a:ext cx="57150" cy="1000125"/>
          </a:xfrm>
          <a:prstGeom prst="roundRect">
            <a:avLst>
              <a:gd name="adj" fmla="val 50000"/>
            </a:avLst>
          </a:prstGeom>
          <a:solidFill>
            <a:srgbClr val="5C7F99"/>
          </a:solidFill>
          <a:ln w="0">
            <a:solidFill>
              <a:srgbClr val="5C7F99"/>
            </a:solidFill>
            <a:prstDash val="solid"/>
          </a:ln>
        </p:spPr>
      </p:sp>
      <p:sp>
        <p:nvSpPr>
          <p:cNvPr id="39" name="phase-a-letter"/>
          <p:cNvSpPr>
            <a:spLocks noGrp="1"/>
          </p:cNvSpPr>
          <p:nvPr/>
        </p:nvSpPr>
        <p:spPr>
          <a:xfrm>
            <a:off x="2309177" y="2784489"/>
            <a:ext cx="323850" cy="238125"/>
          </a:xfrm>
          <a:prstGeom prst="roundRect">
            <a:avLst>
              <a:gd name="adj" fmla="val 19355"/>
            </a:avLst>
          </a:prstGeom>
          <a:noFill/>
          <a:ln w="9525">
            <a:noFill/>
            <a:prstDash val="solid"/>
          </a:ln>
        </p:spPr>
        <p:txBody>
          <a:bodyPr wrap="square" lIns="0" tIns="0" rIns="0" bIns="0" anchor="ctr">
            <a:noAutofit/>
          </a:bodyPr>
          <a:lstStyle/>
          <a:p>
            <a:pPr algn="l">
              <a:buNone/>
              <a:defRPr sz="1125" b="1">
                <a:solidFill>
                  <a:srgbClr val="5C7F99"/>
                </a:solidFill>
                <a:latin typeface="微软雅黑" panose="020B0503020204020204" charset="-122"/>
                <a:ea typeface="微软雅黑" panose="020B0503020204020204" charset="-122"/>
                <a:cs typeface="微软雅黑" panose="020B0503020204020204" charset="-122"/>
              </a:defRPr>
            </a:pPr>
            <a:r>
              <a:rPr sz="1125" b="1">
                <a:solidFill>
                  <a:srgbClr val="5C7F99"/>
                </a:solidFill>
                <a:latin typeface="微软雅黑" panose="020B0503020204020204" charset="-122"/>
                <a:ea typeface="微软雅黑" panose="020B0503020204020204" charset="-122"/>
                <a:cs typeface="微软雅黑" panose="020B0503020204020204" charset="-122"/>
              </a:rPr>
              <a:t>01</a:t>
            </a:r>
          </a:p>
        </p:txBody>
      </p:sp>
      <p:sp>
        <p:nvSpPr>
          <p:cNvPr id="41" name="phase-a-chinese"/>
          <p:cNvSpPr>
            <a:spLocks noGrp="1"/>
          </p:cNvSpPr>
          <p:nvPr/>
        </p:nvSpPr>
        <p:spPr>
          <a:xfrm>
            <a:off x="2571115" y="2784489"/>
            <a:ext cx="2333625" cy="266700"/>
          </a:xfrm>
          <a:prstGeom prst="rect">
            <a:avLst/>
          </a:prstGeom>
          <a:noFill/>
          <a:ln w="0">
            <a:noFill/>
            <a:prstDash val="solid"/>
          </a:ln>
        </p:spPr>
        <p:txBody>
          <a:bodyPr wrap="square" lIns="0" tIns="0" rIns="0" bIns="0" anchor="ctr">
            <a:noAutofit/>
          </a:bodyPr>
          <a:lstStyle/>
          <a:p>
            <a:pPr>
              <a:defRPr sz="1240" b="1">
                <a:solidFill>
                  <a:srgbClr val="5C7F99"/>
                </a:solidFill>
                <a:latin typeface="微软雅黑" panose="020B0503020204020204" charset="-122"/>
                <a:ea typeface="微软雅黑" panose="020B0503020204020204" charset="-122"/>
                <a:cs typeface="微软雅黑" panose="020B0503020204020204" charset="-122"/>
              </a:defRPr>
            </a:pPr>
            <a:r>
              <a:rPr lang="zh-CN" altLang="en-US" sz="1200" b="1" dirty="0">
                <a:solidFill>
                  <a:srgbClr val="5C7F99"/>
                </a:solidFill>
                <a:latin typeface="微软雅黑" panose="020B0503020204020204" charset="-122"/>
                <a:ea typeface="微软雅黑" panose="020B0503020204020204" charset="-122"/>
                <a:cs typeface="微软雅黑" panose="020B0503020204020204" charset="-122"/>
              </a:rPr>
              <a:t>主流程修改 → </a:t>
            </a:r>
            <a:r>
              <a:rPr lang="en-US" altLang="zh-CN" sz="1200" b="1" dirty="0">
                <a:solidFill>
                  <a:srgbClr val="5C7F99"/>
                </a:solidFill>
                <a:latin typeface="微软雅黑" panose="020B0503020204020204" charset="-122"/>
                <a:ea typeface="微软雅黑" panose="020B0503020204020204" charset="-122"/>
                <a:cs typeface="微软雅黑" panose="020B0503020204020204" charset="-122"/>
              </a:rPr>
              <a:t>Smoke Test</a:t>
            </a:r>
          </a:p>
        </p:txBody>
      </p:sp>
      <p:sp>
        <p:nvSpPr>
          <p:cNvPr id="42" name="phase-a-sidebar-divider"/>
          <p:cNvSpPr>
            <a:spLocks noGrp="1"/>
          </p:cNvSpPr>
          <p:nvPr/>
        </p:nvSpPr>
        <p:spPr>
          <a:xfrm>
            <a:off x="5501022" y="2757819"/>
            <a:ext cx="9525" cy="790575"/>
          </a:xfrm>
          <a:prstGeom prst="rect">
            <a:avLst/>
          </a:prstGeom>
          <a:solidFill>
            <a:srgbClr val="D1DCE3"/>
          </a:solidFill>
          <a:ln w="0">
            <a:solidFill>
              <a:srgbClr val="D1DCE3"/>
            </a:solidFill>
            <a:prstDash val="solid"/>
          </a:ln>
        </p:spPr>
      </p:sp>
      <p:sp>
        <p:nvSpPr>
          <p:cNvPr id="44" name="step-01-number"/>
          <p:cNvSpPr>
            <a:spLocks noGrp="1"/>
          </p:cNvSpPr>
          <p:nvPr/>
        </p:nvSpPr>
        <p:spPr>
          <a:xfrm>
            <a:off x="5866764" y="2830856"/>
            <a:ext cx="304800" cy="238125"/>
          </a:xfrm>
          <a:prstGeom prst="roundRect">
            <a:avLst>
              <a:gd name="adj" fmla="val 20690"/>
            </a:avLst>
          </a:prstGeom>
          <a:noFill/>
          <a:ln w="9525">
            <a:noFill/>
            <a:prstDash val="solid"/>
          </a:ln>
        </p:spPr>
        <p:txBody>
          <a:bodyPr wrap="square" lIns="0" tIns="0" rIns="0" bIns="0" anchor="ctr">
            <a:noAutofit/>
          </a:bodyPr>
          <a:lstStyle/>
          <a:p>
            <a:pPr algn="l">
              <a:buNone/>
              <a:defRPr sz="1125" b="1">
                <a:solidFill>
                  <a:srgbClr val="5C7F99"/>
                </a:solidFill>
                <a:latin typeface="微软雅黑" panose="020B0503020204020204" charset="-122"/>
                <a:ea typeface="微软雅黑" panose="020B0503020204020204" charset="-122"/>
                <a:cs typeface="微软雅黑" panose="020B0503020204020204" charset="-122"/>
              </a:defRPr>
            </a:pPr>
            <a:r>
              <a:rPr sz="1125" b="1">
                <a:solidFill>
                  <a:srgbClr val="5C7F99"/>
                </a:solidFill>
                <a:latin typeface="微软雅黑" panose="020B0503020204020204" charset="-122"/>
                <a:ea typeface="微软雅黑" panose="020B0503020204020204" charset="-122"/>
                <a:cs typeface="微软雅黑" panose="020B0503020204020204" charset="-122"/>
              </a:rPr>
              <a:t>02</a:t>
            </a:r>
          </a:p>
        </p:txBody>
      </p:sp>
      <p:sp>
        <p:nvSpPr>
          <p:cNvPr id="45" name="step-01-title"/>
          <p:cNvSpPr>
            <a:spLocks noGrp="1"/>
          </p:cNvSpPr>
          <p:nvPr/>
        </p:nvSpPr>
        <p:spPr>
          <a:xfrm>
            <a:off x="6228713" y="2802281"/>
            <a:ext cx="2588419" cy="247650"/>
          </a:xfrm>
          <a:prstGeom prst="rect">
            <a:avLst/>
          </a:prstGeom>
          <a:noFill/>
          <a:ln w="0">
            <a:noFill/>
            <a:prstDash val="solid"/>
          </a:ln>
        </p:spPr>
        <p:txBody>
          <a:bodyPr wrap="square" lIns="0" tIns="0" rIns="0" bIns="0" anchor="ctr">
            <a:noAutofit/>
          </a:bodyPr>
          <a:lstStyle/>
          <a:p>
            <a:pPr algn="l">
              <a:buNone/>
              <a:defRPr sz="1200" b="1">
                <a:solidFill>
                  <a:srgbClr val="173F61"/>
                </a:solidFill>
                <a:latin typeface="微软雅黑" panose="020B0503020204020204" charset="-122"/>
                <a:ea typeface="微软雅黑" panose="020B0503020204020204" charset="-122"/>
                <a:cs typeface="微软雅黑" panose="020B0503020204020204" charset="-122"/>
              </a:defRPr>
            </a:pPr>
            <a:r>
              <a:rPr sz="1200" b="1" dirty="0" err="1">
                <a:solidFill>
                  <a:srgbClr val="5C7F99"/>
                </a:solidFill>
                <a:latin typeface="微软雅黑" panose="020B0503020204020204" charset="-122"/>
                <a:ea typeface="微软雅黑" panose="020B0503020204020204" charset="-122"/>
                <a:cs typeface="微软雅黑" panose="020B0503020204020204" charset="-122"/>
              </a:rPr>
              <a:t>子代理修改</a:t>
            </a:r>
            <a:r>
              <a:rPr sz="1200" b="1" dirty="0">
                <a:solidFill>
                  <a:srgbClr val="173F61"/>
                </a:solidFill>
                <a:latin typeface="微软雅黑" panose="020B0503020204020204" charset="-122"/>
                <a:ea typeface="微软雅黑" panose="020B0503020204020204" charset="-122"/>
                <a:cs typeface="微软雅黑" panose="020B0503020204020204" charset="-122"/>
              </a:rPr>
              <a:t> → </a:t>
            </a:r>
            <a:r>
              <a:rPr sz="1200" b="1" dirty="0" err="1">
                <a:solidFill>
                  <a:srgbClr val="5C7F99"/>
                </a:solidFill>
                <a:latin typeface="微软雅黑" panose="020B0503020204020204" charset="-122"/>
                <a:ea typeface="微软雅黑" panose="020B0503020204020204" charset="-122"/>
                <a:cs typeface="微软雅黑" panose="020B0503020204020204" charset="-122"/>
              </a:rPr>
              <a:t>单独运行</a:t>
            </a:r>
            <a:r>
              <a:rPr lang="zh-CN" altLang="en-US" sz="1200" b="1" dirty="0">
                <a:solidFill>
                  <a:srgbClr val="5C7F99"/>
                </a:solidFill>
                <a:latin typeface="微软雅黑" panose="020B0503020204020204" charset="-122"/>
                <a:ea typeface="微软雅黑" panose="020B0503020204020204" charset="-122"/>
                <a:cs typeface="微软雅黑" panose="020B0503020204020204" charset="-122"/>
              </a:rPr>
              <a:t>子代理的</a:t>
            </a:r>
            <a:r>
              <a:rPr lang="en-US" altLang="zh-CN" sz="1200" b="1" dirty="0">
                <a:solidFill>
                  <a:srgbClr val="5C7F99"/>
                </a:solidFill>
                <a:latin typeface="微软雅黑" panose="020B0503020204020204" charset="-122"/>
                <a:ea typeface="微软雅黑" panose="020B0503020204020204" charset="-122"/>
                <a:cs typeface="微软雅黑" panose="020B0503020204020204" charset="-122"/>
              </a:rPr>
              <a:t>skill</a:t>
            </a:r>
            <a:endParaRPr sz="1200" b="1" dirty="0">
              <a:solidFill>
                <a:srgbClr val="5C7F99"/>
              </a:solidFill>
              <a:latin typeface="微软雅黑" panose="020B0503020204020204" charset="-122"/>
              <a:ea typeface="微软雅黑" panose="020B0503020204020204" charset="-122"/>
              <a:cs typeface="微软雅黑" panose="020B0503020204020204" charset="-122"/>
            </a:endParaRPr>
          </a:p>
        </p:txBody>
      </p:sp>
      <p:sp>
        <p:nvSpPr>
          <p:cNvPr id="46" name="step-01-subtitle"/>
          <p:cNvSpPr>
            <a:spLocks noGrp="1"/>
          </p:cNvSpPr>
          <p:nvPr/>
        </p:nvSpPr>
        <p:spPr>
          <a:xfrm>
            <a:off x="5866764" y="3107081"/>
            <a:ext cx="2609850" cy="447675"/>
          </a:xfrm>
          <a:prstGeom prst="rect">
            <a:avLst/>
          </a:prstGeom>
          <a:noFill/>
          <a:ln w="0">
            <a:noFill/>
            <a:prstDash val="solid"/>
          </a:ln>
        </p:spPr>
        <p:txBody>
          <a:bodyPr wrap="square" lIns="0" tIns="0" rIns="0" bIns="0" anchor="ctr">
            <a:noAutofit/>
          </a:bodyPr>
          <a:lstStyle/>
          <a:p>
            <a:pPr algn="ctr">
              <a:buNone/>
              <a:defRPr sz="865" b="1">
                <a:solidFill>
                  <a:srgbClr val="263544"/>
                </a:solidFill>
                <a:latin typeface="微软雅黑" panose="020B0503020204020204" charset="-122"/>
                <a:ea typeface="微软雅黑" panose="020B0503020204020204" charset="-122"/>
                <a:cs typeface="微软雅黑" panose="020B0503020204020204" charset="-122"/>
              </a:defRPr>
            </a:pPr>
            <a:r>
              <a:rPr sz="865" b="1">
                <a:solidFill>
                  <a:srgbClr val="263544"/>
                </a:solidFill>
                <a:latin typeface="微软雅黑" panose="020B0503020204020204" charset="-122"/>
                <a:ea typeface="微软雅黑" panose="020B0503020204020204" charset="-122"/>
                <a:cs typeface="微软雅黑" panose="020B0503020204020204" charset="-122"/>
              </a:rPr>
              <a:t>修改哪个，就直接验证哪个</a:t>
            </a:r>
            <a:endParaRPr sz="825" b="1">
              <a:solidFill>
                <a:srgbClr val="2F3A45"/>
              </a:solidFill>
              <a:latin typeface="Arial" panose="020B0604020202020204"/>
              <a:ea typeface="Arial" panose="020B0604020202020204"/>
              <a:cs typeface="Arial" panose="020B0604020202020204"/>
            </a:endParaRPr>
          </a:p>
        </p:txBody>
      </p:sp>
      <p:sp>
        <p:nvSpPr>
          <p:cNvPr id="133" name="step-08-number"/>
          <p:cNvSpPr>
            <a:spLocks noGrp="1"/>
          </p:cNvSpPr>
          <p:nvPr/>
        </p:nvSpPr>
        <p:spPr>
          <a:xfrm>
            <a:off x="0" y="0"/>
            <a:ext cx="9525" cy="9525"/>
          </a:xfrm>
          <a:prstGeom prst="roundRect">
            <a:avLst>
              <a:gd name="adj" fmla="val 20690"/>
            </a:avLst>
          </a:prstGeom>
          <a:noFill/>
          <a:ln w="9525">
            <a:noFill/>
            <a:prstDash val="solid"/>
          </a:ln>
        </p:spPr>
        <p:txBody>
          <a:bodyPr wrap="square" lIns="0" tIns="0" rIns="0" bIns="0" anchor="ctr">
            <a:noAutofit/>
          </a:bodyPr>
          <a:lstStyle/>
          <a:p>
            <a:pPr algn="ctr">
              <a:buNone/>
              <a:defRPr sz="1200" b="1">
                <a:solidFill>
                  <a:srgbClr val="FFFFFF"/>
                </a:solidFill>
                <a:latin typeface="Calibri" panose="020F0502020204030204"/>
                <a:ea typeface="Calibri" panose="020F0502020204030204"/>
                <a:cs typeface="Calibri" panose="020F0502020204030204"/>
              </a:defRPr>
            </a:pPr>
            <a:endParaRPr/>
          </a:p>
        </p:txBody>
      </p:sp>
      <p:sp>
        <p:nvSpPr>
          <p:cNvPr id="134" name="step-08-title"/>
          <p:cNvSpPr>
            <a:spLocks noGrp="1"/>
          </p:cNvSpPr>
          <p:nvPr/>
        </p:nvSpPr>
        <p:spPr>
          <a:xfrm>
            <a:off x="0" y="0"/>
            <a:ext cx="9525" cy="9525"/>
          </a:xfrm>
          <a:prstGeom prst="rect">
            <a:avLst/>
          </a:prstGeom>
          <a:noFill/>
          <a:ln w="0">
            <a:noFill/>
            <a:prstDash val="solid"/>
          </a:ln>
        </p:spPr>
        <p:txBody>
          <a:bodyPr wrap="square" lIns="0" tIns="0" rIns="0" bIns="0" anchor="ctr">
            <a:noAutofit/>
          </a:bodyPr>
          <a:lstStyle/>
          <a:p>
            <a:pPr algn="l">
              <a:buNone/>
              <a:defRPr sz="1125" b="1">
                <a:solidFill>
                  <a:srgbClr val="14855C"/>
                </a:solidFill>
                <a:latin typeface="微软雅黑" panose="020B0503020204020204" charset="-122"/>
                <a:ea typeface="微软雅黑" panose="020B0503020204020204" charset="-122"/>
                <a:cs typeface="微软雅黑" panose="020B0503020204020204" charset="-122"/>
              </a:defRPr>
            </a:pPr>
            <a:endParaRPr/>
          </a:p>
        </p:txBody>
      </p:sp>
      <p:sp>
        <p:nvSpPr>
          <p:cNvPr id="135" name="step-08-subtitle"/>
          <p:cNvSpPr>
            <a:spLocks noGrp="1"/>
          </p:cNvSpPr>
          <p:nvPr/>
        </p:nvSpPr>
        <p:spPr>
          <a:xfrm>
            <a:off x="0" y="0"/>
            <a:ext cx="9525" cy="9525"/>
          </a:xfrm>
          <a:prstGeom prst="rect">
            <a:avLst/>
          </a:prstGeom>
          <a:noFill/>
          <a:ln w="0">
            <a:noFill/>
            <a:prstDash val="solid"/>
          </a:ln>
        </p:spPr>
        <p:txBody>
          <a:bodyPr wrap="square" lIns="0" tIns="0" rIns="0" bIns="0" anchor="ctr">
            <a:noAutofit/>
          </a:bodyPr>
          <a:lstStyle/>
          <a:p>
            <a:pPr algn="l">
              <a:buNone/>
              <a:defRPr sz="825" b="1">
                <a:solidFill>
                  <a:srgbClr val="27364A"/>
                </a:solidFill>
                <a:latin typeface="微软雅黑" panose="020B0503020204020204" charset="-122"/>
                <a:ea typeface="微软雅黑" panose="020B0503020204020204" charset="-122"/>
                <a:cs typeface="微软雅黑" panose="020B0503020204020204" charset="-122"/>
              </a:defRPr>
            </a:pPr>
            <a:endParaRPr/>
          </a:p>
        </p:txBody>
      </p:sp>
      <p:sp>
        <p:nvSpPr>
          <p:cNvPr id="3" name="slide-7-page-number"/>
          <p:cNvSpPr>
            <a:spLocks noGrp="1"/>
          </p:cNvSpPr>
          <p:nvPr/>
        </p:nvSpPr>
        <p:spPr>
          <a:xfrm>
            <a:off x="11366183" y="317183"/>
            <a:ext cx="330518" cy="279083"/>
          </a:xfrm>
          <a:prstGeom prst="roundRect">
            <a:avLst>
              <a:gd name="adj" fmla="val 14706"/>
            </a:avLst>
          </a:prstGeom>
          <a:noFill/>
          <a:ln w="9525">
            <a:noFill/>
            <a:prstDash val="solid"/>
          </a:ln>
        </p:spPr>
        <p:txBody>
          <a:bodyPr wrap="square" lIns="0" tIns="0" rIns="0" bIns="0" anchor="ctr">
            <a:noAutofit/>
          </a:bodyPr>
          <a:lstStyle/>
          <a:p>
            <a:pPr algn="ctr">
              <a:buNone/>
              <a:defRPr sz="1200" b="1">
                <a:solidFill>
                  <a:srgbClr val="FFFFFF"/>
                </a:solidFill>
                <a:latin typeface="微软雅黑" panose="020B0503020204020204" charset="-122"/>
                <a:ea typeface="微软雅黑" panose="020B0503020204020204" charset="-122"/>
                <a:cs typeface="微软雅黑" panose="020B0503020204020204" charset="-122"/>
              </a:defRPr>
            </a:pPr>
            <a:r>
              <a:rPr lang="en-US" sz="1200" b="1">
                <a:solidFill>
                  <a:srgbClr val="66737F"/>
                </a:solidFill>
                <a:latin typeface="微软雅黑" panose="020B0503020204020204" charset="-122"/>
                <a:ea typeface="微软雅黑" panose="020B0503020204020204" charset="-122"/>
                <a:cs typeface="微软雅黑" panose="020B0503020204020204" charset="-122"/>
              </a:rPr>
              <a:t>11</a:t>
            </a:r>
          </a:p>
        </p:txBody>
      </p:sp>
      <p:sp>
        <p:nvSpPr>
          <p:cNvPr id="103" name="slide-1-title"/>
          <p:cNvSpPr>
            <a:spLocks noGrp="1"/>
          </p:cNvSpPr>
          <p:nvPr/>
        </p:nvSpPr>
        <p:spPr>
          <a:xfrm>
            <a:off x="342900" y="223838"/>
            <a:ext cx="638175" cy="495300"/>
          </a:xfrm>
          <a:prstGeom prst="rect">
            <a:avLst/>
          </a:prstGeom>
          <a:noFill/>
          <a:ln w="0">
            <a:noFill/>
            <a:prstDash val="solid"/>
          </a:ln>
        </p:spPr>
        <p:txBody>
          <a:bodyPr wrap="square" lIns="0" tIns="0" rIns="0" bIns="0" anchor="t">
            <a:noAutofit/>
          </a:bodyPr>
          <a:lstStyle/>
          <a:p>
            <a:pPr>
              <a:buNone/>
              <a:defRPr sz="3000" b="1">
                <a:solidFill>
                  <a:srgbClr val="072A67"/>
                </a:solidFill>
                <a:latin typeface="微软雅黑" panose="020B0503020204020204" charset="-122"/>
                <a:ea typeface="微软雅黑" panose="020B0503020204020204" charset="-122"/>
                <a:cs typeface="微软雅黑" panose="020B0503020204020204" charset="-122"/>
              </a:defRPr>
            </a:pPr>
            <a:r>
              <a:rPr lang="en-US" sz="3000" b="1" dirty="0">
                <a:solidFill>
                  <a:srgbClr val="243B53"/>
                </a:solidFill>
                <a:latin typeface="微软雅黑" panose="020B0503020204020204" charset="-122"/>
                <a:ea typeface="微软雅黑" panose="020B0503020204020204" charset="-122"/>
                <a:cs typeface="微软雅黑" panose="020B0503020204020204" charset="-122"/>
              </a:rPr>
              <a:t>1</a:t>
            </a:r>
            <a:r>
              <a:rPr sz="3000" b="1" dirty="0" smtClean="0">
                <a:solidFill>
                  <a:srgbClr val="243B53"/>
                </a:solidFill>
                <a:latin typeface="微软雅黑" panose="020B0503020204020204" charset="-122"/>
                <a:ea typeface="微软雅黑" panose="020B0503020204020204" charset="-122"/>
                <a:cs typeface="微软雅黑" panose="020B0503020204020204" charset="-122"/>
              </a:rPr>
              <a:t>.</a:t>
            </a:r>
            <a:r>
              <a:rPr lang="en-US" sz="3000" b="1" dirty="0" smtClean="0">
                <a:solidFill>
                  <a:srgbClr val="243B53"/>
                </a:solidFill>
                <a:latin typeface="微软雅黑" panose="020B0503020204020204" charset="-122"/>
                <a:ea typeface="微软雅黑" panose="020B0503020204020204" charset="-122"/>
                <a:cs typeface="微软雅黑" panose="020B0503020204020204" charset="-122"/>
              </a:rPr>
              <a:t>7</a:t>
            </a:r>
            <a:endParaRPr sz="3000" b="1" dirty="0">
              <a:solidFill>
                <a:srgbClr val="243B53"/>
              </a:solidFill>
              <a:latin typeface="Arial" panose="020B0604020202020204"/>
              <a:ea typeface="Arial" panose="020B0604020202020204"/>
              <a:cs typeface="Arial" panose="020B0604020202020204"/>
            </a:endParaRPr>
          </a:p>
        </p:txBody>
      </p:sp>
      <p:sp>
        <p:nvSpPr>
          <p:cNvPr id="104" name="s15-title-rule"/>
          <p:cNvSpPr>
            <a:spLocks noGrp="1"/>
          </p:cNvSpPr>
          <p:nvPr/>
        </p:nvSpPr>
        <p:spPr>
          <a:xfrm>
            <a:off x="247650" y="714375"/>
            <a:ext cx="11734800" cy="19050"/>
          </a:xfrm>
          <a:prstGeom prst="rect">
            <a:avLst/>
          </a:prstGeom>
          <a:solidFill>
            <a:srgbClr val="5B7188"/>
          </a:solidFill>
          <a:ln w="0">
            <a:solidFill>
              <a:srgbClr val="294A6D"/>
            </a:solidFill>
            <a:prstDash val="solid"/>
          </a:ln>
        </p:spPr>
      </p:sp>
      <p:sp>
        <p:nvSpPr>
          <p:cNvPr id="2" name="矩形 1"/>
          <p:cNvSpPr/>
          <p:nvPr/>
        </p:nvSpPr>
        <p:spPr>
          <a:xfrm>
            <a:off x="2410822" y="3130564"/>
            <a:ext cx="2260555" cy="225126"/>
          </a:xfrm>
          <a:prstGeom prst="rect">
            <a:avLst/>
          </a:prstGeom>
        </p:spPr>
        <p:txBody>
          <a:bodyPr wrap="none">
            <a:spAutoFit/>
          </a:bodyPr>
          <a:lstStyle/>
          <a:p>
            <a:pPr>
              <a:defRPr sz="865" b="1">
                <a:solidFill>
                  <a:srgbClr val="263544"/>
                </a:solidFill>
                <a:latin typeface="微软雅黑" panose="020B0503020204020204" charset="-122"/>
                <a:ea typeface="微软雅黑" panose="020B0503020204020204" charset="-122"/>
                <a:cs typeface="微软雅黑" panose="020B0503020204020204" charset="-122"/>
              </a:defRPr>
            </a:pPr>
            <a:r>
              <a:rPr lang="zh-CN" altLang="en-US" b="1" dirty="0">
                <a:solidFill>
                  <a:srgbClr val="263544"/>
                </a:solidFill>
                <a:latin typeface="微软雅黑" panose="020B0503020204020204" charset="-122"/>
                <a:ea typeface="微软雅黑" panose="020B0503020204020204" charset="-122"/>
                <a:cs typeface="微软雅黑" panose="020B0503020204020204" charset="-122"/>
              </a:rPr>
              <a:t>简单算子 </a:t>
            </a:r>
            <a:r>
              <a:rPr lang="en-US" altLang="zh-CN" b="1" dirty="0">
                <a:solidFill>
                  <a:srgbClr val="263544"/>
                </a:solidFill>
                <a:latin typeface="微软雅黑" panose="020B0503020204020204" charset="-122"/>
                <a:ea typeface="微软雅黑" panose="020B0503020204020204" charset="-122"/>
                <a:cs typeface="微软雅黑" panose="020B0503020204020204" charset="-122"/>
              </a:rPr>
              <a:t>+ </a:t>
            </a:r>
            <a:r>
              <a:rPr lang="zh-CN" altLang="en-US" b="1" dirty="0">
                <a:solidFill>
                  <a:srgbClr val="263544"/>
                </a:solidFill>
                <a:latin typeface="微软雅黑" panose="020B0503020204020204" charset="-122"/>
                <a:ea typeface="微软雅黑" panose="020B0503020204020204" charset="-122"/>
                <a:cs typeface="微软雅黑" panose="020B0503020204020204" charset="-122"/>
              </a:rPr>
              <a:t>小 </a:t>
            </a:r>
            <a:r>
              <a:rPr lang="en-US" altLang="zh-CN" b="1" dirty="0">
                <a:solidFill>
                  <a:srgbClr val="263544"/>
                </a:solidFill>
                <a:latin typeface="微软雅黑" panose="020B0503020204020204" charset="-122"/>
                <a:ea typeface="微软雅黑" panose="020B0503020204020204" charset="-122"/>
                <a:cs typeface="微软雅黑" panose="020B0503020204020204" charset="-122"/>
              </a:rPr>
              <a:t>Shape</a:t>
            </a:r>
            <a:r>
              <a:rPr lang="zh-CN" altLang="en-US" b="1" dirty="0">
                <a:solidFill>
                  <a:srgbClr val="263544"/>
                </a:solidFill>
                <a:latin typeface="微软雅黑" panose="020B0503020204020204" charset="-122"/>
                <a:ea typeface="微软雅黑" panose="020B0503020204020204" charset="-122"/>
                <a:cs typeface="微软雅黑" panose="020B0503020204020204" charset="-122"/>
              </a:rPr>
              <a:t>，快速验证模块连接</a:t>
            </a:r>
          </a:p>
        </p:txBody>
      </p:sp>
      <p:sp>
        <p:nvSpPr>
          <p:cNvPr id="91" name="phase-a-accent"/>
          <p:cNvSpPr>
            <a:spLocks noGrp="1"/>
          </p:cNvSpPr>
          <p:nvPr/>
        </p:nvSpPr>
        <p:spPr>
          <a:xfrm>
            <a:off x="2106930" y="3972353"/>
            <a:ext cx="57150" cy="1000125"/>
          </a:xfrm>
          <a:prstGeom prst="roundRect">
            <a:avLst>
              <a:gd name="adj" fmla="val 50000"/>
            </a:avLst>
          </a:prstGeom>
          <a:solidFill>
            <a:srgbClr val="5C7F99"/>
          </a:solidFill>
          <a:ln w="0">
            <a:solidFill>
              <a:srgbClr val="5C7F99"/>
            </a:solidFill>
            <a:prstDash val="solid"/>
          </a:ln>
        </p:spPr>
      </p:sp>
      <p:sp>
        <p:nvSpPr>
          <p:cNvPr id="95" name="phase-a-letter"/>
          <p:cNvSpPr>
            <a:spLocks noGrp="1"/>
          </p:cNvSpPr>
          <p:nvPr/>
        </p:nvSpPr>
        <p:spPr>
          <a:xfrm>
            <a:off x="2316480" y="4108878"/>
            <a:ext cx="323850" cy="238125"/>
          </a:xfrm>
          <a:prstGeom prst="roundRect">
            <a:avLst>
              <a:gd name="adj" fmla="val 19355"/>
            </a:avLst>
          </a:prstGeom>
          <a:noFill/>
          <a:ln w="9525">
            <a:noFill/>
            <a:prstDash val="solid"/>
          </a:ln>
        </p:spPr>
        <p:txBody>
          <a:bodyPr wrap="square" lIns="0" tIns="0" rIns="0" bIns="0" anchor="ctr">
            <a:noAutofit/>
          </a:bodyPr>
          <a:lstStyle/>
          <a:p>
            <a:pPr algn="l">
              <a:buNone/>
              <a:defRPr sz="1125" b="1">
                <a:solidFill>
                  <a:srgbClr val="5C7F99"/>
                </a:solidFill>
                <a:latin typeface="微软雅黑" panose="020B0503020204020204" charset="-122"/>
                <a:ea typeface="微软雅黑" panose="020B0503020204020204" charset="-122"/>
                <a:cs typeface="微软雅黑" panose="020B0503020204020204" charset="-122"/>
              </a:defRPr>
            </a:pPr>
            <a:r>
              <a:rPr sz="1125" b="1" dirty="0" smtClean="0">
                <a:solidFill>
                  <a:srgbClr val="5C7F99"/>
                </a:solidFill>
                <a:latin typeface="微软雅黑" panose="020B0503020204020204" charset="-122"/>
                <a:ea typeface="微软雅黑" panose="020B0503020204020204" charset="-122"/>
                <a:cs typeface="微软雅黑" panose="020B0503020204020204" charset="-122"/>
              </a:rPr>
              <a:t>0</a:t>
            </a:r>
            <a:r>
              <a:rPr lang="en-US" sz="1125" b="1" dirty="0" smtClean="0">
                <a:solidFill>
                  <a:srgbClr val="5C7F99"/>
                </a:solidFill>
                <a:latin typeface="微软雅黑" panose="020B0503020204020204" charset="-122"/>
                <a:ea typeface="微软雅黑" panose="020B0503020204020204" charset="-122"/>
                <a:cs typeface="微软雅黑" panose="020B0503020204020204" charset="-122"/>
              </a:rPr>
              <a:t>3</a:t>
            </a:r>
            <a:endParaRPr sz="1125" b="1" dirty="0">
              <a:solidFill>
                <a:srgbClr val="5C7F99"/>
              </a:solidFill>
              <a:latin typeface="微软雅黑" panose="020B0503020204020204" charset="-122"/>
              <a:ea typeface="微软雅黑" panose="020B0503020204020204" charset="-122"/>
              <a:cs typeface="微软雅黑" panose="020B0503020204020204" charset="-122"/>
            </a:endParaRPr>
          </a:p>
        </p:txBody>
      </p:sp>
      <p:sp>
        <p:nvSpPr>
          <p:cNvPr id="102" name="phase-a-chinese"/>
          <p:cNvSpPr>
            <a:spLocks noGrp="1"/>
          </p:cNvSpPr>
          <p:nvPr/>
        </p:nvSpPr>
        <p:spPr>
          <a:xfrm>
            <a:off x="2578418" y="4108878"/>
            <a:ext cx="2333625" cy="266700"/>
          </a:xfrm>
          <a:prstGeom prst="rect">
            <a:avLst/>
          </a:prstGeom>
          <a:noFill/>
          <a:ln w="0">
            <a:noFill/>
            <a:prstDash val="solid"/>
          </a:ln>
        </p:spPr>
        <p:txBody>
          <a:bodyPr wrap="square" lIns="0" tIns="0" rIns="0" bIns="0" anchor="ctr">
            <a:noAutofit/>
          </a:bodyPr>
          <a:lstStyle/>
          <a:p>
            <a:pPr>
              <a:defRPr sz="1165" b="1">
                <a:solidFill>
                  <a:srgbClr val="5C7F99"/>
                </a:solidFill>
                <a:latin typeface="微软雅黑" panose="020B0503020204020204" charset="-122"/>
                <a:ea typeface="微软雅黑" panose="020B0503020204020204" charset="-122"/>
                <a:cs typeface="微软雅黑" panose="020B0503020204020204" charset="-122"/>
              </a:defRPr>
            </a:pPr>
            <a:r>
              <a:rPr lang="zh-CN" altLang="en-US" sz="1200" b="1" dirty="0">
                <a:solidFill>
                  <a:srgbClr val="5C7F99"/>
                </a:solidFill>
                <a:latin typeface="微软雅黑" panose="020B0503020204020204" charset="-122"/>
                <a:ea typeface="微软雅黑" panose="020B0503020204020204" charset="-122"/>
                <a:cs typeface="微软雅黑" panose="020B0503020204020204" charset="-122"/>
              </a:rPr>
              <a:t>中间流程修改 → </a:t>
            </a:r>
            <a:r>
              <a:rPr lang="en-US" altLang="zh-CN" sz="1200" b="1" dirty="0">
                <a:solidFill>
                  <a:srgbClr val="5C7F99"/>
                </a:solidFill>
                <a:latin typeface="微软雅黑" panose="020B0503020204020204" charset="-122"/>
                <a:ea typeface="微软雅黑" panose="020B0503020204020204" charset="-122"/>
                <a:cs typeface="微软雅黑" panose="020B0503020204020204" charset="-122"/>
              </a:rPr>
              <a:t>Artifact Replay</a:t>
            </a:r>
          </a:p>
        </p:txBody>
      </p:sp>
      <p:sp>
        <p:nvSpPr>
          <p:cNvPr id="105" name="phase-a-sidebar-divider"/>
          <p:cNvSpPr>
            <a:spLocks noGrp="1"/>
          </p:cNvSpPr>
          <p:nvPr/>
        </p:nvSpPr>
        <p:spPr>
          <a:xfrm>
            <a:off x="5491497" y="4044090"/>
            <a:ext cx="9525" cy="790575"/>
          </a:xfrm>
          <a:prstGeom prst="rect">
            <a:avLst/>
          </a:prstGeom>
          <a:solidFill>
            <a:srgbClr val="D1DCE3"/>
          </a:solidFill>
          <a:ln w="0">
            <a:solidFill>
              <a:srgbClr val="D1DCE3"/>
            </a:solidFill>
            <a:prstDash val="solid"/>
          </a:ln>
        </p:spPr>
      </p:sp>
      <p:sp>
        <p:nvSpPr>
          <p:cNvPr id="157" name="矩形 156"/>
          <p:cNvSpPr/>
          <p:nvPr/>
        </p:nvSpPr>
        <p:spPr>
          <a:xfrm>
            <a:off x="2571115" y="4686880"/>
            <a:ext cx="2171700" cy="224790"/>
          </a:xfrm>
          <a:prstGeom prst="rect">
            <a:avLst/>
          </a:prstGeom>
        </p:spPr>
        <p:txBody>
          <a:bodyPr wrap="none">
            <a:spAutoFit/>
          </a:bodyPr>
          <a:lstStyle/>
          <a:p>
            <a:pPr>
              <a:defRPr sz="865" b="1">
                <a:solidFill>
                  <a:srgbClr val="677684"/>
                </a:solidFill>
                <a:latin typeface="微软雅黑" panose="020B0503020204020204" charset="-122"/>
                <a:ea typeface="微软雅黑" panose="020B0503020204020204" charset="-122"/>
                <a:cs typeface="微软雅黑" panose="020B0503020204020204" charset="-122"/>
              </a:defRPr>
            </a:pPr>
            <a:r>
              <a:rPr lang="zh-CN" altLang="en-US" sz="865" b="1" dirty="0">
                <a:solidFill>
                  <a:srgbClr val="263544"/>
                </a:solidFill>
                <a:latin typeface="微软雅黑" panose="020B0503020204020204" charset="-122"/>
                <a:ea typeface="微软雅黑" panose="020B0503020204020204" charset="-122"/>
                <a:cs typeface="微软雅黑" panose="020B0503020204020204" charset="-122"/>
              </a:rPr>
              <a:t>从修改分支最近的有效产物继续进行验证</a:t>
            </a:r>
          </a:p>
        </p:txBody>
      </p:sp>
      <p:sp>
        <p:nvSpPr>
          <p:cNvPr id="158" name="矩形 157"/>
          <p:cNvSpPr/>
          <p:nvPr/>
        </p:nvSpPr>
        <p:spPr>
          <a:xfrm>
            <a:off x="2590548" y="4439378"/>
            <a:ext cx="1401346" cy="225126"/>
          </a:xfrm>
          <a:prstGeom prst="rect">
            <a:avLst/>
          </a:prstGeom>
        </p:spPr>
        <p:txBody>
          <a:bodyPr wrap="none">
            <a:spAutoFit/>
          </a:bodyPr>
          <a:lstStyle/>
          <a:p>
            <a:pPr>
              <a:defRPr sz="865" b="1">
                <a:solidFill>
                  <a:srgbClr val="677684"/>
                </a:solidFill>
                <a:latin typeface="微软雅黑" panose="020B0503020204020204" charset="-122"/>
                <a:ea typeface="微软雅黑" panose="020B0503020204020204" charset="-122"/>
                <a:cs typeface="微软雅黑" panose="020B0503020204020204" charset="-122"/>
              </a:defRPr>
            </a:pPr>
            <a:r>
              <a:rPr lang="zh-CN" altLang="en-US" sz="865" b="1" dirty="0" smtClean="0">
                <a:solidFill>
                  <a:srgbClr val="263544"/>
                </a:solidFill>
                <a:latin typeface="微软雅黑" panose="020B0503020204020204" charset="-122"/>
                <a:ea typeface="微软雅黑" panose="020B0503020204020204" charset="-122"/>
                <a:cs typeface="微软雅黑" panose="020B0503020204020204" charset="-122"/>
              </a:rPr>
              <a:t>保存上次运行的中间产物</a:t>
            </a:r>
            <a:endParaRPr lang="zh-CN" altLang="en-US" sz="865" b="1" dirty="0">
              <a:solidFill>
                <a:srgbClr val="263544"/>
              </a:solidFill>
              <a:latin typeface="微软雅黑" panose="020B0503020204020204" charset="-122"/>
              <a:ea typeface="微软雅黑" panose="020B0503020204020204" charset="-122"/>
              <a:cs typeface="微软雅黑" panose="020B0503020204020204" charset="-122"/>
            </a:endParaRPr>
          </a:p>
        </p:txBody>
      </p:sp>
      <p:sp>
        <p:nvSpPr>
          <p:cNvPr id="161" name="step-04-number"/>
          <p:cNvSpPr>
            <a:spLocks noGrp="1"/>
          </p:cNvSpPr>
          <p:nvPr/>
        </p:nvSpPr>
        <p:spPr>
          <a:xfrm>
            <a:off x="5926455" y="4137453"/>
            <a:ext cx="323850" cy="238125"/>
          </a:xfrm>
          <a:prstGeom prst="roundRect">
            <a:avLst>
              <a:gd name="adj" fmla="val 20690"/>
            </a:avLst>
          </a:prstGeom>
          <a:noFill/>
          <a:ln w="9525">
            <a:noFill/>
            <a:prstDash val="solid"/>
          </a:ln>
        </p:spPr>
        <p:txBody>
          <a:bodyPr wrap="square" lIns="0" tIns="0" rIns="0" bIns="0" anchor="ctr">
            <a:noAutofit/>
          </a:bodyPr>
          <a:lstStyle/>
          <a:p>
            <a:pPr algn="l">
              <a:buNone/>
              <a:defRPr sz="1125" b="1">
                <a:solidFill>
                  <a:srgbClr val="5C7F99"/>
                </a:solidFill>
                <a:latin typeface="微软雅黑" panose="020B0503020204020204" charset="-122"/>
                <a:ea typeface="微软雅黑" panose="020B0503020204020204" charset="-122"/>
                <a:cs typeface="微软雅黑" panose="020B0503020204020204" charset="-122"/>
              </a:defRPr>
            </a:pPr>
            <a:r>
              <a:rPr sz="1125" b="1" dirty="0" smtClean="0">
                <a:solidFill>
                  <a:srgbClr val="5C7F99"/>
                </a:solidFill>
                <a:latin typeface="微软雅黑" panose="020B0503020204020204" charset="-122"/>
                <a:ea typeface="微软雅黑" panose="020B0503020204020204" charset="-122"/>
                <a:cs typeface="微软雅黑" panose="020B0503020204020204" charset="-122"/>
              </a:rPr>
              <a:t>0</a:t>
            </a:r>
            <a:r>
              <a:rPr lang="en-US" sz="1125" b="1" dirty="0" smtClean="0">
                <a:solidFill>
                  <a:srgbClr val="5C7F99"/>
                </a:solidFill>
                <a:latin typeface="微软雅黑" panose="020B0503020204020204" charset="-122"/>
                <a:ea typeface="微软雅黑" panose="020B0503020204020204" charset="-122"/>
                <a:cs typeface="微软雅黑" panose="020B0503020204020204" charset="-122"/>
              </a:rPr>
              <a:t>4</a:t>
            </a:r>
            <a:endParaRPr sz="1125" b="1" dirty="0">
              <a:solidFill>
                <a:srgbClr val="5C7F99"/>
              </a:solidFill>
              <a:latin typeface="微软雅黑" panose="020B0503020204020204" charset="-122"/>
              <a:ea typeface="微软雅黑" panose="020B0503020204020204" charset="-122"/>
              <a:cs typeface="微软雅黑" panose="020B0503020204020204" charset="-122"/>
            </a:endParaRPr>
          </a:p>
        </p:txBody>
      </p:sp>
      <p:sp>
        <p:nvSpPr>
          <p:cNvPr id="162" name="step-04-title"/>
          <p:cNvSpPr>
            <a:spLocks noGrp="1"/>
          </p:cNvSpPr>
          <p:nvPr/>
        </p:nvSpPr>
        <p:spPr>
          <a:xfrm>
            <a:off x="6345555" y="4108878"/>
            <a:ext cx="2857500" cy="247650"/>
          </a:xfrm>
          <a:prstGeom prst="rect">
            <a:avLst/>
          </a:prstGeom>
          <a:noFill/>
          <a:ln w="0">
            <a:noFill/>
            <a:prstDash val="solid"/>
          </a:ln>
        </p:spPr>
        <p:txBody>
          <a:bodyPr wrap="square" lIns="0" tIns="0" rIns="0" bIns="0" anchor="ctr">
            <a:noAutofit/>
          </a:bodyPr>
          <a:lstStyle/>
          <a:p>
            <a:pPr algn="l">
              <a:buNone/>
              <a:defRPr sz="1240" b="1">
                <a:solidFill>
                  <a:srgbClr val="173F61"/>
                </a:solidFill>
                <a:latin typeface="微软雅黑" panose="020B0503020204020204" charset="-122"/>
                <a:ea typeface="微软雅黑" panose="020B0503020204020204" charset="-122"/>
                <a:cs typeface="微软雅黑" panose="020B0503020204020204" charset="-122"/>
              </a:defRPr>
            </a:pPr>
            <a:r>
              <a:rPr sz="1200" b="1" dirty="0" err="1">
                <a:solidFill>
                  <a:srgbClr val="5C7F99"/>
                </a:solidFill>
                <a:latin typeface="微软雅黑" panose="020B0503020204020204" charset="-122"/>
                <a:ea typeface="微软雅黑" panose="020B0503020204020204" charset="-122"/>
                <a:cs typeface="微软雅黑" panose="020B0503020204020204" charset="-122"/>
              </a:rPr>
              <a:t>版本级修改</a:t>
            </a:r>
            <a:r>
              <a:rPr sz="1240" b="1" dirty="0">
                <a:solidFill>
                  <a:srgbClr val="173F61"/>
                </a:solidFill>
                <a:latin typeface="微软雅黑" panose="020B0503020204020204" charset="-122"/>
                <a:ea typeface="微软雅黑" panose="020B0503020204020204" charset="-122"/>
                <a:cs typeface="微软雅黑" panose="020B0503020204020204" charset="-122"/>
              </a:rPr>
              <a:t> → </a:t>
            </a:r>
            <a:r>
              <a:rPr sz="1200" b="1" dirty="0">
                <a:solidFill>
                  <a:srgbClr val="5C7F99"/>
                </a:solidFill>
                <a:latin typeface="微软雅黑" panose="020B0503020204020204" charset="-122"/>
                <a:ea typeface="微软雅黑" panose="020B0503020204020204" charset="-122"/>
                <a:cs typeface="微软雅黑" panose="020B0503020204020204" charset="-122"/>
              </a:rPr>
              <a:t>Regression</a:t>
            </a:r>
            <a:r>
              <a:rPr sz="1240" b="1" dirty="0">
                <a:solidFill>
                  <a:srgbClr val="173F61"/>
                </a:solidFill>
                <a:latin typeface="微软雅黑" panose="020B0503020204020204" charset="-122"/>
                <a:ea typeface="微软雅黑" panose="020B0503020204020204" charset="-122"/>
                <a:cs typeface="微软雅黑" panose="020B0503020204020204" charset="-122"/>
              </a:rPr>
              <a:t> </a:t>
            </a:r>
            <a:r>
              <a:rPr sz="1200" b="1" dirty="0">
                <a:solidFill>
                  <a:srgbClr val="5C7F99"/>
                </a:solidFill>
                <a:latin typeface="微软雅黑" panose="020B0503020204020204" charset="-122"/>
                <a:ea typeface="微软雅黑" panose="020B0503020204020204" charset="-122"/>
                <a:cs typeface="微软雅黑" panose="020B0503020204020204" charset="-122"/>
              </a:rPr>
              <a:t>Suite</a:t>
            </a:r>
          </a:p>
        </p:txBody>
      </p:sp>
      <p:sp>
        <p:nvSpPr>
          <p:cNvPr id="170" name="矩形 169"/>
          <p:cNvSpPr/>
          <p:nvPr/>
        </p:nvSpPr>
        <p:spPr>
          <a:xfrm>
            <a:off x="6213015" y="4576054"/>
            <a:ext cx="3502882" cy="225126"/>
          </a:xfrm>
          <a:prstGeom prst="rect">
            <a:avLst/>
          </a:prstGeom>
        </p:spPr>
        <p:txBody>
          <a:bodyPr wrap="none">
            <a:spAutoFit/>
          </a:bodyPr>
          <a:lstStyle/>
          <a:p>
            <a:pPr>
              <a:defRPr sz="865" b="1">
                <a:solidFill>
                  <a:srgbClr val="677684"/>
                </a:solidFill>
                <a:latin typeface="微软雅黑" panose="020B0503020204020204" charset="-122"/>
                <a:ea typeface="微软雅黑" panose="020B0503020204020204" charset="-122"/>
                <a:cs typeface="微软雅黑" panose="020B0503020204020204" charset="-122"/>
              </a:defRPr>
            </a:pPr>
            <a:r>
              <a:rPr lang="zh-CN" altLang="en-US" sz="865" b="1" dirty="0">
                <a:solidFill>
                  <a:srgbClr val="263544"/>
                </a:solidFill>
                <a:latin typeface="微软雅黑" panose="020B0503020204020204" charset="-122"/>
                <a:ea typeface="微软雅黑" panose="020B0503020204020204" charset="-122"/>
                <a:cs typeface="微软雅黑" panose="020B0503020204020204" charset="-122"/>
              </a:rPr>
              <a:t>针对</a:t>
            </a:r>
            <a:r>
              <a:rPr lang="zh-CN" altLang="en-US" sz="865" b="1" dirty="0" smtClean="0">
                <a:solidFill>
                  <a:srgbClr val="263544"/>
                </a:solidFill>
                <a:latin typeface="微软雅黑" panose="020B0503020204020204" charset="-122"/>
                <a:ea typeface="微软雅黑" panose="020B0503020204020204" charset="-122"/>
                <a:cs typeface="微软雅黑" panose="020B0503020204020204" charset="-122"/>
              </a:rPr>
              <a:t>于主流程等各个部分都产生的大修改，进行大范围数据集测试。</a:t>
            </a:r>
            <a:endParaRPr lang="zh-CN" altLang="en-US" sz="865" b="1" dirty="0">
              <a:solidFill>
                <a:srgbClr val="263544"/>
              </a:solidFill>
              <a:latin typeface="微软雅黑" panose="020B0503020204020204" charset="-122"/>
              <a:ea typeface="微软雅黑" panose="020B0503020204020204" charset="-122"/>
              <a:cs typeface="微软雅黑" panose="020B0503020204020204" charset="-122"/>
            </a:endParaRP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bg>
      <p:bgPr>
        <a:solidFill>
          <a:srgbClr val="F7F8FA"/>
        </a:solidFill>
        <a:effectLst/>
      </p:bgPr>
    </p:bg>
    <p:spTree>
      <p:nvGrpSpPr>
        <p:cNvPr id="1" name=""/>
        <p:cNvGrpSpPr/>
        <p:nvPr/>
      </p:nvGrpSpPr>
      <p:grpSpPr>
        <a:xfrm>
          <a:off x="0" y="0"/>
          <a:ext cx="0" cy="0"/>
          <a:chOff x="0" y="0"/>
          <a:chExt cx="0" cy="0"/>
        </a:xfrm>
      </p:grpSpPr>
      <p:sp>
        <p:nvSpPr>
          <p:cNvPr id="39" name="contents-title"/>
          <p:cNvSpPr>
            <a:spLocks noGrp="1"/>
          </p:cNvSpPr>
          <p:nvPr/>
        </p:nvSpPr>
        <p:spPr>
          <a:xfrm>
            <a:off x="609600" y="247650"/>
            <a:ext cx="2476500" cy="514350"/>
          </a:xfrm>
          <a:prstGeom prst="rect">
            <a:avLst/>
          </a:prstGeom>
          <a:noFill/>
          <a:ln w="0">
            <a:noFill/>
            <a:prstDash val="solid"/>
          </a:ln>
          <a:effectLst/>
        </p:spPr>
        <p:txBody>
          <a:bodyPr wrap="square" lIns="0" tIns="0" rIns="0" bIns="0" anchor="t">
            <a:noAutofit/>
          </a:bodyPr>
          <a:lstStyle/>
          <a:p>
            <a:pPr>
              <a:defRPr sz="2850" b="1">
                <a:solidFill>
                  <a:srgbClr val="072A67"/>
                </a:solidFill>
                <a:latin typeface="微软雅黑" panose="020B0503020204020204" charset="-122"/>
                <a:ea typeface="微软雅黑" panose="020B0503020204020204" charset="-122"/>
                <a:cs typeface="微软雅黑" panose="020B0503020204020204" charset="-122"/>
              </a:defRPr>
            </a:pPr>
            <a:r>
              <a:rPr sz="2800" b="1">
                <a:solidFill>
                  <a:srgbClr val="243B53"/>
                </a:solidFill>
                <a:latin typeface="Arial" panose="020B0604020202020204" pitchFamily="34" charset="0"/>
                <a:ea typeface="微软雅黑" panose="020B0503020204020204" charset="-122"/>
                <a:cs typeface="微软雅黑" panose="020B0503020204020204" charset="-122"/>
              </a:rPr>
              <a:t>目录</a:t>
            </a:r>
          </a:p>
        </p:txBody>
      </p:sp>
      <p:sp>
        <p:nvSpPr>
          <p:cNvPr id="2" name="contents-subtitle"/>
          <p:cNvSpPr>
            <a:spLocks noGrp="1"/>
          </p:cNvSpPr>
          <p:nvPr/>
        </p:nvSpPr>
        <p:spPr>
          <a:xfrm>
            <a:off x="609600" y="742950"/>
            <a:ext cx="2476500" cy="266700"/>
          </a:xfrm>
          <a:prstGeom prst="rect">
            <a:avLst/>
          </a:prstGeom>
          <a:noFill/>
          <a:ln w="0">
            <a:noFill/>
            <a:prstDash val="solid"/>
          </a:ln>
          <a:effectLst/>
        </p:spPr>
        <p:txBody>
          <a:bodyPr wrap="square" lIns="0" tIns="0" rIns="0" bIns="0" anchor="t">
            <a:noAutofit/>
          </a:bodyPr>
          <a:lstStyle/>
          <a:p>
            <a:pPr>
              <a:defRPr sz="1200" b="0">
                <a:solidFill>
                  <a:srgbClr val="56627A"/>
                </a:solidFill>
                <a:latin typeface="微软雅黑" panose="020B0503020204020204" charset="-122"/>
                <a:ea typeface="微软雅黑" panose="020B0503020204020204" charset="-122"/>
                <a:cs typeface="微软雅黑" panose="020B0503020204020204" charset="-122"/>
              </a:defRPr>
            </a:pPr>
            <a:r>
              <a:rPr sz="1200">
                <a:solidFill>
                  <a:srgbClr val="66737F"/>
                </a:solidFill>
                <a:latin typeface="Arial" panose="020B0604020202020204" pitchFamily="34" charset="0"/>
                <a:ea typeface="微软雅黑" panose="020B0503020204020204" charset="-122"/>
                <a:cs typeface="微软雅黑" panose="020B0503020204020204" charset="-122"/>
              </a:rPr>
              <a:t>Contents</a:t>
            </a:r>
          </a:p>
        </p:txBody>
      </p:sp>
      <p:sp>
        <p:nvSpPr>
          <p:cNvPr id="4" name="contents-header-rule"/>
          <p:cNvSpPr>
            <a:spLocks noGrp="1"/>
          </p:cNvSpPr>
          <p:nvPr/>
        </p:nvSpPr>
        <p:spPr>
          <a:xfrm>
            <a:off x="609600" y="1104900"/>
            <a:ext cx="10972800" cy="14288"/>
          </a:xfrm>
          <a:prstGeom prst="rect">
            <a:avLst/>
          </a:prstGeom>
          <a:solidFill>
            <a:srgbClr val="EEF2F5"/>
          </a:solidFill>
          <a:ln w="0">
            <a:noFill/>
            <a:prstDash val="solid"/>
          </a:ln>
          <a:effectLst/>
        </p:spPr>
      </p:sp>
      <p:sp>
        <p:nvSpPr>
          <p:cNvPr id="5" name="contents-card-1"/>
          <p:cNvSpPr>
            <a:spLocks noGrp="1"/>
          </p:cNvSpPr>
          <p:nvPr/>
        </p:nvSpPr>
        <p:spPr>
          <a:xfrm>
            <a:off x="609600" y="1295400"/>
            <a:ext cx="10972800" cy="981075"/>
          </a:xfrm>
          <a:prstGeom prst="rect">
            <a:avLst/>
          </a:prstGeom>
          <a:solidFill>
            <a:srgbClr val="FFFFFF"/>
          </a:solidFill>
          <a:ln w="10160">
            <a:solidFill>
              <a:srgbClr val="D6DEE6"/>
            </a:solidFill>
            <a:prstDash val="solid"/>
          </a:ln>
          <a:effectLst/>
        </p:spPr>
      </p:sp>
      <p:sp>
        <p:nvSpPr>
          <p:cNvPr id="6" name="contents-card-1-accent"/>
          <p:cNvSpPr>
            <a:spLocks noGrp="1"/>
          </p:cNvSpPr>
          <p:nvPr/>
        </p:nvSpPr>
        <p:spPr>
          <a:xfrm>
            <a:off x="609600" y="1295400"/>
            <a:ext cx="66675" cy="981075"/>
          </a:xfrm>
          <a:prstGeom prst="rect">
            <a:avLst/>
          </a:prstGeom>
          <a:solidFill>
            <a:srgbClr val="D6DEE6"/>
          </a:solidFill>
          <a:ln w="0">
            <a:noFill/>
            <a:prstDash val="solid"/>
          </a:ln>
          <a:effectLst/>
        </p:spPr>
      </p:sp>
      <p:sp>
        <p:nvSpPr>
          <p:cNvPr id="7" name="contents-card-1-part"/>
          <p:cNvSpPr>
            <a:spLocks noGrp="1"/>
          </p:cNvSpPr>
          <p:nvPr/>
        </p:nvSpPr>
        <p:spPr>
          <a:xfrm>
            <a:off x="839470" y="1628775"/>
            <a:ext cx="1104900" cy="266700"/>
          </a:xfrm>
          <a:prstGeom prst="rect">
            <a:avLst/>
          </a:prstGeom>
          <a:noFill/>
          <a:ln w="0">
            <a:noFill/>
            <a:prstDash val="solid"/>
          </a:ln>
          <a:effectLst/>
        </p:spPr>
        <p:txBody>
          <a:bodyPr wrap="square" lIns="0" tIns="0" rIns="0" bIns="0" anchor="ctr">
            <a:noAutofit/>
          </a:bodyPr>
          <a:lstStyle/>
          <a:p>
            <a:pPr>
              <a:defRPr sz="1125" b="1">
                <a:solidFill>
                  <a:srgbClr val="0E56C9"/>
                </a:solidFill>
                <a:latin typeface="微软雅黑" panose="020B0503020204020204" charset="-122"/>
                <a:ea typeface="微软雅黑" panose="020B0503020204020204" charset="-122"/>
                <a:cs typeface="微软雅黑" panose="020B0503020204020204" charset="-122"/>
              </a:defRPr>
            </a:pPr>
            <a:r>
              <a:rPr sz="1200">
                <a:solidFill>
                  <a:srgbClr val="66737F"/>
                </a:solidFill>
                <a:latin typeface="Arial" panose="020B0604020202020204" pitchFamily="34" charset="0"/>
                <a:ea typeface="微软雅黑" panose="020B0503020204020204" charset="-122"/>
                <a:cs typeface="微软雅黑" panose="020B0503020204020204" charset="-122"/>
              </a:rPr>
              <a:t>PART 01</a:t>
            </a:r>
          </a:p>
        </p:txBody>
      </p:sp>
      <p:sp>
        <p:nvSpPr>
          <p:cNvPr id="9" name="contents-card-1-divider"/>
          <p:cNvSpPr>
            <a:spLocks noGrp="1"/>
          </p:cNvSpPr>
          <p:nvPr/>
        </p:nvSpPr>
        <p:spPr>
          <a:xfrm>
            <a:off x="2047875" y="1438275"/>
            <a:ext cx="9525" cy="685800"/>
          </a:xfrm>
          <a:prstGeom prst="rect">
            <a:avLst/>
          </a:prstGeom>
          <a:solidFill>
            <a:srgbClr val="D6DEE6"/>
          </a:solidFill>
          <a:ln w="0">
            <a:noFill/>
            <a:prstDash val="solid"/>
          </a:ln>
          <a:effectLst/>
        </p:spPr>
      </p:sp>
      <p:sp>
        <p:nvSpPr>
          <p:cNvPr id="10" name="contents-card-1-title"/>
          <p:cNvSpPr>
            <a:spLocks noGrp="1"/>
          </p:cNvSpPr>
          <p:nvPr/>
        </p:nvSpPr>
        <p:spPr>
          <a:xfrm>
            <a:off x="2286000" y="1390650"/>
            <a:ext cx="8953500" cy="304800"/>
          </a:xfrm>
          <a:prstGeom prst="rect">
            <a:avLst/>
          </a:prstGeom>
          <a:noFill/>
          <a:ln w="0">
            <a:noFill/>
            <a:prstDash val="solid"/>
          </a:ln>
          <a:effectLst/>
        </p:spPr>
        <p:txBody>
          <a:bodyPr wrap="square" lIns="0" tIns="0" rIns="0" bIns="0" anchor="ctr">
            <a:noAutofit/>
          </a:bodyPr>
          <a:lstStyle/>
          <a:p>
            <a:pPr>
              <a:defRPr sz="1500" b="1">
                <a:solidFill>
                  <a:srgbClr val="072A67"/>
                </a:solidFill>
                <a:latin typeface="微软雅黑" panose="020B0503020204020204" charset="-122"/>
                <a:ea typeface="微软雅黑" panose="020B0503020204020204" charset="-122"/>
                <a:cs typeface="微软雅黑" panose="020B0503020204020204" charset="-122"/>
              </a:defRPr>
            </a:pPr>
            <a:r>
              <a:rPr lang="en-US" sz="1600">
                <a:solidFill>
                  <a:srgbClr val="2F3A45"/>
                </a:solidFill>
                <a:latin typeface="Arial" panose="020B0604020202020204" pitchFamily="34" charset="0"/>
                <a:ea typeface="微软雅黑" panose="020B0503020204020204" charset="-122"/>
                <a:cs typeface="微软雅黑" panose="020B0503020204020204" charset="-122"/>
              </a:rPr>
              <a:t>Agent/</a:t>
            </a:r>
            <a:r>
              <a:rPr sz="1600">
                <a:solidFill>
                  <a:srgbClr val="2F3A45"/>
                </a:solidFill>
                <a:latin typeface="Arial" panose="020B0604020202020204" pitchFamily="34" charset="0"/>
                <a:ea typeface="微软雅黑" panose="020B0503020204020204" charset="-122"/>
                <a:cs typeface="微软雅黑" panose="020B0503020204020204" charset="-122"/>
              </a:rPr>
              <a:t>Skill 基础：使用与开发</a:t>
            </a:r>
          </a:p>
        </p:txBody>
      </p:sp>
      <p:sp>
        <p:nvSpPr>
          <p:cNvPr id="13" name="contents-card-2"/>
          <p:cNvSpPr>
            <a:spLocks noGrp="1"/>
          </p:cNvSpPr>
          <p:nvPr/>
        </p:nvSpPr>
        <p:spPr>
          <a:xfrm>
            <a:off x="609600" y="2428875"/>
            <a:ext cx="10972800" cy="981075"/>
          </a:xfrm>
          <a:prstGeom prst="rect">
            <a:avLst/>
          </a:prstGeom>
          <a:solidFill>
            <a:srgbClr val="EEF2F5"/>
          </a:solidFill>
          <a:ln w="10160">
            <a:solidFill>
              <a:srgbClr val="D6DEE6"/>
            </a:solidFill>
            <a:prstDash val="solid"/>
          </a:ln>
          <a:effectLst/>
        </p:spPr>
      </p:sp>
      <p:sp>
        <p:nvSpPr>
          <p:cNvPr id="14" name="contents-card-2-accent"/>
          <p:cNvSpPr>
            <a:spLocks noGrp="1"/>
          </p:cNvSpPr>
          <p:nvPr/>
        </p:nvSpPr>
        <p:spPr>
          <a:xfrm>
            <a:off x="609600" y="2428875"/>
            <a:ext cx="66675" cy="981075"/>
          </a:xfrm>
          <a:prstGeom prst="rect">
            <a:avLst/>
          </a:prstGeom>
          <a:solidFill>
            <a:srgbClr val="5B7188"/>
          </a:solidFill>
          <a:ln w="0">
            <a:noFill/>
            <a:prstDash val="solid"/>
          </a:ln>
          <a:effectLst/>
        </p:spPr>
      </p:sp>
      <p:sp>
        <p:nvSpPr>
          <p:cNvPr id="15" name="contents-card-2-part"/>
          <p:cNvSpPr>
            <a:spLocks noGrp="1"/>
          </p:cNvSpPr>
          <p:nvPr/>
        </p:nvSpPr>
        <p:spPr>
          <a:xfrm>
            <a:off x="838200" y="2562225"/>
            <a:ext cx="1104900" cy="266700"/>
          </a:xfrm>
          <a:prstGeom prst="rect">
            <a:avLst/>
          </a:prstGeom>
          <a:noFill/>
          <a:ln w="0">
            <a:noFill/>
            <a:prstDash val="solid"/>
          </a:ln>
          <a:effectLst/>
        </p:spPr>
        <p:txBody>
          <a:bodyPr wrap="square" lIns="0" tIns="0" rIns="0" bIns="0" anchor="ctr">
            <a:noAutofit/>
          </a:bodyPr>
          <a:lstStyle/>
          <a:p>
            <a:pPr>
              <a:defRPr sz="1125" b="1">
                <a:solidFill>
                  <a:srgbClr val="072A67"/>
                </a:solidFill>
                <a:latin typeface="微软雅黑" panose="020B0503020204020204" charset="-122"/>
                <a:ea typeface="微软雅黑" panose="020B0503020204020204" charset="-122"/>
                <a:cs typeface="微软雅黑" panose="020B0503020204020204" charset="-122"/>
              </a:defRPr>
            </a:pPr>
            <a:r>
              <a:rPr sz="1200" b="1">
                <a:solidFill>
                  <a:srgbClr val="294A6D"/>
                </a:solidFill>
                <a:latin typeface="Arial" panose="020B0604020202020204" pitchFamily="34" charset="0"/>
                <a:ea typeface="微软雅黑" panose="020B0503020204020204" charset="-122"/>
                <a:cs typeface="微软雅黑" panose="020B0503020204020204" charset="-122"/>
              </a:rPr>
              <a:t>PART 02</a:t>
            </a:r>
          </a:p>
        </p:txBody>
      </p:sp>
      <p:sp>
        <p:nvSpPr>
          <p:cNvPr id="17" name="contents-card-2-divider"/>
          <p:cNvSpPr>
            <a:spLocks noGrp="1"/>
          </p:cNvSpPr>
          <p:nvPr/>
        </p:nvSpPr>
        <p:spPr>
          <a:xfrm>
            <a:off x="2047875" y="2571750"/>
            <a:ext cx="9525" cy="685800"/>
          </a:xfrm>
          <a:prstGeom prst="rect">
            <a:avLst/>
          </a:prstGeom>
          <a:solidFill>
            <a:srgbClr val="D6DEE6"/>
          </a:solidFill>
          <a:ln w="0">
            <a:noFill/>
            <a:prstDash val="solid"/>
          </a:ln>
          <a:effectLst/>
        </p:spPr>
      </p:sp>
      <p:sp>
        <p:nvSpPr>
          <p:cNvPr id="18" name="contents-card-2-title"/>
          <p:cNvSpPr>
            <a:spLocks noGrp="1"/>
          </p:cNvSpPr>
          <p:nvPr/>
        </p:nvSpPr>
        <p:spPr>
          <a:xfrm>
            <a:off x="2286000" y="2524125"/>
            <a:ext cx="8953500" cy="304800"/>
          </a:xfrm>
          <a:prstGeom prst="rect">
            <a:avLst/>
          </a:prstGeom>
          <a:noFill/>
          <a:ln w="0">
            <a:noFill/>
            <a:prstDash val="solid"/>
          </a:ln>
          <a:effectLst/>
        </p:spPr>
        <p:txBody>
          <a:bodyPr wrap="square" lIns="0" tIns="0" rIns="0" bIns="0" anchor="ctr">
            <a:noAutofit/>
          </a:bodyPr>
          <a:lstStyle/>
          <a:p>
            <a:pPr>
              <a:defRPr sz="1500" b="1">
                <a:solidFill>
                  <a:srgbClr val="072A67"/>
                </a:solidFill>
                <a:latin typeface="微软雅黑" panose="020B0503020204020204" charset="-122"/>
                <a:ea typeface="微软雅黑" panose="020B0503020204020204" charset="-122"/>
                <a:cs typeface="微软雅黑" panose="020B0503020204020204" charset="-122"/>
              </a:defRPr>
            </a:pPr>
            <a:r>
              <a:rPr lang="zh-CN" sz="1600" b="1">
                <a:solidFill>
                  <a:srgbClr val="243B53"/>
                </a:solidFill>
                <a:latin typeface="Arial" panose="020B0604020202020204" pitchFamily="34" charset="0"/>
                <a:ea typeface="微软雅黑" panose="020B0503020204020204" charset="-122"/>
                <a:cs typeface="微软雅黑" panose="020B0503020204020204" charset="-122"/>
              </a:rPr>
              <a:t>寒武纪</a:t>
            </a:r>
            <a:r>
              <a:rPr sz="1600" b="1">
                <a:solidFill>
                  <a:srgbClr val="243B53"/>
                </a:solidFill>
                <a:latin typeface="Arial" panose="020B0604020202020204" pitchFamily="34" charset="0"/>
                <a:ea typeface="微软雅黑" panose="020B0503020204020204" charset="-122"/>
                <a:cs typeface="微软雅黑" panose="020B0503020204020204" charset="-122"/>
              </a:rPr>
              <a:t>算子 Skill：实践与问题</a:t>
            </a:r>
          </a:p>
        </p:txBody>
      </p:sp>
      <p:sp>
        <p:nvSpPr>
          <p:cNvPr id="21" name="contents-card-3"/>
          <p:cNvSpPr>
            <a:spLocks noGrp="1"/>
          </p:cNvSpPr>
          <p:nvPr/>
        </p:nvSpPr>
        <p:spPr>
          <a:xfrm>
            <a:off x="609600" y="3562350"/>
            <a:ext cx="10972800" cy="981075"/>
          </a:xfrm>
          <a:prstGeom prst="rect">
            <a:avLst/>
          </a:prstGeom>
          <a:solidFill>
            <a:srgbClr val="FFFFFF"/>
          </a:solidFill>
          <a:ln w="10160">
            <a:solidFill>
              <a:srgbClr val="D6DEE6"/>
            </a:solidFill>
            <a:prstDash val="solid"/>
          </a:ln>
          <a:effectLst/>
        </p:spPr>
      </p:sp>
      <p:sp>
        <p:nvSpPr>
          <p:cNvPr id="22" name="contents-card-3-accent"/>
          <p:cNvSpPr>
            <a:spLocks noGrp="1"/>
          </p:cNvSpPr>
          <p:nvPr/>
        </p:nvSpPr>
        <p:spPr>
          <a:xfrm>
            <a:off x="609600" y="3562350"/>
            <a:ext cx="66675" cy="981075"/>
          </a:xfrm>
          <a:prstGeom prst="rect">
            <a:avLst/>
          </a:prstGeom>
          <a:solidFill>
            <a:srgbClr val="D6DEE6"/>
          </a:solidFill>
          <a:ln w="0">
            <a:noFill/>
            <a:prstDash val="solid"/>
          </a:ln>
          <a:effectLst/>
        </p:spPr>
      </p:sp>
      <p:sp>
        <p:nvSpPr>
          <p:cNvPr id="23" name="contents-card-3-part"/>
          <p:cNvSpPr>
            <a:spLocks noGrp="1"/>
          </p:cNvSpPr>
          <p:nvPr/>
        </p:nvSpPr>
        <p:spPr>
          <a:xfrm>
            <a:off x="838200" y="3695700"/>
            <a:ext cx="1104900" cy="266700"/>
          </a:xfrm>
          <a:prstGeom prst="rect">
            <a:avLst/>
          </a:prstGeom>
          <a:noFill/>
          <a:ln w="0">
            <a:noFill/>
            <a:prstDash val="solid"/>
          </a:ln>
          <a:effectLst/>
        </p:spPr>
        <p:txBody>
          <a:bodyPr wrap="square" lIns="0" tIns="0" rIns="0" bIns="0" anchor="ctr">
            <a:noAutofit/>
          </a:bodyPr>
          <a:lstStyle/>
          <a:p>
            <a:pPr>
              <a:buClrTx/>
              <a:buSzTx/>
              <a:buFontTx/>
              <a:defRPr sz="1125" b="1">
                <a:solidFill>
                  <a:srgbClr val="16805A"/>
                </a:solidFill>
                <a:latin typeface="微软雅黑" panose="020B0503020204020204" charset="-122"/>
                <a:ea typeface="微软雅黑" panose="020B0503020204020204" charset="-122"/>
                <a:cs typeface="微软雅黑" panose="020B0503020204020204" charset="-122"/>
              </a:defRPr>
            </a:pPr>
            <a:r>
              <a:rPr sz="1200">
                <a:solidFill>
                  <a:srgbClr val="66737F"/>
                </a:solidFill>
                <a:latin typeface="Arial" panose="020B0604020202020204" pitchFamily="34" charset="0"/>
                <a:ea typeface="微软雅黑" panose="020B0503020204020204" charset="-122"/>
                <a:cs typeface="微软雅黑" panose="020B0503020204020204" charset="-122"/>
              </a:rPr>
              <a:t>PART 03</a:t>
            </a:r>
          </a:p>
        </p:txBody>
      </p:sp>
      <p:sp>
        <p:nvSpPr>
          <p:cNvPr id="25" name="contents-card-3-divider"/>
          <p:cNvSpPr>
            <a:spLocks noGrp="1"/>
          </p:cNvSpPr>
          <p:nvPr/>
        </p:nvSpPr>
        <p:spPr>
          <a:xfrm>
            <a:off x="2047875" y="3705225"/>
            <a:ext cx="9525" cy="685800"/>
          </a:xfrm>
          <a:prstGeom prst="rect">
            <a:avLst/>
          </a:prstGeom>
          <a:solidFill>
            <a:srgbClr val="D6DEE6"/>
          </a:solidFill>
          <a:ln w="0">
            <a:noFill/>
            <a:prstDash val="solid"/>
          </a:ln>
          <a:effectLst/>
        </p:spPr>
      </p:sp>
      <p:sp>
        <p:nvSpPr>
          <p:cNvPr id="26" name="contents-card-3-title"/>
          <p:cNvSpPr>
            <a:spLocks noGrp="1"/>
          </p:cNvSpPr>
          <p:nvPr/>
        </p:nvSpPr>
        <p:spPr>
          <a:xfrm>
            <a:off x="2286000" y="3657600"/>
            <a:ext cx="8953500" cy="304800"/>
          </a:xfrm>
          <a:prstGeom prst="rect">
            <a:avLst/>
          </a:prstGeom>
          <a:noFill/>
          <a:ln w="0">
            <a:noFill/>
            <a:prstDash val="solid"/>
          </a:ln>
          <a:effectLst/>
        </p:spPr>
        <p:txBody>
          <a:bodyPr wrap="square" lIns="0" tIns="0" rIns="0" bIns="0" anchor="ctr">
            <a:noAutofit/>
          </a:bodyPr>
          <a:lstStyle/>
          <a:p>
            <a:pPr>
              <a:defRPr sz="1500" b="1">
                <a:solidFill>
                  <a:srgbClr val="072A67"/>
                </a:solidFill>
                <a:latin typeface="微软雅黑" panose="020B0503020204020204" charset="-122"/>
                <a:ea typeface="微软雅黑" panose="020B0503020204020204" charset="-122"/>
                <a:cs typeface="微软雅黑" panose="020B0503020204020204" charset="-122"/>
              </a:defRPr>
            </a:pPr>
            <a:r>
              <a:rPr sz="1600">
                <a:solidFill>
                  <a:srgbClr val="2F3A45"/>
                </a:solidFill>
                <a:latin typeface="Arial" panose="020B0604020202020204" pitchFamily="34" charset="0"/>
                <a:ea typeface="微软雅黑" panose="020B0503020204020204" charset="-122"/>
                <a:cs typeface="微软雅黑" panose="020B0503020204020204" charset="-122"/>
              </a:rPr>
              <a:t>算子 Skill 开发指南与多平台实践</a:t>
            </a:r>
          </a:p>
        </p:txBody>
      </p:sp>
      <p:sp>
        <p:nvSpPr>
          <p:cNvPr id="29" name="contents-card-4"/>
          <p:cNvSpPr>
            <a:spLocks noGrp="1"/>
          </p:cNvSpPr>
          <p:nvPr/>
        </p:nvSpPr>
        <p:spPr>
          <a:xfrm>
            <a:off x="623570" y="4652645"/>
            <a:ext cx="10972800" cy="981075"/>
          </a:xfrm>
          <a:prstGeom prst="rect">
            <a:avLst/>
          </a:prstGeom>
          <a:solidFill>
            <a:srgbClr val="FFFFFF"/>
          </a:solidFill>
          <a:ln w="10160">
            <a:solidFill>
              <a:srgbClr val="D6DEE6"/>
            </a:solidFill>
            <a:prstDash val="solid"/>
          </a:ln>
          <a:effectLst/>
        </p:spPr>
      </p:sp>
      <p:sp>
        <p:nvSpPr>
          <p:cNvPr id="30" name="contents-card-4-accent"/>
          <p:cNvSpPr>
            <a:spLocks noGrp="1"/>
          </p:cNvSpPr>
          <p:nvPr/>
        </p:nvSpPr>
        <p:spPr>
          <a:xfrm>
            <a:off x="609600" y="4695825"/>
            <a:ext cx="66675" cy="981075"/>
          </a:xfrm>
          <a:prstGeom prst="rect">
            <a:avLst/>
          </a:prstGeom>
          <a:solidFill>
            <a:srgbClr val="D6DEE6"/>
          </a:solidFill>
          <a:ln w="0">
            <a:noFill/>
            <a:prstDash val="solid"/>
          </a:ln>
          <a:effectLst/>
        </p:spPr>
      </p:sp>
      <p:sp>
        <p:nvSpPr>
          <p:cNvPr id="31" name="contents-card-4-part"/>
          <p:cNvSpPr>
            <a:spLocks noGrp="1"/>
          </p:cNvSpPr>
          <p:nvPr/>
        </p:nvSpPr>
        <p:spPr>
          <a:xfrm>
            <a:off x="838200" y="4829175"/>
            <a:ext cx="1104900" cy="266700"/>
          </a:xfrm>
          <a:prstGeom prst="rect">
            <a:avLst/>
          </a:prstGeom>
          <a:noFill/>
          <a:ln w="0">
            <a:noFill/>
            <a:prstDash val="solid"/>
          </a:ln>
          <a:effectLst/>
        </p:spPr>
        <p:txBody>
          <a:bodyPr wrap="square" lIns="0" tIns="0" rIns="0" bIns="0" anchor="ctr">
            <a:noAutofit/>
          </a:bodyPr>
          <a:lstStyle/>
          <a:p>
            <a:pPr>
              <a:defRPr sz="1125" b="1">
                <a:solidFill>
                  <a:srgbClr val="7B8799"/>
                </a:solidFill>
                <a:latin typeface="微软雅黑" panose="020B0503020204020204" charset="-122"/>
                <a:ea typeface="微软雅黑" panose="020B0503020204020204" charset="-122"/>
                <a:cs typeface="微软雅黑" panose="020B0503020204020204" charset="-122"/>
              </a:defRPr>
            </a:pPr>
            <a:r>
              <a:rPr sz="1200">
                <a:solidFill>
                  <a:srgbClr val="66737F"/>
                </a:solidFill>
                <a:latin typeface="Arial" panose="020B0604020202020204" pitchFamily="34" charset="0"/>
                <a:ea typeface="微软雅黑" panose="020B0503020204020204" charset="-122"/>
                <a:cs typeface="微软雅黑" panose="020B0503020204020204" charset="-122"/>
              </a:rPr>
              <a:t>PART 04</a:t>
            </a:r>
          </a:p>
        </p:txBody>
      </p:sp>
      <p:sp>
        <p:nvSpPr>
          <p:cNvPr id="33" name="contents-card-4-divider"/>
          <p:cNvSpPr>
            <a:spLocks noGrp="1"/>
          </p:cNvSpPr>
          <p:nvPr/>
        </p:nvSpPr>
        <p:spPr>
          <a:xfrm>
            <a:off x="2047875" y="4838700"/>
            <a:ext cx="9525" cy="685800"/>
          </a:xfrm>
          <a:prstGeom prst="rect">
            <a:avLst/>
          </a:prstGeom>
          <a:solidFill>
            <a:srgbClr val="D6DEE6"/>
          </a:solidFill>
          <a:ln w="0">
            <a:noFill/>
            <a:prstDash val="solid"/>
          </a:ln>
          <a:effectLst/>
        </p:spPr>
      </p:sp>
      <p:sp>
        <p:nvSpPr>
          <p:cNvPr id="34" name="contents-card-4-title"/>
          <p:cNvSpPr>
            <a:spLocks noGrp="1"/>
          </p:cNvSpPr>
          <p:nvPr/>
        </p:nvSpPr>
        <p:spPr>
          <a:xfrm>
            <a:off x="2286000" y="4791075"/>
            <a:ext cx="8953500" cy="304800"/>
          </a:xfrm>
          <a:prstGeom prst="rect">
            <a:avLst/>
          </a:prstGeom>
          <a:noFill/>
          <a:ln w="0">
            <a:noFill/>
            <a:prstDash val="solid"/>
          </a:ln>
          <a:effectLst/>
        </p:spPr>
        <p:txBody>
          <a:bodyPr wrap="square" lIns="0" tIns="0" rIns="0" bIns="0" anchor="ctr">
            <a:noAutofit/>
          </a:bodyPr>
          <a:lstStyle/>
          <a:p>
            <a:pPr>
              <a:defRPr sz="1500" b="1">
                <a:solidFill>
                  <a:srgbClr val="072A67"/>
                </a:solidFill>
                <a:latin typeface="微软雅黑" panose="020B0503020204020204" charset="-122"/>
                <a:ea typeface="微软雅黑" panose="020B0503020204020204" charset="-122"/>
                <a:cs typeface="微软雅黑" panose="020B0503020204020204" charset="-122"/>
              </a:defRPr>
            </a:pPr>
            <a:r>
              <a:rPr sz="1600">
                <a:solidFill>
                  <a:srgbClr val="2F3A45"/>
                </a:solidFill>
                <a:latin typeface="Arial" panose="020B0604020202020204" pitchFamily="34" charset="0"/>
                <a:ea typeface="微软雅黑" panose="020B0503020204020204" charset="-122"/>
                <a:cs typeface="微软雅黑" panose="020B0503020204020204" charset="-122"/>
              </a:rPr>
              <a:t>未来展望</a:t>
            </a:r>
          </a:p>
        </p:txBody>
      </p:sp>
      <p:sp>
        <p:nvSpPr>
          <p:cNvPr id="38" name="contents-bottom-accent"/>
          <p:cNvSpPr>
            <a:spLocks noGrp="1"/>
          </p:cNvSpPr>
          <p:nvPr/>
        </p:nvSpPr>
        <p:spPr>
          <a:xfrm>
            <a:off x="0" y="6807200"/>
            <a:ext cx="12192000" cy="50800"/>
          </a:xfrm>
          <a:prstGeom prst="rect">
            <a:avLst/>
          </a:prstGeom>
          <a:solidFill>
            <a:srgbClr val="294A6D"/>
          </a:solidFill>
          <a:ln w="0">
            <a:noFill/>
            <a:prstDash val="solid"/>
          </a:ln>
          <a:effectLst/>
        </p:spPr>
      </p:sp>
    </p:spTree>
  </p:cSld>
  <p:clrMapOvr>
    <a:masterClrMapping/>
  </p:clrMapOvr>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p:bg>
      <p:bgPr>
        <a:solidFill>
          <a:srgbClr val="F7F8FA"/>
        </a:solidFill>
        <a:effectLst/>
      </p:bgPr>
    </p:bg>
    <p:spTree>
      <p:nvGrpSpPr>
        <p:cNvPr id="1" name=""/>
        <p:cNvGrpSpPr/>
        <p:nvPr/>
      </p:nvGrpSpPr>
      <p:grpSpPr>
        <a:xfrm>
          <a:off x="0" y="0"/>
          <a:ext cx="0" cy="0"/>
          <a:chOff x="0" y="0"/>
          <a:chExt cx="0" cy="0"/>
        </a:xfrm>
      </p:grpSpPr>
      <p:pic>
        <p:nvPicPr>
          <p:cNvPr id="15" name="overall-orchestration-architecture"/>
          <p:cNvPicPr>
            <a:picLocks noChangeAspect="1"/>
          </p:cNvPicPr>
          <p:nvPr/>
        </p:nvPicPr>
        <p:blipFill>
          <a:blip r:embed="rId3">
            <a:grayscl/>
          </a:blip>
          <a:srcRect l="101" r="101" b="60"/>
          <a:stretch>
            <a:fillRect/>
          </a:stretch>
        </p:blipFill>
        <p:spPr>
          <a:xfrm>
            <a:off x="1209675" y="857250"/>
            <a:ext cx="3143250" cy="5324475"/>
          </a:xfrm>
          <a:prstGeom prst="rect">
            <a:avLst/>
          </a:prstGeom>
          <a:effectLst/>
        </p:spPr>
      </p:pic>
      <p:pic>
        <p:nvPicPr>
          <p:cNvPr id="16" name="main-orchestration-module"/>
          <p:cNvPicPr>
            <a:picLocks noChangeAspect="1"/>
          </p:cNvPicPr>
          <p:nvPr/>
        </p:nvPicPr>
        <p:blipFill>
          <a:blip r:embed="rId4">
            <a:grayscl/>
          </a:blip>
          <a:srcRect r="104"/>
          <a:stretch>
            <a:fillRect/>
          </a:stretch>
        </p:blipFill>
        <p:spPr>
          <a:xfrm>
            <a:off x="4572000" y="857250"/>
            <a:ext cx="3057525" cy="2552700"/>
          </a:xfrm>
          <a:prstGeom prst="rect">
            <a:avLst/>
          </a:prstGeom>
          <a:effectLst/>
        </p:spPr>
      </p:pic>
      <p:pic>
        <p:nvPicPr>
          <p:cNvPr id="17" name="code-generation-module"/>
          <p:cNvPicPr>
            <a:picLocks noChangeAspect="1"/>
          </p:cNvPicPr>
          <p:nvPr/>
        </p:nvPicPr>
        <p:blipFill>
          <a:blip r:embed="rId5">
            <a:grayscl/>
          </a:blip>
          <a:srcRect/>
          <a:stretch>
            <a:fillRect/>
          </a:stretch>
        </p:blipFill>
        <p:spPr>
          <a:xfrm>
            <a:off x="7715250" y="857250"/>
            <a:ext cx="3276600" cy="2552700"/>
          </a:xfrm>
          <a:prstGeom prst="rect">
            <a:avLst/>
          </a:prstGeom>
          <a:effectLst/>
        </p:spPr>
      </p:pic>
      <p:pic>
        <p:nvPicPr>
          <p:cNvPr id="18" name="code-review-module"/>
          <p:cNvPicPr>
            <a:picLocks noChangeAspect="1"/>
          </p:cNvPicPr>
          <p:nvPr/>
        </p:nvPicPr>
        <p:blipFill>
          <a:blip r:embed="rId6">
            <a:grayscl/>
          </a:blip>
          <a:srcRect t="119" r="104" b="119"/>
          <a:stretch>
            <a:fillRect/>
          </a:stretch>
        </p:blipFill>
        <p:spPr>
          <a:xfrm>
            <a:off x="4572000" y="3514725"/>
            <a:ext cx="3057525" cy="2667000"/>
          </a:xfrm>
          <a:prstGeom prst="rect">
            <a:avLst/>
          </a:prstGeom>
          <a:effectLst/>
        </p:spPr>
      </p:pic>
      <p:pic>
        <p:nvPicPr>
          <p:cNvPr id="19" name="optimization-module"/>
          <p:cNvPicPr>
            <a:picLocks noChangeAspect="1"/>
          </p:cNvPicPr>
          <p:nvPr/>
        </p:nvPicPr>
        <p:blipFill>
          <a:blip r:embed="rId7">
            <a:grayscl/>
          </a:blip>
          <a:srcRect t="119" b="119"/>
          <a:stretch>
            <a:fillRect/>
          </a:stretch>
        </p:blipFill>
        <p:spPr>
          <a:xfrm>
            <a:off x="7715250" y="3514725"/>
            <a:ext cx="3276600" cy="2667000"/>
          </a:xfrm>
          <a:prstGeom prst="rect">
            <a:avLst/>
          </a:prstGeom>
          <a:effectLst/>
        </p:spPr>
      </p:pic>
      <p:sp>
        <p:nvSpPr>
          <p:cNvPr id="6" name="slide-4-title"/>
          <p:cNvSpPr>
            <a:spLocks noGrp="1"/>
          </p:cNvSpPr>
          <p:nvPr/>
        </p:nvSpPr>
        <p:spPr>
          <a:xfrm>
            <a:off x="1209675" y="260350"/>
            <a:ext cx="8048625" cy="428625"/>
          </a:xfrm>
          <a:prstGeom prst="rect">
            <a:avLst/>
          </a:prstGeom>
          <a:noFill/>
          <a:ln w="0">
            <a:noFill/>
            <a:prstDash val="solid"/>
          </a:ln>
          <a:effectLst/>
          <a:extLst>
            <a:ext uri="{909E8E84-426E-40DD-AFC4-6F175D3DCCD1}">
              <a14:hiddenFill xmlns:a14="http://schemas.microsoft.com/office/drawing/2010/main">
                <a:solidFill>
                  <a:srgbClr val="FFFFFF"/>
                </a:solidFill>
              </a14:hiddenFill>
            </a:ext>
          </a:extLst>
        </p:spPr>
        <p:txBody>
          <a:bodyPr wrap="square" lIns="0" tIns="0" rIns="0" bIns="0" anchor="t">
            <a:noAutofit/>
          </a:bodyPr>
          <a:lstStyle/>
          <a:p>
            <a:pPr>
              <a:buNone/>
              <a:defRPr sz="2550" b="1">
                <a:solidFill>
                  <a:srgbClr val="072A67"/>
                </a:solidFill>
                <a:latin typeface="微软雅黑" panose="020B0503020204020204" charset="-122"/>
                <a:ea typeface="微软雅黑" panose="020B0503020204020204" charset="-122"/>
                <a:cs typeface="微软雅黑" panose="020B0503020204020204" charset="-122"/>
              </a:defRPr>
            </a:pPr>
            <a:r>
              <a:rPr lang="zh-CN" altLang="en-US" sz="2700" b="1" dirty="0">
                <a:solidFill>
                  <a:srgbClr val="243B53"/>
                </a:solidFill>
                <a:latin typeface="Arial" panose="020B0604020202020204" pitchFamily="34" charset="0"/>
                <a:ea typeface="微软雅黑" panose="020B0503020204020204" charset="-122"/>
                <a:cs typeface="微软雅黑" panose="020B0503020204020204" charset="-122"/>
              </a:rPr>
              <a:t>原寒武纪 </a:t>
            </a:r>
            <a:r>
              <a:rPr lang="en-US" sz="2700" b="1" dirty="0">
                <a:solidFill>
                  <a:srgbClr val="243B53"/>
                </a:solidFill>
                <a:latin typeface="Arial" panose="020B0604020202020204" pitchFamily="34" charset="0"/>
                <a:ea typeface="微软雅黑" panose="020B0503020204020204" charset="-122"/>
                <a:cs typeface="微软雅黑" panose="020B0503020204020204" charset="-122"/>
              </a:rPr>
              <a:t>Triton </a:t>
            </a:r>
            <a:r>
              <a:rPr lang="zh-CN" altLang="en-US" sz="2700" b="1" dirty="0">
                <a:solidFill>
                  <a:srgbClr val="243B53"/>
                </a:solidFill>
                <a:latin typeface="Arial" panose="020B0604020202020204" pitchFamily="34" charset="0"/>
                <a:ea typeface="微软雅黑" panose="020B0503020204020204" charset="-122"/>
                <a:cs typeface="微软雅黑" panose="020B0503020204020204" charset="-122"/>
              </a:rPr>
              <a:t>算子开发 </a:t>
            </a:r>
            <a:r>
              <a:rPr lang="en-US" sz="2700" b="1" dirty="0">
                <a:solidFill>
                  <a:srgbClr val="243B53"/>
                </a:solidFill>
                <a:latin typeface="Arial" panose="020B0604020202020204" pitchFamily="34" charset="0"/>
                <a:ea typeface="微软雅黑" panose="020B0503020204020204" charset="-122"/>
                <a:cs typeface="微软雅黑" panose="020B0503020204020204" charset="-122"/>
              </a:rPr>
              <a:t>Skill </a:t>
            </a:r>
            <a:r>
              <a:rPr lang="zh-CN" altLang="en-US" sz="2700" b="1" dirty="0">
                <a:solidFill>
                  <a:srgbClr val="243B53"/>
                </a:solidFill>
                <a:latin typeface="Arial" panose="020B0604020202020204" pitchFamily="34" charset="0"/>
                <a:ea typeface="微软雅黑" panose="020B0503020204020204" charset="-122"/>
                <a:cs typeface="微软雅黑" panose="020B0503020204020204" charset="-122"/>
              </a:rPr>
              <a:t>的结构</a:t>
            </a:r>
            <a:endParaRPr lang="zh-CN" sz="2700" b="1" dirty="0">
              <a:solidFill>
                <a:srgbClr val="243B53"/>
              </a:solidFill>
              <a:latin typeface="Arial" panose="020B0604020202020204" pitchFamily="34" charset="0"/>
              <a:ea typeface="微软雅黑" panose="020B0503020204020204" charset="-122"/>
              <a:cs typeface="微软雅黑" panose="020B0503020204020204" charset="-122"/>
            </a:endParaRPr>
          </a:p>
        </p:txBody>
      </p:sp>
      <p:sp>
        <p:nvSpPr>
          <p:cNvPr id="8" name="slide-4-editable-footer"/>
          <p:cNvSpPr>
            <a:spLocks noGrp="1"/>
          </p:cNvSpPr>
          <p:nvPr/>
        </p:nvSpPr>
        <p:spPr>
          <a:xfrm>
            <a:off x="1209675" y="6286500"/>
            <a:ext cx="9782175" cy="428625"/>
          </a:xfrm>
          <a:prstGeom prst="rect">
            <a:avLst/>
          </a:prstGeom>
          <a:solidFill>
            <a:srgbClr val="EEF2F5"/>
          </a:solidFill>
          <a:ln w="0">
            <a:solidFill>
              <a:srgbClr val="D6DEE6"/>
            </a:solidFill>
            <a:prstDash val="solid"/>
          </a:ln>
          <a:effectLst/>
        </p:spPr>
        <p:txBody>
          <a:bodyPr wrap="square" lIns="133350" tIns="28575" rIns="133350" bIns="28575" anchor="ctr">
            <a:noAutofit/>
          </a:bodyPr>
          <a:lstStyle/>
          <a:p>
            <a:pPr algn="ctr">
              <a:buNone/>
              <a:defRPr sz="900" b="1">
                <a:solidFill>
                  <a:srgbClr val="072A67"/>
                </a:solidFill>
                <a:latin typeface="微软雅黑" panose="020B0503020204020204" charset="-122"/>
                <a:ea typeface="微软雅黑" panose="020B0503020204020204" charset="-122"/>
                <a:cs typeface="微软雅黑" panose="020B0503020204020204" charset="-122"/>
              </a:defRPr>
            </a:pPr>
            <a:r>
              <a:rPr sz="1400" b="1">
                <a:solidFill>
                  <a:srgbClr val="2F3A45"/>
                </a:solidFill>
                <a:latin typeface="Arial" panose="020B0604020202020204" pitchFamily="34" charset="0"/>
                <a:ea typeface="微软雅黑" panose="020B0503020204020204" charset="-122"/>
                <a:cs typeface="微软雅黑" panose="020B0503020204020204" charset="-122"/>
              </a:rPr>
              <a:t>原 MLU Triton Skill 采用“主流程编排 + 阶段 Skill + 专业 Sub-Agent”的分层流水线结构，将算子开发拆分为生成、验证和优化三个连续阶段。</a:t>
            </a:r>
          </a:p>
        </p:txBody>
      </p:sp>
      <p:pic>
        <p:nvPicPr>
          <p:cNvPr id="2" name="图片 1"/>
          <p:cNvPicPr>
            <a:picLocks noChangeAspect="1"/>
          </p:cNvPicPr>
          <p:nvPr/>
        </p:nvPicPr>
        <p:blipFill>
          <a:blip r:embed="rId8">
            <a:grayscl/>
          </a:blip>
          <a:stretch>
            <a:fillRect/>
          </a:stretch>
        </p:blipFill>
        <p:spPr>
          <a:xfrm>
            <a:off x="6816090" y="908685"/>
            <a:ext cx="723900" cy="857250"/>
          </a:xfrm>
          <a:prstGeom prst="rect">
            <a:avLst/>
          </a:prstGeom>
          <a:effectLst/>
        </p:spPr>
      </p:pic>
      <p:pic>
        <p:nvPicPr>
          <p:cNvPr id="3" name="图片 2"/>
          <p:cNvPicPr>
            <a:picLocks noChangeAspect="1"/>
          </p:cNvPicPr>
          <p:nvPr/>
        </p:nvPicPr>
        <p:blipFill>
          <a:blip r:embed="rId8">
            <a:grayscl/>
          </a:blip>
          <a:stretch>
            <a:fillRect/>
          </a:stretch>
        </p:blipFill>
        <p:spPr>
          <a:xfrm>
            <a:off x="10223500" y="980440"/>
            <a:ext cx="503555" cy="596265"/>
          </a:xfrm>
          <a:prstGeom prst="rect">
            <a:avLst/>
          </a:prstGeom>
          <a:effectLst/>
        </p:spPr>
      </p:pic>
      <p:pic>
        <p:nvPicPr>
          <p:cNvPr id="4" name="图片 3"/>
          <p:cNvPicPr>
            <a:picLocks noChangeAspect="1"/>
          </p:cNvPicPr>
          <p:nvPr/>
        </p:nvPicPr>
        <p:blipFill>
          <a:blip r:embed="rId8">
            <a:grayscl/>
          </a:blip>
          <a:stretch>
            <a:fillRect/>
          </a:stretch>
        </p:blipFill>
        <p:spPr>
          <a:xfrm>
            <a:off x="7049770" y="3573145"/>
            <a:ext cx="490220" cy="581025"/>
          </a:xfrm>
          <a:prstGeom prst="rect">
            <a:avLst/>
          </a:prstGeom>
          <a:effectLst/>
        </p:spPr>
      </p:pic>
      <p:pic>
        <p:nvPicPr>
          <p:cNvPr id="5" name="图片 4"/>
          <p:cNvPicPr>
            <a:picLocks noChangeAspect="1"/>
          </p:cNvPicPr>
          <p:nvPr/>
        </p:nvPicPr>
        <p:blipFill>
          <a:blip r:embed="rId8">
            <a:grayscl/>
          </a:blip>
          <a:stretch>
            <a:fillRect/>
          </a:stretch>
        </p:blipFill>
        <p:spPr>
          <a:xfrm>
            <a:off x="10344150" y="3573145"/>
            <a:ext cx="436245" cy="516890"/>
          </a:xfrm>
          <a:prstGeom prst="rect">
            <a:avLst/>
          </a:prstGeom>
          <a:effectLst/>
        </p:spPr>
      </p:pic>
      <p:sp>
        <p:nvSpPr>
          <p:cNvPr id="7" name="slide-7-page-number"/>
          <p:cNvSpPr>
            <a:spLocks noGrp="1"/>
          </p:cNvSpPr>
          <p:nvPr/>
        </p:nvSpPr>
        <p:spPr>
          <a:xfrm>
            <a:off x="11366500" y="317500"/>
            <a:ext cx="330200" cy="279400"/>
          </a:xfrm>
          <a:prstGeom prst="roundRect">
            <a:avLst>
              <a:gd name="adj" fmla="val 14706"/>
            </a:avLst>
          </a:prstGeom>
          <a:noFill/>
          <a:ln w="9525">
            <a:noFill/>
            <a:prstDash val="solid"/>
          </a:ln>
          <a:effectLst/>
          <a:extLst>
            <a:ext uri="{909E8E84-426E-40DD-AFC4-6F175D3DCCD1}">
              <a14:hiddenFill xmlns:a14="http://schemas.microsoft.com/office/drawing/2010/main">
                <a:solidFill>
                  <a:srgbClr val="294A6D"/>
                </a:solidFill>
              </a14:hiddenFill>
            </a:ext>
            <a:ext uri="{91240B29-F687-4F45-9708-019B960494DF}">
              <a14:hiddenLine xmlns:a14="http://schemas.microsoft.com/office/drawing/2010/main" w="9525">
                <a:solidFill>
                  <a:srgbClr val="294A6D"/>
                </a:solidFill>
                <a:prstDash val="solid"/>
              </a14:hiddenLine>
            </a:ext>
          </a:extLst>
        </p:spPr>
        <p:txBody>
          <a:bodyPr wrap="square" lIns="0" tIns="0" rIns="0" bIns="0" anchor="ctr">
            <a:noAutofit/>
          </a:bodyPr>
          <a:lstStyle/>
          <a:p>
            <a:pPr algn="ctr">
              <a:buNone/>
              <a:defRPr sz="1200" b="1">
                <a:solidFill>
                  <a:srgbClr val="FFFFFF"/>
                </a:solidFill>
                <a:latin typeface="微软雅黑" panose="020B0503020204020204" charset="-122"/>
                <a:ea typeface="微软雅黑" panose="020B0503020204020204" charset="-122"/>
                <a:cs typeface="微软雅黑" panose="020B0503020204020204" charset="-122"/>
              </a:defRPr>
            </a:pPr>
            <a:r>
              <a:rPr lang="en-US" sz="1200" b="1" dirty="0">
                <a:solidFill>
                  <a:srgbClr val="66737F"/>
                </a:solidFill>
                <a:latin typeface="Arial" panose="020B0604020202020204" pitchFamily="34" charset="0"/>
                <a:ea typeface="微软雅黑" panose="020B0503020204020204" charset="-122"/>
                <a:cs typeface="微软雅黑" panose="020B0503020204020204" charset="-122"/>
              </a:rPr>
              <a:t>12</a:t>
            </a:r>
          </a:p>
        </p:txBody>
      </p:sp>
      <p:sp>
        <p:nvSpPr>
          <p:cNvPr id="20" name="s13-title-rule"/>
          <p:cNvSpPr>
            <a:spLocks noGrp="1"/>
          </p:cNvSpPr>
          <p:nvPr/>
        </p:nvSpPr>
        <p:spPr>
          <a:xfrm>
            <a:off x="247650" y="714375"/>
            <a:ext cx="11734800" cy="19050"/>
          </a:xfrm>
          <a:prstGeom prst="rect">
            <a:avLst/>
          </a:prstGeom>
          <a:solidFill>
            <a:srgbClr val="5B7188"/>
          </a:solidFill>
          <a:ln w="0">
            <a:solidFill>
              <a:srgbClr val="294A6D"/>
            </a:solidFill>
            <a:prstDash val="solid"/>
          </a:ln>
          <a:effectLst/>
        </p:spPr>
      </p:sp>
      <p:sp>
        <p:nvSpPr>
          <p:cNvPr id="21" name="slide-1-title"/>
          <p:cNvSpPr>
            <a:spLocks noGrp="1"/>
          </p:cNvSpPr>
          <p:nvPr/>
        </p:nvSpPr>
        <p:spPr>
          <a:xfrm>
            <a:off x="342900" y="223460"/>
            <a:ext cx="635000" cy="495300"/>
          </a:xfrm>
          <a:prstGeom prst="rect">
            <a:avLst/>
          </a:prstGeom>
          <a:noFill/>
          <a:ln w="0">
            <a:noFill/>
            <a:prstDash val="solid"/>
          </a:ln>
          <a:effectLst/>
        </p:spPr>
        <p:txBody>
          <a:bodyPr wrap="square" lIns="0" tIns="0" rIns="0" bIns="0" anchor="t">
            <a:noAutofit/>
          </a:bodyPr>
          <a:lstStyle/>
          <a:p>
            <a:pPr>
              <a:buNone/>
              <a:defRPr sz="3000" b="1">
                <a:solidFill>
                  <a:srgbClr val="072A67"/>
                </a:solidFill>
                <a:latin typeface="微软雅黑" panose="020B0503020204020204" charset="-122"/>
                <a:ea typeface="微软雅黑" panose="020B0503020204020204" charset="-122"/>
                <a:cs typeface="微软雅黑" panose="020B0503020204020204" charset="-122"/>
              </a:defRPr>
            </a:pPr>
            <a:r>
              <a:rPr lang="en-US" sz="3000" b="1" dirty="0">
                <a:solidFill>
                  <a:srgbClr val="243B53"/>
                </a:solidFill>
                <a:latin typeface="Arial" panose="020B0604020202020204" pitchFamily="34" charset="0"/>
                <a:ea typeface="微软雅黑" panose="020B0503020204020204" charset="-122"/>
                <a:cs typeface="微软雅黑" panose="020B0503020204020204" charset="-122"/>
              </a:rPr>
              <a:t>2.1</a:t>
            </a:r>
            <a:endParaRPr sz="3000" b="1" dirty="0">
              <a:solidFill>
                <a:srgbClr val="243B53"/>
              </a:solidFill>
              <a:latin typeface="Arial" panose="020B0604020202020204" pitchFamily="34" charset="0"/>
              <a:ea typeface="微软雅黑" panose="020B0503020204020204" charset="-122"/>
              <a:cs typeface="微软雅黑" panose="020B0503020204020204" charset="-122"/>
            </a:endParaRP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bg>
      <p:bgPr>
        <a:solidFill>
          <a:srgbClr val="F7F8FA"/>
        </a:solidFill>
        <a:effectLst/>
      </p:bgPr>
    </p:bg>
    <p:spTree>
      <p:nvGrpSpPr>
        <p:cNvPr id="1" name=""/>
        <p:cNvGrpSpPr/>
        <p:nvPr/>
      </p:nvGrpSpPr>
      <p:grpSpPr>
        <a:xfrm>
          <a:off x="0" y="0"/>
          <a:ext cx="0" cy="0"/>
          <a:chOff x="0" y="0"/>
          <a:chExt cx="0" cy="0"/>
        </a:xfrm>
      </p:grpSpPr>
      <p:sp>
        <p:nvSpPr>
          <p:cNvPr id="12" name="slide-5-title"/>
          <p:cNvSpPr>
            <a:spLocks noGrp="1"/>
          </p:cNvSpPr>
          <p:nvPr/>
        </p:nvSpPr>
        <p:spPr>
          <a:xfrm>
            <a:off x="996949" y="196255"/>
            <a:ext cx="9652000" cy="495300"/>
          </a:xfrm>
          <a:prstGeom prst="rect">
            <a:avLst/>
          </a:prstGeom>
          <a:noFill/>
          <a:ln w="0">
            <a:noFill/>
            <a:prstDash val="solid"/>
          </a:ln>
          <a:effectLst/>
          <a:extLst>
            <a:ext uri="{909E8E84-426E-40DD-AFC4-6F175D3DCCD1}">
              <a14:hiddenFill xmlns:a14="http://schemas.microsoft.com/office/drawing/2010/main">
                <a:solidFill>
                  <a:srgbClr val="FFFFFF"/>
                </a:solidFill>
              </a14:hiddenFill>
            </a:ext>
          </a:extLst>
        </p:spPr>
        <p:txBody>
          <a:bodyPr wrap="square" lIns="0" tIns="0" rIns="0" bIns="0" anchor="t">
            <a:noAutofit/>
          </a:bodyPr>
          <a:lstStyle/>
          <a:p>
            <a:pPr>
              <a:buNone/>
              <a:defRPr sz="2700" b="1">
                <a:solidFill>
                  <a:srgbClr val="072A67"/>
                </a:solidFill>
                <a:latin typeface="微软雅黑" panose="020B0503020204020204" charset="-122"/>
                <a:ea typeface="微软雅黑" panose="020B0503020204020204" charset="-122"/>
                <a:cs typeface="微软雅黑" panose="020B0503020204020204" charset="-122"/>
              </a:defRPr>
            </a:pPr>
            <a:r>
              <a:rPr lang="zh-CN" altLang="en-US" sz="3000" b="1" dirty="0">
                <a:solidFill>
                  <a:srgbClr val="243B53"/>
                </a:solidFill>
                <a:latin typeface="Arial" panose="020B0604020202020204" pitchFamily="34" charset="0"/>
                <a:ea typeface="微软雅黑" panose="020B0503020204020204" charset="-122"/>
                <a:cs typeface="微软雅黑" panose="020B0503020204020204" charset="-122"/>
              </a:rPr>
              <a:t>开发一个算子的流程</a:t>
            </a:r>
            <a:endParaRPr lang="zh-CN" sz="3000" b="1" dirty="0">
              <a:solidFill>
                <a:srgbClr val="243B53"/>
              </a:solidFill>
              <a:latin typeface="Arial" panose="020B0604020202020204" pitchFamily="34" charset="0"/>
              <a:ea typeface="微软雅黑" panose="020B0503020204020204" charset="-122"/>
              <a:cs typeface="微软雅黑" panose="020B0503020204020204" charset="-122"/>
            </a:endParaRPr>
          </a:p>
        </p:txBody>
      </p:sp>
      <p:sp>
        <p:nvSpPr>
          <p:cNvPr id="14" name="measurement-section-frame"/>
          <p:cNvSpPr>
            <a:spLocks noGrp="1"/>
          </p:cNvSpPr>
          <p:nvPr/>
        </p:nvSpPr>
        <p:spPr>
          <a:xfrm>
            <a:off x="254000" y="4533900"/>
            <a:ext cx="11684000" cy="1651000"/>
          </a:xfrm>
          <a:prstGeom prst="rect">
            <a:avLst/>
          </a:prstGeom>
          <a:noFill/>
          <a:ln w="12700">
            <a:solidFill>
              <a:srgbClr val="D6DEE6"/>
            </a:solidFill>
            <a:prstDash val="solid"/>
          </a:ln>
          <a:effectLst/>
          <a:extLst>
            <a:ext uri="{909E8E84-426E-40DD-AFC4-6F175D3DCCD1}">
              <a14:hiddenFill xmlns:a14="http://schemas.microsoft.com/office/drawing/2010/main">
                <a:solidFill>
                  <a:srgbClr val="FFFFFF"/>
                </a:solidFill>
              </a14:hiddenFill>
            </a:ext>
          </a:extLst>
        </p:spPr>
        <p:txBody>
          <a:bodyPr wrap="square" lIns="0" tIns="0" rIns="0" bIns="0" anchor="ctr">
            <a:normAutofit/>
          </a:bodyPr>
          <a:lstStyle/>
          <a:p>
            <a:endParaRPr/>
          </a:p>
        </p:txBody>
      </p:sp>
      <p:sp>
        <p:nvSpPr>
          <p:cNvPr id="15" name="measurement-title"/>
          <p:cNvSpPr>
            <a:spLocks noGrp="1"/>
          </p:cNvSpPr>
          <p:nvPr/>
        </p:nvSpPr>
        <p:spPr>
          <a:xfrm>
            <a:off x="381000" y="4597400"/>
            <a:ext cx="4572000" cy="279400"/>
          </a:xfrm>
          <a:prstGeom prst="rect">
            <a:avLst/>
          </a:prstGeom>
          <a:noFill/>
          <a:ln w="0">
            <a:noFill/>
            <a:prstDash val="solid"/>
          </a:ln>
          <a:effectLst/>
        </p:spPr>
        <p:txBody>
          <a:bodyPr wrap="square" lIns="0" tIns="0" rIns="0" bIns="0" anchor="t">
            <a:noAutofit/>
          </a:bodyPr>
          <a:lstStyle/>
          <a:p>
            <a:pPr>
              <a:buNone/>
              <a:defRPr sz="1275" b="1">
                <a:solidFill>
                  <a:srgbClr val="0A3B88"/>
                </a:solidFill>
                <a:latin typeface="微软雅黑" panose="020B0503020204020204" charset="-122"/>
                <a:ea typeface="微软雅黑" panose="020B0503020204020204" charset="-122"/>
                <a:cs typeface="微软雅黑" panose="020B0503020204020204" charset="-122"/>
              </a:defRPr>
            </a:pPr>
            <a:r>
              <a:rPr sz="1400" b="1" dirty="0" err="1" smtClean="0">
                <a:solidFill>
                  <a:srgbClr val="243B53"/>
                </a:solidFill>
                <a:latin typeface="Arial" panose="020B0604020202020204" pitchFamily="34" charset="0"/>
                <a:ea typeface="微软雅黑" panose="020B0503020204020204" charset="-122"/>
                <a:cs typeface="微软雅黑" panose="020B0503020204020204" charset="-122"/>
              </a:rPr>
              <a:t>已开发算子实测</a:t>
            </a:r>
            <a:r>
              <a:rPr lang="zh-CN" altLang="en-US" sz="1400" b="1" dirty="0" smtClean="0">
                <a:solidFill>
                  <a:srgbClr val="243B53"/>
                </a:solidFill>
                <a:latin typeface="Arial" panose="020B0604020202020204" pitchFamily="34" charset="0"/>
                <a:ea typeface="微软雅黑" panose="020B0503020204020204" charset="-122"/>
                <a:cs typeface="微软雅黑" panose="020B0503020204020204" charset="-122"/>
              </a:rPr>
              <a:t>（旧</a:t>
            </a:r>
            <a:r>
              <a:rPr lang="zh-CN" altLang="en-US" sz="1400" b="1" dirty="0">
                <a:solidFill>
                  <a:srgbClr val="243B53"/>
                </a:solidFill>
                <a:latin typeface="Arial" panose="020B0604020202020204" pitchFamily="34" charset="0"/>
                <a:ea typeface="微软雅黑" panose="020B0503020204020204" charset="-122"/>
                <a:cs typeface="微软雅黑" panose="020B0503020204020204" charset="-122"/>
              </a:rPr>
              <a:t>结构</a:t>
            </a:r>
            <a:r>
              <a:rPr lang="zh-CN" altLang="en-US" sz="1400" b="1" dirty="0" smtClean="0">
                <a:solidFill>
                  <a:srgbClr val="243B53"/>
                </a:solidFill>
                <a:latin typeface="Arial" panose="020B0604020202020204" pitchFamily="34" charset="0"/>
                <a:ea typeface="微软雅黑" panose="020B0503020204020204" charset="-122"/>
                <a:cs typeface="微软雅黑" panose="020B0503020204020204" charset="-122"/>
              </a:rPr>
              <a:t>）</a:t>
            </a:r>
            <a:r>
              <a:rPr sz="1400" b="1" dirty="0" smtClean="0">
                <a:solidFill>
                  <a:srgbClr val="243B53"/>
                </a:solidFill>
                <a:latin typeface="Arial" panose="020B0604020202020204" pitchFamily="34" charset="0"/>
                <a:ea typeface="微软雅黑" panose="020B0503020204020204" charset="-122"/>
                <a:cs typeface="微软雅黑" panose="020B0503020204020204" charset="-122"/>
              </a:rPr>
              <a:t>：</a:t>
            </a:r>
            <a:r>
              <a:rPr sz="1400" b="1" dirty="0" err="1">
                <a:solidFill>
                  <a:srgbClr val="243B53"/>
                </a:solidFill>
                <a:latin typeface="Arial" panose="020B0604020202020204" pitchFamily="34" charset="0"/>
                <a:ea typeface="微软雅黑" panose="020B0503020204020204" charset="-122"/>
                <a:cs typeface="微软雅黑" panose="020B0503020204020204" charset="-122"/>
              </a:rPr>
              <a:t>开发效率与最终性能</a:t>
            </a:r>
            <a:endParaRPr sz="1400" b="1" dirty="0">
              <a:solidFill>
                <a:srgbClr val="243B53"/>
              </a:solidFill>
              <a:latin typeface="Arial" panose="020B0604020202020204" pitchFamily="34" charset="0"/>
              <a:ea typeface="微软雅黑" panose="020B0503020204020204" charset="-122"/>
              <a:cs typeface="微软雅黑" panose="020B0503020204020204" charset="-122"/>
            </a:endParaRPr>
          </a:p>
        </p:txBody>
      </p:sp>
      <p:sp>
        <p:nvSpPr>
          <p:cNvPr id="16" name="speedup-label"/>
          <p:cNvSpPr>
            <a:spLocks noGrp="1"/>
          </p:cNvSpPr>
          <p:nvPr/>
        </p:nvSpPr>
        <p:spPr>
          <a:xfrm>
            <a:off x="8661400" y="5054600"/>
            <a:ext cx="762000" cy="254000"/>
          </a:xfrm>
          <a:prstGeom prst="rect">
            <a:avLst/>
          </a:prstGeom>
          <a:noFill/>
          <a:ln w="0">
            <a:noFill/>
            <a:prstDash val="solid"/>
          </a:ln>
          <a:effectLst/>
        </p:spPr>
        <p:txBody>
          <a:bodyPr wrap="square" lIns="0" tIns="0" rIns="0" bIns="0" anchor="t">
            <a:noAutofit/>
          </a:bodyPr>
          <a:lstStyle/>
          <a:p>
            <a:pPr>
              <a:buNone/>
              <a:defRPr sz="1015" b="1">
                <a:solidFill>
                  <a:srgbClr val="10244D"/>
                </a:solidFill>
                <a:latin typeface="微软雅黑" panose="020B0503020204020204" charset="-122"/>
                <a:ea typeface="微软雅黑" panose="020B0503020204020204" charset="-122"/>
                <a:cs typeface="微软雅黑" panose="020B0503020204020204" charset="-122"/>
              </a:defRPr>
            </a:pPr>
            <a:r>
              <a:rPr sz="1050" b="1" dirty="0" err="1">
                <a:solidFill>
                  <a:srgbClr val="66737F"/>
                </a:solidFill>
                <a:latin typeface="Arial" panose="020B0604020202020204" pitchFamily="34" charset="0"/>
                <a:ea typeface="微软雅黑" panose="020B0503020204020204" charset="-122"/>
                <a:cs typeface="微软雅黑" panose="020B0503020204020204" charset="-122"/>
              </a:rPr>
              <a:t>加速比</a:t>
            </a:r>
            <a:r>
              <a:rPr sz="1050" b="1" dirty="0">
                <a:solidFill>
                  <a:srgbClr val="66737F"/>
                </a:solidFill>
                <a:latin typeface="Arial" panose="020B0604020202020204" pitchFamily="34" charset="0"/>
                <a:ea typeface="微软雅黑" panose="020B0503020204020204" charset="-122"/>
                <a:cs typeface="微软雅黑" panose="020B0503020204020204" charset="-122"/>
              </a:rPr>
              <a:t> =</a:t>
            </a:r>
          </a:p>
        </p:txBody>
      </p:sp>
      <p:sp>
        <p:nvSpPr>
          <p:cNvPr id="17" name="speedup-formula"/>
          <p:cNvSpPr>
            <a:spLocks noGrp="1"/>
          </p:cNvSpPr>
          <p:nvPr/>
        </p:nvSpPr>
        <p:spPr>
          <a:xfrm>
            <a:off x="9423399" y="5054600"/>
            <a:ext cx="2387600" cy="254000"/>
          </a:xfrm>
          <a:prstGeom prst="rect">
            <a:avLst/>
          </a:prstGeom>
          <a:noFill/>
          <a:ln w="0">
            <a:noFill/>
            <a:prstDash val="solid"/>
          </a:ln>
          <a:effectLst/>
        </p:spPr>
        <p:txBody>
          <a:bodyPr wrap="square" lIns="0" tIns="0" rIns="0" bIns="0" anchor="t">
            <a:noAutofit/>
          </a:bodyPr>
          <a:lstStyle/>
          <a:p>
            <a:pPr>
              <a:buNone/>
              <a:defRPr sz="940" b="0">
                <a:solidFill>
                  <a:srgbClr val="101B31"/>
                </a:solidFill>
                <a:latin typeface="微软雅黑" panose="020B0503020204020204" charset="-122"/>
                <a:ea typeface="微软雅黑" panose="020B0503020204020204" charset="-122"/>
                <a:cs typeface="微软雅黑" panose="020B0503020204020204" charset="-122"/>
              </a:defRPr>
            </a:pPr>
            <a:r>
              <a:rPr sz="1050" dirty="0" err="1">
                <a:solidFill>
                  <a:srgbClr val="2F3A45"/>
                </a:solidFill>
                <a:latin typeface="Arial" panose="020B0604020202020204" pitchFamily="34" charset="0"/>
                <a:ea typeface="微软雅黑" panose="020B0503020204020204" charset="-122"/>
                <a:cs typeface="微软雅黑" panose="020B0503020204020204" charset="-122"/>
              </a:rPr>
              <a:t>平台基线耗时</a:t>
            </a:r>
            <a:r>
              <a:rPr sz="1050" dirty="0">
                <a:solidFill>
                  <a:srgbClr val="2F3A45"/>
                </a:solidFill>
                <a:latin typeface="Arial" panose="020B0604020202020204" pitchFamily="34" charset="0"/>
                <a:ea typeface="微软雅黑" panose="020B0503020204020204" charset="-122"/>
                <a:cs typeface="微软雅黑" panose="020B0503020204020204" charset="-122"/>
              </a:rPr>
              <a:t> / </a:t>
            </a:r>
            <a:r>
              <a:rPr sz="1050" dirty="0" err="1">
                <a:solidFill>
                  <a:srgbClr val="2F3A45"/>
                </a:solidFill>
                <a:latin typeface="Arial" panose="020B0604020202020204" pitchFamily="34" charset="0"/>
                <a:ea typeface="微软雅黑" panose="020B0503020204020204" charset="-122"/>
                <a:cs typeface="微软雅黑" panose="020B0503020204020204" charset="-122"/>
              </a:rPr>
              <a:t>优化后</a:t>
            </a:r>
            <a:r>
              <a:rPr sz="1050" dirty="0">
                <a:solidFill>
                  <a:srgbClr val="2F3A45"/>
                </a:solidFill>
                <a:latin typeface="Arial" panose="020B0604020202020204" pitchFamily="34" charset="0"/>
                <a:ea typeface="微软雅黑" panose="020B0503020204020204" charset="-122"/>
                <a:cs typeface="微软雅黑" panose="020B0503020204020204" charset="-122"/>
              </a:rPr>
              <a:t> Kernel </a:t>
            </a:r>
            <a:r>
              <a:rPr sz="1050" dirty="0" err="1">
                <a:solidFill>
                  <a:srgbClr val="2F3A45"/>
                </a:solidFill>
                <a:latin typeface="Arial" panose="020B0604020202020204" pitchFamily="34" charset="0"/>
                <a:ea typeface="微软雅黑" panose="020B0503020204020204" charset="-122"/>
                <a:cs typeface="微软雅黑" panose="020B0503020204020204" charset="-122"/>
              </a:rPr>
              <a:t>耗时</a:t>
            </a:r>
            <a:endParaRPr sz="1050" dirty="0">
              <a:solidFill>
                <a:srgbClr val="2F3A45"/>
              </a:solidFill>
              <a:latin typeface="Arial" panose="020B0604020202020204" pitchFamily="34" charset="0"/>
              <a:ea typeface="微软雅黑" panose="020B0503020204020204" charset="-122"/>
              <a:cs typeface="微软雅黑" panose="020B0503020204020204" charset="-122"/>
            </a:endParaRPr>
          </a:p>
        </p:txBody>
      </p:sp>
      <p:sp>
        <p:nvSpPr>
          <p:cNvPr id="18" name="development-time-label"/>
          <p:cNvSpPr>
            <a:spLocks noGrp="1"/>
          </p:cNvSpPr>
          <p:nvPr/>
        </p:nvSpPr>
        <p:spPr>
          <a:xfrm>
            <a:off x="8661400" y="5549900"/>
            <a:ext cx="825500" cy="254000"/>
          </a:xfrm>
          <a:prstGeom prst="rect">
            <a:avLst/>
          </a:prstGeom>
          <a:noFill/>
          <a:ln w="0">
            <a:noFill/>
            <a:prstDash val="solid"/>
          </a:ln>
          <a:effectLst/>
        </p:spPr>
        <p:txBody>
          <a:bodyPr wrap="square" lIns="0" tIns="0" rIns="0" bIns="0" anchor="t">
            <a:noAutofit/>
          </a:bodyPr>
          <a:lstStyle/>
          <a:p>
            <a:pPr>
              <a:buNone/>
              <a:defRPr sz="1015" b="1">
                <a:solidFill>
                  <a:srgbClr val="10244D"/>
                </a:solidFill>
                <a:latin typeface="微软雅黑" panose="020B0503020204020204" charset="-122"/>
                <a:ea typeface="微软雅黑" panose="020B0503020204020204" charset="-122"/>
                <a:cs typeface="微软雅黑" panose="020B0503020204020204" charset="-122"/>
              </a:defRPr>
            </a:pPr>
            <a:r>
              <a:rPr sz="1050" b="1" dirty="0" err="1">
                <a:solidFill>
                  <a:srgbClr val="66737F"/>
                </a:solidFill>
                <a:latin typeface="Arial" panose="020B0604020202020204" pitchFamily="34" charset="0"/>
                <a:ea typeface="微软雅黑" panose="020B0503020204020204" charset="-122"/>
                <a:cs typeface="微软雅黑" panose="020B0503020204020204" charset="-122"/>
              </a:rPr>
              <a:t>开发耗时</a:t>
            </a:r>
            <a:r>
              <a:rPr sz="1050" b="1" dirty="0">
                <a:solidFill>
                  <a:srgbClr val="66737F"/>
                </a:solidFill>
                <a:latin typeface="Arial" panose="020B0604020202020204" pitchFamily="34" charset="0"/>
                <a:ea typeface="微软雅黑" panose="020B0503020204020204" charset="-122"/>
                <a:cs typeface="微软雅黑" panose="020B0503020204020204" charset="-122"/>
              </a:rPr>
              <a:t> =</a:t>
            </a:r>
          </a:p>
        </p:txBody>
      </p:sp>
      <p:sp>
        <p:nvSpPr>
          <p:cNvPr id="19" name="development-time-definition"/>
          <p:cNvSpPr>
            <a:spLocks noGrp="1"/>
          </p:cNvSpPr>
          <p:nvPr/>
        </p:nvSpPr>
        <p:spPr>
          <a:xfrm>
            <a:off x="9486899" y="5511800"/>
            <a:ext cx="2324100" cy="482600"/>
          </a:xfrm>
          <a:prstGeom prst="rect">
            <a:avLst/>
          </a:prstGeom>
          <a:noFill/>
          <a:ln w="0">
            <a:noFill/>
            <a:prstDash val="solid"/>
          </a:ln>
          <a:effectLst/>
        </p:spPr>
        <p:txBody>
          <a:bodyPr wrap="square" lIns="0" tIns="0" rIns="0" bIns="0" anchor="t">
            <a:noAutofit/>
          </a:bodyPr>
          <a:lstStyle/>
          <a:p>
            <a:pPr>
              <a:buNone/>
              <a:defRPr sz="940" b="0">
                <a:solidFill>
                  <a:srgbClr val="101B31"/>
                </a:solidFill>
                <a:latin typeface="微软雅黑" panose="020B0503020204020204" charset="-122"/>
                <a:ea typeface="微软雅黑" panose="020B0503020204020204" charset="-122"/>
                <a:cs typeface="微软雅黑" panose="020B0503020204020204" charset="-122"/>
              </a:defRPr>
            </a:pPr>
            <a:r>
              <a:rPr sz="1050" dirty="0" err="1">
                <a:solidFill>
                  <a:srgbClr val="2F3A45"/>
                </a:solidFill>
                <a:latin typeface="Arial" panose="020B0604020202020204" pitchFamily="34" charset="0"/>
                <a:ea typeface="微软雅黑" panose="020B0503020204020204" charset="-122"/>
                <a:cs typeface="微软雅黑" panose="020B0503020204020204" charset="-122"/>
              </a:rPr>
              <a:t>从需求提交到获得最终可用</a:t>
            </a:r>
            <a:endParaRPr sz="1050" dirty="0">
              <a:solidFill>
                <a:srgbClr val="2F3A45"/>
              </a:solidFill>
              <a:latin typeface="Arial" panose="020B0604020202020204" pitchFamily="34" charset="0"/>
              <a:ea typeface="微软雅黑" panose="020B0503020204020204" charset="-122"/>
              <a:cs typeface="微软雅黑" panose="020B0503020204020204" charset="-122"/>
            </a:endParaRPr>
          </a:p>
          <a:p>
            <a:pPr>
              <a:buNone/>
              <a:defRPr sz="940" b="0">
                <a:solidFill>
                  <a:srgbClr val="101B31"/>
                </a:solidFill>
                <a:latin typeface="微软雅黑" panose="020B0503020204020204" charset="-122"/>
                <a:ea typeface="微软雅黑" panose="020B0503020204020204" charset="-122"/>
                <a:cs typeface="微软雅黑" panose="020B0503020204020204" charset="-122"/>
              </a:defRPr>
            </a:pPr>
            <a:r>
              <a:rPr sz="1050" dirty="0">
                <a:solidFill>
                  <a:srgbClr val="2F3A45"/>
                </a:solidFill>
                <a:latin typeface="Arial" panose="020B0604020202020204" pitchFamily="34" charset="0"/>
                <a:ea typeface="微软雅黑" panose="020B0503020204020204" charset="-122"/>
                <a:cs typeface="微软雅黑" panose="020B0503020204020204" charset="-122"/>
              </a:rPr>
              <a:t>Kernel </a:t>
            </a:r>
            <a:r>
              <a:rPr sz="1050" dirty="0" err="1">
                <a:solidFill>
                  <a:srgbClr val="2F3A45"/>
                </a:solidFill>
                <a:latin typeface="Arial" panose="020B0604020202020204" pitchFamily="34" charset="0"/>
                <a:ea typeface="微软雅黑" panose="020B0503020204020204" charset="-122"/>
                <a:cs typeface="微软雅黑" panose="020B0503020204020204" charset="-122"/>
              </a:rPr>
              <a:t>的端到端时间</a:t>
            </a:r>
            <a:endParaRPr sz="1050" dirty="0">
              <a:solidFill>
                <a:srgbClr val="2F3A45"/>
              </a:solidFill>
              <a:latin typeface="Arial" panose="020B0604020202020204" pitchFamily="34" charset="0"/>
              <a:ea typeface="微软雅黑" panose="020B0503020204020204" charset="-122"/>
              <a:cs typeface="微软雅黑" panose="020B0503020204020204" charset="-122"/>
            </a:endParaRPr>
          </a:p>
        </p:txBody>
      </p:sp>
      <p:graphicFrame>
        <p:nvGraphicFramePr>
          <p:cNvPr id="58" name="operator-measurement-table"/>
          <p:cNvGraphicFramePr/>
          <p:nvPr/>
        </p:nvGraphicFramePr>
        <p:xfrm>
          <a:off x="381000" y="4953000"/>
          <a:ext cx="7620000" cy="1143000"/>
        </p:xfrm>
        <a:graphic>
          <a:graphicData uri="http://schemas.openxmlformats.org/drawingml/2006/table">
            <a:tbl>
              <a:tblPr firstRow="1">
                <a:effectLst/>
              </a:tblPr>
              <a:tblGrid>
                <a:gridCol w="1476375">
                  <a:extLst>
                    <a:ext uri="{9D8B030D-6E8A-4147-A177-3AD203B41FA5}">
                      <a16:colId xmlns:a16="http://schemas.microsoft.com/office/drawing/2014/main" val="20000"/>
                    </a:ext>
                  </a:extLst>
                </a:gridCol>
                <a:gridCol w="1524000">
                  <a:extLst>
                    <a:ext uri="{9D8B030D-6E8A-4147-A177-3AD203B41FA5}">
                      <a16:colId xmlns:a16="http://schemas.microsoft.com/office/drawing/2014/main" val="20001"/>
                    </a:ext>
                  </a:extLst>
                </a:gridCol>
                <a:gridCol w="1524000">
                  <a:extLst>
                    <a:ext uri="{9D8B030D-6E8A-4147-A177-3AD203B41FA5}">
                      <a16:colId xmlns:a16="http://schemas.microsoft.com/office/drawing/2014/main" val="20002"/>
                    </a:ext>
                  </a:extLst>
                </a:gridCol>
                <a:gridCol w="1524000">
                  <a:extLst>
                    <a:ext uri="{9D8B030D-6E8A-4147-A177-3AD203B41FA5}">
                      <a16:colId xmlns:a16="http://schemas.microsoft.com/office/drawing/2014/main" val="20003"/>
                    </a:ext>
                  </a:extLst>
                </a:gridCol>
                <a:gridCol w="1571625">
                  <a:extLst>
                    <a:ext uri="{9D8B030D-6E8A-4147-A177-3AD203B41FA5}">
                      <a16:colId xmlns:a16="http://schemas.microsoft.com/office/drawing/2014/main" val="20004"/>
                    </a:ext>
                  </a:extLst>
                </a:gridCol>
              </a:tblGrid>
              <a:tr h="285750">
                <a:tc>
                  <a:txBody>
                    <a:bodyPr/>
                    <a:lstStyle/>
                    <a:p>
                      <a:pPr algn="ctr">
                        <a:buNone/>
                      </a:pPr>
                      <a:r>
                        <a:rPr sz="1050" b="1">
                          <a:solidFill>
                            <a:srgbClr val="FFFFFF"/>
                          </a:solidFill>
                          <a:latin typeface="Arial" panose="020B0604020202020204" pitchFamily="34" charset="0"/>
                          <a:ea typeface="微软雅黑" panose="020B0503020204020204" charset="-122"/>
                          <a:cs typeface="微软雅黑" panose="020B0503020204020204" charset="-122"/>
                        </a:rPr>
                        <a:t>算子</a:t>
                      </a:r>
                    </a:p>
                  </a:txBody>
                  <a:tcPr marL="38100" marR="38100" marT="12700" marB="12700" anchor="ctr">
                    <a:lnL w="9525" cmpd="sng">
                      <a:solidFill>
                        <a:srgbClr val="D6DEE6"/>
                      </a:solidFill>
                      <a:prstDash val="solid"/>
                    </a:lnL>
                    <a:lnR w="9525" cmpd="sng">
                      <a:solidFill>
                        <a:srgbClr val="D6DEE6"/>
                      </a:solidFill>
                      <a:prstDash val="solid"/>
                    </a:lnR>
                    <a:lnT w="9525" cmpd="sng">
                      <a:solidFill>
                        <a:srgbClr val="D6DEE6"/>
                      </a:solidFill>
                      <a:prstDash val="solid"/>
                    </a:lnT>
                    <a:lnB w="9525" cmpd="sng">
                      <a:solidFill>
                        <a:srgbClr val="D6DEE6"/>
                      </a:solidFill>
                      <a:prstDash val="solid"/>
                    </a:lnB>
                    <a:solidFill>
                      <a:srgbClr val="5B7188"/>
                    </a:solidFill>
                  </a:tcPr>
                </a:tc>
                <a:tc>
                  <a:txBody>
                    <a:bodyPr/>
                    <a:lstStyle/>
                    <a:p>
                      <a:pPr algn="ctr">
                        <a:buNone/>
                      </a:pPr>
                      <a:r>
                        <a:rPr lang="zh-CN" altLang="en-US" sz="1050" b="1" dirty="0">
                          <a:solidFill>
                            <a:srgbClr val="FFFFFF"/>
                          </a:solidFill>
                          <a:latin typeface="Arial" panose="020B0604020202020204" pitchFamily="34" charset="0"/>
                          <a:ea typeface="微软雅黑" panose="020B0503020204020204" charset="-122"/>
                          <a:cs typeface="微软雅黑" panose="020B0503020204020204" charset="-122"/>
                        </a:rPr>
                        <a:t>误差</a:t>
                      </a:r>
                      <a:endParaRPr sz="1050" b="1" dirty="0">
                        <a:solidFill>
                          <a:srgbClr val="FFFFFF"/>
                        </a:solidFill>
                        <a:latin typeface="Arial" panose="020B0604020202020204" pitchFamily="34" charset="0"/>
                        <a:ea typeface="微软雅黑" panose="020B0503020204020204" charset="-122"/>
                        <a:cs typeface="微软雅黑" panose="020B0503020204020204" charset="-122"/>
                      </a:endParaRPr>
                    </a:p>
                  </a:txBody>
                  <a:tcPr marL="38100" marR="38100" marT="12700" marB="12700" anchor="ctr">
                    <a:lnL w="9525" cmpd="sng">
                      <a:solidFill>
                        <a:srgbClr val="D6DEE6"/>
                      </a:solidFill>
                      <a:prstDash val="solid"/>
                    </a:lnL>
                    <a:lnR w="9525" cmpd="sng">
                      <a:solidFill>
                        <a:srgbClr val="D6DEE6"/>
                      </a:solidFill>
                      <a:prstDash val="solid"/>
                    </a:lnR>
                    <a:lnT w="9525" cmpd="sng">
                      <a:solidFill>
                        <a:srgbClr val="D6DEE6"/>
                      </a:solidFill>
                      <a:prstDash val="solid"/>
                    </a:lnT>
                    <a:lnB w="9525" cmpd="sng">
                      <a:solidFill>
                        <a:srgbClr val="D6DEE6"/>
                      </a:solidFill>
                      <a:prstDash val="solid"/>
                    </a:lnB>
                    <a:solidFill>
                      <a:srgbClr val="5B7188"/>
                    </a:solidFill>
                  </a:tcPr>
                </a:tc>
                <a:tc>
                  <a:txBody>
                    <a:bodyPr/>
                    <a:lstStyle/>
                    <a:p>
                      <a:pPr algn="ctr">
                        <a:buNone/>
                      </a:pPr>
                      <a:r>
                        <a:rPr sz="1050" b="1">
                          <a:solidFill>
                            <a:srgbClr val="FFFFFF"/>
                          </a:solidFill>
                          <a:latin typeface="Arial" panose="020B0604020202020204" pitchFamily="34" charset="0"/>
                          <a:ea typeface="微软雅黑" panose="020B0503020204020204" charset="-122"/>
                          <a:cs typeface="微软雅黑" panose="020B0503020204020204" charset="-122"/>
                        </a:rPr>
                        <a:t>相对基线加速比</a:t>
                      </a:r>
                    </a:p>
                  </a:txBody>
                  <a:tcPr marL="38100" marR="38100" marT="12700" marB="12700" anchor="ctr">
                    <a:lnL w="9525" cmpd="sng">
                      <a:solidFill>
                        <a:srgbClr val="D6DEE6"/>
                      </a:solidFill>
                      <a:prstDash val="solid"/>
                    </a:lnL>
                    <a:lnR w="9525" cmpd="sng">
                      <a:solidFill>
                        <a:srgbClr val="D6DEE6"/>
                      </a:solidFill>
                      <a:prstDash val="solid"/>
                    </a:lnR>
                    <a:lnT w="9525" cmpd="sng">
                      <a:solidFill>
                        <a:srgbClr val="D6DEE6"/>
                      </a:solidFill>
                      <a:prstDash val="solid"/>
                    </a:lnT>
                    <a:lnB w="9525" cmpd="sng">
                      <a:solidFill>
                        <a:srgbClr val="D6DEE6"/>
                      </a:solidFill>
                      <a:prstDash val="solid"/>
                    </a:lnB>
                    <a:solidFill>
                      <a:srgbClr val="5B7188"/>
                    </a:solidFill>
                  </a:tcPr>
                </a:tc>
                <a:tc>
                  <a:txBody>
                    <a:bodyPr/>
                    <a:lstStyle/>
                    <a:p>
                      <a:pPr algn="ctr">
                        <a:buNone/>
                      </a:pPr>
                      <a:r>
                        <a:rPr sz="1050" b="1">
                          <a:solidFill>
                            <a:srgbClr val="FFFFFF"/>
                          </a:solidFill>
                          <a:latin typeface="Arial" panose="020B0604020202020204" pitchFamily="34" charset="0"/>
                          <a:ea typeface="微软雅黑" panose="020B0503020204020204" charset="-122"/>
                          <a:cs typeface="微软雅黑" panose="020B0503020204020204" charset="-122"/>
                        </a:rPr>
                        <a:t>开发耗时</a:t>
                      </a:r>
                    </a:p>
                  </a:txBody>
                  <a:tcPr marL="38100" marR="38100" marT="12700" marB="12700" anchor="ctr">
                    <a:lnL w="9525" cmpd="sng">
                      <a:solidFill>
                        <a:srgbClr val="D6DEE6"/>
                      </a:solidFill>
                      <a:prstDash val="solid"/>
                    </a:lnL>
                    <a:lnR w="9525" cmpd="sng">
                      <a:solidFill>
                        <a:srgbClr val="D6DEE6"/>
                      </a:solidFill>
                      <a:prstDash val="solid"/>
                    </a:lnR>
                    <a:lnT w="9525" cmpd="sng">
                      <a:solidFill>
                        <a:srgbClr val="D6DEE6"/>
                      </a:solidFill>
                      <a:prstDash val="solid"/>
                    </a:lnT>
                    <a:lnB w="9525" cmpd="sng">
                      <a:solidFill>
                        <a:srgbClr val="D6DEE6"/>
                      </a:solidFill>
                      <a:prstDash val="solid"/>
                    </a:lnB>
                    <a:solidFill>
                      <a:srgbClr val="5B7188"/>
                    </a:solidFill>
                  </a:tcPr>
                </a:tc>
                <a:tc>
                  <a:txBody>
                    <a:bodyPr/>
                    <a:lstStyle/>
                    <a:p>
                      <a:pPr algn="ctr">
                        <a:buNone/>
                      </a:pPr>
                      <a:r>
                        <a:rPr lang="zh-CN" altLang="en-US" sz="1050" b="1" dirty="0">
                          <a:solidFill>
                            <a:srgbClr val="FFFFFF"/>
                          </a:solidFill>
                          <a:latin typeface="Arial" panose="020B0604020202020204" pitchFamily="34" charset="0"/>
                          <a:ea typeface="微软雅黑" panose="020B0503020204020204" charset="-122"/>
                          <a:cs typeface="微软雅黑" panose="020B0503020204020204" charset="-122"/>
                        </a:rPr>
                        <a:t>运行时间</a:t>
                      </a:r>
                      <a:endParaRPr sz="1050" b="1" dirty="0">
                        <a:solidFill>
                          <a:srgbClr val="FFFFFF"/>
                        </a:solidFill>
                        <a:latin typeface="Arial" panose="020B0604020202020204" pitchFamily="34" charset="0"/>
                        <a:ea typeface="微软雅黑" panose="020B0503020204020204" charset="-122"/>
                        <a:cs typeface="微软雅黑" panose="020B0503020204020204" charset="-122"/>
                      </a:endParaRPr>
                    </a:p>
                  </a:txBody>
                  <a:tcPr marL="38100" marR="38100" marT="12700" marB="12700" anchor="ctr">
                    <a:lnL w="9525" cmpd="sng">
                      <a:solidFill>
                        <a:srgbClr val="D6DEE6"/>
                      </a:solidFill>
                      <a:prstDash val="solid"/>
                    </a:lnL>
                    <a:lnR w="9525" cmpd="sng">
                      <a:solidFill>
                        <a:srgbClr val="D6DEE6"/>
                      </a:solidFill>
                      <a:prstDash val="solid"/>
                    </a:lnR>
                    <a:lnT w="9525" cmpd="sng">
                      <a:solidFill>
                        <a:srgbClr val="D6DEE6"/>
                      </a:solidFill>
                      <a:prstDash val="solid"/>
                    </a:lnT>
                    <a:lnB w="9525" cmpd="sng">
                      <a:solidFill>
                        <a:srgbClr val="D6DEE6"/>
                      </a:solidFill>
                      <a:prstDash val="solid"/>
                    </a:lnB>
                    <a:solidFill>
                      <a:srgbClr val="5B7188"/>
                    </a:solidFill>
                  </a:tcPr>
                </a:tc>
                <a:extLst>
                  <a:ext uri="{0D108BD9-81ED-4DB2-BD59-A6C34878D82A}">
                    <a16:rowId xmlns:a16="http://schemas.microsoft.com/office/drawing/2014/main" val="10000"/>
                  </a:ext>
                </a:extLst>
              </a:tr>
              <a:tr h="285750">
                <a:tc>
                  <a:txBody>
                    <a:bodyPr/>
                    <a:lstStyle/>
                    <a:p>
                      <a:pPr algn="ctr">
                        <a:buNone/>
                      </a:pPr>
                      <a:r>
                        <a:rPr sz="1050" b="1" dirty="0" err="1">
                          <a:solidFill>
                            <a:srgbClr val="2F3A45"/>
                          </a:solidFill>
                          <a:latin typeface="Arial" panose="020B0604020202020204" pitchFamily="34" charset="0"/>
                          <a:ea typeface="微软雅黑" panose="020B0503020204020204" charset="-122"/>
                          <a:cs typeface="微软雅黑" panose="020B0503020204020204" charset="-122"/>
                        </a:rPr>
                        <a:t>LayerNorm</a:t>
                      </a:r>
                      <a:endParaRPr sz="1050" b="1" dirty="0">
                        <a:solidFill>
                          <a:srgbClr val="2F3A45"/>
                        </a:solidFill>
                        <a:latin typeface="Arial" panose="020B0604020202020204" pitchFamily="34" charset="0"/>
                        <a:ea typeface="微软雅黑" panose="020B0503020204020204" charset="-122"/>
                        <a:cs typeface="微软雅黑" panose="020B0503020204020204" charset="-122"/>
                      </a:endParaRPr>
                    </a:p>
                  </a:txBody>
                  <a:tcPr marL="38100" marR="38100" marT="12700" marB="12700" anchor="ctr">
                    <a:lnL w="9525" cmpd="sng">
                      <a:solidFill>
                        <a:srgbClr val="D6DEE6"/>
                      </a:solidFill>
                      <a:prstDash val="solid"/>
                    </a:lnL>
                    <a:lnR w="9525" cmpd="sng">
                      <a:solidFill>
                        <a:srgbClr val="D6DEE6"/>
                      </a:solidFill>
                      <a:prstDash val="solid"/>
                    </a:lnR>
                    <a:lnT w="9525" cmpd="sng">
                      <a:solidFill>
                        <a:srgbClr val="D6DEE6"/>
                      </a:solidFill>
                      <a:prstDash val="solid"/>
                    </a:lnT>
                    <a:lnB w="9525" cmpd="sng">
                      <a:solidFill>
                        <a:srgbClr val="D6DEE6"/>
                      </a:solidFill>
                      <a:prstDash val="solid"/>
                    </a:lnB>
                    <a:solidFill>
                      <a:srgbClr val="EEF2F5"/>
                    </a:solidFill>
                  </a:tcPr>
                </a:tc>
                <a:tc>
                  <a:txBody>
                    <a:bodyPr/>
                    <a:lstStyle/>
                    <a:p>
                      <a:pPr algn="ctr">
                        <a:buNone/>
                      </a:pPr>
                      <a:r>
                        <a:rPr lang="en-US" sz="1050" b="0" dirty="0">
                          <a:solidFill>
                            <a:srgbClr val="2F3A45"/>
                          </a:solidFill>
                          <a:latin typeface="Arial" panose="020B0604020202020204" pitchFamily="34" charset="0"/>
                          <a:ea typeface="微软雅黑" panose="020B0503020204020204" charset="-122"/>
                          <a:cs typeface="微软雅黑" panose="020B0503020204020204" charset="-122"/>
                        </a:rPr>
                        <a:t>1</a:t>
                      </a:r>
                      <a:r>
                        <a:rPr lang="en-US" altLang="zh-CN" sz="1050" b="0" dirty="0">
                          <a:solidFill>
                            <a:srgbClr val="2F3A45"/>
                          </a:solidFill>
                          <a:latin typeface="Arial" panose="020B0604020202020204" pitchFamily="34" charset="0"/>
                          <a:ea typeface="微软雅黑" panose="020B0503020204020204" charset="-122"/>
                          <a:cs typeface="微软雅黑" panose="020B0503020204020204" charset="-122"/>
                        </a:rPr>
                        <a:t>e</a:t>
                      </a:r>
                      <a:r>
                        <a:rPr lang="en-US" altLang="zh-CN" sz="1050" b="0" baseline="30000" dirty="0">
                          <a:solidFill>
                            <a:srgbClr val="2F3A45"/>
                          </a:solidFill>
                          <a:latin typeface="Arial" panose="020B0604020202020204" pitchFamily="34" charset="0"/>
                          <a:ea typeface="微软雅黑" panose="020B0503020204020204" charset="-122"/>
                          <a:cs typeface="微软雅黑" panose="020B0503020204020204" charset="-122"/>
                        </a:rPr>
                        <a:t>-6</a:t>
                      </a:r>
                      <a:endParaRPr sz="1050" b="0" baseline="30000" dirty="0">
                        <a:solidFill>
                          <a:srgbClr val="2F3A45"/>
                        </a:solidFill>
                        <a:latin typeface="Arial" panose="020B0604020202020204" pitchFamily="34" charset="0"/>
                        <a:ea typeface="微软雅黑" panose="020B0503020204020204" charset="-122"/>
                        <a:cs typeface="微软雅黑" panose="020B0503020204020204" charset="-122"/>
                      </a:endParaRPr>
                    </a:p>
                  </a:txBody>
                  <a:tcPr marL="38100" marR="38100" marT="12700" marB="12700" anchor="ctr">
                    <a:lnL w="9525" cmpd="sng">
                      <a:solidFill>
                        <a:srgbClr val="D6DEE6"/>
                      </a:solidFill>
                      <a:prstDash val="solid"/>
                    </a:lnL>
                    <a:lnR w="9525" cmpd="sng">
                      <a:solidFill>
                        <a:srgbClr val="D6DEE6"/>
                      </a:solidFill>
                      <a:prstDash val="solid"/>
                    </a:lnR>
                    <a:lnT w="9525" cmpd="sng">
                      <a:solidFill>
                        <a:srgbClr val="D6DEE6"/>
                      </a:solidFill>
                      <a:prstDash val="solid"/>
                    </a:lnT>
                    <a:lnB w="9525" cmpd="sng">
                      <a:solidFill>
                        <a:srgbClr val="D6DEE6"/>
                      </a:solidFill>
                      <a:prstDash val="solid"/>
                    </a:lnB>
                    <a:solidFill>
                      <a:srgbClr val="FFFFFF"/>
                    </a:solidFill>
                  </a:tcPr>
                </a:tc>
                <a:tc>
                  <a:txBody>
                    <a:bodyPr/>
                    <a:lstStyle/>
                    <a:p>
                      <a:pPr algn="ctr">
                        <a:buNone/>
                      </a:pPr>
                      <a:r>
                        <a:rPr lang="en-US" sz="1050" b="0" dirty="0">
                          <a:solidFill>
                            <a:srgbClr val="2F3A45"/>
                          </a:solidFill>
                          <a:latin typeface="Arial" panose="020B0604020202020204" pitchFamily="34" charset="0"/>
                          <a:ea typeface="微软雅黑" panose="020B0503020204020204" charset="-122"/>
                          <a:cs typeface="微软雅黑" panose="020B0503020204020204" charset="-122"/>
                        </a:rPr>
                        <a:t>0.86</a:t>
                      </a:r>
                      <a:endParaRPr sz="1050" b="0" dirty="0">
                        <a:solidFill>
                          <a:srgbClr val="2F3A45"/>
                        </a:solidFill>
                        <a:latin typeface="Arial" panose="020B0604020202020204" pitchFamily="34" charset="0"/>
                        <a:ea typeface="微软雅黑" panose="020B0503020204020204" charset="-122"/>
                        <a:cs typeface="微软雅黑" panose="020B0503020204020204" charset="-122"/>
                      </a:endParaRPr>
                    </a:p>
                  </a:txBody>
                  <a:tcPr marL="38100" marR="38100" marT="12700" marB="12700" anchor="ctr">
                    <a:lnL w="9525" cmpd="sng">
                      <a:solidFill>
                        <a:srgbClr val="D6DEE6"/>
                      </a:solidFill>
                      <a:prstDash val="solid"/>
                    </a:lnL>
                    <a:lnR w="9525" cmpd="sng">
                      <a:solidFill>
                        <a:srgbClr val="D6DEE6"/>
                      </a:solidFill>
                      <a:prstDash val="solid"/>
                    </a:lnR>
                    <a:lnT w="9525" cmpd="sng">
                      <a:solidFill>
                        <a:srgbClr val="D6DEE6"/>
                      </a:solidFill>
                      <a:prstDash val="solid"/>
                    </a:lnT>
                    <a:lnB w="9525" cmpd="sng">
                      <a:solidFill>
                        <a:srgbClr val="D6DEE6"/>
                      </a:solidFill>
                      <a:prstDash val="solid"/>
                    </a:lnB>
                    <a:solidFill>
                      <a:srgbClr val="FFFFFF"/>
                    </a:solidFill>
                  </a:tcPr>
                </a:tc>
                <a:tc>
                  <a:txBody>
                    <a:bodyPr/>
                    <a:lstStyle/>
                    <a:p>
                      <a:pPr algn="ctr">
                        <a:buNone/>
                      </a:pPr>
                      <a:r>
                        <a:rPr lang="en-US" sz="1050" b="0" dirty="0">
                          <a:solidFill>
                            <a:srgbClr val="FF0000"/>
                          </a:solidFill>
                          <a:latin typeface="Arial" panose="020B0604020202020204" pitchFamily="34" charset="0"/>
                          <a:ea typeface="微软雅黑" panose="020B0503020204020204" charset="-122"/>
                          <a:cs typeface="微软雅黑" panose="020B0503020204020204" charset="-122"/>
                        </a:rPr>
                        <a:t>3</a:t>
                      </a:r>
                      <a:r>
                        <a:rPr lang="en-US" altLang="zh-CN" sz="1050" b="0" dirty="0">
                          <a:solidFill>
                            <a:srgbClr val="FF0000"/>
                          </a:solidFill>
                          <a:latin typeface="Arial" panose="020B0604020202020204" pitchFamily="34" charset="0"/>
                          <a:ea typeface="微软雅黑" panose="020B0503020204020204" charset="-122"/>
                          <a:cs typeface="微软雅黑" panose="020B0503020204020204" charset="-122"/>
                        </a:rPr>
                        <a:t>h33m</a:t>
                      </a:r>
                    </a:p>
                  </a:txBody>
                  <a:tcPr marL="38100" marR="38100" marT="12700" marB="12700" anchor="ctr">
                    <a:lnL w="9525" cmpd="sng">
                      <a:solidFill>
                        <a:srgbClr val="D6DEE6"/>
                      </a:solidFill>
                      <a:prstDash val="solid"/>
                    </a:lnL>
                    <a:lnR w="9525" cmpd="sng">
                      <a:solidFill>
                        <a:srgbClr val="D6DEE6"/>
                      </a:solidFill>
                      <a:prstDash val="solid"/>
                    </a:lnR>
                    <a:lnT w="9525" cmpd="sng">
                      <a:solidFill>
                        <a:srgbClr val="D6DEE6"/>
                      </a:solidFill>
                      <a:prstDash val="solid"/>
                    </a:lnT>
                    <a:lnB w="9525" cmpd="sng">
                      <a:solidFill>
                        <a:srgbClr val="D6DEE6"/>
                      </a:solidFill>
                      <a:prstDash val="solid"/>
                    </a:lnB>
                    <a:solidFill>
                      <a:srgbClr val="FFFFFF"/>
                    </a:solidFill>
                  </a:tcPr>
                </a:tc>
                <a:tc>
                  <a:txBody>
                    <a:bodyPr/>
                    <a:lstStyle/>
                    <a:p>
                      <a:pPr algn="ctr">
                        <a:buNone/>
                      </a:pPr>
                      <a:r>
                        <a:rPr lang="en-US" sz="1050" b="0" dirty="0">
                          <a:solidFill>
                            <a:srgbClr val="2F3A45"/>
                          </a:solidFill>
                          <a:latin typeface="Arial" panose="020B0604020202020204" pitchFamily="34" charset="0"/>
                          <a:ea typeface="微软雅黑" panose="020B0503020204020204" charset="-122"/>
                          <a:cs typeface="微软雅黑" panose="020B0503020204020204" charset="-122"/>
                        </a:rPr>
                        <a:t>0.175</a:t>
                      </a:r>
                      <a:r>
                        <a:rPr lang="en-US" altLang="zh-CN" sz="1050" b="0" dirty="0">
                          <a:solidFill>
                            <a:srgbClr val="2F3A45"/>
                          </a:solidFill>
                          <a:latin typeface="Arial" panose="020B0604020202020204" pitchFamily="34" charset="0"/>
                          <a:ea typeface="微软雅黑" panose="020B0503020204020204" charset="-122"/>
                          <a:cs typeface="微软雅黑" panose="020B0503020204020204" charset="-122"/>
                        </a:rPr>
                        <a:t>ms</a:t>
                      </a:r>
                      <a:endParaRPr sz="1050" b="0" dirty="0">
                        <a:solidFill>
                          <a:srgbClr val="2F3A45"/>
                        </a:solidFill>
                        <a:latin typeface="Arial" panose="020B0604020202020204" pitchFamily="34" charset="0"/>
                        <a:ea typeface="微软雅黑" panose="020B0503020204020204" charset="-122"/>
                        <a:cs typeface="微软雅黑" panose="020B0503020204020204" charset="-122"/>
                      </a:endParaRPr>
                    </a:p>
                  </a:txBody>
                  <a:tcPr marL="38100" marR="38100" marT="12700" marB="12700" anchor="ctr">
                    <a:lnL w="9525" cmpd="sng">
                      <a:solidFill>
                        <a:srgbClr val="D6DEE6"/>
                      </a:solidFill>
                      <a:prstDash val="solid"/>
                    </a:lnL>
                    <a:lnR w="9525" cmpd="sng">
                      <a:solidFill>
                        <a:srgbClr val="D6DEE6"/>
                      </a:solidFill>
                      <a:prstDash val="solid"/>
                    </a:lnR>
                    <a:lnT w="9525" cmpd="sng">
                      <a:solidFill>
                        <a:srgbClr val="D6DEE6"/>
                      </a:solidFill>
                      <a:prstDash val="solid"/>
                    </a:lnT>
                    <a:lnB w="9525" cmpd="sng">
                      <a:solidFill>
                        <a:srgbClr val="D6DEE6"/>
                      </a:solidFill>
                      <a:prstDash val="solid"/>
                    </a:lnB>
                    <a:solidFill>
                      <a:srgbClr val="FFFFFF"/>
                    </a:solidFill>
                  </a:tcPr>
                </a:tc>
                <a:extLst>
                  <a:ext uri="{0D108BD9-81ED-4DB2-BD59-A6C34878D82A}">
                    <a16:rowId xmlns:a16="http://schemas.microsoft.com/office/drawing/2014/main" val="10001"/>
                  </a:ext>
                </a:extLst>
              </a:tr>
              <a:tr h="285750">
                <a:tc>
                  <a:txBody>
                    <a:bodyPr/>
                    <a:lstStyle/>
                    <a:p>
                      <a:pPr algn="ctr">
                        <a:buNone/>
                      </a:pPr>
                      <a:r>
                        <a:rPr sz="1050" b="1">
                          <a:solidFill>
                            <a:srgbClr val="2F3A45"/>
                          </a:solidFill>
                          <a:latin typeface="Arial" panose="020B0604020202020204" pitchFamily="34" charset="0"/>
                          <a:ea typeface="微软雅黑" panose="020B0503020204020204" charset="-122"/>
                          <a:cs typeface="微软雅黑" panose="020B0503020204020204" charset="-122"/>
                        </a:rPr>
                        <a:t>Softmax</a:t>
                      </a:r>
                    </a:p>
                  </a:txBody>
                  <a:tcPr marL="38100" marR="38100" marT="12700" marB="12700" anchor="ctr">
                    <a:lnL w="9525" cmpd="sng">
                      <a:solidFill>
                        <a:srgbClr val="D6DEE6"/>
                      </a:solidFill>
                      <a:prstDash val="solid"/>
                    </a:lnL>
                    <a:lnR w="9525" cmpd="sng">
                      <a:solidFill>
                        <a:srgbClr val="D6DEE6"/>
                      </a:solidFill>
                      <a:prstDash val="solid"/>
                    </a:lnR>
                    <a:lnT w="9525" cmpd="sng">
                      <a:solidFill>
                        <a:srgbClr val="D6DEE6"/>
                      </a:solidFill>
                      <a:prstDash val="solid"/>
                    </a:lnT>
                    <a:lnB w="9525" cmpd="sng">
                      <a:solidFill>
                        <a:srgbClr val="D6DEE6"/>
                      </a:solidFill>
                      <a:prstDash val="solid"/>
                    </a:lnB>
                    <a:solidFill>
                      <a:srgbClr val="EEF2F5"/>
                    </a:solidFill>
                  </a:tcPr>
                </a:tc>
                <a:tc>
                  <a:txBody>
                    <a:bodyPr/>
                    <a:lstStyle/>
                    <a:p>
                      <a:pPr algn="ctr">
                        <a:buNone/>
                      </a:pPr>
                      <a:r>
                        <a:rPr lang="en-US" sz="1050" b="0" dirty="0">
                          <a:solidFill>
                            <a:srgbClr val="2F3A45"/>
                          </a:solidFill>
                          <a:latin typeface="Arial" panose="020B0604020202020204" pitchFamily="34" charset="0"/>
                          <a:ea typeface="微软雅黑" panose="020B0503020204020204" charset="-122"/>
                          <a:cs typeface="微软雅黑" panose="020B0503020204020204" charset="-122"/>
                        </a:rPr>
                        <a:t>1</a:t>
                      </a:r>
                      <a:r>
                        <a:rPr lang="en-US" altLang="zh-CN" sz="1050" b="0" dirty="0">
                          <a:solidFill>
                            <a:srgbClr val="2F3A45"/>
                          </a:solidFill>
                          <a:latin typeface="Arial" panose="020B0604020202020204" pitchFamily="34" charset="0"/>
                          <a:ea typeface="微软雅黑" panose="020B0503020204020204" charset="-122"/>
                          <a:cs typeface="微软雅黑" panose="020B0503020204020204" charset="-122"/>
                        </a:rPr>
                        <a:t>e</a:t>
                      </a:r>
                      <a:r>
                        <a:rPr lang="en-US" altLang="zh-CN" sz="1050" b="0" baseline="30000" dirty="0">
                          <a:solidFill>
                            <a:srgbClr val="2F3A45"/>
                          </a:solidFill>
                          <a:latin typeface="Arial" panose="020B0604020202020204" pitchFamily="34" charset="0"/>
                          <a:ea typeface="微软雅黑" panose="020B0503020204020204" charset="-122"/>
                          <a:cs typeface="微软雅黑" panose="020B0503020204020204" charset="-122"/>
                        </a:rPr>
                        <a:t>-5</a:t>
                      </a:r>
                      <a:endParaRPr sz="1050" b="0" baseline="30000" dirty="0">
                        <a:solidFill>
                          <a:srgbClr val="2F3A45"/>
                        </a:solidFill>
                        <a:latin typeface="Arial" panose="020B0604020202020204" pitchFamily="34" charset="0"/>
                        <a:ea typeface="微软雅黑" panose="020B0503020204020204" charset="-122"/>
                        <a:cs typeface="微软雅黑" panose="020B0503020204020204" charset="-122"/>
                      </a:endParaRPr>
                    </a:p>
                  </a:txBody>
                  <a:tcPr marL="38100" marR="38100" marT="12700" marB="12700" anchor="ctr">
                    <a:lnL w="9525" cmpd="sng">
                      <a:solidFill>
                        <a:srgbClr val="D6DEE6"/>
                      </a:solidFill>
                      <a:prstDash val="solid"/>
                    </a:lnL>
                    <a:lnR w="9525" cmpd="sng">
                      <a:solidFill>
                        <a:srgbClr val="D6DEE6"/>
                      </a:solidFill>
                      <a:prstDash val="solid"/>
                    </a:lnR>
                    <a:lnT w="9525" cmpd="sng">
                      <a:solidFill>
                        <a:srgbClr val="D6DEE6"/>
                      </a:solidFill>
                      <a:prstDash val="solid"/>
                    </a:lnT>
                    <a:lnB w="9525" cmpd="sng">
                      <a:solidFill>
                        <a:srgbClr val="D6DEE6"/>
                      </a:solidFill>
                      <a:prstDash val="solid"/>
                    </a:lnB>
                    <a:solidFill>
                      <a:srgbClr val="F7F8FA"/>
                    </a:solidFill>
                  </a:tcPr>
                </a:tc>
                <a:tc>
                  <a:txBody>
                    <a:bodyPr/>
                    <a:lstStyle/>
                    <a:p>
                      <a:pPr algn="ctr">
                        <a:buNone/>
                      </a:pPr>
                      <a:r>
                        <a:rPr lang="en-US" sz="1050" b="1" dirty="0">
                          <a:solidFill>
                            <a:srgbClr val="4F8A83"/>
                          </a:solidFill>
                          <a:latin typeface="Arial" panose="020B0604020202020204" pitchFamily="34" charset="0"/>
                          <a:ea typeface="微软雅黑" panose="020B0503020204020204" charset="-122"/>
                          <a:cs typeface="微软雅黑" panose="020B0503020204020204" charset="-122"/>
                        </a:rPr>
                        <a:t>1.23</a:t>
                      </a:r>
                      <a:endParaRPr sz="1050" b="1" dirty="0">
                        <a:solidFill>
                          <a:srgbClr val="4F8A83"/>
                        </a:solidFill>
                        <a:latin typeface="Arial" panose="020B0604020202020204" pitchFamily="34" charset="0"/>
                        <a:ea typeface="微软雅黑" panose="020B0503020204020204" charset="-122"/>
                        <a:cs typeface="微软雅黑" panose="020B0503020204020204" charset="-122"/>
                      </a:endParaRPr>
                    </a:p>
                  </a:txBody>
                  <a:tcPr marL="38100" marR="38100" marT="12700" marB="12700" anchor="ctr">
                    <a:lnL w="9525" cmpd="sng">
                      <a:solidFill>
                        <a:srgbClr val="D6DEE6"/>
                      </a:solidFill>
                      <a:prstDash val="solid"/>
                    </a:lnL>
                    <a:lnR w="9525" cmpd="sng">
                      <a:solidFill>
                        <a:srgbClr val="D6DEE6"/>
                      </a:solidFill>
                      <a:prstDash val="solid"/>
                    </a:lnR>
                    <a:lnT w="9525" cmpd="sng">
                      <a:solidFill>
                        <a:srgbClr val="D6DEE6"/>
                      </a:solidFill>
                      <a:prstDash val="solid"/>
                    </a:lnT>
                    <a:lnB w="9525" cmpd="sng">
                      <a:solidFill>
                        <a:srgbClr val="D6DEE6"/>
                      </a:solidFill>
                      <a:prstDash val="solid"/>
                    </a:lnB>
                    <a:solidFill>
                      <a:srgbClr val="EAF3F1"/>
                    </a:solidFill>
                  </a:tcPr>
                </a:tc>
                <a:tc>
                  <a:txBody>
                    <a:bodyPr/>
                    <a:lstStyle/>
                    <a:p>
                      <a:pPr algn="ctr">
                        <a:buNone/>
                      </a:pPr>
                      <a:r>
                        <a:rPr lang="en-US" sz="1050" b="0" dirty="0">
                          <a:solidFill>
                            <a:srgbClr val="2F3A45"/>
                          </a:solidFill>
                          <a:latin typeface="Arial" panose="020B0604020202020204" pitchFamily="34" charset="0"/>
                          <a:ea typeface="微软雅黑" panose="020B0503020204020204" charset="-122"/>
                          <a:cs typeface="微软雅黑" panose="020B0503020204020204" charset="-122"/>
                        </a:rPr>
                        <a:t>2</a:t>
                      </a:r>
                      <a:r>
                        <a:rPr lang="en-US" altLang="zh-CN" sz="1050" b="0" dirty="0">
                          <a:solidFill>
                            <a:srgbClr val="2F3A45"/>
                          </a:solidFill>
                          <a:latin typeface="Arial" panose="020B0604020202020204" pitchFamily="34" charset="0"/>
                          <a:ea typeface="微软雅黑" panose="020B0503020204020204" charset="-122"/>
                          <a:cs typeface="微软雅黑" panose="020B0503020204020204" charset="-122"/>
                        </a:rPr>
                        <a:t>h</a:t>
                      </a:r>
                      <a:endParaRPr sz="1050" b="0" dirty="0">
                        <a:solidFill>
                          <a:srgbClr val="2F3A45"/>
                        </a:solidFill>
                        <a:latin typeface="Arial" panose="020B0604020202020204" pitchFamily="34" charset="0"/>
                        <a:ea typeface="微软雅黑" panose="020B0503020204020204" charset="-122"/>
                        <a:cs typeface="微软雅黑" panose="020B0503020204020204" charset="-122"/>
                      </a:endParaRPr>
                    </a:p>
                  </a:txBody>
                  <a:tcPr marL="38100" marR="38100" marT="12700" marB="12700" anchor="ctr">
                    <a:lnL w="9525" cmpd="sng">
                      <a:solidFill>
                        <a:srgbClr val="D6DEE6"/>
                      </a:solidFill>
                      <a:prstDash val="solid"/>
                    </a:lnL>
                    <a:lnR w="9525" cmpd="sng">
                      <a:solidFill>
                        <a:srgbClr val="D6DEE6"/>
                      </a:solidFill>
                      <a:prstDash val="solid"/>
                    </a:lnR>
                    <a:lnT w="9525" cmpd="sng">
                      <a:solidFill>
                        <a:srgbClr val="D6DEE6"/>
                      </a:solidFill>
                      <a:prstDash val="solid"/>
                    </a:lnT>
                    <a:lnB w="9525" cmpd="sng">
                      <a:solidFill>
                        <a:srgbClr val="D6DEE6"/>
                      </a:solidFill>
                      <a:prstDash val="solid"/>
                    </a:lnB>
                    <a:solidFill>
                      <a:srgbClr val="F7F8FA"/>
                    </a:solidFill>
                  </a:tcPr>
                </a:tc>
                <a:tc>
                  <a:txBody>
                    <a:bodyPr/>
                    <a:lstStyle/>
                    <a:p>
                      <a:pPr algn="ctr">
                        <a:buNone/>
                      </a:pPr>
                      <a:r>
                        <a:rPr lang="en-US" sz="1050" b="0" dirty="0">
                          <a:solidFill>
                            <a:srgbClr val="2F3A45"/>
                          </a:solidFill>
                          <a:latin typeface="Arial" panose="020B0604020202020204" pitchFamily="34" charset="0"/>
                          <a:ea typeface="微软雅黑" panose="020B0503020204020204" charset="-122"/>
                          <a:cs typeface="微软雅黑" panose="020B0503020204020204" charset="-122"/>
                        </a:rPr>
                        <a:t>0.086</a:t>
                      </a:r>
                      <a:r>
                        <a:rPr lang="en-US" altLang="zh-CN" sz="1050" b="0" dirty="0">
                          <a:solidFill>
                            <a:srgbClr val="2F3A45"/>
                          </a:solidFill>
                          <a:latin typeface="Arial" panose="020B0604020202020204" pitchFamily="34" charset="0"/>
                          <a:ea typeface="微软雅黑" panose="020B0503020204020204" charset="-122"/>
                          <a:cs typeface="微软雅黑" panose="020B0503020204020204" charset="-122"/>
                        </a:rPr>
                        <a:t>ms</a:t>
                      </a:r>
                      <a:endParaRPr sz="1050" b="0" dirty="0">
                        <a:solidFill>
                          <a:srgbClr val="2F3A45"/>
                        </a:solidFill>
                        <a:latin typeface="Arial" panose="020B0604020202020204" pitchFamily="34" charset="0"/>
                        <a:ea typeface="微软雅黑" panose="020B0503020204020204" charset="-122"/>
                        <a:cs typeface="微软雅黑" panose="020B0503020204020204" charset="-122"/>
                      </a:endParaRPr>
                    </a:p>
                  </a:txBody>
                  <a:tcPr marL="38100" marR="38100" marT="12700" marB="12700" anchor="ctr">
                    <a:lnL w="9525" cmpd="sng">
                      <a:solidFill>
                        <a:srgbClr val="D6DEE6"/>
                      </a:solidFill>
                      <a:prstDash val="solid"/>
                    </a:lnL>
                    <a:lnR w="9525" cmpd="sng">
                      <a:solidFill>
                        <a:srgbClr val="D6DEE6"/>
                      </a:solidFill>
                      <a:prstDash val="solid"/>
                    </a:lnR>
                    <a:lnT w="9525" cmpd="sng">
                      <a:solidFill>
                        <a:srgbClr val="D6DEE6"/>
                      </a:solidFill>
                      <a:prstDash val="solid"/>
                    </a:lnT>
                    <a:lnB w="9525" cmpd="sng">
                      <a:solidFill>
                        <a:srgbClr val="D6DEE6"/>
                      </a:solidFill>
                      <a:prstDash val="solid"/>
                    </a:lnB>
                    <a:solidFill>
                      <a:srgbClr val="F7F8FA"/>
                    </a:solidFill>
                  </a:tcPr>
                </a:tc>
                <a:extLst>
                  <a:ext uri="{0D108BD9-81ED-4DB2-BD59-A6C34878D82A}">
                    <a16:rowId xmlns:a16="http://schemas.microsoft.com/office/drawing/2014/main" val="10002"/>
                  </a:ext>
                </a:extLst>
              </a:tr>
              <a:tr h="285750">
                <a:tc>
                  <a:txBody>
                    <a:bodyPr/>
                    <a:lstStyle/>
                    <a:p>
                      <a:pPr algn="ctr">
                        <a:buNone/>
                      </a:pPr>
                      <a:r>
                        <a:rPr sz="1050" b="1">
                          <a:solidFill>
                            <a:srgbClr val="2F3A45"/>
                          </a:solidFill>
                          <a:latin typeface="Arial" panose="020B0604020202020204" pitchFamily="34" charset="0"/>
                          <a:ea typeface="微软雅黑" panose="020B0503020204020204" charset="-122"/>
                          <a:cs typeface="微软雅黑" panose="020B0503020204020204" charset="-122"/>
                        </a:rPr>
                        <a:t>MatMul</a:t>
                      </a:r>
                    </a:p>
                  </a:txBody>
                  <a:tcPr marL="38100" marR="38100" marT="12700" marB="12700" anchor="ctr">
                    <a:lnL w="9525" cmpd="sng">
                      <a:solidFill>
                        <a:srgbClr val="D6DEE6"/>
                      </a:solidFill>
                      <a:prstDash val="solid"/>
                    </a:lnL>
                    <a:lnR w="9525" cmpd="sng">
                      <a:solidFill>
                        <a:srgbClr val="D6DEE6"/>
                      </a:solidFill>
                      <a:prstDash val="solid"/>
                    </a:lnR>
                    <a:lnT w="9525" cmpd="sng">
                      <a:solidFill>
                        <a:srgbClr val="D6DEE6"/>
                      </a:solidFill>
                      <a:prstDash val="solid"/>
                    </a:lnT>
                    <a:lnB w="9525" cmpd="sng">
                      <a:solidFill>
                        <a:srgbClr val="D6DEE6"/>
                      </a:solidFill>
                      <a:prstDash val="solid"/>
                    </a:lnB>
                    <a:solidFill>
                      <a:srgbClr val="EEF2F5"/>
                    </a:solidFill>
                  </a:tcPr>
                </a:tc>
                <a:tc>
                  <a:txBody>
                    <a:bodyPr/>
                    <a:lstStyle/>
                    <a:p>
                      <a:pPr algn="ctr">
                        <a:buNone/>
                      </a:pPr>
                      <a:r>
                        <a:rPr lang="en-US" sz="1050" b="0" dirty="0">
                          <a:solidFill>
                            <a:srgbClr val="2F3A45"/>
                          </a:solidFill>
                          <a:latin typeface="Arial" panose="020B0604020202020204" pitchFamily="34" charset="0"/>
                          <a:ea typeface="微软雅黑" panose="020B0503020204020204" charset="-122"/>
                          <a:cs typeface="微软雅黑" panose="020B0503020204020204" charset="-122"/>
                        </a:rPr>
                        <a:t>1</a:t>
                      </a:r>
                      <a:r>
                        <a:rPr lang="en-US" altLang="zh-CN" sz="1050" b="0" dirty="0">
                          <a:solidFill>
                            <a:srgbClr val="2F3A45"/>
                          </a:solidFill>
                          <a:latin typeface="Arial" panose="020B0604020202020204" pitchFamily="34" charset="0"/>
                          <a:ea typeface="微软雅黑" panose="020B0503020204020204" charset="-122"/>
                          <a:cs typeface="微软雅黑" panose="020B0503020204020204" charset="-122"/>
                        </a:rPr>
                        <a:t>e</a:t>
                      </a:r>
                      <a:r>
                        <a:rPr lang="en-US" altLang="zh-CN" sz="1050" b="0" baseline="30000" dirty="0">
                          <a:solidFill>
                            <a:srgbClr val="2F3A45"/>
                          </a:solidFill>
                          <a:latin typeface="Arial" panose="020B0604020202020204" pitchFamily="34" charset="0"/>
                          <a:ea typeface="微软雅黑" panose="020B0503020204020204" charset="-122"/>
                          <a:cs typeface="微软雅黑" panose="020B0503020204020204" charset="-122"/>
                        </a:rPr>
                        <a:t>-5</a:t>
                      </a:r>
                      <a:endParaRPr sz="1050" b="0" baseline="30000" dirty="0">
                        <a:solidFill>
                          <a:srgbClr val="2F3A45"/>
                        </a:solidFill>
                        <a:latin typeface="Arial" panose="020B0604020202020204" pitchFamily="34" charset="0"/>
                        <a:ea typeface="微软雅黑" panose="020B0503020204020204" charset="-122"/>
                        <a:cs typeface="微软雅黑" panose="020B0503020204020204" charset="-122"/>
                      </a:endParaRPr>
                    </a:p>
                  </a:txBody>
                  <a:tcPr marL="38100" marR="38100" marT="12700" marB="12700" anchor="ctr">
                    <a:lnL w="9525" cmpd="sng">
                      <a:solidFill>
                        <a:srgbClr val="D6DEE6"/>
                      </a:solidFill>
                      <a:prstDash val="solid"/>
                    </a:lnL>
                    <a:lnR w="9525" cmpd="sng">
                      <a:solidFill>
                        <a:srgbClr val="D6DEE6"/>
                      </a:solidFill>
                      <a:prstDash val="solid"/>
                    </a:lnR>
                    <a:lnT w="9525" cmpd="sng">
                      <a:solidFill>
                        <a:srgbClr val="D6DEE6"/>
                      </a:solidFill>
                      <a:prstDash val="solid"/>
                    </a:lnT>
                    <a:lnB w="9525" cmpd="sng">
                      <a:solidFill>
                        <a:srgbClr val="D6DEE6"/>
                      </a:solidFill>
                      <a:prstDash val="solid"/>
                    </a:lnB>
                    <a:solidFill>
                      <a:srgbClr val="FFFFFF"/>
                    </a:solidFill>
                  </a:tcPr>
                </a:tc>
                <a:tc>
                  <a:txBody>
                    <a:bodyPr/>
                    <a:lstStyle/>
                    <a:p>
                      <a:pPr algn="ctr">
                        <a:buNone/>
                      </a:pPr>
                      <a:r>
                        <a:rPr lang="en-US" sz="1050" b="1" dirty="0">
                          <a:solidFill>
                            <a:srgbClr val="C77C59"/>
                          </a:solidFill>
                          <a:latin typeface="Arial" panose="020B0604020202020204" pitchFamily="34" charset="0"/>
                          <a:ea typeface="微软雅黑" panose="020B0503020204020204" charset="-122"/>
                          <a:cs typeface="微软雅黑" panose="020B0503020204020204" charset="-122"/>
                        </a:rPr>
                        <a:t>0.45</a:t>
                      </a:r>
                      <a:endParaRPr sz="1050" b="1" dirty="0">
                        <a:solidFill>
                          <a:srgbClr val="C77C59"/>
                        </a:solidFill>
                        <a:latin typeface="Arial" panose="020B0604020202020204" pitchFamily="34" charset="0"/>
                        <a:ea typeface="微软雅黑" panose="020B0503020204020204" charset="-122"/>
                        <a:cs typeface="微软雅黑" panose="020B0503020204020204" charset="-122"/>
                      </a:endParaRPr>
                    </a:p>
                  </a:txBody>
                  <a:tcPr marL="38100" marR="38100" marT="12700" marB="12700" anchor="ctr">
                    <a:lnL w="9525" cmpd="sng">
                      <a:solidFill>
                        <a:srgbClr val="D6DEE6"/>
                      </a:solidFill>
                      <a:prstDash val="solid"/>
                    </a:lnL>
                    <a:lnR w="9525" cmpd="sng">
                      <a:solidFill>
                        <a:srgbClr val="D6DEE6"/>
                      </a:solidFill>
                      <a:prstDash val="solid"/>
                    </a:lnR>
                    <a:lnT w="9525" cmpd="sng">
                      <a:solidFill>
                        <a:srgbClr val="D6DEE6"/>
                      </a:solidFill>
                      <a:prstDash val="solid"/>
                    </a:lnT>
                    <a:lnB w="9525" cmpd="sng">
                      <a:solidFill>
                        <a:srgbClr val="D6DEE6"/>
                      </a:solidFill>
                      <a:prstDash val="solid"/>
                    </a:lnB>
                    <a:solidFill>
                      <a:srgbClr val="F6ECE6"/>
                    </a:solidFill>
                  </a:tcPr>
                </a:tc>
                <a:tc>
                  <a:txBody>
                    <a:bodyPr/>
                    <a:lstStyle/>
                    <a:p>
                      <a:pPr algn="ctr">
                        <a:buNone/>
                      </a:pPr>
                      <a:r>
                        <a:rPr lang="en-US" sz="1050" b="0" dirty="0">
                          <a:solidFill>
                            <a:srgbClr val="2F3A45"/>
                          </a:solidFill>
                          <a:latin typeface="Arial" panose="020B0604020202020204" pitchFamily="34" charset="0"/>
                          <a:ea typeface="微软雅黑" panose="020B0503020204020204" charset="-122"/>
                          <a:cs typeface="微软雅黑" panose="020B0503020204020204" charset="-122"/>
                        </a:rPr>
                        <a:t>2</a:t>
                      </a:r>
                      <a:r>
                        <a:rPr lang="en-US" altLang="zh-CN" sz="1050" b="0" dirty="0">
                          <a:solidFill>
                            <a:srgbClr val="2F3A45"/>
                          </a:solidFill>
                          <a:latin typeface="Arial" panose="020B0604020202020204" pitchFamily="34" charset="0"/>
                          <a:ea typeface="微软雅黑" panose="020B0503020204020204" charset="-122"/>
                          <a:cs typeface="微软雅黑" panose="020B0503020204020204" charset="-122"/>
                        </a:rPr>
                        <a:t>h55m</a:t>
                      </a:r>
                      <a:endParaRPr sz="1050" b="0" dirty="0">
                        <a:solidFill>
                          <a:srgbClr val="2F3A45"/>
                        </a:solidFill>
                        <a:latin typeface="Arial" panose="020B0604020202020204" pitchFamily="34" charset="0"/>
                        <a:ea typeface="微软雅黑" panose="020B0503020204020204" charset="-122"/>
                        <a:cs typeface="微软雅黑" panose="020B0503020204020204" charset="-122"/>
                      </a:endParaRPr>
                    </a:p>
                  </a:txBody>
                  <a:tcPr marL="38100" marR="38100" marT="12700" marB="12700" anchor="ctr">
                    <a:lnL w="9525" cmpd="sng">
                      <a:solidFill>
                        <a:srgbClr val="D6DEE6"/>
                      </a:solidFill>
                      <a:prstDash val="solid"/>
                    </a:lnL>
                    <a:lnR w="9525" cmpd="sng">
                      <a:solidFill>
                        <a:srgbClr val="D6DEE6"/>
                      </a:solidFill>
                      <a:prstDash val="solid"/>
                    </a:lnR>
                    <a:lnT w="9525" cmpd="sng">
                      <a:solidFill>
                        <a:srgbClr val="D6DEE6"/>
                      </a:solidFill>
                      <a:prstDash val="solid"/>
                    </a:lnT>
                    <a:lnB w="9525" cmpd="sng">
                      <a:solidFill>
                        <a:srgbClr val="D6DEE6"/>
                      </a:solidFill>
                      <a:prstDash val="solid"/>
                    </a:lnB>
                    <a:solidFill>
                      <a:srgbClr val="FFFFFF"/>
                    </a:solidFill>
                  </a:tcPr>
                </a:tc>
                <a:tc>
                  <a:txBody>
                    <a:bodyPr/>
                    <a:lstStyle/>
                    <a:p>
                      <a:pPr algn="ctr">
                        <a:buNone/>
                      </a:pPr>
                      <a:r>
                        <a:rPr lang="en-US" sz="1050" b="0" dirty="0">
                          <a:solidFill>
                            <a:srgbClr val="2F3A45"/>
                          </a:solidFill>
                          <a:latin typeface="Arial" panose="020B0604020202020204" pitchFamily="34" charset="0"/>
                          <a:ea typeface="微软雅黑" panose="020B0503020204020204" charset="-122"/>
                          <a:cs typeface="微软雅黑" panose="020B0503020204020204" charset="-122"/>
                        </a:rPr>
                        <a:t>11.84</a:t>
                      </a:r>
                      <a:r>
                        <a:rPr lang="en-US" altLang="zh-CN" sz="1050" b="0" dirty="0">
                          <a:solidFill>
                            <a:srgbClr val="2F3A45"/>
                          </a:solidFill>
                          <a:latin typeface="Arial" panose="020B0604020202020204" pitchFamily="34" charset="0"/>
                          <a:ea typeface="微软雅黑" panose="020B0503020204020204" charset="-122"/>
                          <a:cs typeface="微软雅黑" panose="020B0503020204020204" charset="-122"/>
                        </a:rPr>
                        <a:t>ms</a:t>
                      </a:r>
                      <a:endParaRPr sz="1050" b="0" dirty="0">
                        <a:solidFill>
                          <a:srgbClr val="2F3A45"/>
                        </a:solidFill>
                        <a:latin typeface="Arial" panose="020B0604020202020204" pitchFamily="34" charset="0"/>
                        <a:ea typeface="微软雅黑" panose="020B0503020204020204" charset="-122"/>
                        <a:cs typeface="微软雅黑" panose="020B0503020204020204" charset="-122"/>
                      </a:endParaRPr>
                    </a:p>
                  </a:txBody>
                  <a:tcPr marL="38100" marR="38100" marT="12700" marB="12700" anchor="ctr">
                    <a:lnL w="9525" cmpd="sng">
                      <a:solidFill>
                        <a:srgbClr val="D6DEE6"/>
                      </a:solidFill>
                      <a:prstDash val="solid"/>
                    </a:lnL>
                    <a:lnR w="9525" cmpd="sng">
                      <a:solidFill>
                        <a:srgbClr val="D6DEE6"/>
                      </a:solidFill>
                      <a:prstDash val="solid"/>
                    </a:lnR>
                    <a:lnT w="9525" cmpd="sng">
                      <a:solidFill>
                        <a:srgbClr val="D6DEE6"/>
                      </a:solidFill>
                      <a:prstDash val="solid"/>
                    </a:lnT>
                    <a:lnB w="9525" cmpd="sng">
                      <a:solidFill>
                        <a:srgbClr val="D6DEE6"/>
                      </a:solidFill>
                      <a:prstDash val="solid"/>
                    </a:lnB>
                    <a:solidFill>
                      <a:srgbClr val="FFFFFF"/>
                    </a:solidFill>
                  </a:tcPr>
                </a:tc>
                <a:extLst>
                  <a:ext uri="{0D108BD9-81ED-4DB2-BD59-A6C34878D82A}">
                    <a16:rowId xmlns:a16="http://schemas.microsoft.com/office/drawing/2014/main" val="10003"/>
                  </a:ext>
                </a:extLst>
              </a:tr>
            </a:tbl>
          </a:graphicData>
        </a:graphic>
      </p:graphicFrame>
      <p:sp>
        <p:nvSpPr>
          <p:cNvPr id="5" name="slide-7-page-number"/>
          <p:cNvSpPr>
            <a:spLocks noGrp="1"/>
          </p:cNvSpPr>
          <p:nvPr/>
        </p:nvSpPr>
        <p:spPr>
          <a:xfrm>
            <a:off x="11366500" y="317500"/>
            <a:ext cx="330200" cy="279400"/>
          </a:xfrm>
          <a:prstGeom prst="roundRect">
            <a:avLst>
              <a:gd name="adj" fmla="val 14706"/>
            </a:avLst>
          </a:prstGeom>
          <a:noFill/>
          <a:ln w="9525">
            <a:noFill/>
            <a:prstDash val="solid"/>
          </a:ln>
          <a:effectLst/>
          <a:extLst>
            <a:ext uri="{909E8E84-426E-40DD-AFC4-6F175D3DCCD1}">
              <a14:hiddenFill xmlns:a14="http://schemas.microsoft.com/office/drawing/2010/main">
                <a:solidFill>
                  <a:srgbClr val="294A6D"/>
                </a:solidFill>
              </a14:hiddenFill>
            </a:ext>
            <a:ext uri="{91240B29-F687-4F45-9708-019B960494DF}">
              <a14:hiddenLine xmlns:a14="http://schemas.microsoft.com/office/drawing/2010/main" w="9525">
                <a:solidFill>
                  <a:srgbClr val="294A6D"/>
                </a:solidFill>
                <a:prstDash val="solid"/>
              </a14:hiddenLine>
            </a:ext>
          </a:extLst>
        </p:spPr>
        <p:txBody>
          <a:bodyPr wrap="square" lIns="0" tIns="0" rIns="0" bIns="0" anchor="ctr">
            <a:noAutofit/>
          </a:bodyPr>
          <a:lstStyle/>
          <a:p>
            <a:pPr algn="ctr">
              <a:buNone/>
              <a:defRPr sz="1200" b="1">
                <a:solidFill>
                  <a:srgbClr val="FFFFFF"/>
                </a:solidFill>
                <a:latin typeface="微软雅黑" panose="020B0503020204020204" charset="-122"/>
                <a:ea typeface="微软雅黑" panose="020B0503020204020204" charset="-122"/>
                <a:cs typeface="微软雅黑" panose="020B0503020204020204" charset="-122"/>
              </a:defRPr>
            </a:pPr>
            <a:r>
              <a:rPr lang="en-US" sz="1200" b="1" dirty="0" smtClean="0">
                <a:solidFill>
                  <a:srgbClr val="66737F"/>
                </a:solidFill>
                <a:latin typeface="Arial" panose="020B0604020202020204" pitchFamily="34" charset="0"/>
                <a:ea typeface="微软雅黑" panose="020B0503020204020204" charset="-122"/>
                <a:cs typeface="微软雅黑" panose="020B0503020204020204" charset="-122"/>
              </a:rPr>
              <a:t>13</a:t>
            </a:r>
            <a:endParaRPr lang="en-US" sz="1200" b="1" dirty="0">
              <a:solidFill>
                <a:srgbClr val="66737F"/>
              </a:solidFill>
              <a:latin typeface="Arial" panose="020B0604020202020204" pitchFamily="34" charset="0"/>
              <a:ea typeface="微软雅黑" panose="020B0503020204020204" charset="-122"/>
              <a:cs typeface="微软雅黑" panose="020B0503020204020204" charset="-122"/>
            </a:endParaRPr>
          </a:p>
        </p:txBody>
      </p:sp>
      <p:sp>
        <p:nvSpPr>
          <p:cNvPr id="8" name="s8-primary-chain"/>
          <p:cNvSpPr txBox="1"/>
          <p:nvPr/>
        </p:nvSpPr>
        <p:spPr>
          <a:xfrm>
            <a:off x="2921000" y="838200"/>
            <a:ext cx="6350000" cy="369332"/>
          </a:xfrm>
          <a:prstGeom prst="rect">
            <a:avLst/>
          </a:prstGeom>
          <a:noFill/>
        </p:spPr>
        <p:txBody>
          <a:bodyPr vert="horz" wrap="square" lIns="0" tIns="0" rIns="0" bIns="0" rtlCol="0" anchor="t">
            <a:noAutofit/>
          </a:bodyPr>
          <a:lstStyle/>
          <a:p>
            <a:pPr algn="ctr"/>
            <a:r>
              <a:rPr lang="zh-CN" altLang="en-US" sz="1700" b="1">
                <a:solidFill>
                  <a:srgbClr val="294A6D"/>
                </a:solidFill>
                <a:latin typeface="Arial" panose="020B0604020202020204" pitchFamily="34" charset="0"/>
                <a:ea typeface="微软雅黑" panose="020B0503020204020204" charset="-122"/>
              </a:rPr>
              <a:t>需求  →  生成  →  验证  →  优化  →  交付</a:t>
            </a:r>
          </a:p>
        </p:txBody>
      </p:sp>
      <p:sp>
        <p:nvSpPr>
          <p:cNvPr id="9" name="s8-stage-number-1"/>
          <p:cNvSpPr txBox="1"/>
          <p:nvPr/>
        </p:nvSpPr>
        <p:spPr>
          <a:xfrm>
            <a:off x="508000" y="1384300"/>
            <a:ext cx="1587500" cy="369332"/>
          </a:xfrm>
          <a:prstGeom prst="rect">
            <a:avLst/>
          </a:prstGeom>
          <a:noFill/>
        </p:spPr>
        <p:txBody>
          <a:bodyPr vert="horz" wrap="square" lIns="0" tIns="0" rIns="0" bIns="0" rtlCol="0" anchor="t">
            <a:noAutofit/>
          </a:bodyPr>
          <a:lstStyle/>
          <a:p>
            <a:r>
              <a:rPr lang="en-US" altLang="zh-CN" sz="1250" b="1">
                <a:solidFill>
                  <a:srgbClr val="294A6D"/>
                </a:solidFill>
                <a:latin typeface="Arial" panose="020B0604020202020204" pitchFamily="34" charset="0"/>
                <a:ea typeface="微软雅黑" panose="020B0503020204020204" charset="-122"/>
              </a:rPr>
              <a:t>01.</a:t>
            </a:r>
            <a:endParaRPr lang="zh-CN" altLang="en-US" sz="1250" b="1">
              <a:solidFill>
                <a:srgbClr val="294A6D"/>
              </a:solidFill>
              <a:latin typeface="Arial" panose="020B0604020202020204" pitchFamily="34" charset="0"/>
              <a:ea typeface="微软雅黑" panose="020B0503020204020204" charset="-122"/>
            </a:endParaRPr>
          </a:p>
        </p:txBody>
      </p:sp>
      <p:sp>
        <p:nvSpPr>
          <p:cNvPr id="10" name="s8-stage-name-1"/>
          <p:cNvSpPr txBox="1"/>
          <p:nvPr/>
        </p:nvSpPr>
        <p:spPr>
          <a:xfrm>
            <a:off x="508000" y="1739900"/>
            <a:ext cx="1651000" cy="369332"/>
          </a:xfrm>
          <a:prstGeom prst="rect">
            <a:avLst/>
          </a:prstGeom>
          <a:noFill/>
        </p:spPr>
        <p:txBody>
          <a:bodyPr vert="horz" wrap="square" lIns="0" tIns="0" rIns="0" bIns="0" rtlCol="0" anchor="t">
            <a:noAutofit/>
          </a:bodyPr>
          <a:lstStyle/>
          <a:p>
            <a:r>
              <a:rPr lang="zh-CN" altLang="en-US" sz="1500" b="1">
                <a:solidFill>
                  <a:srgbClr val="243B53"/>
                </a:solidFill>
                <a:latin typeface="Arial" panose="020B0604020202020204" pitchFamily="34" charset="0"/>
                <a:ea typeface="微软雅黑" panose="020B0503020204020204" charset="-122"/>
              </a:rPr>
              <a:t>用户输入</a:t>
            </a:r>
          </a:p>
        </p:txBody>
      </p:sp>
      <p:sp>
        <p:nvSpPr>
          <p:cNvPr id="11" name="s8-stage-action-label-1"/>
          <p:cNvSpPr txBox="1"/>
          <p:nvPr/>
        </p:nvSpPr>
        <p:spPr>
          <a:xfrm>
            <a:off x="508000" y="2463800"/>
            <a:ext cx="1651000" cy="369332"/>
          </a:xfrm>
          <a:prstGeom prst="rect">
            <a:avLst/>
          </a:prstGeom>
          <a:noFill/>
        </p:spPr>
        <p:txBody>
          <a:bodyPr vert="horz" wrap="square" lIns="0" tIns="0" rIns="0" bIns="0" rtlCol="0" anchor="t">
            <a:noAutofit/>
          </a:bodyPr>
          <a:lstStyle/>
          <a:p>
            <a:r>
              <a:rPr lang="zh-CN" altLang="en-US" sz="1050" b="1" dirty="0">
                <a:solidFill>
                  <a:srgbClr val="66737F"/>
                </a:solidFill>
                <a:latin typeface="Arial" panose="020B0604020202020204" pitchFamily="34" charset="0"/>
                <a:ea typeface="微软雅黑" panose="020B0503020204020204" charset="-122"/>
              </a:rPr>
              <a:t>核心动作</a:t>
            </a:r>
          </a:p>
        </p:txBody>
      </p:sp>
      <p:sp>
        <p:nvSpPr>
          <p:cNvPr id="13" name="s8-stage-action-1"/>
          <p:cNvSpPr txBox="1"/>
          <p:nvPr/>
        </p:nvSpPr>
        <p:spPr>
          <a:xfrm>
            <a:off x="508000" y="2743200"/>
            <a:ext cx="1651000" cy="923330"/>
          </a:xfrm>
          <a:prstGeom prst="rect">
            <a:avLst/>
          </a:prstGeom>
          <a:noFill/>
        </p:spPr>
        <p:txBody>
          <a:bodyPr vert="horz" wrap="square" lIns="0" tIns="0" rIns="0" bIns="0" rtlCol="0" anchor="t">
            <a:noAutofit/>
          </a:bodyPr>
          <a:lstStyle/>
          <a:p>
            <a:r>
              <a:rPr lang="zh-CN" altLang="en-US" sz="1220" dirty="0">
                <a:solidFill>
                  <a:srgbClr val="2F3A45"/>
                </a:solidFill>
                <a:latin typeface="Arial" panose="020B0604020202020204" pitchFamily="34" charset="0"/>
                <a:ea typeface="微软雅黑" panose="020B0503020204020204" charset="-122"/>
              </a:rPr>
              <a:t>理解</a:t>
            </a:r>
            <a:r>
              <a:rPr lang="zh-CN" altLang="en-US" sz="1220" dirty="0" smtClean="0">
                <a:solidFill>
                  <a:srgbClr val="2F3A45"/>
                </a:solidFill>
                <a:latin typeface="Arial" panose="020B0604020202020204" pitchFamily="34" charset="0"/>
                <a:ea typeface="微软雅黑" panose="020B0503020204020204" charset="-122"/>
              </a:rPr>
              <a:t>输入</a:t>
            </a:r>
            <a:endParaRPr lang="zh-CN" altLang="en-US" sz="1220" dirty="0">
              <a:solidFill>
                <a:srgbClr val="2F3A45"/>
              </a:solidFill>
              <a:latin typeface="Arial" panose="020B0604020202020204" pitchFamily="34" charset="0"/>
              <a:ea typeface="微软雅黑" panose="020B0503020204020204" charset="-122"/>
            </a:endParaRPr>
          </a:p>
        </p:txBody>
      </p:sp>
      <p:sp>
        <p:nvSpPr>
          <p:cNvPr id="20" name="s8-stage-output-label-1"/>
          <p:cNvSpPr txBox="1"/>
          <p:nvPr/>
        </p:nvSpPr>
        <p:spPr>
          <a:xfrm>
            <a:off x="508000" y="3581400"/>
            <a:ext cx="1651000" cy="369332"/>
          </a:xfrm>
          <a:prstGeom prst="rect">
            <a:avLst/>
          </a:prstGeom>
          <a:noFill/>
        </p:spPr>
        <p:txBody>
          <a:bodyPr vert="horz" wrap="square" lIns="0" tIns="0" rIns="0" bIns="0" rtlCol="0" anchor="t">
            <a:noAutofit/>
          </a:bodyPr>
          <a:lstStyle/>
          <a:p>
            <a:r>
              <a:rPr lang="zh-CN" altLang="en-US" sz="1050" b="1">
                <a:solidFill>
                  <a:srgbClr val="66737F"/>
                </a:solidFill>
                <a:latin typeface="Arial" panose="020B0604020202020204" pitchFamily="34" charset="0"/>
                <a:ea typeface="微软雅黑" panose="020B0503020204020204" charset="-122"/>
              </a:rPr>
              <a:t>主要输出</a:t>
            </a:r>
          </a:p>
        </p:txBody>
      </p:sp>
      <p:sp>
        <p:nvSpPr>
          <p:cNvPr id="22" name="s8-stage-output-1"/>
          <p:cNvSpPr txBox="1"/>
          <p:nvPr/>
        </p:nvSpPr>
        <p:spPr>
          <a:xfrm>
            <a:off x="508000" y="3860800"/>
            <a:ext cx="1651000" cy="369332"/>
          </a:xfrm>
          <a:prstGeom prst="rect">
            <a:avLst/>
          </a:prstGeom>
          <a:noFill/>
        </p:spPr>
        <p:txBody>
          <a:bodyPr vert="horz" wrap="square" lIns="0" tIns="0" rIns="0" bIns="0" rtlCol="0" anchor="t">
            <a:noAutofit/>
          </a:bodyPr>
          <a:lstStyle/>
          <a:p>
            <a:r>
              <a:rPr lang="zh-CN" altLang="en-US" sz="1140" b="1">
                <a:solidFill>
                  <a:srgbClr val="294A6D"/>
                </a:solidFill>
                <a:latin typeface="Arial" panose="020B0604020202020204" pitchFamily="34" charset="0"/>
                <a:ea typeface="微软雅黑" panose="020B0503020204020204" charset="-122"/>
              </a:rPr>
              <a:t>算子需求</a:t>
            </a:r>
          </a:p>
        </p:txBody>
      </p:sp>
      <p:cxnSp>
        <p:nvCxnSpPr>
          <p:cNvPr id="23" name="s8-stage-divider-2"/>
          <p:cNvCxnSpPr/>
          <p:nvPr/>
        </p:nvCxnSpPr>
        <p:spPr>
          <a:xfrm>
            <a:off x="2286000" y="1358900"/>
            <a:ext cx="0" cy="2959100"/>
          </a:xfrm>
          <a:prstGeom prst="line">
            <a:avLst/>
          </a:prstGeom>
          <a:ln w="10160">
            <a:solidFill>
              <a:srgbClr val="D6DEE6"/>
            </a:solidFill>
            <a:headEnd type="none"/>
            <a:tailEnd type="none"/>
          </a:ln>
        </p:spPr>
        <p:style>
          <a:lnRef idx="1">
            <a:schemeClr val="accent1"/>
          </a:lnRef>
          <a:fillRef idx="0">
            <a:schemeClr val="accent1"/>
          </a:fillRef>
          <a:effectRef idx="0">
            <a:schemeClr val="accent1"/>
          </a:effectRef>
          <a:fontRef idx="minor">
            <a:schemeClr val="tx1"/>
          </a:fontRef>
        </p:style>
      </p:cxnSp>
      <p:sp>
        <p:nvSpPr>
          <p:cNvPr id="24" name="s8-stage-number-2"/>
          <p:cNvSpPr txBox="1"/>
          <p:nvPr/>
        </p:nvSpPr>
        <p:spPr>
          <a:xfrm>
            <a:off x="2413000" y="1384300"/>
            <a:ext cx="1587500" cy="369332"/>
          </a:xfrm>
          <a:prstGeom prst="rect">
            <a:avLst/>
          </a:prstGeom>
          <a:noFill/>
        </p:spPr>
        <p:txBody>
          <a:bodyPr vert="horz" wrap="square" lIns="0" tIns="0" rIns="0" bIns="0" rtlCol="0" anchor="t">
            <a:noAutofit/>
          </a:bodyPr>
          <a:lstStyle/>
          <a:p>
            <a:r>
              <a:rPr lang="en-US" altLang="zh-CN" sz="1250" b="1">
                <a:solidFill>
                  <a:srgbClr val="294A6D"/>
                </a:solidFill>
                <a:latin typeface="Arial" panose="020B0604020202020204" pitchFamily="34" charset="0"/>
                <a:ea typeface="微软雅黑" panose="020B0503020204020204" charset="-122"/>
              </a:rPr>
              <a:t>02.</a:t>
            </a:r>
            <a:endParaRPr lang="zh-CN" altLang="en-US" sz="1250" b="1">
              <a:solidFill>
                <a:srgbClr val="294A6D"/>
              </a:solidFill>
              <a:latin typeface="Arial" panose="020B0604020202020204" pitchFamily="34" charset="0"/>
              <a:ea typeface="微软雅黑" panose="020B0503020204020204" charset="-122"/>
            </a:endParaRPr>
          </a:p>
        </p:txBody>
      </p:sp>
      <p:sp>
        <p:nvSpPr>
          <p:cNvPr id="25" name="s8-stage-name-2"/>
          <p:cNvSpPr txBox="1"/>
          <p:nvPr/>
        </p:nvSpPr>
        <p:spPr>
          <a:xfrm>
            <a:off x="2413000" y="1739900"/>
            <a:ext cx="1651000" cy="646331"/>
          </a:xfrm>
          <a:prstGeom prst="rect">
            <a:avLst/>
          </a:prstGeom>
          <a:noFill/>
        </p:spPr>
        <p:txBody>
          <a:bodyPr vert="horz" wrap="square" lIns="0" tIns="0" rIns="0" bIns="0" rtlCol="0" anchor="t">
            <a:noAutofit/>
          </a:bodyPr>
          <a:lstStyle/>
          <a:p>
            <a:r>
              <a:rPr lang="zh-CN" altLang="en-US" sz="1500" b="1">
                <a:solidFill>
                  <a:srgbClr val="243B53"/>
                </a:solidFill>
                <a:latin typeface="Arial" panose="020B0604020202020204" pitchFamily="34" charset="0"/>
                <a:ea typeface="微软雅黑" panose="020B0503020204020204" charset="-122"/>
              </a:rPr>
              <a:t>环境与需求准备</a:t>
            </a:r>
          </a:p>
        </p:txBody>
      </p:sp>
      <p:sp>
        <p:nvSpPr>
          <p:cNvPr id="26" name="s8-stage-action-label-2"/>
          <p:cNvSpPr txBox="1"/>
          <p:nvPr/>
        </p:nvSpPr>
        <p:spPr>
          <a:xfrm>
            <a:off x="2413000" y="2463800"/>
            <a:ext cx="1651000" cy="369332"/>
          </a:xfrm>
          <a:prstGeom prst="rect">
            <a:avLst/>
          </a:prstGeom>
          <a:noFill/>
        </p:spPr>
        <p:txBody>
          <a:bodyPr vert="horz" wrap="square" lIns="0" tIns="0" rIns="0" bIns="0" rtlCol="0" anchor="t">
            <a:noAutofit/>
          </a:bodyPr>
          <a:lstStyle/>
          <a:p>
            <a:r>
              <a:rPr lang="zh-CN" altLang="en-US" sz="1050" b="1">
                <a:solidFill>
                  <a:srgbClr val="66737F"/>
                </a:solidFill>
                <a:latin typeface="Arial" panose="020B0604020202020204" pitchFamily="34" charset="0"/>
                <a:ea typeface="微软雅黑" panose="020B0503020204020204" charset="-122"/>
              </a:rPr>
              <a:t>核心动作</a:t>
            </a:r>
          </a:p>
        </p:txBody>
      </p:sp>
      <p:sp>
        <p:nvSpPr>
          <p:cNvPr id="27" name="s8-stage-action-2"/>
          <p:cNvSpPr txBox="1"/>
          <p:nvPr/>
        </p:nvSpPr>
        <p:spPr>
          <a:xfrm>
            <a:off x="2413000" y="2743200"/>
            <a:ext cx="1651000" cy="646331"/>
          </a:xfrm>
          <a:prstGeom prst="rect">
            <a:avLst/>
          </a:prstGeom>
          <a:noFill/>
        </p:spPr>
        <p:txBody>
          <a:bodyPr vert="horz" wrap="square" lIns="0" tIns="0" rIns="0" bIns="0" rtlCol="0" anchor="t">
            <a:noAutofit/>
          </a:bodyPr>
          <a:lstStyle/>
          <a:p>
            <a:r>
              <a:rPr lang="zh-CN" altLang="en-US" sz="1220">
                <a:solidFill>
                  <a:srgbClr val="2F3A45"/>
                </a:solidFill>
                <a:latin typeface="Arial" panose="020B0604020202020204" pitchFamily="34" charset="0"/>
                <a:ea typeface="微软雅黑" panose="020B0503020204020204" charset="-122"/>
              </a:rPr>
              <a:t>环境检查 </a:t>
            </a:r>
            <a:r>
              <a:rPr lang="en-US" altLang="zh-CN" sz="1220">
                <a:solidFill>
                  <a:srgbClr val="2F3A45"/>
                </a:solidFill>
                <a:latin typeface="Arial" panose="020B0604020202020204" pitchFamily="34" charset="0"/>
                <a:ea typeface="微软雅黑" panose="020B0503020204020204" charset="-122"/>
              </a:rPr>
              <a:t>+</a:t>
            </a:r>
          </a:p>
          <a:p>
            <a:r>
              <a:rPr lang="zh-CN" altLang="en-US" sz="1220">
                <a:solidFill>
                  <a:srgbClr val="2F3A45"/>
                </a:solidFill>
                <a:latin typeface="Arial" panose="020B0604020202020204" pitchFamily="34" charset="0"/>
                <a:ea typeface="微软雅黑" panose="020B0503020204020204" charset="-122"/>
              </a:rPr>
              <a:t>需求结构化</a:t>
            </a:r>
          </a:p>
        </p:txBody>
      </p:sp>
      <p:sp>
        <p:nvSpPr>
          <p:cNvPr id="28" name="s8-stage-output-label-2"/>
          <p:cNvSpPr txBox="1"/>
          <p:nvPr/>
        </p:nvSpPr>
        <p:spPr>
          <a:xfrm>
            <a:off x="2413000" y="3581400"/>
            <a:ext cx="1651000" cy="369332"/>
          </a:xfrm>
          <a:prstGeom prst="rect">
            <a:avLst/>
          </a:prstGeom>
          <a:noFill/>
        </p:spPr>
        <p:txBody>
          <a:bodyPr vert="horz" wrap="square" lIns="0" tIns="0" rIns="0" bIns="0" rtlCol="0" anchor="t">
            <a:noAutofit/>
          </a:bodyPr>
          <a:lstStyle/>
          <a:p>
            <a:r>
              <a:rPr lang="zh-CN" altLang="en-US" sz="1050" b="1">
                <a:solidFill>
                  <a:srgbClr val="66737F"/>
                </a:solidFill>
                <a:latin typeface="Arial" panose="020B0604020202020204" pitchFamily="34" charset="0"/>
                <a:ea typeface="微软雅黑" panose="020B0503020204020204" charset="-122"/>
              </a:rPr>
              <a:t>主要输出</a:t>
            </a:r>
          </a:p>
        </p:txBody>
      </p:sp>
      <p:sp>
        <p:nvSpPr>
          <p:cNvPr id="29" name="s8-stage-output-2"/>
          <p:cNvSpPr txBox="1"/>
          <p:nvPr/>
        </p:nvSpPr>
        <p:spPr>
          <a:xfrm>
            <a:off x="2413000" y="3860800"/>
            <a:ext cx="1651000" cy="646331"/>
          </a:xfrm>
          <a:prstGeom prst="rect">
            <a:avLst/>
          </a:prstGeom>
          <a:noFill/>
        </p:spPr>
        <p:txBody>
          <a:bodyPr vert="horz" wrap="square" lIns="0" tIns="0" rIns="0" bIns="0" rtlCol="0" anchor="t">
            <a:noAutofit/>
          </a:bodyPr>
          <a:lstStyle/>
          <a:p>
            <a:r>
              <a:rPr lang="en-US" altLang="zh-CN" sz="1140" b="1">
                <a:solidFill>
                  <a:srgbClr val="294A6D"/>
                </a:solidFill>
                <a:latin typeface="Arial" panose="020B0604020202020204" pitchFamily="34" charset="0"/>
                <a:ea typeface="微软雅黑" panose="020B0503020204020204" charset="-122"/>
              </a:rPr>
              <a:t>config / requirement</a:t>
            </a:r>
            <a:endParaRPr lang="zh-CN" altLang="en-US" sz="1140" b="1">
              <a:solidFill>
                <a:srgbClr val="294A6D"/>
              </a:solidFill>
              <a:latin typeface="Arial" panose="020B0604020202020204" pitchFamily="34" charset="0"/>
              <a:ea typeface="微软雅黑" panose="020B0503020204020204" charset="-122"/>
            </a:endParaRPr>
          </a:p>
        </p:txBody>
      </p:sp>
      <p:cxnSp>
        <p:nvCxnSpPr>
          <p:cNvPr id="30" name="s8-stage-divider-3"/>
          <p:cNvCxnSpPr/>
          <p:nvPr/>
        </p:nvCxnSpPr>
        <p:spPr>
          <a:xfrm>
            <a:off x="4191000" y="1358900"/>
            <a:ext cx="0" cy="2959100"/>
          </a:xfrm>
          <a:prstGeom prst="line">
            <a:avLst/>
          </a:prstGeom>
          <a:ln w="10160">
            <a:solidFill>
              <a:srgbClr val="D6DEE6"/>
            </a:solidFill>
            <a:headEnd type="none"/>
            <a:tailEnd type="none"/>
          </a:ln>
        </p:spPr>
        <p:style>
          <a:lnRef idx="1">
            <a:schemeClr val="accent1"/>
          </a:lnRef>
          <a:fillRef idx="0">
            <a:schemeClr val="accent1"/>
          </a:fillRef>
          <a:effectRef idx="0">
            <a:schemeClr val="accent1"/>
          </a:effectRef>
          <a:fontRef idx="minor">
            <a:schemeClr val="tx1"/>
          </a:fontRef>
        </p:style>
      </p:cxnSp>
      <p:sp>
        <p:nvSpPr>
          <p:cNvPr id="31" name="s8-stage-number-3"/>
          <p:cNvSpPr txBox="1"/>
          <p:nvPr/>
        </p:nvSpPr>
        <p:spPr>
          <a:xfrm>
            <a:off x="4318000" y="1384300"/>
            <a:ext cx="1587500" cy="369332"/>
          </a:xfrm>
          <a:prstGeom prst="rect">
            <a:avLst/>
          </a:prstGeom>
          <a:noFill/>
        </p:spPr>
        <p:txBody>
          <a:bodyPr vert="horz" wrap="square" lIns="0" tIns="0" rIns="0" bIns="0" rtlCol="0" anchor="t">
            <a:noAutofit/>
          </a:bodyPr>
          <a:lstStyle/>
          <a:p>
            <a:r>
              <a:rPr lang="en-US" altLang="zh-CN" sz="1250" b="1">
                <a:solidFill>
                  <a:srgbClr val="294A6D"/>
                </a:solidFill>
                <a:latin typeface="Arial" panose="020B0604020202020204" pitchFamily="34" charset="0"/>
                <a:ea typeface="微软雅黑" panose="020B0503020204020204" charset="-122"/>
              </a:rPr>
              <a:t>03.</a:t>
            </a:r>
            <a:endParaRPr lang="zh-CN" altLang="en-US" sz="1250" b="1">
              <a:solidFill>
                <a:srgbClr val="294A6D"/>
              </a:solidFill>
              <a:latin typeface="Arial" panose="020B0604020202020204" pitchFamily="34" charset="0"/>
              <a:ea typeface="微软雅黑" panose="020B0503020204020204" charset="-122"/>
            </a:endParaRPr>
          </a:p>
        </p:txBody>
      </p:sp>
      <p:sp>
        <p:nvSpPr>
          <p:cNvPr id="32" name="s8-stage-name-3"/>
          <p:cNvSpPr txBox="1"/>
          <p:nvPr/>
        </p:nvSpPr>
        <p:spPr>
          <a:xfrm>
            <a:off x="4318000" y="1739900"/>
            <a:ext cx="1651000" cy="646331"/>
          </a:xfrm>
          <a:prstGeom prst="rect">
            <a:avLst/>
          </a:prstGeom>
          <a:noFill/>
        </p:spPr>
        <p:txBody>
          <a:bodyPr vert="horz" wrap="square" lIns="0" tIns="0" rIns="0" bIns="0" rtlCol="0" anchor="t">
            <a:noAutofit/>
          </a:bodyPr>
          <a:lstStyle/>
          <a:p>
            <a:r>
              <a:rPr lang="en-US" altLang="zh-CN" sz="1500" b="1">
                <a:solidFill>
                  <a:srgbClr val="243B53"/>
                </a:solidFill>
                <a:latin typeface="Arial" panose="020B0604020202020204" pitchFamily="34" charset="0"/>
                <a:ea typeface="微软雅黑" panose="020B0503020204020204" charset="-122"/>
              </a:rPr>
              <a:t>Kernel </a:t>
            </a:r>
            <a:r>
              <a:rPr lang="zh-CN" altLang="en-US" sz="1500" b="1">
                <a:solidFill>
                  <a:srgbClr val="243B53"/>
                </a:solidFill>
                <a:latin typeface="Arial" panose="020B0604020202020204" pitchFamily="34" charset="0"/>
                <a:ea typeface="微软雅黑" panose="020B0503020204020204" charset="-122"/>
              </a:rPr>
              <a:t>与测试生成</a:t>
            </a:r>
          </a:p>
        </p:txBody>
      </p:sp>
      <p:sp>
        <p:nvSpPr>
          <p:cNvPr id="33" name="s8-stage-action-label-3"/>
          <p:cNvSpPr txBox="1"/>
          <p:nvPr/>
        </p:nvSpPr>
        <p:spPr>
          <a:xfrm>
            <a:off x="4318000" y="2463800"/>
            <a:ext cx="1651000" cy="369332"/>
          </a:xfrm>
          <a:prstGeom prst="rect">
            <a:avLst/>
          </a:prstGeom>
          <a:noFill/>
        </p:spPr>
        <p:txBody>
          <a:bodyPr vert="horz" wrap="square" lIns="0" tIns="0" rIns="0" bIns="0" rtlCol="0" anchor="t">
            <a:noAutofit/>
          </a:bodyPr>
          <a:lstStyle/>
          <a:p>
            <a:r>
              <a:rPr lang="zh-CN" altLang="en-US" sz="1050" b="1">
                <a:solidFill>
                  <a:srgbClr val="66737F"/>
                </a:solidFill>
                <a:latin typeface="Arial" panose="020B0604020202020204" pitchFamily="34" charset="0"/>
                <a:ea typeface="微软雅黑" panose="020B0503020204020204" charset="-122"/>
              </a:rPr>
              <a:t>核心动作</a:t>
            </a:r>
          </a:p>
        </p:txBody>
      </p:sp>
      <p:sp>
        <p:nvSpPr>
          <p:cNvPr id="34" name="s8-stage-action-3"/>
          <p:cNvSpPr txBox="1"/>
          <p:nvPr/>
        </p:nvSpPr>
        <p:spPr>
          <a:xfrm>
            <a:off x="4318000" y="2743200"/>
            <a:ext cx="1651000" cy="646331"/>
          </a:xfrm>
          <a:prstGeom prst="rect">
            <a:avLst/>
          </a:prstGeom>
          <a:noFill/>
        </p:spPr>
        <p:txBody>
          <a:bodyPr vert="horz" wrap="square" lIns="0" tIns="0" rIns="0" bIns="0" rtlCol="0" anchor="t">
            <a:noAutofit/>
          </a:bodyPr>
          <a:lstStyle/>
          <a:p>
            <a:r>
              <a:rPr lang="en-US" altLang="zh-CN" sz="1220">
                <a:solidFill>
                  <a:srgbClr val="2F3A45"/>
                </a:solidFill>
                <a:latin typeface="Arial" panose="020B0604020202020204" pitchFamily="34" charset="0"/>
                <a:ea typeface="微软雅黑" panose="020B0503020204020204" charset="-122"/>
              </a:rPr>
              <a:t>Kernel </a:t>
            </a:r>
            <a:r>
              <a:rPr lang="zh-CN" altLang="en-US" sz="1220">
                <a:solidFill>
                  <a:srgbClr val="2F3A45"/>
                </a:solidFill>
                <a:latin typeface="Arial" panose="020B0604020202020204" pitchFamily="34" charset="0"/>
                <a:ea typeface="微软雅黑" panose="020B0503020204020204" charset="-122"/>
              </a:rPr>
              <a:t>设计与</a:t>
            </a:r>
          </a:p>
          <a:p>
            <a:r>
              <a:rPr lang="zh-CN" altLang="en-US" sz="1220">
                <a:solidFill>
                  <a:srgbClr val="2F3A45"/>
                </a:solidFill>
                <a:latin typeface="Arial" panose="020B0604020202020204" pitchFamily="34" charset="0"/>
                <a:ea typeface="微软雅黑" panose="020B0503020204020204" charset="-122"/>
              </a:rPr>
              <a:t>代码生成</a:t>
            </a:r>
          </a:p>
        </p:txBody>
      </p:sp>
      <p:sp>
        <p:nvSpPr>
          <p:cNvPr id="35" name="s8-stage-output-label-3"/>
          <p:cNvSpPr txBox="1"/>
          <p:nvPr/>
        </p:nvSpPr>
        <p:spPr>
          <a:xfrm>
            <a:off x="4318000" y="3581400"/>
            <a:ext cx="1651000" cy="369332"/>
          </a:xfrm>
          <a:prstGeom prst="rect">
            <a:avLst/>
          </a:prstGeom>
          <a:noFill/>
        </p:spPr>
        <p:txBody>
          <a:bodyPr vert="horz" wrap="square" lIns="0" tIns="0" rIns="0" bIns="0" rtlCol="0" anchor="t">
            <a:noAutofit/>
          </a:bodyPr>
          <a:lstStyle/>
          <a:p>
            <a:r>
              <a:rPr lang="zh-CN" altLang="en-US" sz="1050" b="1">
                <a:solidFill>
                  <a:srgbClr val="66737F"/>
                </a:solidFill>
                <a:latin typeface="Arial" panose="020B0604020202020204" pitchFamily="34" charset="0"/>
                <a:ea typeface="微软雅黑" panose="020B0503020204020204" charset="-122"/>
              </a:rPr>
              <a:t>主要输出</a:t>
            </a:r>
          </a:p>
        </p:txBody>
      </p:sp>
      <p:sp>
        <p:nvSpPr>
          <p:cNvPr id="36" name="s8-stage-output-3"/>
          <p:cNvSpPr txBox="1"/>
          <p:nvPr/>
        </p:nvSpPr>
        <p:spPr>
          <a:xfrm>
            <a:off x="4318000" y="3860800"/>
            <a:ext cx="1651000" cy="369332"/>
          </a:xfrm>
          <a:prstGeom prst="rect">
            <a:avLst/>
          </a:prstGeom>
          <a:noFill/>
        </p:spPr>
        <p:txBody>
          <a:bodyPr vert="horz" wrap="square" lIns="0" tIns="0" rIns="0" bIns="0" rtlCol="0" anchor="t">
            <a:noAutofit/>
          </a:bodyPr>
          <a:lstStyle/>
          <a:p>
            <a:r>
              <a:rPr lang="en-US" altLang="zh-CN" sz="1140" b="1">
                <a:solidFill>
                  <a:srgbClr val="294A6D"/>
                </a:solidFill>
                <a:latin typeface="Arial" panose="020B0604020202020204" pitchFamily="34" charset="0"/>
                <a:ea typeface="微软雅黑" panose="020B0503020204020204" charset="-122"/>
              </a:rPr>
              <a:t>Kernel + Test</a:t>
            </a:r>
            <a:endParaRPr lang="zh-CN" altLang="en-US" sz="1140" b="1">
              <a:solidFill>
                <a:srgbClr val="294A6D"/>
              </a:solidFill>
              <a:latin typeface="Arial" panose="020B0604020202020204" pitchFamily="34" charset="0"/>
              <a:ea typeface="微软雅黑" panose="020B0503020204020204" charset="-122"/>
            </a:endParaRPr>
          </a:p>
        </p:txBody>
      </p:sp>
      <p:cxnSp>
        <p:nvCxnSpPr>
          <p:cNvPr id="37" name="s8-stage-divider-4"/>
          <p:cNvCxnSpPr/>
          <p:nvPr/>
        </p:nvCxnSpPr>
        <p:spPr>
          <a:xfrm>
            <a:off x="6096000" y="1358900"/>
            <a:ext cx="0" cy="2959100"/>
          </a:xfrm>
          <a:prstGeom prst="line">
            <a:avLst/>
          </a:prstGeom>
          <a:ln w="10160">
            <a:solidFill>
              <a:srgbClr val="D6DEE6"/>
            </a:solidFill>
            <a:headEnd type="none"/>
            <a:tailEnd type="none"/>
          </a:ln>
        </p:spPr>
        <p:style>
          <a:lnRef idx="1">
            <a:schemeClr val="accent1"/>
          </a:lnRef>
          <a:fillRef idx="0">
            <a:schemeClr val="accent1"/>
          </a:fillRef>
          <a:effectRef idx="0">
            <a:schemeClr val="accent1"/>
          </a:effectRef>
          <a:fontRef idx="minor">
            <a:schemeClr val="tx1"/>
          </a:fontRef>
        </p:style>
      </p:cxnSp>
      <p:sp>
        <p:nvSpPr>
          <p:cNvPr id="38" name="s8-stage-number-4"/>
          <p:cNvSpPr txBox="1"/>
          <p:nvPr/>
        </p:nvSpPr>
        <p:spPr>
          <a:xfrm>
            <a:off x="6223000" y="1384300"/>
            <a:ext cx="1587500" cy="369332"/>
          </a:xfrm>
          <a:prstGeom prst="rect">
            <a:avLst/>
          </a:prstGeom>
          <a:noFill/>
        </p:spPr>
        <p:txBody>
          <a:bodyPr vert="horz" wrap="square" lIns="0" tIns="0" rIns="0" bIns="0" rtlCol="0" anchor="t">
            <a:noAutofit/>
          </a:bodyPr>
          <a:lstStyle/>
          <a:p>
            <a:r>
              <a:rPr lang="en-US" altLang="zh-CN" sz="1250" b="1">
                <a:solidFill>
                  <a:srgbClr val="4F8A83"/>
                </a:solidFill>
                <a:latin typeface="Arial" panose="020B0604020202020204" pitchFamily="34" charset="0"/>
                <a:ea typeface="微软雅黑" panose="020B0503020204020204" charset="-122"/>
              </a:rPr>
              <a:t>04.</a:t>
            </a:r>
            <a:endParaRPr lang="zh-CN" altLang="en-US" sz="1250" b="1">
              <a:solidFill>
                <a:srgbClr val="4F8A83"/>
              </a:solidFill>
              <a:latin typeface="Arial" panose="020B0604020202020204" pitchFamily="34" charset="0"/>
              <a:ea typeface="微软雅黑" panose="020B0503020204020204" charset="-122"/>
            </a:endParaRPr>
          </a:p>
        </p:txBody>
      </p:sp>
      <p:sp>
        <p:nvSpPr>
          <p:cNvPr id="44" name="s8-stage-name-4"/>
          <p:cNvSpPr txBox="1"/>
          <p:nvPr/>
        </p:nvSpPr>
        <p:spPr>
          <a:xfrm>
            <a:off x="6223000" y="1739900"/>
            <a:ext cx="1651000" cy="646331"/>
          </a:xfrm>
          <a:prstGeom prst="rect">
            <a:avLst/>
          </a:prstGeom>
          <a:noFill/>
        </p:spPr>
        <p:txBody>
          <a:bodyPr vert="horz" wrap="square" lIns="0" tIns="0" rIns="0" bIns="0" rtlCol="0" anchor="t">
            <a:noAutofit/>
          </a:bodyPr>
          <a:lstStyle/>
          <a:p>
            <a:r>
              <a:rPr lang="zh-CN" altLang="en-US" sz="1500" b="1">
                <a:solidFill>
                  <a:srgbClr val="243B53"/>
                </a:solidFill>
                <a:latin typeface="Arial" panose="020B0604020202020204" pitchFamily="34" charset="0"/>
                <a:ea typeface="微软雅黑" panose="020B0503020204020204" charset="-122"/>
              </a:rPr>
              <a:t>正确性验证与修复</a:t>
            </a:r>
          </a:p>
        </p:txBody>
      </p:sp>
      <p:sp>
        <p:nvSpPr>
          <p:cNvPr id="46" name="s8-stage-action-label-4"/>
          <p:cNvSpPr txBox="1"/>
          <p:nvPr/>
        </p:nvSpPr>
        <p:spPr>
          <a:xfrm>
            <a:off x="6223000" y="2463800"/>
            <a:ext cx="1651000" cy="369332"/>
          </a:xfrm>
          <a:prstGeom prst="rect">
            <a:avLst/>
          </a:prstGeom>
          <a:noFill/>
        </p:spPr>
        <p:txBody>
          <a:bodyPr vert="horz" wrap="square" lIns="0" tIns="0" rIns="0" bIns="0" rtlCol="0" anchor="t">
            <a:noAutofit/>
          </a:bodyPr>
          <a:lstStyle/>
          <a:p>
            <a:r>
              <a:rPr lang="zh-CN" altLang="en-US" sz="1050" b="1">
                <a:solidFill>
                  <a:srgbClr val="66737F"/>
                </a:solidFill>
                <a:latin typeface="Arial" panose="020B0604020202020204" pitchFamily="34" charset="0"/>
                <a:ea typeface="微软雅黑" panose="020B0503020204020204" charset="-122"/>
              </a:rPr>
              <a:t>核心动作</a:t>
            </a:r>
          </a:p>
        </p:txBody>
      </p:sp>
      <p:sp>
        <p:nvSpPr>
          <p:cNvPr id="50" name="s8-stage-action-4"/>
          <p:cNvSpPr txBox="1"/>
          <p:nvPr/>
        </p:nvSpPr>
        <p:spPr>
          <a:xfrm>
            <a:off x="6223000" y="2743200"/>
            <a:ext cx="1651000" cy="646331"/>
          </a:xfrm>
          <a:prstGeom prst="rect">
            <a:avLst/>
          </a:prstGeom>
          <a:noFill/>
        </p:spPr>
        <p:txBody>
          <a:bodyPr vert="horz" wrap="square" lIns="0" tIns="0" rIns="0" bIns="0" rtlCol="0" anchor="t">
            <a:noAutofit/>
          </a:bodyPr>
          <a:lstStyle/>
          <a:p>
            <a:r>
              <a:rPr lang="zh-CN" altLang="en-US" sz="1220">
                <a:solidFill>
                  <a:srgbClr val="2F3A45"/>
                </a:solidFill>
                <a:latin typeface="Arial" panose="020B0604020202020204" pitchFamily="34" charset="0"/>
                <a:ea typeface="微软雅黑" panose="020B0503020204020204" charset="-122"/>
              </a:rPr>
              <a:t>执行测试 →</a:t>
            </a:r>
          </a:p>
          <a:p>
            <a:r>
              <a:rPr lang="zh-CN" altLang="en-US" sz="1220">
                <a:solidFill>
                  <a:srgbClr val="2F3A45"/>
                </a:solidFill>
                <a:latin typeface="Arial" panose="020B0604020202020204" pitchFamily="34" charset="0"/>
                <a:ea typeface="微软雅黑" panose="020B0503020204020204" charset="-122"/>
              </a:rPr>
              <a:t>对比 → 修复</a:t>
            </a:r>
          </a:p>
        </p:txBody>
      </p:sp>
      <p:sp>
        <p:nvSpPr>
          <p:cNvPr id="51" name="s8-stage-output-label-4"/>
          <p:cNvSpPr txBox="1"/>
          <p:nvPr/>
        </p:nvSpPr>
        <p:spPr>
          <a:xfrm>
            <a:off x="6223000" y="3581400"/>
            <a:ext cx="1651000" cy="369332"/>
          </a:xfrm>
          <a:prstGeom prst="rect">
            <a:avLst/>
          </a:prstGeom>
          <a:noFill/>
        </p:spPr>
        <p:txBody>
          <a:bodyPr vert="horz" wrap="square" lIns="0" tIns="0" rIns="0" bIns="0" rtlCol="0" anchor="t">
            <a:noAutofit/>
          </a:bodyPr>
          <a:lstStyle/>
          <a:p>
            <a:r>
              <a:rPr lang="zh-CN" altLang="en-US" sz="1050" b="1">
                <a:solidFill>
                  <a:srgbClr val="66737F"/>
                </a:solidFill>
                <a:latin typeface="Arial" panose="020B0604020202020204" pitchFamily="34" charset="0"/>
                <a:ea typeface="微软雅黑" panose="020B0503020204020204" charset="-122"/>
              </a:rPr>
              <a:t>主要输出</a:t>
            </a:r>
          </a:p>
        </p:txBody>
      </p:sp>
      <p:sp>
        <p:nvSpPr>
          <p:cNvPr id="52" name="s8-stage-output-4"/>
          <p:cNvSpPr txBox="1"/>
          <p:nvPr/>
        </p:nvSpPr>
        <p:spPr>
          <a:xfrm>
            <a:off x="6223000" y="3860800"/>
            <a:ext cx="1651000" cy="369332"/>
          </a:xfrm>
          <a:prstGeom prst="rect">
            <a:avLst/>
          </a:prstGeom>
          <a:noFill/>
        </p:spPr>
        <p:txBody>
          <a:bodyPr vert="horz" wrap="square" lIns="0" tIns="0" rIns="0" bIns="0" rtlCol="0" anchor="t">
            <a:noAutofit/>
          </a:bodyPr>
          <a:lstStyle/>
          <a:p>
            <a:r>
              <a:rPr lang="en-US" altLang="zh-CN" sz="1140" b="1">
                <a:solidFill>
                  <a:srgbClr val="4F8A83"/>
                </a:solidFill>
                <a:latin typeface="Arial" panose="020B0604020202020204" pitchFamily="34" charset="0"/>
                <a:ea typeface="微软雅黑" panose="020B0503020204020204" charset="-122"/>
              </a:rPr>
              <a:t>Verified Kernel</a:t>
            </a:r>
            <a:endParaRPr lang="zh-CN" altLang="en-US" sz="1140" b="1">
              <a:solidFill>
                <a:srgbClr val="4F8A83"/>
              </a:solidFill>
              <a:latin typeface="Arial" panose="020B0604020202020204" pitchFamily="34" charset="0"/>
              <a:ea typeface="微软雅黑" panose="020B0503020204020204" charset="-122"/>
            </a:endParaRPr>
          </a:p>
        </p:txBody>
      </p:sp>
      <p:cxnSp>
        <p:nvCxnSpPr>
          <p:cNvPr id="53" name="s8-stage-divider-5"/>
          <p:cNvCxnSpPr/>
          <p:nvPr/>
        </p:nvCxnSpPr>
        <p:spPr>
          <a:xfrm>
            <a:off x="8001000" y="1358900"/>
            <a:ext cx="0" cy="2959100"/>
          </a:xfrm>
          <a:prstGeom prst="line">
            <a:avLst/>
          </a:prstGeom>
          <a:ln w="10160">
            <a:solidFill>
              <a:srgbClr val="D6DEE6"/>
            </a:solidFill>
            <a:headEnd type="none"/>
            <a:tailEnd type="none"/>
          </a:ln>
        </p:spPr>
        <p:style>
          <a:lnRef idx="1">
            <a:schemeClr val="accent1"/>
          </a:lnRef>
          <a:fillRef idx="0">
            <a:schemeClr val="accent1"/>
          </a:fillRef>
          <a:effectRef idx="0">
            <a:schemeClr val="accent1"/>
          </a:effectRef>
          <a:fontRef idx="minor">
            <a:schemeClr val="tx1"/>
          </a:fontRef>
        </p:style>
      </p:cxnSp>
      <p:sp>
        <p:nvSpPr>
          <p:cNvPr id="54" name="s8-stage-number-5"/>
          <p:cNvSpPr txBox="1"/>
          <p:nvPr/>
        </p:nvSpPr>
        <p:spPr>
          <a:xfrm>
            <a:off x="8128000" y="1384300"/>
            <a:ext cx="1587500" cy="369332"/>
          </a:xfrm>
          <a:prstGeom prst="rect">
            <a:avLst/>
          </a:prstGeom>
          <a:noFill/>
        </p:spPr>
        <p:txBody>
          <a:bodyPr vert="horz" wrap="square" lIns="0" tIns="0" rIns="0" bIns="0" rtlCol="0" anchor="t">
            <a:noAutofit/>
          </a:bodyPr>
          <a:lstStyle/>
          <a:p>
            <a:r>
              <a:rPr lang="en-US" altLang="zh-CN" sz="1250" b="1">
                <a:solidFill>
                  <a:srgbClr val="4F8A83"/>
                </a:solidFill>
                <a:latin typeface="Arial" panose="020B0604020202020204" pitchFamily="34" charset="0"/>
                <a:ea typeface="微软雅黑" panose="020B0503020204020204" charset="-122"/>
              </a:rPr>
              <a:t>05.</a:t>
            </a:r>
            <a:endParaRPr lang="zh-CN" altLang="en-US" sz="1250" b="1">
              <a:solidFill>
                <a:srgbClr val="4F8A83"/>
              </a:solidFill>
              <a:latin typeface="Arial" panose="020B0604020202020204" pitchFamily="34" charset="0"/>
              <a:ea typeface="微软雅黑" panose="020B0503020204020204" charset="-122"/>
            </a:endParaRPr>
          </a:p>
        </p:txBody>
      </p:sp>
      <p:sp>
        <p:nvSpPr>
          <p:cNvPr id="55" name="s8-stage-name-5"/>
          <p:cNvSpPr txBox="1"/>
          <p:nvPr/>
        </p:nvSpPr>
        <p:spPr>
          <a:xfrm>
            <a:off x="8128000" y="1739900"/>
            <a:ext cx="1651000" cy="646331"/>
          </a:xfrm>
          <a:prstGeom prst="rect">
            <a:avLst/>
          </a:prstGeom>
          <a:noFill/>
        </p:spPr>
        <p:txBody>
          <a:bodyPr vert="horz" wrap="square" lIns="0" tIns="0" rIns="0" bIns="0" rtlCol="0" anchor="t">
            <a:noAutofit/>
          </a:bodyPr>
          <a:lstStyle/>
          <a:p>
            <a:r>
              <a:rPr lang="zh-CN" altLang="en-US" sz="1500" b="1">
                <a:solidFill>
                  <a:srgbClr val="243B53"/>
                </a:solidFill>
                <a:latin typeface="Arial" panose="020B0604020202020204" pitchFamily="34" charset="0"/>
                <a:ea typeface="微软雅黑" panose="020B0503020204020204" charset="-122"/>
              </a:rPr>
              <a:t>性能基准与优化</a:t>
            </a:r>
          </a:p>
        </p:txBody>
      </p:sp>
      <p:sp>
        <p:nvSpPr>
          <p:cNvPr id="56" name="s8-stage-action-label-5"/>
          <p:cNvSpPr txBox="1"/>
          <p:nvPr/>
        </p:nvSpPr>
        <p:spPr>
          <a:xfrm>
            <a:off x="8128000" y="2463800"/>
            <a:ext cx="1651000" cy="369332"/>
          </a:xfrm>
          <a:prstGeom prst="rect">
            <a:avLst/>
          </a:prstGeom>
          <a:noFill/>
        </p:spPr>
        <p:txBody>
          <a:bodyPr vert="horz" wrap="square" lIns="0" tIns="0" rIns="0" bIns="0" rtlCol="0" anchor="t">
            <a:noAutofit/>
          </a:bodyPr>
          <a:lstStyle/>
          <a:p>
            <a:r>
              <a:rPr lang="zh-CN" altLang="en-US" sz="1050" b="1">
                <a:solidFill>
                  <a:srgbClr val="66737F"/>
                </a:solidFill>
                <a:latin typeface="Arial" panose="020B0604020202020204" pitchFamily="34" charset="0"/>
                <a:ea typeface="微软雅黑" panose="020B0503020204020204" charset="-122"/>
              </a:rPr>
              <a:t>核心动作</a:t>
            </a:r>
          </a:p>
        </p:txBody>
      </p:sp>
      <p:sp>
        <p:nvSpPr>
          <p:cNvPr id="57" name="s8-stage-action-5"/>
          <p:cNvSpPr txBox="1"/>
          <p:nvPr/>
        </p:nvSpPr>
        <p:spPr>
          <a:xfrm>
            <a:off x="8128000" y="2743200"/>
            <a:ext cx="1651000" cy="1200329"/>
          </a:xfrm>
          <a:prstGeom prst="rect">
            <a:avLst/>
          </a:prstGeom>
          <a:noFill/>
        </p:spPr>
        <p:txBody>
          <a:bodyPr vert="horz" wrap="square" lIns="0" tIns="0" rIns="0" bIns="0" rtlCol="0" anchor="t">
            <a:noAutofit/>
          </a:bodyPr>
          <a:lstStyle/>
          <a:p>
            <a:r>
              <a:rPr lang="en-US" altLang="zh-CN" sz="1220">
                <a:solidFill>
                  <a:srgbClr val="2F3A45"/>
                </a:solidFill>
                <a:latin typeface="Arial" panose="020B0604020202020204" pitchFamily="34" charset="0"/>
                <a:ea typeface="微软雅黑" panose="020B0503020204020204" charset="-122"/>
              </a:rPr>
              <a:t>Benchmark → </a:t>
            </a:r>
            <a:r>
              <a:rPr lang="zh-CN" altLang="en-US" sz="1220">
                <a:solidFill>
                  <a:srgbClr val="2F3A45"/>
                </a:solidFill>
                <a:latin typeface="Arial" panose="020B0604020202020204" pitchFamily="34" charset="0"/>
                <a:ea typeface="微软雅黑" panose="020B0503020204020204" charset="-122"/>
              </a:rPr>
              <a:t>分析</a:t>
            </a:r>
          </a:p>
          <a:p>
            <a:r>
              <a:rPr lang="zh-CN" altLang="en-US" sz="1220">
                <a:solidFill>
                  <a:srgbClr val="2F3A45"/>
                </a:solidFill>
                <a:latin typeface="Arial" panose="020B0604020202020204" pitchFamily="34" charset="0"/>
                <a:ea typeface="微软雅黑" panose="020B0503020204020204" charset="-122"/>
              </a:rPr>
              <a:t>→ 优化 → 复测</a:t>
            </a:r>
          </a:p>
        </p:txBody>
      </p:sp>
      <p:sp>
        <p:nvSpPr>
          <p:cNvPr id="59" name="s8-stage-output-label-5"/>
          <p:cNvSpPr txBox="1"/>
          <p:nvPr/>
        </p:nvSpPr>
        <p:spPr>
          <a:xfrm>
            <a:off x="8128000" y="3581400"/>
            <a:ext cx="1651000" cy="369332"/>
          </a:xfrm>
          <a:prstGeom prst="rect">
            <a:avLst/>
          </a:prstGeom>
          <a:noFill/>
        </p:spPr>
        <p:txBody>
          <a:bodyPr vert="horz" wrap="square" lIns="0" tIns="0" rIns="0" bIns="0" rtlCol="0" anchor="t">
            <a:noAutofit/>
          </a:bodyPr>
          <a:lstStyle/>
          <a:p>
            <a:r>
              <a:rPr lang="zh-CN" altLang="en-US" sz="1050" b="1">
                <a:solidFill>
                  <a:srgbClr val="66737F"/>
                </a:solidFill>
                <a:latin typeface="Arial" panose="020B0604020202020204" pitchFamily="34" charset="0"/>
                <a:ea typeface="微软雅黑" panose="020B0503020204020204" charset="-122"/>
              </a:rPr>
              <a:t>主要输出</a:t>
            </a:r>
          </a:p>
        </p:txBody>
      </p:sp>
      <p:sp>
        <p:nvSpPr>
          <p:cNvPr id="60" name="s8-stage-output-5"/>
          <p:cNvSpPr txBox="1"/>
          <p:nvPr/>
        </p:nvSpPr>
        <p:spPr>
          <a:xfrm>
            <a:off x="8128000" y="3860800"/>
            <a:ext cx="1651000" cy="923330"/>
          </a:xfrm>
          <a:prstGeom prst="rect">
            <a:avLst/>
          </a:prstGeom>
          <a:noFill/>
        </p:spPr>
        <p:txBody>
          <a:bodyPr vert="horz" wrap="square" lIns="0" tIns="0" rIns="0" bIns="0" rtlCol="0" anchor="t">
            <a:noAutofit/>
          </a:bodyPr>
          <a:lstStyle/>
          <a:p>
            <a:r>
              <a:rPr lang="en-US" altLang="zh-CN" sz="1140" b="1">
                <a:solidFill>
                  <a:srgbClr val="4F8A83"/>
                </a:solidFill>
                <a:latin typeface="Arial" panose="020B0604020202020204" pitchFamily="34" charset="0"/>
                <a:ea typeface="微软雅黑" panose="020B0503020204020204" charset="-122"/>
              </a:rPr>
              <a:t>Optimized Kernel</a:t>
            </a:r>
          </a:p>
          <a:p>
            <a:r>
              <a:rPr lang="en-US" altLang="zh-CN" sz="1140" b="1">
                <a:solidFill>
                  <a:srgbClr val="4F8A83"/>
                </a:solidFill>
                <a:latin typeface="Arial" panose="020B0604020202020204" pitchFamily="34" charset="0"/>
                <a:ea typeface="微软雅黑" panose="020B0503020204020204" charset="-122"/>
              </a:rPr>
              <a:t>+ Metrics</a:t>
            </a:r>
            <a:endParaRPr lang="zh-CN" altLang="en-US" sz="1140" b="1">
              <a:solidFill>
                <a:srgbClr val="4F8A83"/>
              </a:solidFill>
              <a:latin typeface="Arial" panose="020B0604020202020204" pitchFamily="34" charset="0"/>
              <a:ea typeface="微软雅黑" panose="020B0503020204020204" charset="-122"/>
            </a:endParaRPr>
          </a:p>
        </p:txBody>
      </p:sp>
      <p:cxnSp>
        <p:nvCxnSpPr>
          <p:cNvPr id="61" name="s8-stage-divider-6"/>
          <p:cNvCxnSpPr/>
          <p:nvPr/>
        </p:nvCxnSpPr>
        <p:spPr>
          <a:xfrm>
            <a:off x="9906000" y="1358900"/>
            <a:ext cx="0" cy="2959100"/>
          </a:xfrm>
          <a:prstGeom prst="line">
            <a:avLst/>
          </a:prstGeom>
          <a:ln w="10160">
            <a:solidFill>
              <a:srgbClr val="D6DEE6"/>
            </a:solidFill>
            <a:headEnd type="none"/>
            <a:tailEnd type="none"/>
          </a:ln>
        </p:spPr>
        <p:style>
          <a:lnRef idx="1">
            <a:schemeClr val="accent1"/>
          </a:lnRef>
          <a:fillRef idx="0">
            <a:schemeClr val="accent1"/>
          </a:fillRef>
          <a:effectRef idx="0">
            <a:schemeClr val="accent1"/>
          </a:effectRef>
          <a:fontRef idx="minor">
            <a:schemeClr val="tx1"/>
          </a:fontRef>
        </p:style>
      </p:cxnSp>
      <p:sp>
        <p:nvSpPr>
          <p:cNvPr id="62" name="s8-stage-number-6"/>
          <p:cNvSpPr txBox="1"/>
          <p:nvPr/>
        </p:nvSpPr>
        <p:spPr>
          <a:xfrm>
            <a:off x="10033000" y="1384300"/>
            <a:ext cx="1587500" cy="369332"/>
          </a:xfrm>
          <a:prstGeom prst="rect">
            <a:avLst/>
          </a:prstGeom>
          <a:noFill/>
        </p:spPr>
        <p:txBody>
          <a:bodyPr vert="horz" wrap="square" lIns="0" tIns="0" rIns="0" bIns="0" rtlCol="0" anchor="t">
            <a:noAutofit/>
          </a:bodyPr>
          <a:lstStyle/>
          <a:p>
            <a:r>
              <a:rPr lang="en-US" altLang="zh-CN" sz="1250" b="1">
                <a:solidFill>
                  <a:srgbClr val="294A6D"/>
                </a:solidFill>
                <a:latin typeface="Arial" panose="020B0604020202020204" pitchFamily="34" charset="0"/>
                <a:ea typeface="微软雅黑" panose="020B0503020204020204" charset="-122"/>
              </a:rPr>
              <a:t>06.</a:t>
            </a:r>
            <a:endParaRPr lang="zh-CN" altLang="en-US" sz="1250" b="1">
              <a:solidFill>
                <a:srgbClr val="294A6D"/>
              </a:solidFill>
              <a:latin typeface="Arial" panose="020B0604020202020204" pitchFamily="34" charset="0"/>
              <a:ea typeface="微软雅黑" panose="020B0503020204020204" charset="-122"/>
            </a:endParaRPr>
          </a:p>
        </p:txBody>
      </p:sp>
      <p:sp>
        <p:nvSpPr>
          <p:cNvPr id="64" name="s8-stage-name-6"/>
          <p:cNvSpPr txBox="1"/>
          <p:nvPr/>
        </p:nvSpPr>
        <p:spPr>
          <a:xfrm>
            <a:off x="10033000" y="1739900"/>
            <a:ext cx="1651000" cy="369332"/>
          </a:xfrm>
          <a:prstGeom prst="rect">
            <a:avLst/>
          </a:prstGeom>
          <a:noFill/>
        </p:spPr>
        <p:txBody>
          <a:bodyPr vert="horz" wrap="square" lIns="0" tIns="0" rIns="0" bIns="0" rtlCol="0" anchor="t">
            <a:noAutofit/>
          </a:bodyPr>
          <a:lstStyle/>
          <a:p>
            <a:r>
              <a:rPr lang="zh-CN" altLang="en-US" sz="1500" b="1">
                <a:solidFill>
                  <a:srgbClr val="243B53"/>
                </a:solidFill>
                <a:latin typeface="Arial" panose="020B0604020202020204" pitchFamily="34" charset="0"/>
                <a:ea typeface="微软雅黑" panose="020B0503020204020204" charset="-122"/>
              </a:rPr>
              <a:t>最终交付</a:t>
            </a:r>
          </a:p>
        </p:txBody>
      </p:sp>
      <p:sp>
        <p:nvSpPr>
          <p:cNvPr id="65" name="s8-stage-action-label-6"/>
          <p:cNvSpPr txBox="1"/>
          <p:nvPr/>
        </p:nvSpPr>
        <p:spPr>
          <a:xfrm>
            <a:off x="10033000" y="2463800"/>
            <a:ext cx="1651000" cy="369332"/>
          </a:xfrm>
          <a:prstGeom prst="rect">
            <a:avLst/>
          </a:prstGeom>
          <a:noFill/>
        </p:spPr>
        <p:txBody>
          <a:bodyPr vert="horz" wrap="square" lIns="0" tIns="0" rIns="0" bIns="0" rtlCol="0" anchor="t">
            <a:noAutofit/>
          </a:bodyPr>
          <a:lstStyle/>
          <a:p>
            <a:r>
              <a:rPr lang="zh-CN" altLang="en-US" sz="1050" b="1">
                <a:solidFill>
                  <a:srgbClr val="66737F"/>
                </a:solidFill>
                <a:latin typeface="Arial" panose="020B0604020202020204" pitchFamily="34" charset="0"/>
                <a:ea typeface="微软雅黑" panose="020B0503020204020204" charset="-122"/>
              </a:rPr>
              <a:t>核心动作</a:t>
            </a:r>
          </a:p>
        </p:txBody>
      </p:sp>
      <p:sp>
        <p:nvSpPr>
          <p:cNvPr id="66" name="s8-stage-action-6"/>
          <p:cNvSpPr txBox="1"/>
          <p:nvPr/>
        </p:nvSpPr>
        <p:spPr>
          <a:xfrm>
            <a:off x="10033000" y="2743200"/>
            <a:ext cx="1651000" cy="923330"/>
          </a:xfrm>
          <a:prstGeom prst="rect">
            <a:avLst/>
          </a:prstGeom>
          <a:noFill/>
        </p:spPr>
        <p:txBody>
          <a:bodyPr vert="horz" wrap="square" lIns="0" tIns="0" rIns="0" bIns="0" rtlCol="0" anchor="t">
            <a:noAutofit/>
          </a:bodyPr>
          <a:lstStyle/>
          <a:p>
            <a:r>
              <a:rPr lang="zh-CN" altLang="en-US" sz="1220">
                <a:solidFill>
                  <a:srgbClr val="2F3A45"/>
                </a:solidFill>
                <a:latin typeface="Arial" panose="020B0604020202020204" pitchFamily="34" charset="0"/>
                <a:ea typeface="微软雅黑" panose="020B0503020204020204" charset="-122"/>
              </a:rPr>
              <a:t>汇总代码、验证结果</a:t>
            </a:r>
          </a:p>
          <a:p>
            <a:r>
              <a:rPr lang="zh-CN" altLang="en-US" sz="1220">
                <a:solidFill>
                  <a:srgbClr val="2F3A45"/>
                </a:solidFill>
                <a:latin typeface="Arial" panose="020B0604020202020204" pitchFamily="34" charset="0"/>
                <a:ea typeface="微软雅黑" panose="020B0503020204020204" charset="-122"/>
              </a:rPr>
              <a:t>与性能报告</a:t>
            </a:r>
          </a:p>
        </p:txBody>
      </p:sp>
      <p:sp>
        <p:nvSpPr>
          <p:cNvPr id="67" name="s8-stage-output-label-6"/>
          <p:cNvSpPr txBox="1"/>
          <p:nvPr/>
        </p:nvSpPr>
        <p:spPr>
          <a:xfrm>
            <a:off x="10033000" y="3581400"/>
            <a:ext cx="1651000" cy="369332"/>
          </a:xfrm>
          <a:prstGeom prst="rect">
            <a:avLst/>
          </a:prstGeom>
          <a:noFill/>
        </p:spPr>
        <p:txBody>
          <a:bodyPr vert="horz" wrap="square" lIns="0" tIns="0" rIns="0" bIns="0" rtlCol="0" anchor="t">
            <a:noAutofit/>
          </a:bodyPr>
          <a:lstStyle/>
          <a:p>
            <a:r>
              <a:rPr lang="zh-CN" altLang="en-US" sz="1050" b="1">
                <a:solidFill>
                  <a:srgbClr val="66737F"/>
                </a:solidFill>
                <a:latin typeface="Arial" panose="020B0604020202020204" pitchFamily="34" charset="0"/>
                <a:ea typeface="微软雅黑" panose="020B0503020204020204" charset="-122"/>
              </a:rPr>
              <a:t>主要输出</a:t>
            </a:r>
          </a:p>
        </p:txBody>
      </p:sp>
      <p:sp>
        <p:nvSpPr>
          <p:cNvPr id="68" name="s8-stage-output-6"/>
          <p:cNvSpPr txBox="1"/>
          <p:nvPr/>
        </p:nvSpPr>
        <p:spPr>
          <a:xfrm>
            <a:off x="10033000" y="3860800"/>
            <a:ext cx="1651000" cy="1200329"/>
          </a:xfrm>
          <a:prstGeom prst="rect">
            <a:avLst/>
          </a:prstGeom>
          <a:noFill/>
        </p:spPr>
        <p:txBody>
          <a:bodyPr vert="horz" wrap="square" lIns="0" tIns="0" rIns="0" bIns="0" rtlCol="0" anchor="t">
            <a:noAutofit/>
          </a:bodyPr>
          <a:lstStyle/>
          <a:p>
            <a:r>
              <a:rPr lang="en-US" altLang="zh-CN" sz="1140" b="1">
                <a:solidFill>
                  <a:srgbClr val="4F8A83"/>
                </a:solidFill>
                <a:latin typeface="Arial" panose="020B0604020202020204" pitchFamily="34" charset="0"/>
                <a:ea typeface="微软雅黑" panose="020B0503020204020204" charset="-122"/>
              </a:rPr>
              <a:t>Kernel / Test /</a:t>
            </a:r>
          </a:p>
          <a:p>
            <a:r>
              <a:rPr lang="en-US" altLang="zh-CN" sz="1140" b="1">
                <a:solidFill>
                  <a:srgbClr val="4F8A83"/>
                </a:solidFill>
                <a:latin typeface="Arial" panose="020B0604020202020204" pitchFamily="34" charset="0"/>
                <a:ea typeface="微软雅黑" panose="020B0503020204020204" charset="-122"/>
              </a:rPr>
              <a:t>Correctness / Benchmark / Report</a:t>
            </a:r>
            <a:endParaRPr lang="zh-CN" altLang="en-US" sz="1140" b="1">
              <a:solidFill>
                <a:srgbClr val="4F8A83"/>
              </a:solidFill>
              <a:latin typeface="Arial" panose="020B0604020202020204" pitchFamily="34" charset="0"/>
              <a:ea typeface="微软雅黑" panose="020B0503020204020204" charset="-122"/>
            </a:endParaRPr>
          </a:p>
        </p:txBody>
      </p:sp>
      <p:sp>
        <p:nvSpPr>
          <p:cNvPr id="63" name="s13-title-rule"/>
          <p:cNvSpPr>
            <a:spLocks noGrp="1"/>
          </p:cNvSpPr>
          <p:nvPr/>
        </p:nvSpPr>
        <p:spPr>
          <a:xfrm>
            <a:off x="247650" y="714375"/>
            <a:ext cx="11734800" cy="19050"/>
          </a:xfrm>
          <a:prstGeom prst="rect">
            <a:avLst/>
          </a:prstGeom>
          <a:solidFill>
            <a:srgbClr val="5B7188"/>
          </a:solidFill>
          <a:ln w="0">
            <a:solidFill>
              <a:srgbClr val="294A6D"/>
            </a:solidFill>
            <a:prstDash val="solid"/>
          </a:ln>
          <a:effectLst/>
        </p:spPr>
      </p:sp>
      <p:sp>
        <p:nvSpPr>
          <p:cNvPr id="69" name="slide-1-title"/>
          <p:cNvSpPr>
            <a:spLocks noGrp="1"/>
          </p:cNvSpPr>
          <p:nvPr/>
        </p:nvSpPr>
        <p:spPr>
          <a:xfrm>
            <a:off x="342900" y="223460"/>
            <a:ext cx="635000" cy="495300"/>
          </a:xfrm>
          <a:prstGeom prst="rect">
            <a:avLst/>
          </a:prstGeom>
          <a:noFill/>
          <a:ln w="0">
            <a:noFill/>
            <a:prstDash val="solid"/>
          </a:ln>
          <a:effectLst/>
        </p:spPr>
        <p:txBody>
          <a:bodyPr wrap="square" lIns="0" tIns="0" rIns="0" bIns="0" anchor="t">
            <a:noAutofit/>
          </a:bodyPr>
          <a:lstStyle/>
          <a:p>
            <a:pPr>
              <a:buNone/>
              <a:defRPr sz="3000" b="1">
                <a:solidFill>
                  <a:srgbClr val="072A67"/>
                </a:solidFill>
                <a:latin typeface="微软雅黑" panose="020B0503020204020204" charset="-122"/>
                <a:ea typeface="微软雅黑" panose="020B0503020204020204" charset="-122"/>
                <a:cs typeface="微软雅黑" panose="020B0503020204020204" charset="-122"/>
              </a:defRPr>
            </a:pPr>
            <a:r>
              <a:rPr lang="en-US" sz="3000" b="1" dirty="0">
                <a:solidFill>
                  <a:srgbClr val="243B53"/>
                </a:solidFill>
                <a:latin typeface="Arial" panose="020B0604020202020204" pitchFamily="34" charset="0"/>
                <a:ea typeface="微软雅黑" panose="020B0503020204020204" charset="-122"/>
                <a:cs typeface="微软雅黑" panose="020B0503020204020204" charset="-122"/>
              </a:rPr>
              <a:t>2.2</a:t>
            </a:r>
            <a:endParaRPr sz="3000" b="1" dirty="0">
              <a:solidFill>
                <a:srgbClr val="243B53"/>
              </a:solidFill>
              <a:latin typeface="Arial" panose="020B0604020202020204" pitchFamily="34" charset="0"/>
              <a:ea typeface="微软雅黑" panose="020B0503020204020204" charset="-122"/>
              <a:cs typeface="微软雅黑" panose="020B0503020204020204" charset="-122"/>
            </a:endParaRPr>
          </a:p>
        </p:txBody>
      </p:sp>
      <p:sp>
        <p:nvSpPr>
          <p:cNvPr id="70" name="speedup-label"/>
          <p:cNvSpPr>
            <a:spLocks noGrp="1"/>
          </p:cNvSpPr>
          <p:nvPr/>
        </p:nvSpPr>
        <p:spPr>
          <a:xfrm>
            <a:off x="8635999" y="4648716"/>
            <a:ext cx="2498725" cy="254000"/>
          </a:xfrm>
          <a:prstGeom prst="rect">
            <a:avLst/>
          </a:prstGeom>
          <a:noFill/>
          <a:ln w="0">
            <a:noFill/>
            <a:prstDash val="solid"/>
          </a:ln>
          <a:effectLst/>
        </p:spPr>
        <p:txBody>
          <a:bodyPr wrap="square" lIns="0" tIns="0" rIns="0" bIns="0" anchor="t">
            <a:noAutofit/>
          </a:bodyPr>
          <a:lstStyle/>
          <a:p>
            <a:pPr>
              <a:buNone/>
              <a:defRPr sz="1015" b="1">
                <a:solidFill>
                  <a:srgbClr val="10244D"/>
                </a:solidFill>
                <a:latin typeface="微软雅黑" panose="020B0503020204020204" charset="-122"/>
                <a:ea typeface="微软雅黑" panose="020B0503020204020204" charset="-122"/>
                <a:cs typeface="微软雅黑" panose="020B0503020204020204" charset="-122"/>
              </a:defRPr>
            </a:pPr>
            <a:r>
              <a:rPr lang="zh-CN" altLang="en-US" sz="1050" b="1" dirty="0" smtClean="0">
                <a:solidFill>
                  <a:srgbClr val="66737F"/>
                </a:solidFill>
                <a:latin typeface="Arial" panose="020B0604020202020204" pitchFamily="34" charset="0"/>
                <a:ea typeface="微软雅黑" panose="020B0503020204020204" charset="-122"/>
                <a:cs typeface="微软雅黑" panose="020B0503020204020204" charset="-122"/>
              </a:rPr>
              <a:t>人工干预成本：  输入清晰的情况下</a:t>
            </a:r>
            <a:r>
              <a:rPr lang="en-US" altLang="zh-CN" sz="1050" b="1" dirty="0" smtClean="0">
                <a:solidFill>
                  <a:srgbClr val="66737F"/>
                </a:solidFill>
                <a:latin typeface="Arial" panose="020B0604020202020204" pitchFamily="34" charset="0"/>
                <a:ea typeface="微软雅黑" panose="020B0503020204020204" charset="-122"/>
                <a:cs typeface="微软雅黑" panose="020B0503020204020204" charset="-122"/>
              </a:rPr>
              <a:t>1-2</a:t>
            </a:r>
            <a:r>
              <a:rPr lang="zh-CN" altLang="en-US" sz="1050" b="1" dirty="0" smtClean="0">
                <a:solidFill>
                  <a:srgbClr val="66737F"/>
                </a:solidFill>
                <a:latin typeface="Arial" panose="020B0604020202020204" pitchFamily="34" charset="0"/>
                <a:ea typeface="微软雅黑" panose="020B0503020204020204" charset="-122"/>
                <a:cs typeface="微软雅黑" panose="020B0503020204020204" charset="-122"/>
              </a:rPr>
              <a:t>次</a:t>
            </a:r>
            <a:endParaRPr sz="1050" b="1" dirty="0">
              <a:solidFill>
                <a:srgbClr val="66737F"/>
              </a:solidFill>
              <a:latin typeface="Arial" panose="020B0604020202020204" pitchFamily="34" charset="0"/>
              <a:ea typeface="微软雅黑" panose="020B0503020204020204" charset="-122"/>
              <a:cs typeface="微软雅黑" panose="020B0503020204020204" charset="-122"/>
            </a:endParaRPr>
          </a:p>
        </p:txBody>
      </p:sp>
      <p:sp>
        <p:nvSpPr>
          <p:cNvPr id="71" name="development-time-definition"/>
          <p:cNvSpPr>
            <a:spLocks noGrp="1"/>
          </p:cNvSpPr>
          <p:nvPr/>
        </p:nvSpPr>
        <p:spPr>
          <a:xfrm>
            <a:off x="660400" y="6375400"/>
            <a:ext cx="4006850" cy="482600"/>
          </a:xfrm>
          <a:prstGeom prst="rect">
            <a:avLst/>
          </a:prstGeom>
          <a:noFill/>
          <a:ln w="0">
            <a:noFill/>
            <a:prstDash val="solid"/>
          </a:ln>
          <a:effectLst/>
        </p:spPr>
        <p:txBody>
          <a:bodyPr wrap="square" lIns="0" tIns="0" rIns="0" bIns="0" anchor="t">
            <a:noAutofit/>
          </a:bodyPr>
          <a:lstStyle/>
          <a:p>
            <a:pPr>
              <a:buNone/>
              <a:defRPr sz="940" b="0">
                <a:solidFill>
                  <a:srgbClr val="101B31"/>
                </a:solidFill>
                <a:latin typeface="微软雅黑" panose="020B0503020204020204" charset="-122"/>
                <a:ea typeface="微软雅黑" panose="020B0503020204020204" charset="-122"/>
                <a:cs typeface="微软雅黑" panose="020B0503020204020204" charset="-122"/>
              </a:defRPr>
            </a:pPr>
            <a:r>
              <a:rPr lang="zh-CN" altLang="en-US" sz="1050" dirty="0" smtClean="0">
                <a:solidFill>
                  <a:srgbClr val="2F3A45"/>
                </a:solidFill>
                <a:latin typeface="Arial" panose="020B0604020202020204" pitchFamily="34" charset="0"/>
                <a:ea typeface="微软雅黑" panose="020B0503020204020204" charset="-122"/>
                <a:cs typeface="微软雅黑" panose="020B0503020204020204" charset="-122"/>
              </a:rPr>
              <a:t>算子开发的</a:t>
            </a:r>
            <a:r>
              <a:rPr lang="en-US" altLang="zh-CN" sz="1050" dirty="0" smtClean="0">
                <a:solidFill>
                  <a:srgbClr val="2F3A45"/>
                </a:solidFill>
                <a:latin typeface="Arial" panose="020B0604020202020204" pitchFamily="34" charset="0"/>
                <a:ea typeface="微软雅黑" panose="020B0503020204020204" charset="-122"/>
                <a:cs typeface="微软雅黑" panose="020B0503020204020204" charset="-122"/>
              </a:rPr>
              <a:t>token</a:t>
            </a:r>
            <a:r>
              <a:rPr lang="zh-CN" altLang="en-US" sz="1050" dirty="0" smtClean="0">
                <a:solidFill>
                  <a:srgbClr val="2F3A45"/>
                </a:solidFill>
                <a:latin typeface="Arial" panose="020B0604020202020204" pitchFamily="34" charset="0"/>
                <a:ea typeface="微软雅黑" panose="020B0503020204020204" charset="-122"/>
                <a:cs typeface="微软雅黑" panose="020B0503020204020204" charset="-122"/>
              </a:rPr>
              <a:t>消耗是数百万</a:t>
            </a:r>
            <a:r>
              <a:rPr lang="en-US" altLang="zh-CN" sz="1050" dirty="0" err="1" smtClean="0">
                <a:solidFill>
                  <a:srgbClr val="2F3A45"/>
                </a:solidFill>
                <a:latin typeface="Arial" panose="020B0604020202020204" pitchFamily="34" charset="0"/>
                <a:ea typeface="微软雅黑" panose="020B0503020204020204" charset="-122"/>
                <a:cs typeface="微软雅黑" panose="020B0503020204020204" charset="-122"/>
              </a:rPr>
              <a:t>okens</a:t>
            </a:r>
            <a:r>
              <a:rPr lang="zh-CN" altLang="en-US" sz="1050" dirty="0" smtClean="0">
                <a:solidFill>
                  <a:srgbClr val="2F3A45"/>
                </a:solidFill>
                <a:latin typeface="Arial" panose="020B0604020202020204" pitchFamily="34" charset="0"/>
                <a:ea typeface="微软雅黑" panose="020B0503020204020204" charset="-122"/>
                <a:cs typeface="微软雅黑" panose="020B0503020204020204" charset="-122"/>
              </a:rPr>
              <a:t>级别的，具体数据后续会重新测量记录。</a:t>
            </a:r>
            <a:endParaRPr sz="1050" dirty="0">
              <a:solidFill>
                <a:srgbClr val="2F3A45"/>
              </a:solidFill>
              <a:latin typeface="Arial" panose="020B0604020202020204" pitchFamily="34" charset="0"/>
              <a:ea typeface="微软雅黑" panose="020B0503020204020204" charset="-122"/>
              <a:cs typeface="微软雅黑" panose="020B0503020204020204" charset="-122"/>
            </a:endParaRPr>
          </a:p>
        </p:txBody>
      </p:sp>
      <p:sp>
        <p:nvSpPr>
          <p:cNvPr id="2" name="矩形 1"/>
          <p:cNvSpPr/>
          <p:nvPr/>
        </p:nvSpPr>
        <p:spPr>
          <a:xfrm>
            <a:off x="5271770" y="5250815"/>
            <a:ext cx="824230" cy="845185"/>
          </a:xfrm>
          <a:prstGeom prst="rect">
            <a:avLst/>
          </a:prstGeom>
          <a:noFill/>
          <a:ln w="38100">
            <a:solidFill>
              <a:srgbClr val="FF0000"/>
            </a:solidFill>
            <a:prstDash val="sysDash"/>
          </a:ln>
          <a:extLst>
            <a:ext uri="{909E8E84-426E-40DD-AFC4-6F175D3DCCD1}">
              <a14:hiddenFill xmlns:a14="http://schemas.microsoft.com/office/drawing/2010/main">
                <a:solidFill>
                  <a:schemeClr val="accent1"/>
                </a:solidFill>
              </a14:hiddenFill>
            </a:ext>
          </a:extLst>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a:endParaRPr lang="zh-CN" altLang="en-US"/>
          </a:p>
        </p:txBody>
      </p:sp>
      <p:sp>
        <p:nvSpPr>
          <p:cNvPr id="3" name="development-time-definition"/>
          <p:cNvSpPr>
            <a:spLocks noGrp="1"/>
          </p:cNvSpPr>
          <p:nvPr/>
        </p:nvSpPr>
        <p:spPr>
          <a:xfrm>
            <a:off x="5271770" y="6241415"/>
            <a:ext cx="4006850" cy="482600"/>
          </a:xfrm>
          <a:prstGeom prst="rect">
            <a:avLst/>
          </a:prstGeom>
          <a:noFill/>
          <a:ln w="0">
            <a:noFill/>
            <a:prstDash val="solid"/>
          </a:ln>
          <a:effectLst/>
        </p:spPr>
        <p:txBody>
          <a:bodyPr wrap="square" lIns="0" tIns="0" rIns="0" bIns="0" anchor="t">
            <a:noAutofit/>
          </a:bodyPr>
          <a:lstStyle/>
          <a:p>
            <a:pPr>
              <a:buNone/>
              <a:defRPr sz="940" b="0">
                <a:solidFill>
                  <a:srgbClr val="101B31"/>
                </a:solidFill>
                <a:latin typeface="微软雅黑" panose="020B0503020204020204" charset="-122"/>
                <a:ea typeface="微软雅黑" panose="020B0503020204020204" charset="-122"/>
                <a:cs typeface="微软雅黑" panose="020B0503020204020204" charset="-122"/>
              </a:defRPr>
            </a:pPr>
            <a:r>
              <a:rPr lang="zh-CN" sz="1050" dirty="0">
                <a:solidFill>
                  <a:srgbClr val="2F3A45"/>
                </a:solidFill>
                <a:latin typeface="Arial" panose="020B0604020202020204" pitchFamily="34" charset="0"/>
                <a:ea typeface="微软雅黑" panose="020B0503020204020204" charset="-122"/>
                <a:cs typeface="微软雅黑" panose="020B0503020204020204" charset="-122"/>
              </a:rPr>
              <a:t>针对开发耗时，后面新开发了一版</a:t>
            </a:r>
            <a:r>
              <a:rPr lang="en-US" altLang="zh-CN" sz="1050" dirty="0">
                <a:solidFill>
                  <a:srgbClr val="2F3A45"/>
                </a:solidFill>
                <a:latin typeface="Arial" panose="020B0604020202020204" pitchFamily="34" charset="0"/>
                <a:ea typeface="微软雅黑" panose="020B0503020204020204" charset="-122"/>
                <a:cs typeface="微软雅黑" panose="020B0503020204020204" charset="-122"/>
              </a:rPr>
              <a:t>mlu</a:t>
            </a:r>
            <a:r>
              <a:rPr lang="zh-CN" altLang="en-US" sz="1050" dirty="0">
                <a:solidFill>
                  <a:srgbClr val="2F3A45"/>
                </a:solidFill>
                <a:latin typeface="Arial" panose="020B0604020202020204" pitchFamily="34" charset="0"/>
                <a:ea typeface="微软雅黑" panose="020B0503020204020204" charset="-122"/>
                <a:cs typeface="微软雅黑" panose="020B0503020204020204" charset="-122"/>
              </a:rPr>
              <a:t>的</a:t>
            </a:r>
            <a:r>
              <a:rPr lang="en-US" altLang="zh-CN" sz="1050" dirty="0">
                <a:solidFill>
                  <a:srgbClr val="2F3A45"/>
                </a:solidFill>
                <a:latin typeface="Arial" panose="020B0604020202020204" pitchFamily="34" charset="0"/>
                <a:ea typeface="微软雅黑" panose="020B0503020204020204" charset="-122"/>
                <a:cs typeface="微软雅黑" panose="020B0503020204020204" charset="-122"/>
              </a:rPr>
              <a:t>triton</a:t>
            </a:r>
            <a:r>
              <a:rPr lang="zh-CN" altLang="en-US" sz="1050" dirty="0">
                <a:solidFill>
                  <a:srgbClr val="2F3A45"/>
                </a:solidFill>
                <a:latin typeface="Arial" panose="020B0604020202020204" pitchFamily="34" charset="0"/>
                <a:ea typeface="微软雅黑" panose="020B0503020204020204" charset="-122"/>
                <a:cs typeface="微软雅黑" panose="020B0503020204020204" charset="-122"/>
              </a:rPr>
              <a:t>开发</a:t>
            </a:r>
            <a:r>
              <a:rPr lang="en-US" altLang="zh-CN" sz="1050" dirty="0">
                <a:solidFill>
                  <a:srgbClr val="2F3A45"/>
                </a:solidFill>
                <a:latin typeface="Arial" panose="020B0604020202020204" pitchFamily="34" charset="0"/>
                <a:ea typeface="微软雅黑" panose="020B0503020204020204" charset="-122"/>
                <a:cs typeface="微软雅黑" panose="020B0503020204020204" charset="-122"/>
              </a:rPr>
              <a:t>skill</a:t>
            </a:r>
            <a:r>
              <a:rPr lang="zh-CN" altLang="en-US" sz="1050" dirty="0">
                <a:solidFill>
                  <a:srgbClr val="2F3A45"/>
                </a:solidFill>
                <a:latin typeface="Arial" panose="020B0604020202020204" pitchFamily="34" charset="0"/>
                <a:ea typeface="微软雅黑" panose="020B0503020204020204" charset="-122"/>
                <a:cs typeface="微软雅黑" panose="020B0503020204020204" charset="-122"/>
              </a:rPr>
              <a:t>，有了一些轻微的加速。</a:t>
            </a: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bg>
      <p:bgPr>
        <a:solidFill>
          <a:srgbClr val="F7F8FA"/>
        </a:solidFill>
        <a:effectLst/>
      </p:bgPr>
    </p:bg>
    <p:spTree>
      <p:nvGrpSpPr>
        <p:cNvPr id="1" name=""/>
        <p:cNvGrpSpPr/>
        <p:nvPr/>
      </p:nvGrpSpPr>
      <p:grpSpPr>
        <a:xfrm>
          <a:off x="0" y="0"/>
          <a:ext cx="0" cy="0"/>
          <a:chOff x="0" y="0"/>
          <a:chExt cx="0" cy="0"/>
        </a:xfrm>
      </p:grpSpPr>
      <p:sp>
        <p:nvSpPr>
          <p:cNvPr id="11" name="slide-6-title"/>
          <p:cNvSpPr>
            <a:spLocks noGrp="1"/>
          </p:cNvSpPr>
          <p:nvPr/>
        </p:nvSpPr>
        <p:spPr>
          <a:xfrm>
            <a:off x="1198287" y="206375"/>
            <a:ext cx="9953625" cy="457200"/>
          </a:xfrm>
          <a:prstGeom prst="rect">
            <a:avLst/>
          </a:prstGeom>
          <a:noFill/>
          <a:ln w="0">
            <a:noFill/>
            <a:prstDash val="solid"/>
          </a:ln>
          <a:effectLst/>
          <a:extLst>
            <a:ext uri="{909E8E84-426E-40DD-AFC4-6F175D3DCCD1}">
              <a14:hiddenFill xmlns:a14="http://schemas.microsoft.com/office/drawing/2010/main">
                <a:solidFill>
                  <a:srgbClr val="FFFFFF"/>
                </a:solidFill>
              </a14:hiddenFill>
            </a:ext>
          </a:extLst>
        </p:spPr>
        <p:txBody>
          <a:bodyPr wrap="square" lIns="0" tIns="0" rIns="0" bIns="0" anchor="ctr">
            <a:normAutofit/>
          </a:bodyPr>
          <a:lstStyle/>
          <a:p>
            <a:pPr algn="l">
              <a:buNone/>
              <a:defRPr sz="2550" b="1">
                <a:solidFill>
                  <a:srgbClr val="072A67"/>
                </a:solidFill>
                <a:latin typeface="微软雅黑" panose="020B0503020204020204" charset="-122"/>
                <a:ea typeface="微软雅黑" panose="020B0503020204020204" charset="-122"/>
                <a:cs typeface="微软雅黑" panose="020B0503020204020204" charset="-122"/>
              </a:defRPr>
            </a:pPr>
            <a:r>
              <a:rPr lang="zh-CN" altLang="en-US" sz="2550" b="1" dirty="0">
                <a:solidFill>
                  <a:srgbClr val="243B53"/>
                </a:solidFill>
                <a:latin typeface="Arial" panose="020B0604020202020204" pitchFamily="34" charset="0"/>
                <a:ea typeface="微软雅黑" panose="020B0503020204020204" charset="-122"/>
                <a:cs typeface="微软雅黑" panose="020B0503020204020204" charset="-122"/>
              </a:rPr>
              <a:t>寒武纪</a:t>
            </a:r>
            <a:r>
              <a:rPr sz="2550" b="1" dirty="0" err="1">
                <a:solidFill>
                  <a:srgbClr val="243B53"/>
                </a:solidFill>
                <a:latin typeface="Arial" panose="020B0604020202020204" pitchFamily="34" charset="0"/>
                <a:ea typeface="微软雅黑" panose="020B0503020204020204" charset="-122"/>
                <a:cs typeface="微软雅黑" panose="020B0503020204020204" charset="-122"/>
              </a:rPr>
              <a:t>算子</a:t>
            </a:r>
            <a:r>
              <a:rPr sz="2550" b="1" dirty="0">
                <a:solidFill>
                  <a:srgbClr val="243B53"/>
                </a:solidFill>
                <a:latin typeface="Arial" panose="020B0604020202020204" pitchFamily="34" charset="0"/>
                <a:ea typeface="微软雅黑" panose="020B0503020204020204" charset="-122"/>
                <a:cs typeface="微软雅黑" panose="020B0503020204020204" charset="-122"/>
              </a:rPr>
              <a:t> Skill 的</a:t>
            </a:r>
            <a:r>
              <a:rPr lang="zh-CN" sz="2550" b="1" dirty="0">
                <a:solidFill>
                  <a:srgbClr val="243B53"/>
                </a:solidFill>
                <a:latin typeface="Arial" panose="020B0604020202020204" pitchFamily="34" charset="0"/>
                <a:ea typeface="微软雅黑" panose="020B0503020204020204" charset="-122"/>
                <a:cs typeface="微软雅黑" panose="020B0503020204020204" charset="-122"/>
              </a:rPr>
              <a:t>优势</a:t>
            </a:r>
            <a:r>
              <a:rPr sz="2550" b="1" dirty="0" err="1">
                <a:solidFill>
                  <a:srgbClr val="243B53"/>
                </a:solidFill>
                <a:latin typeface="Arial" panose="020B0604020202020204" pitchFamily="34" charset="0"/>
                <a:ea typeface="微软雅黑" panose="020B0503020204020204" charset="-122"/>
                <a:cs typeface="微软雅黑" panose="020B0503020204020204" charset="-122"/>
              </a:rPr>
              <a:t>与问题</a:t>
            </a:r>
            <a:endParaRPr sz="2550" b="1" dirty="0">
              <a:solidFill>
                <a:srgbClr val="243B53"/>
              </a:solidFill>
              <a:latin typeface="Arial" panose="020B0604020202020204" pitchFamily="34" charset="0"/>
              <a:ea typeface="微软雅黑" panose="020B0503020204020204" charset="-122"/>
              <a:cs typeface="微软雅黑" panose="020B0503020204020204" charset="-122"/>
            </a:endParaRPr>
          </a:p>
        </p:txBody>
      </p:sp>
      <p:sp>
        <p:nvSpPr>
          <p:cNvPr id="12" name="left-column-heading"/>
          <p:cNvSpPr>
            <a:spLocks noGrp="1"/>
          </p:cNvSpPr>
          <p:nvPr/>
        </p:nvSpPr>
        <p:spPr>
          <a:xfrm>
            <a:off x="1127760" y="1390650"/>
            <a:ext cx="4057650" cy="304800"/>
          </a:xfrm>
          <a:prstGeom prst="rect">
            <a:avLst/>
          </a:prstGeom>
          <a:noFill/>
          <a:ln w="0">
            <a:noFill/>
            <a:prstDash val="solid"/>
          </a:ln>
          <a:effectLst/>
        </p:spPr>
        <p:txBody>
          <a:bodyPr wrap="square" lIns="0" tIns="0" rIns="0" bIns="0" anchor="ctr">
            <a:noAutofit/>
          </a:bodyPr>
          <a:lstStyle/>
          <a:p>
            <a:pPr>
              <a:buNone/>
              <a:defRPr sz="1240" b="1">
                <a:solidFill>
                  <a:srgbClr val="008A50"/>
                </a:solidFill>
                <a:latin typeface="微软雅黑" panose="020B0503020204020204" charset="-122"/>
                <a:ea typeface="微软雅黑" panose="020B0503020204020204" charset="-122"/>
                <a:cs typeface="微软雅黑" panose="020B0503020204020204" charset="-122"/>
              </a:defRPr>
            </a:pPr>
            <a:r>
              <a:rPr lang="zh-CN" altLang="en-US" sz="1600" b="1" dirty="0">
                <a:solidFill>
                  <a:srgbClr val="243B53"/>
                </a:solidFill>
                <a:latin typeface="Arial" panose="020B0604020202020204" pitchFamily="34" charset="0"/>
                <a:ea typeface="微软雅黑" panose="020B0503020204020204" charset="-122"/>
                <a:cs typeface="微软雅黑" panose="020B0503020204020204" charset="-122"/>
              </a:rPr>
              <a:t>三大</a:t>
            </a:r>
            <a:r>
              <a:rPr lang="zh-CN" sz="1600" b="1" dirty="0">
                <a:solidFill>
                  <a:srgbClr val="243B53"/>
                </a:solidFill>
                <a:latin typeface="Arial" panose="020B0604020202020204" pitchFamily="34" charset="0"/>
                <a:ea typeface="微软雅黑" panose="020B0503020204020204" charset="-122"/>
                <a:cs typeface="微软雅黑" panose="020B0503020204020204" charset="-122"/>
              </a:rPr>
              <a:t>优势</a:t>
            </a:r>
          </a:p>
        </p:txBody>
      </p:sp>
      <p:sp>
        <p:nvSpPr>
          <p:cNvPr id="13" name="right-column-heading"/>
          <p:cNvSpPr>
            <a:spLocks noGrp="1"/>
          </p:cNvSpPr>
          <p:nvPr/>
        </p:nvSpPr>
        <p:spPr>
          <a:xfrm>
            <a:off x="6671310" y="1352550"/>
            <a:ext cx="4362450" cy="304800"/>
          </a:xfrm>
          <a:prstGeom prst="rect">
            <a:avLst/>
          </a:prstGeom>
          <a:noFill/>
          <a:ln w="0">
            <a:noFill/>
            <a:prstDash val="solid"/>
          </a:ln>
          <a:effectLst/>
        </p:spPr>
        <p:txBody>
          <a:bodyPr wrap="square" lIns="0" tIns="0" rIns="0" bIns="0" anchor="ctr">
            <a:noAutofit/>
          </a:bodyPr>
          <a:lstStyle/>
          <a:p>
            <a:pPr>
              <a:buNone/>
              <a:defRPr sz="1240" b="1">
                <a:solidFill>
                  <a:srgbClr val="0752A7"/>
                </a:solidFill>
                <a:latin typeface="微软雅黑" panose="020B0503020204020204" charset="-122"/>
                <a:ea typeface="微软雅黑" panose="020B0503020204020204" charset="-122"/>
                <a:cs typeface="微软雅黑" panose="020B0503020204020204" charset="-122"/>
              </a:defRPr>
            </a:pPr>
            <a:r>
              <a:rPr lang="zh-CN" altLang="en-US" sz="1600" b="1" dirty="0">
                <a:solidFill>
                  <a:srgbClr val="C77C59"/>
                </a:solidFill>
                <a:latin typeface="Arial" panose="020B0604020202020204" pitchFamily="34" charset="0"/>
                <a:ea typeface="微软雅黑" panose="020B0503020204020204" charset="-122"/>
                <a:cs typeface="微软雅黑" panose="020B0503020204020204" charset="-122"/>
              </a:rPr>
              <a:t>四个</a:t>
            </a:r>
            <a:r>
              <a:rPr sz="1600" b="1" dirty="0" err="1">
                <a:solidFill>
                  <a:srgbClr val="C77C59"/>
                </a:solidFill>
                <a:latin typeface="Arial" panose="020B0604020202020204" pitchFamily="34" charset="0"/>
                <a:ea typeface="微软雅黑" panose="020B0503020204020204" charset="-122"/>
                <a:cs typeface="微软雅黑" panose="020B0503020204020204" charset="-122"/>
              </a:rPr>
              <a:t>问题</a:t>
            </a:r>
            <a:endParaRPr sz="1600" b="1" dirty="0">
              <a:solidFill>
                <a:srgbClr val="C77C59"/>
              </a:solidFill>
              <a:latin typeface="Arial" panose="020B0604020202020204" pitchFamily="34" charset="0"/>
              <a:ea typeface="微软雅黑" panose="020B0503020204020204" charset="-122"/>
              <a:cs typeface="微软雅黑" panose="020B0503020204020204" charset="-122"/>
            </a:endParaRPr>
          </a:p>
        </p:txBody>
      </p:sp>
      <p:sp>
        <p:nvSpPr>
          <p:cNvPr id="19" name="flow-identify-frame"/>
          <p:cNvSpPr>
            <a:spLocks noGrp="1"/>
          </p:cNvSpPr>
          <p:nvPr/>
        </p:nvSpPr>
        <p:spPr>
          <a:xfrm>
            <a:off x="2135505" y="5445125"/>
            <a:ext cx="6377305" cy="485140"/>
          </a:xfrm>
          <a:prstGeom prst="rect">
            <a:avLst/>
          </a:prstGeom>
          <a:solidFill>
            <a:srgbClr val="EEF2F5"/>
          </a:solidFill>
          <a:ln w="9525">
            <a:solidFill>
              <a:srgbClr val="D6DEE6"/>
            </a:solidFill>
            <a:prstDash val="solid"/>
          </a:ln>
          <a:effectLst/>
        </p:spPr>
        <p:txBody>
          <a:bodyPr wrap="square" lIns="0" tIns="0" rIns="0" bIns="0" anchor="ctr">
            <a:normAutofit/>
          </a:bodyPr>
          <a:lstStyle/>
          <a:p>
            <a:endParaRPr sz="1400" b="1"/>
          </a:p>
        </p:txBody>
      </p:sp>
      <p:sp>
        <p:nvSpPr>
          <p:cNvPr id="20" name="flow-identify-label"/>
          <p:cNvSpPr>
            <a:spLocks noGrp="1"/>
          </p:cNvSpPr>
          <p:nvPr/>
        </p:nvSpPr>
        <p:spPr>
          <a:xfrm>
            <a:off x="2927350" y="5445125"/>
            <a:ext cx="2580640" cy="538480"/>
          </a:xfrm>
          <a:prstGeom prst="rect">
            <a:avLst/>
          </a:prstGeom>
          <a:noFill/>
          <a:ln w="0">
            <a:noFill/>
            <a:prstDash val="solid"/>
          </a:ln>
          <a:effectLst/>
        </p:spPr>
        <p:txBody>
          <a:bodyPr wrap="square" lIns="0" tIns="0" rIns="0" bIns="0" anchor="ctr">
            <a:noAutofit/>
          </a:bodyPr>
          <a:lstStyle/>
          <a:p>
            <a:pPr algn="l">
              <a:buNone/>
              <a:defRPr sz="1050" b="1">
                <a:solidFill>
                  <a:srgbClr val="161B2B"/>
                </a:solidFill>
                <a:latin typeface="微软雅黑" panose="020B0503020204020204" charset="-122"/>
                <a:ea typeface="微软雅黑" panose="020B0503020204020204" charset="-122"/>
                <a:cs typeface="微软雅黑" panose="020B0503020204020204" charset="-122"/>
              </a:defRPr>
            </a:pPr>
            <a:r>
              <a:rPr lang="zh-CN" sz="1400" dirty="0">
                <a:solidFill>
                  <a:srgbClr val="2F3A45"/>
                </a:solidFill>
                <a:latin typeface="Arial" panose="020B0604020202020204" pitchFamily="34" charset="0"/>
                <a:ea typeface="微软雅黑" panose="020B0503020204020204" charset="-122"/>
                <a:cs typeface="微软雅黑" panose="020B0503020204020204" charset="-122"/>
              </a:rPr>
              <a:t>算子开发指南结构</a:t>
            </a:r>
            <a:r>
              <a:rPr sz="1400" dirty="0">
                <a:solidFill>
                  <a:srgbClr val="2F3A45"/>
                </a:solidFill>
                <a:latin typeface="Arial" panose="020B0604020202020204" pitchFamily="34" charset="0"/>
                <a:ea typeface="微软雅黑" panose="020B0503020204020204" charset="-122"/>
                <a:cs typeface="微软雅黑" panose="020B0503020204020204" charset="-122"/>
              </a:rPr>
              <a:t>：</a:t>
            </a:r>
          </a:p>
        </p:txBody>
      </p:sp>
      <p:sp>
        <p:nvSpPr>
          <p:cNvPr id="21" name="flow-general-process"/>
          <p:cNvSpPr>
            <a:spLocks noGrp="1"/>
          </p:cNvSpPr>
          <p:nvPr/>
        </p:nvSpPr>
        <p:spPr>
          <a:xfrm>
            <a:off x="4871002" y="5567363"/>
            <a:ext cx="1438275" cy="276225"/>
          </a:xfrm>
          <a:prstGeom prst="roundRect">
            <a:avLst>
              <a:gd name="adj" fmla="val 17241"/>
            </a:avLst>
          </a:prstGeom>
          <a:solidFill>
            <a:srgbClr val="EAF3F1"/>
          </a:solidFill>
          <a:ln w="9525">
            <a:solidFill>
              <a:srgbClr val="D6DEE6"/>
            </a:solidFill>
            <a:prstDash val="solid"/>
          </a:ln>
          <a:effectLst/>
        </p:spPr>
        <p:txBody>
          <a:bodyPr wrap="square" lIns="38100" tIns="0" rIns="38100" bIns="0" anchor="ctr">
            <a:normAutofit/>
          </a:bodyPr>
          <a:lstStyle/>
          <a:p>
            <a:pPr algn="ctr">
              <a:buNone/>
              <a:defRPr sz="975" b="1">
                <a:solidFill>
                  <a:srgbClr val="087242"/>
                </a:solidFill>
                <a:latin typeface="微软雅黑" panose="020B0503020204020204" charset="-122"/>
                <a:ea typeface="微软雅黑" panose="020B0503020204020204" charset="-122"/>
                <a:cs typeface="微软雅黑" panose="020B0503020204020204" charset="-122"/>
              </a:defRPr>
            </a:pPr>
            <a:r>
              <a:rPr sz="1400" dirty="0" err="1">
                <a:solidFill>
                  <a:srgbClr val="2F3A45"/>
                </a:solidFill>
                <a:latin typeface="Arial" panose="020B0604020202020204" pitchFamily="34" charset="0"/>
                <a:ea typeface="微软雅黑" panose="020B0503020204020204" charset="-122"/>
                <a:cs typeface="微软雅黑" panose="020B0503020204020204" charset="-122"/>
              </a:rPr>
              <a:t>通用开发流程</a:t>
            </a:r>
            <a:endParaRPr sz="1400" dirty="0">
              <a:solidFill>
                <a:srgbClr val="2F3A45"/>
              </a:solidFill>
              <a:latin typeface="Arial" panose="020B0604020202020204" pitchFamily="34" charset="0"/>
              <a:ea typeface="微软雅黑" panose="020B0503020204020204" charset="-122"/>
              <a:cs typeface="微软雅黑" panose="020B0503020204020204" charset="-122"/>
            </a:endParaRPr>
          </a:p>
        </p:txBody>
      </p:sp>
      <p:sp>
        <p:nvSpPr>
          <p:cNvPr id="22" name="flow-plus"/>
          <p:cNvSpPr>
            <a:spLocks noGrp="1"/>
          </p:cNvSpPr>
          <p:nvPr/>
        </p:nvSpPr>
        <p:spPr>
          <a:xfrm>
            <a:off x="6383655" y="5589270"/>
            <a:ext cx="304800" cy="295275"/>
          </a:xfrm>
          <a:prstGeom prst="rect">
            <a:avLst/>
          </a:prstGeom>
          <a:noFill/>
          <a:ln w="0">
            <a:noFill/>
            <a:prstDash val="solid"/>
          </a:ln>
          <a:effectLst/>
        </p:spPr>
        <p:txBody>
          <a:bodyPr wrap="square" lIns="0" tIns="0" rIns="0" bIns="0" anchor="ctr">
            <a:normAutofit/>
          </a:bodyPr>
          <a:lstStyle/>
          <a:p>
            <a:pPr algn="ctr">
              <a:buNone/>
              <a:defRPr sz="1200" b="1">
                <a:solidFill>
                  <a:srgbClr val="1A1A1A"/>
                </a:solidFill>
                <a:latin typeface="微软雅黑" panose="020B0503020204020204" charset="-122"/>
                <a:ea typeface="微软雅黑" panose="020B0503020204020204" charset="-122"/>
                <a:cs typeface="微软雅黑" panose="020B0503020204020204" charset="-122"/>
              </a:defRPr>
            </a:pPr>
            <a:r>
              <a:rPr sz="1400">
                <a:solidFill>
                  <a:srgbClr val="2F3A45"/>
                </a:solidFill>
                <a:latin typeface="Arial" panose="020B0604020202020204" pitchFamily="34" charset="0"/>
                <a:ea typeface="微软雅黑" panose="020B0503020204020204" charset="-122"/>
                <a:cs typeface="微软雅黑" panose="020B0503020204020204" charset="-122"/>
              </a:rPr>
              <a:t>+</a:t>
            </a:r>
          </a:p>
        </p:txBody>
      </p:sp>
      <p:sp>
        <p:nvSpPr>
          <p:cNvPr id="23" name="flow-platform-knowledge"/>
          <p:cNvSpPr>
            <a:spLocks noGrp="1"/>
          </p:cNvSpPr>
          <p:nvPr/>
        </p:nvSpPr>
        <p:spPr>
          <a:xfrm>
            <a:off x="6734175" y="5560392"/>
            <a:ext cx="1371600" cy="276225"/>
          </a:xfrm>
          <a:prstGeom prst="roundRect">
            <a:avLst>
              <a:gd name="adj" fmla="val 17241"/>
            </a:avLst>
          </a:prstGeom>
          <a:solidFill>
            <a:srgbClr val="EEF2F5"/>
          </a:solidFill>
          <a:ln w="9525">
            <a:solidFill>
              <a:srgbClr val="D6DEE6"/>
            </a:solidFill>
            <a:prstDash val="solid"/>
          </a:ln>
          <a:effectLst/>
        </p:spPr>
        <p:txBody>
          <a:bodyPr wrap="square" lIns="38100" tIns="0" rIns="38100" bIns="0" anchor="ctr">
            <a:normAutofit/>
          </a:bodyPr>
          <a:lstStyle/>
          <a:p>
            <a:pPr algn="ctr">
              <a:buNone/>
              <a:defRPr sz="975" b="1">
                <a:solidFill>
                  <a:srgbClr val="124EA0"/>
                </a:solidFill>
                <a:latin typeface="微软雅黑" panose="020B0503020204020204" charset="-122"/>
                <a:ea typeface="微软雅黑" panose="020B0503020204020204" charset="-122"/>
                <a:cs typeface="微软雅黑" panose="020B0503020204020204" charset="-122"/>
              </a:defRPr>
            </a:pPr>
            <a:r>
              <a:rPr sz="1400" dirty="0" err="1">
                <a:solidFill>
                  <a:srgbClr val="294A6D"/>
                </a:solidFill>
                <a:latin typeface="Arial" panose="020B0604020202020204" pitchFamily="34" charset="0"/>
                <a:ea typeface="微软雅黑" panose="020B0503020204020204" charset="-122"/>
                <a:cs typeface="微软雅黑" panose="020B0503020204020204" charset="-122"/>
              </a:rPr>
              <a:t>平台专属知识</a:t>
            </a:r>
            <a:endParaRPr sz="1400" dirty="0">
              <a:solidFill>
                <a:srgbClr val="294A6D"/>
              </a:solidFill>
              <a:latin typeface="Arial" panose="020B0604020202020204" pitchFamily="34" charset="0"/>
              <a:ea typeface="微软雅黑" panose="020B0503020204020204" charset="-122"/>
              <a:cs typeface="微软雅黑" panose="020B0503020204020204" charset="-122"/>
            </a:endParaRPr>
          </a:p>
        </p:txBody>
      </p:sp>
      <p:sp>
        <p:nvSpPr>
          <p:cNvPr id="25" name="slide-6-editable-footer"/>
          <p:cNvSpPr>
            <a:spLocks noGrp="1"/>
          </p:cNvSpPr>
          <p:nvPr/>
        </p:nvSpPr>
        <p:spPr>
          <a:xfrm>
            <a:off x="219075" y="6248400"/>
            <a:ext cx="11753850" cy="523875"/>
          </a:xfrm>
          <a:prstGeom prst="rect">
            <a:avLst/>
          </a:prstGeom>
          <a:solidFill>
            <a:srgbClr val="EEF2F5"/>
          </a:solidFill>
          <a:ln w="0">
            <a:solidFill>
              <a:srgbClr val="D6DEE6"/>
            </a:solidFill>
            <a:prstDash val="solid"/>
          </a:ln>
          <a:effectLst/>
        </p:spPr>
        <p:txBody>
          <a:bodyPr wrap="square" lIns="133350" tIns="28575" rIns="133350" bIns="28575" anchor="ctr">
            <a:normAutofit/>
          </a:bodyPr>
          <a:lstStyle/>
          <a:p>
            <a:pPr algn="ctr">
              <a:buNone/>
              <a:defRPr sz="1015" b="1">
                <a:solidFill>
                  <a:srgbClr val="072A67"/>
                </a:solidFill>
                <a:latin typeface="微软雅黑" panose="020B0503020204020204" charset="-122"/>
                <a:ea typeface="微软雅黑" panose="020B0503020204020204" charset="-122"/>
                <a:cs typeface="微软雅黑" panose="020B0503020204020204" charset="-122"/>
              </a:defRPr>
            </a:pPr>
            <a:r>
              <a:rPr sz="1015" b="1" dirty="0">
                <a:solidFill>
                  <a:srgbClr val="2F3A45"/>
                </a:solidFill>
                <a:latin typeface="Arial" panose="020B0604020202020204" pitchFamily="34" charset="0"/>
                <a:ea typeface="微软雅黑" panose="020B0503020204020204" charset="-122"/>
                <a:cs typeface="微软雅黑" panose="020B0503020204020204" charset="-122"/>
              </a:rPr>
              <a:t> </a:t>
            </a:r>
            <a:r>
              <a:rPr sz="1015" b="1" dirty="0" err="1">
                <a:solidFill>
                  <a:srgbClr val="2F3A45"/>
                </a:solidFill>
                <a:latin typeface="Arial" panose="020B0604020202020204" pitchFamily="34" charset="0"/>
                <a:ea typeface="微软雅黑" panose="020B0503020204020204" charset="-122"/>
                <a:cs typeface="微软雅黑" panose="020B0503020204020204" charset="-122"/>
              </a:rPr>
              <a:t>从“开发算子</a:t>
            </a:r>
            <a:r>
              <a:rPr lang="en-US" sz="1015" b="1" dirty="0" err="1">
                <a:solidFill>
                  <a:srgbClr val="2F3A45"/>
                </a:solidFill>
                <a:latin typeface="Arial" panose="020B0604020202020204" pitchFamily="34" charset="0"/>
                <a:ea typeface="微软雅黑" panose="020B0503020204020204" charset="-122"/>
                <a:cs typeface="微软雅黑" panose="020B0503020204020204" charset="-122"/>
              </a:rPr>
              <a:t>Skill</a:t>
            </a:r>
            <a:r>
              <a:rPr sz="1015" b="1" dirty="0" err="1">
                <a:solidFill>
                  <a:srgbClr val="2F3A45"/>
                </a:solidFill>
                <a:latin typeface="Arial" panose="020B0604020202020204" pitchFamily="34" charset="0"/>
                <a:ea typeface="微软雅黑" panose="020B0503020204020204" charset="-122"/>
                <a:cs typeface="微软雅黑" panose="020B0503020204020204" charset="-122"/>
              </a:rPr>
              <a:t>”进一步到“开发算子</a:t>
            </a:r>
            <a:r>
              <a:rPr sz="1015" b="1" dirty="0">
                <a:solidFill>
                  <a:srgbClr val="2F3A45"/>
                </a:solidFill>
                <a:latin typeface="Arial" panose="020B0604020202020204" pitchFamily="34" charset="0"/>
                <a:ea typeface="微软雅黑" panose="020B0503020204020204" charset="-122"/>
                <a:cs typeface="微软雅黑" panose="020B0503020204020204" charset="-122"/>
              </a:rPr>
              <a:t> Skill</a:t>
            </a:r>
            <a:r>
              <a:rPr lang="zh-CN" sz="1015" b="1" dirty="0">
                <a:solidFill>
                  <a:srgbClr val="2F3A45"/>
                </a:solidFill>
                <a:latin typeface="Arial" panose="020B0604020202020204" pitchFamily="34" charset="0"/>
                <a:ea typeface="微软雅黑" panose="020B0503020204020204" charset="-122"/>
                <a:cs typeface="微软雅黑" panose="020B0503020204020204" charset="-122"/>
              </a:rPr>
              <a:t>指南</a:t>
            </a:r>
            <a:r>
              <a:rPr sz="1015" b="1" dirty="0">
                <a:solidFill>
                  <a:srgbClr val="2F3A45"/>
                </a:solidFill>
                <a:latin typeface="Arial" panose="020B0604020202020204" pitchFamily="34" charset="0"/>
                <a:ea typeface="微软雅黑" panose="020B0503020204020204" charset="-122"/>
                <a:cs typeface="微软雅黑" panose="020B0503020204020204" charset="-122"/>
              </a:rPr>
              <a:t>”：</a:t>
            </a:r>
            <a:r>
              <a:rPr sz="1015" b="1" dirty="0" err="1">
                <a:solidFill>
                  <a:srgbClr val="2F3A45"/>
                </a:solidFill>
                <a:latin typeface="Arial" panose="020B0604020202020204" pitchFamily="34" charset="0"/>
                <a:ea typeface="微软雅黑" panose="020B0503020204020204" charset="-122"/>
                <a:cs typeface="微软雅黑" panose="020B0503020204020204" charset="-122"/>
              </a:rPr>
              <a:t>需要解决的是通用流程如何复用、平台知识如何采集和组织</a:t>
            </a:r>
            <a:r>
              <a:rPr sz="1015" b="1" dirty="0">
                <a:solidFill>
                  <a:srgbClr val="2F3A45"/>
                </a:solidFill>
                <a:latin typeface="Arial" panose="020B0604020202020204" pitchFamily="34" charset="0"/>
                <a:ea typeface="微软雅黑" panose="020B0503020204020204" charset="-122"/>
                <a:cs typeface="微软雅黑" panose="020B0503020204020204" charset="-122"/>
              </a:rPr>
              <a:t>。</a:t>
            </a:r>
          </a:p>
        </p:txBody>
      </p:sp>
      <p:sp>
        <p:nvSpPr>
          <p:cNvPr id="26" name="s13-title-rule"/>
          <p:cNvSpPr>
            <a:spLocks noGrp="1"/>
          </p:cNvSpPr>
          <p:nvPr/>
        </p:nvSpPr>
        <p:spPr>
          <a:xfrm>
            <a:off x="247650" y="714375"/>
            <a:ext cx="11734800" cy="19050"/>
          </a:xfrm>
          <a:prstGeom prst="rect">
            <a:avLst/>
          </a:prstGeom>
          <a:solidFill>
            <a:srgbClr val="5B7188"/>
          </a:solidFill>
          <a:ln w="0">
            <a:solidFill>
              <a:srgbClr val="294A6D"/>
            </a:solidFill>
            <a:prstDash val="solid"/>
          </a:ln>
          <a:effectLst/>
        </p:spPr>
      </p:sp>
      <p:sp>
        <p:nvSpPr>
          <p:cNvPr id="27" name="s13-left-1-frame"/>
          <p:cNvSpPr>
            <a:spLocks noGrp="1"/>
          </p:cNvSpPr>
          <p:nvPr/>
        </p:nvSpPr>
        <p:spPr>
          <a:xfrm>
            <a:off x="333375" y="1724025"/>
            <a:ext cx="5514975" cy="733425"/>
          </a:xfrm>
          <a:prstGeom prst="rect">
            <a:avLst/>
          </a:prstGeom>
          <a:solidFill>
            <a:srgbClr val="EAF3F1"/>
          </a:solidFill>
          <a:ln w="9525">
            <a:solidFill>
              <a:srgbClr val="D6DEE6"/>
            </a:solidFill>
            <a:prstDash val="solid"/>
          </a:ln>
          <a:effectLst/>
        </p:spPr>
      </p:sp>
      <p:sp>
        <p:nvSpPr>
          <p:cNvPr id="28" name="s13-left-1-number"/>
          <p:cNvSpPr>
            <a:spLocks noGrp="1"/>
          </p:cNvSpPr>
          <p:nvPr/>
        </p:nvSpPr>
        <p:spPr>
          <a:xfrm>
            <a:off x="466725" y="1847850"/>
            <a:ext cx="419100" cy="371475"/>
          </a:xfrm>
          <a:prstGeom prst="roundRect">
            <a:avLst>
              <a:gd name="adj" fmla="val 15385"/>
            </a:avLst>
          </a:prstGeom>
          <a:noFill/>
          <a:ln w="9525">
            <a:noFill/>
            <a:prstDash val="solid"/>
          </a:ln>
          <a:effectLst/>
          <a:extLst>
            <a:ext uri="{909E8E84-426E-40DD-AFC4-6F175D3DCCD1}">
              <a14:hiddenFill xmlns:a14="http://schemas.microsoft.com/office/drawing/2010/main">
                <a:solidFill>
                  <a:srgbClr val="EAF3F1"/>
                </a:solidFill>
              </a14:hiddenFill>
            </a:ext>
            <a:ext uri="{91240B29-F687-4F45-9708-019B960494DF}">
              <a14:hiddenLine xmlns:a14="http://schemas.microsoft.com/office/drawing/2010/main" w="9525">
                <a:solidFill>
                  <a:srgbClr val="294A6D"/>
                </a:solidFill>
                <a:prstDash val="solid"/>
              </a14:hiddenLine>
            </a:ext>
          </a:extLst>
        </p:spPr>
        <p:txBody>
          <a:bodyPr wrap="square" lIns="0" tIns="0" rIns="0" bIns="0" anchor="ctr">
            <a:normAutofit/>
          </a:bodyPr>
          <a:lstStyle/>
          <a:p>
            <a:pPr algn="ctr">
              <a:defRPr sz="1275" b="1">
                <a:solidFill>
                  <a:srgbClr val="008A50"/>
                </a:solidFill>
                <a:latin typeface="Calibri" panose="020F0502020204030204"/>
                <a:ea typeface="Calibri" panose="020F0502020204030204"/>
                <a:cs typeface="Calibri" panose="020F0502020204030204"/>
              </a:defRPr>
            </a:pPr>
            <a:r>
              <a:rPr sz="1400">
                <a:solidFill>
                  <a:srgbClr val="294A6D"/>
                </a:solidFill>
                <a:latin typeface="Arial" panose="020B0604020202020204" pitchFamily="34" charset="0"/>
                <a:ea typeface="微软雅黑" panose="020B0503020204020204" charset="-122"/>
                <a:cs typeface="Calibri" panose="020F0502020204030204"/>
              </a:rPr>
              <a:t>01</a:t>
            </a:r>
          </a:p>
        </p:txBody>
      </p:sp>
      <p:sp>
        <p:nvSpPr>
          <p:cNvPr id="29" name="s13-left-1-separator"/>
          <p:cNvSpPr>
            <a:spLocks noGrp="1"/>
          </p:cNvSpPr>
          <p:nvPr/>
        </p:nvSpPr>
        <p:spPr>
          <a:xfrm>
            <a:off x="1019175" y="1857375"/>
            <a:ext cx="9525" cy="466725"/>
          </a:xfrm>
          <a:prstGeom prst="rect">
            <a:avLst/>
          </a:prstGeom>
          <a:solidFill>
            <a:srgbClr val="EAF3F1"/>
          </a:solidFill>
          <a:ln w="0">
            <a:solidFill>
              <a:srgbClr val="D6DEE6"/>
            </a:solidFill>
            <a:prstDash val="solid"/>
          </a:ln>
          <a:effectLst/>
        </p:spPr>
      </p:sp>
      <p:sp>
        <p:nvSpPr>
          <p:cNvPr id="30" name="s13-left-1-title"/>
          <p:cNvSpPr>
            <a:spLocks noGrp="1"/>
          </p:cNvSpPr>
          <p:nvPr/>
        </p:nvSpPr>
        <p:spPr>
          <a:xfrm>
            <a:off x="1171575" y="1843323"/>
            <a:ext cx="4543425" cy="266700"/>
          </a:xfrm>
          <a:prstGeom prst="rect">
            <a:avLst/>
          </a:prstGeom>
          <a:noFill/>
          <a:ln w="0">
            <a:noFill/>
            <a:prstDash val="solid"/>
          </a:ln>
          <a:effectLst/>
        </p:spPr>
        <p:txBody>
          <a:bodyPr wrap="square" lIns="0" tIns="0" rIns="0" bIns="0" anchor="ctr">
            <a:normAutofit/>
          </a:bodyPr>
          <a:lstStyle/>
          <a:p>
            <a:pPr algn="l">
              <a:defRPr sz="1225" b="1">
                <a:solidFill>
                  <a:srgbClr val="008A50"/>
                </a:solidFill>
                <a:latin typeface="微软雅黑" panose="020B0503020204020204" charset="-122"/>
                <a:ea typeface="微软雅黑" panose="020B0503020204020204" charset="-122"/>
                <a:cs typeface="微软雅黑" panose="020B0503020204020204" charset="-122"/>
              </a:defRPr>
            </a:pPr>
            <a:r>
              <a:rPr sz="1400" dirty="0" err="1">
                <a:solidFill>
                  <a:srgbClr val="2F3A45"/>
                </a:solidFill>
                <a:latin typeface="Arial" panose="020B0604020202020204" pitchFamily="34" charset="0"/>
                <a:ea typeface="微软雅黑" panose="020B0503020204020204" charset="-122"/>
                <a:cs typeface="微软雅黑" panose="020B0503020204020204" charset="-122"/>
              </a:rPr>
              <a:t>开发流程能够跑通</a:t>
            </a:r>
            <a:endParaRPr sz="1400" dirty="0">
              <a:solidFill>
                <a:srgbClr val="2F3A45"/>
              </a:solidFill>
              <a:latin typeface="Arial" panose="020B0604020202020204" pitchFamily="34" charset="0"/>
              <a:ea typeface="微软雅黑" panose="020B0503020204020204" charset="-122"/>
              <a:cs typeface="微软雅黑" panose="020B0503020204020204" charset="-122"/>
            </a:endParaRPr>
          </a:p>
        </p:txBody>
      </p:sp>
      <p:sp>
        <p:nvSpPr>
          <p:cNvPr id="31" name="s13-left-1-body"/>
          <p:cNvSpPr>
            <a:spLocks noGrp="1"/>
          </p:cNvSpPr>
          <p:nvPr/>
        </p:nvSpPr>
        <p:spPr>
          <a:xfrm>
            <a:off x="1171575" y="2147957"/>
            <a:ext cx="4543425" cy="400050"/>
          </a:xfrm>
          <a:prstGeom prst="rect">
            <a:avLst/>
          </a:prstGeom>
          <a:noFill/>
          <a:ln w="0">
            <a:noFill/>
            <a:prstDash val="solid"/>
          </a:ln>
          <a:effectLst/>
        </p:spPr>
        <p:txBody>
          <a:bodyPr wrap="square" lIns="0" tIns="0" rIns="0" bIns="0" anchor="t">
            <a:noAutofit/>
          </a:bodyPr>
          <a:lstStyle/>
          <a:p>
            <a:pPr algn="l">
              <a:lnSpc>
                <a:spcPct val="95000"/>
              </a:lnSpc>
              <a:buNone/>
              <a:defRPr sz="925" b="0">
                <a:solidFill>
                  <a:srgbClr val="27364A"/>
                </a:solidFill>
                <a:latin typeface="微软雅黑" panose="020B0503020204020204" charset="-122"/>
                <a:ea typeface="微软雅黑" panose="020B0503020204020204" charset="-122"/>
                <a:cs typeface="微软雅黑" panose="020B0503020204020204" charset="-122"/>
              </a:defRPr>
            </a:pPr>
            <a:r>
              <a:rPr sz="1200" b="1" dirty="0" err="1">
                <a:solidFill>
                  <a:srgbClr val="2F3A45"/>
                </a:solidFill>
                <a:latin typeface="Arial" panose="020B0604020202020204" pitchFamily="34" charset="0"/>
                <a:ea typeface="微软雅黑" panose="020B0503020204020204" charset="-122"/>
                <a:cs typeface="微软雅黑" panose="020B0503020204020204" charset="-122"/>
              </a:rPr>
              <a:t>环境</a:t>
            </a:r>
            <a:r>
              <a:rPr sz="1200" b="1" dirty="0">
                <a:solidFill>
                  <a:srgbClr val="2F3A45"/>
                </a:solidFill>
                <a:latin typeface="Arial" panose="020B0604020202020204" pitchFamily="34" charset="0"/>
                <a:ea typeface="微软雅黑" panose="020B0503020204020204" charset="-122"/>
                <a:cs typeface="微软雅黑" panose="020B0503020204020204" charset="-122"/>
              </a:rPr>
              <a:t> → </a:t>
            </a:r>
            <a:r>
              <a:rPr sz="1200" b="1" dirty="0" err="1">
                <a:solidFill>
                  <a:srgbClr val="2F3A45"/>
                </a:solidFill>
                <a:latin typeface="Arial" panose="020B0604020202020204" pitchFamily="34" charset="0"/>
                <a:ea typeface="微软雅黑" panose="020B0503020204020204" charset="-122"/>
                <a:cs typeface="微软雅黑" panose="020B0503020204020204" charset="-122"/>
              </a:rPr>
              <a:t>需求</a:t>
            </a:r>
            <a:r>
              <a:rPr sz="1200" b="1" dirty="0">
                <a:solidFill>
                  <a:srgbClr val="2F3A45"/>
                </a:solidFill>
                <a:latin typeface="Arial" panose="020B0604020202020204" pitchFamily="34" charset="0"/>
                <a:ea typeface="微软雅黑" panose="020B0503020204020204" charset="-122"/>
                <a:cs typeface="微软雅黑" panose="020B0503020204020204" charset="-122"/>
              </a:rPr>
              <a:t> → </a:t>
            </a:r>
            <a:r>
              <a:rPr sz="1200" b="1" dirty="0" err="1">
                <a:solidFill>
                  <a:srgbClr val="2F3A45"/>
                </a:solidFill>
                <a:latin typeface="Arial" panose="020B0604020202020204" pitchFamily="34" charset="0"/>
                <a:ea typeface="微软雅黑" panose="020B0503020204020204" charset="-122"/>
                <a:cs typeface="微软雅黑" panose="020B0503020204020204" charset="-122"/>
              </a:rPr>
              <a:t>生成</a:t>
            </a:r>
            <a:r>
              <a:rPr sz="1200" b="1" dirty="0">
                <a:solidFill>
                  <a:srgbClr val="2F3A45"/>
                </a:solidFill>
                <a:latin typeface="Arial" panose="020B0604020202020204" pitchFamily="34" charset="0"/>
                <a:ea typeface="微软雅黑" panose="020B0503020204020204" charset="-122"/>
                <a:cs typeface="微软雅黑" panose="020B0503020204020204" charset="-122"/>
              </a:rPr>
              <a:t> → </a:t>
            </a:r>
            <a:r>
              <a:rPr sz="1200" b="1" dirty="0" err="1">
                <a:solidFill>
                  <a:srgbClr val="2F3A45"/>
                </a:solidFill>
                <a:latin typeface="Arial" panose="020B0604020202020204" pitchFamily="34" charset="0"/>
                <a:ea typeface="微软雅黑" panose="020B0503020204020204" charset="-122"/>
                <a:cs typeface="微软雅黑" panose="020B0503020204020204" charset="-122"/>
              </a:rPr>
              <a:t>验证</a:t>
            </a:r>
            <a:r>
              <a:rPr sz="1200" b="1" dirty="0">
                <a:solidFill>
                  <a:srgbClr val="2F3A45"/>
                </a:solidFill>
                <a:latin typeface="Arial" panose="020B0604020202020204" pitchFamily="34" charset="0"/>
                <a:ea typeface="微软雅黑" panose="020B0503020204020204" charset="-122"/>
                <a:cs typeface="微软雅黑" panose="020B0503020204020204" charset="-122"/>
              </a:rPr>
              <a:t> → </a:t>
            </a:r>
            <a:r>
              <a:rPr sz="1200" b="1" dirty="0" err="1">
                <a:solidFill>
                  <a:srgbClr val="2F3A45"/>
                </a:solidFill>
                <a:latin typeface="Arial" panose="020B0604020202020204" pitchFamily="34" charset="0"/>
                <a:ea typeface="微软雅黑" panose="020B0503020204020204" charset="-122"/>
                <a:cs typeface="微软雅黑" panose="020B0503020204020204" charset="-122"/>
              </a:rPr>
              <a:t>优化</a:t>
            </a:r>
            <a:endParaRPr sz="1200" b="1" dirty="0">
              <a:solidFill>
                <a:srgbClr val="2F3A45"/>
              </a:solidFill>
              <a:latin typeface="Arial" panose="020B0604020202020204" pitchFamily="34" charset="0"/>
              <a:ea typeface="微软雅黑" panose="020B0503020204020204" charset="-122"/>
              <a:cs typeface="微软雅黑" panose="020B0503020204020204" charset="-122"/>
            </a:endParaRPr>
          </a:p>
        </p:txBody>
      </p:sp>
      <p:sp>
        <p:nvSpPr>
          <p:cNvPr id="32" name="s13-left-2-frame"/>
          <p:cNvSpPr>
            <a:spLocks noGrp="1"/>
          </p:cNvSpPr>
          <p:nvPr/>
        </p:nvSpPr>
        <p:spPr>
          <a:xfrm>
            <a:off x="381000" y="2852737"/>
            <a:ext cx="5514975" cy="733425"/>
          </a:xfrm>
          <a:prstGeom prst="rect">
            <a:avLst/>
          </a:prstGeom>
          <a:solidFill>
            <a:srgbClr val="EAF3F1"/>
          </a:solidFill>
          <a:ln w="9525">
            <a:solidFill>
              <a:srgbClr val="D6DEE6"/>
            </a:solidFill>
            <a:prstDash val="solid"/>
          </a:ln>
          <a:effectLst/>
        </p:spPr>
      </p:sp>
      <p:sp>
        <p:nvSpPr>
          <p:cNvPr id="33" name="s13-left-2-number"/>
          <p:cNvSpPr>
            <a:spLocks noGrp="1"/>
          </p:cNvSpPr>
          <p:nvPr/>
        </p:nvSpPr>
        <p:spPr>
          <a:xfrm>
            <a:off x="514350" y="2976562"/>
            <a:ext cx="419100" cy="371475"/>
          </a:xfrm>
          <a:prstGeom prst="roundRect">
            <a:avLst>
              <a:gd name="adj" fmla="val 15385"/>
            </a:avLst>
          </a:prstGeom>
          <a:noFill/>
          <a:ln w="9525">
            <a:noFill/>
            <a:prstDash val="solid"/>
          </a:ln>
          <a:effectLst/>
          <a:extLst>
            <a:ext uri="{909E8E84-426E-40DD-AFC4-6F175D3DCCD1}">
              <a14:hiddenFill xmlns:a14="http://schemas.microsoft.com/office/drawing/2010/main">
                <a:solidFill>
                  <a:srgbClr val="EAF3F1"/>
                </a:solidFill>
              </a14:hiddenFill>
            </a:ext>
            <a:ext uri="{91240B29-F687-4F45-9708-019B960494DF}">
              <a14:hiddenLine xmlns:a14="http://schemas.microsoft.com/office/drawing/2010/main" w="9525">
                <a:solidFill>
                  <a:srgbClr val="294A6D"/>
                </a:solidFill>
                <a:prstDash val="solid"/>
              </a14:hiddenLine>
            </a:ext>
          </a:extLst>
        </p:spPr>
        <p:txBody>
          <a:bodyPr wrap="square" lIns="0" tIns="0" rIns="0" bIns="0" anchor="ctr">
            <a:normAutofit/>
          </a:bodyPr>
          <a:lstStyle/>
          <a:p>
            <a:pPr algn="ctr">
              <a:defRPr sz="1275" b="1">
                <a:solidFill>
                  <a:srgbClr val="008A50"/>
                </a:solidFill>
                <a:latin typeface="Calibri" panose="020F0502020204030204"/>
                <a:ea typeface="Calibri" panose="020F0502020204030204"/>
                <a:cs typeface="Calibri" panose="020F0502020204030204"/>
              </a:defRPr>
            </a:pPr>
            <a:r>
              <a:rPr sz="1400">
                <a:solidFill>
                  <a:srgbClr val="294A6D"/>
                </a:solidFill>
                <a:latin typeface="Arial" panose="020B0604020202020204" pitchFamily="34" charset="0"/>
                <a:ea typeface="微软雅黑" panose="020B0503020204020204" charset="-122"/>
                <a:cs typeface="Calibri" panose="020F0502020204030204"/>
              </a:rPr>
              <a:t>02</a:t>
            </a:r>
          </a:p>
        </p:txBody>
      </p:sp>
      <p:sp>
        <p:nvSpPr>
          <p:cNvPr id="34" name="s13-left-2-separator"/>
          <p:cNvSpPr>
            <a:spLocks noGrp="1"/>
          </p:cNvSpPr>
          <p:nvPr/>
        </p:nvSpPr>
        <p:spPr>
          <a:xfrm>
            <a:off x="1066800" y="2986087"/>
            <a:ext cx="9525" cy="466725"/>
          </a:xfrm>
          <a:prstGeom prst="rect">
            <a:avLst/>
          </a:prstGeom>
          <a:solidFill>
            <a:srgbClr val="EAF3F1"/>
          </a:solidFill>
          <a:ln w="0">
            <a:solidFill>
              <a:srgbClr val="D6DEE6"/>
            </a:solidFill>
            <a:prstDash val="solid"/>
          </a:ln>
          <a:effectLst/>
        </p:spPr>
      </p:sp>
      <p:sp>
        <p:nvSpPr>
          <p:cNvPr id="35" name="s13-left-2-title"/>
          <p:cNvSpPr>
            <a:spLocks noGrp="1"/>
          </p:cNvSpPr>
          <p:nvPr/>
        </p:nvSpPr>
        <p:spPr>
          <a:xfrm>
            <a:off x="1219200" y="2998250"/>
            <a:ext cx="4543425" cy="266700"/>
          </a:xfrm>
          <a:prstGeom prst="rect">
            <a:avLst/>
          </a:prstGeom>
          <a:noFill/>
          <a:ln w="0">
            <a:noFill/>
            <a:prstDash val="solid"/>
          </a:ln>
          <a:effectLst/>
        </p:spPr>
        <p:txBody>
          <a:bodyPr wrap="square" lIns="0" tIns="0" rIns="0" bIns="0" anchor="ctr">
            <a:normAutofit/>
          </a:bodyPr>
          <a:lstStyle/>
          <a:p>
            <a:pPr algn="l">
              <a:defRPr sz="1225" b="1">
                <a:solidFill>
                  <a:srgbClr val="008A50"/>
                </a:solidFill>
                <a:latin typeface="微软雅黑" panose="020B0503020204020204" charset="-122"/>
                <a:ea typeface="微软雅黑" panose="020B0503020204020204" charset="-122"/>
                <a:cs typeface="微软雅黑" panose="020B0503020204020204" charset="-122"/>
              </a:defRPr>
            </a:pPr>
            <a:r>
              <a:rPr sz="1400" dirty="0" err="1" smtClean="0">
                <a:solidFill>
                  <a:srgbClr val="2F3A45"/>
                </a:solidFill>
                <a:latin typeface="Arial" panose="020B0604020202020204" pitchFamily="34" charset="0"/>
                <a:ea typeface="微软雅黑" panose="020B0503020204020204" charset="-122"/>
                <a:cs typeface="微软雅黑" panose="020B0503020204020204" charset="-122"/>
              </a:rPr>
              <a:t>生成与验证</a:t>
            </a:r>
            <a:r>
              <a:rPr lang="zh-CN" altLang="en-US" sz="1400" dirty="0" smtClean="0">
                <a:solidFill>
                  <a:srgbClr val="2F3A45"/>
                </a:solidFill>
                <a:latin typeface="Arial" panose="020B0604020202020204" pitchFamily="34" charset="0"/>
                <a:ea typeface="微软雅黑" panose="020B0503020204020204" charset="-122"/>
                <a:cs typeface="微软雅黑" panose="020B0503020204020204" charset="-122"/>
              </a:rPr>
              <a:t>提供保障</a:t>
            </a:r>
            <a:endParaRPr sz="1400" dirty="0">
              <a:solidFill>
                <a:srgbClr val="2F3A45"/>
              </a:solidFill>
              <a:latin typeface="Arial" panose="020B0604020202020204" pitchFamily="34" charset="0"/>
              <a:ea typeface="微软雅黑" panose="020B0503020204020204" charset="-122"/>
              <a:cs typeface="微软雅黑" panose="020B0503020204020204" charset="-122"/>
            </a:endParaRPr>
          </a:p>
        </p:txBody>
      </p:sp>
      <p:sp>
        <p:nvSpPr>
          <p:cNvPr id="36" name="s13-left-2-body"/>
          <p:cNvSpPr>
            <a:spLocks noGrp="1"/>
          </p:cNvSpPr>
          <p:nvPr/>
        </p:nvSpPr>
        <p:spPr>
          <a:xfrm>
            <a:off x="1219200" y="3276282"/>
            <a:ext cx="4543425" cy="400050"/>
          </a:xfrm>
          <a:prstGeom prst="rect">
            <a:avLst/>
          </a:prstGeom>
          <a:noFill/>
          <a:ln w="0">
            <a:noFill/>
            <a:prstDash val="solid"/>
          </a:ln>
          <a:effectLst/>
        </p:spPr>
        <p:txBody>
          <a:bodyPr wrap="square" lIns="0" tIns="0" rIns="0" bIns="0" anchor="t">
            <a:noAutofit/>
          </a:bodyPr>
          <a:lstStyle/>
          <a:p>
            <a:pPr algn="l">
              <a:lnSpc>
                <a:spcPct val="95000"/>
              </a:lnSpc>
              <a:buNone/>
              <a:defRPr sz="925" b="0">
                <a:solidFill>
                  <a:srgbClr val="27364A"/>
                </a:solidFill>
                <a:latin typeface="微软雅黑" panose="020B0503020204020204" charset="-122"/>
                <a:ea typeface="微软雅黑" panose="020B0503020204020204" charset="-122"/>
                <a:cs typeface="微软雅黑" panose="020B0503020204020204" charset="-122"/>
              </a:defRPr>
            </a:pPr>
            <a:r>
              <a:rPr sz="1200" b="1" dirty="0">
                <a:solidFill>
                  <a:srgbClr val="2F3A45"/>
                </a:solidFill>
                <a:latin typeface="Arial" panose="020B0604020202020204" pitchFamily="34" charset="0"/>
                <a:ea typeface="微软雅黑" panose="020B0503020204020204" charset="-122"/>
                <a:cs typeface="微软雅黑" panose="020B0503020204020204" charset="-122"/>
              </a:rPr>
              <a:t>Kernel + Test → </a:t>
            </a:r>
            <a:r>
              <a:rPr sz="1200" b="1" dirty="0" err="1">
                <a:solidFill>
                  <a:srgbClr val="2F3A45"/>
                </a:solidFill>
                <a:latin typeface="Arial" panose="020B0604020202020204" pitchFamily="34" charset="0"/>
                <a:ea typeface="微软雅黑" panose="020B0503020204020204" charset="-122"/>
                <a:cs typeface="微软雅黑" panose="020B0503020204020204" charset="-122"/>
              </a:rPr>
              <a:t>执行</a:t>
            </a:r>
            <a:r>
              <a:rPr sz="1200" b="1" dirty="0">
                <a:solidFill>
                  <a:srgbClr val="2F3A45"/>
                </a:solidFill>
                <a:latin typeface="Arial" panose="020B0604020202020204" pitchFamily="34" charset="0"/>
                <a:ea typeface="微软雅黑" panose="020B0503020204020204" charset="-122"/>
                <a:cs typeface="微软雅黑" panose="020B0503020204020204" charset="-122"/>
              </a:rPr>
              <a:t> → Correctness → </a:t>
            </a:r>
            <a:r>
              <a:rPr sz="1200" b="1" dirty="0" err="1">
                <a:solidFill>
                  <a:srgbClr val="2F3A45"/>
                </a:solidFill>
                <a:latin typeface="Arial" panose="020B0604020202020204" pitchFamily="34" charset="0"/>
                <a:ea typeface="微软雅黑" panose="020B0503020204020204" charset="-122"/>
                <a:cs typeface="微软雅黑" panose="020B0503020204020204" charset="-122"/>
              </a:rPr>
              <a:t>修复</a:t>
            </a:r>
            <a:r>
              <a:rPr sz="1200" b="1" dirty="0">
                <a:solidFill>
                  <a:srgbClr val="2F3A45"/>
                </a:solidFill>
                <a:latin typeface="Arial" panose="020B0604020202020204" pitchFamily="34" charset="0"/>
                <a:ea typeface="微软雅黑" panose="020B0503020204020204" charset="-122"/>
                <a:cs typeface="微软雅黑" panose="020B0503020204020204" charset="-122"/>
              </a:rPr>
              <a:t> / </a:t>
            </a:r>
            <a:r>
              <a:rPr sz="1200" b="1" dirty="0" err="1">
                <a:solidFill>
                  <a:srgbClr val="2F3A45"/>
                </a:solidFill>
                <a:latin typeface="Arial" panose="020B0604020202020204" pitchFamily="34" charset="0"/>
                <a:ea typeface="微软雅黑" panose="020B0503020204020204" charset="-122"/>
                <a:cs typeface="微软雅黑" panose="020B0503020204020204" charset="-122"/>
              </a:rPr>
              <a:t>通过</a:t>
            </a:r>
            <a:endParaRPr sz="1200" b="1" dirty="0">
              <a:solidFill>
                <a:srgbClr val="2F3A45"/>
              </a:solidFill>
              <a:latin typeface="Arial" panose="020B0604020202020204" pitchFamily="34" charset="0"/>
              <a:ea typeface="微软雅黑" panose="020B0503020204020204" charset="-122"/>
              <a:cs typeface="微软雅黑" panose="020B0503020204020204" charset="-122"/>
            </a:endParaRPr>
          </a:p>
        </p:txBody>
      </p:sp>
      <p:sp>
        <p:nvSpPr>
          <p:cNvPr id="37" name="s13-left-3-frame"/>
          <p:cNvSpPr>
            <a:spLocks noGrp="1"/>
          </p:cNvSpPr>
          <p:nvPr/>
        </p:nvSpPr>
        <p:spPr>
          <a:xfrm>
            <a:off x="381000" y="3984582"/>
            <a:ext cx="5514975" cy="733425"/>
          </a:xfrm>
          <a:prstGeom prst="rect">
            <a:avLst/>
          </a:prstGeom>
          <a:solidFill>
            <a:srgbClr val="EAF3F1"/>
          </a:solidFill>
          <a:ln w="9525">
            <a:solidFill>
              <a:srgbClr val="D6DEE6"/>
            </a:solidFill>
            <a:prstDash val="solid"/>
          </a:ln>
          <a:effectLst/>
        </p:spPr>
      </p:sp>
      <p:sp>
        <p:nvSpPr>
          <p:cNvPr id="38" name="s13-left-3-number"/>
          <p:cNvSpPr>
            <a:spLocks noGrp="1"/>
          </p:cNvSpPr>
          <p:nvPr/>
        </p:nvSpPr>
        <p:spPr>
          <a:xfrm>
            <a:off x="514350" y="4108407"/>
            <a:ext cx="419100" cy="371475"/>
          </a:xfrm>
          <a:prstGeom prst="roundRect">
            <a:avLst>
              <a:gd name="adj" fmla="val 15385"/>
            </a:avLst>
          </a:prstGeom>
          <a:noFill/>
          <a:ln w="9525">
            <a:noFill/>
            <a:prstDash val="solid"/>
          </a:ln>
          <a:effectLst/>
          <a:extLst>
            <a:ext uri="{909E8E84-426E-40DD-AFC4-6F175D3DCCD1}">
              <a14:hiddenFill xmlns:a14="http://schemas.microsoft.com/office/drawing/2010/main">
                <a:solidFill>
                  <a:srgbClr val="EAF3F1"/>
                </a:solidFill>
              </a14:hiddenFill>
            </a:ext>
            <a:ext uri="{91240B29-F687-4F45-9708-019B960494DF}">
              <a14:hiddenLine xmlns:a14="http://schemas.microsoft.com/office/drawing/2010/main" w="9525">
                <a:solidFill>
                  <a:srgbClr val="294A6D"/>
                </a:solidFill>
                <a:prstDash val="solid"/>
              </a14:hiddenLine>
            </a:ext>
          </a:extLst>
        </p:spPr>
        <p:txBody>
          <a:bodyPr wrap="square" lIns="0" tIns="0" rIns="0" bIns="0" anchor="ctr">
            <a:normAutofit/>
          </a:bodyPr>
          <a:lstStyle/>
          <a:p>
            <a:pPr algn="ctr">
              <a:defRPr sz="1275" b="1">
                <a:solidFill>
                  <a:srgbClr val="008A50"/>
                </a:solidFill>
                <a:latin typeface="Calibri" panose="020F0502020204030204"/>
                <a:ea typeface="Calibri" panose="020F0502020204030204"/>
                <a:cs typeface="Calibri" panose="020F0502020204030204"/>
              </a:defRPr>
            </a:pPr>
            <a:r>
              <a:rPr sz="1400">
                <a:solidFill>
                  <a:srgbClr val="294A6D"/>
                </a:solidFill>
                <a:latin typeface="Arial" panose="020B0604020202020204" pitchFamily="34" charset="0"/>
                <a:ea typeface="微软雅黑" panose="020B0503020204020204" charset="-122"/>
                <a:cs typeface="Calibri" panose="020F0502020204030204"/>
              </a:rPr>
              <a:t>03</a:t>
            </a:r>
          </a:p>
        </p:txBody>
      </p:sp>
      <p:sp>
        <p:nvSpPr>
          <p:cNvPr id="39" name="s13-left-3-separator"/>
          <p:cNvSpPr>
            <a:spLocks noGrp="1"/>
          </p:cNvSpPr>
          <p:nvPr/>
        </p:nvSpPr>
        <p:spPr>
          <a:xfrm>
            <a:off x="1066800" y="4117932"/>
            <a:ext cx="9525" cy="466725"/>
          </a:xfrm>
          <a:prstGeom prst="rect">
            <a:avLst/>
          </a:prstGeom>
          <a:solidFill>
            <a:srgbClr val="EAF3F1"/>
          </a:solidFill>
          <a:ln w="0">
            <a:solidFill>
              <a:srgbClr val="D6DEE6"/>
            </a:solidFill>
            <a:prstDash val="solid"/>
          </a:ln>
          <a:effectLst/>
        </p:spPr>
      </p:sp>
      <p:sp>
        <p:nvSpPr>
          <p:cNvPr id="40" name="s13-left-3-title"/>
          <p:cNvSpPr>
            <a:spLocks noGrp="1"/>
          </p:cNvSpPr>
          <p:nvPr/>
        </p:nvSpPr>
        <p:spPr>
          <a:xfrm>
            <a:off x="1209675" y="4119214"/>
            <a:ext cx="4543425" cy="266700"/>
          </a:xfrm>
          <a:prstGeom prst="rect">
            <a:avLst/>
          </a:prstGeom>
          <a:noFill/>
          <a:ln w="0">
            <a:noFill/>
            <a:prstDash val="solid"/>
          </a:ln>
          <a:effectLst/>
        </p:spPr>
        <p:txBody>
          <a:bodyPr wrap="square" lIns="0" tIns="0" rIns="0" bIns="0" anchor="ctr">
            <a:normAutofit/>
          </a:bodyPr>
          <a:lstStyle/>
          <a:p>
            <a:pPr algn="l">
              <a:defRPr sz="1225" b="1">
                <a:solidFill>
                  <a:srgbClr val="008A50"/>
                </a:solidFill>
                <a:latin typeface="微软雅黑" panose="020B0503020204020204" charset="-122"/>
                <a:ea typeface="微软雅黑" panose="020B0503020204020204" charset="-122"/>
                <a:cs typeface="微软雅黑" panose="020B0503020204020204" charset="-122"/>
              </a:defRPr>
            </a:pPr>
            <a:r>
              <a:rPr sz="1400" dirty="0" err="1">
                <a:solidFill>
                  <a:srgbClr val="2F3A45"/>
                </a:solidFill>
                <a:latin typeface="Arial" panose="020B0604020202020204" pitchFamily="34" charset="0"/>
                <a:ea typeface="微软雅黑" panose="020B0503020204020204" charset="-122"/>
                <a:cs typeface="微软雅黑" panose="020B0503020204020204" charset="-122"/>
              </a:rPr>
              <a:t>性能优化</a:t>
            </a:r>
            <a:r>
              <a:rPr lang="zh-CN" altLang="en-US" sz="1400" dirty="0">
                <a:solidFill>
                  <a:srgbClr val="2F3A45"/>
                </a:solidFill>
                <a:latin typeface="Arial" panose="020B0604020202020204" pitchFamily="34" charset="0"/>
                <a:ea typeface="微软雅黑" panose="020B0503020204020204" charset="-122"/>
                <a:cs typeface="微软雅黑" panose="020B0503020204020204" charset="-122"/>
              </a:rPr>
              <a:t>全面</a:t>
            </a:r>
            <a:endParaRPr sz="1400" dirty="0">
              <a:solidFill>
                <a:srgbClr val="2F3A45"/>
              </a:solidFill>
              <a:latin typeface="Arial" panose="020B0604020202020204" pitchFamily="34" charset="0"/>
              <a:ea typeface="微软雅黑" panose="020B0503020204020204" charset="-122"/>
              <a:cs typeface="微软雅黑" panose="020B0503020204020204" charset="-122"/>
            </a:endParaRPr>
          </a:p>
        </p:txBody>
      </p:sp>
      <p:sp>
        <p:nvSpPr>
          <p:cNvPr id="41" name="s13-left-3-body"/>
          <p:cNvSpPr>
            <a:spLocks noGrp="1"/>
          </p:cNvSpPr>
          <p:nvPr/>
        </p:nvSpPr>
        <p:spPr>
          <a:xfrm>
            <a:off x="1198287" y="4401129"/>
            <a:ext cx="4543425" cy="400050"/>
          </a:xfrm>
          <a:prstGeom prst="rect">
            <a:avLst/>
          </a:prstGeom>
          <a:noFill/>
          <a:ln w="0">
            <a:noFill/>
            <a:prstDash val="solid"/>
          </a:ln>
          <a:effectLst/>
        </p:spPr>
        <p:txBody>
          <a:bodyPr wrap="square" lIns="0" tIns="0" rIns="0" bIns="0" anchor="t">
            <a:noAutofit/>
          </a:bodyPr>
          <a:lstStyle/>
          <a:p>
            <a:pPr algn="l">
              <a:lnSpc>
                <a:spcPct val="95000"/>
              </a:lnSpc>
              <a:buNone/>
              <a:defRPr sz="925" b="0">
                <a:solidFill>
                  <a:srgbClr val="27364A"/>
                </a:solidFill>
                <a:latin typeface="微软雅黑" panose="020B0503020204020204" charset="-122"/>
                <a:ea typeface="微软雅黑" panose="020B0503020204020204" charset="-122"/>
                <a:cs typeface="微软雅黑" panose="020B0503020204020204" charset="-122"/>
              </a:defRPr>
            </a:pPr>
            <a:r>
              <a:rPr sz="1200" b="1" dirty="0">
                <a:solidFill>
                  <a:srgbClr val="2F3A45"/>
                </a:solidFill>
                <a:latin typeface="Arial" panose="020B0604020202020204" pitchFamily="34" charset="0"/>
                <a:ea typeface="微软雅黑" panose="020B0503020204020204" charset="-122"/>
                <a:cs typeface="微软雅黑" panose="020B0503020204020204" charset="-122"/>
              </a:rPr>
              <a:t>Benchmark → </a:t>
            </a:r>
            <a:r>
              <a:rPr sz="1200" b="1" dirty="0" err="1">
                <a:solidFill>
                  <a:srgbClr val="2F3A45"/>
                </a:solidFill>
                <a:latin typeface="Arial" panose="020B0604020202020204" pitchFamily="34" charset="0"/>
                <a:ea typeface="微软雅黑" panose="020B0503020204020204" charset="-122"/>
                <a:cs typeface="微软雅黑" panose="020B0503020204020204" charset="-122"/>
              </a:rPr>
              <a:t>分析</a:t>
            </a:r>
            <a:r>
              <a:rPr sz="1200" b="1" dirty="0">
                <a:solidFill>
                  <a:srgbClr val="2F3A45"/>
                </a:solidFill>
                <a:latin typeface="Arial" panose="020B0604020202020204" pitchFamily="34" charset="0"/>
                <a:ea typeface="微软雅黑" panose="020B0503020204020204" charset="-122"/>
                <a:cs typeface="微软雅黑" panose="020B0503020204020204" charset="-122"/>
              </a:rPr>
              <a:t> → </a:t>
            </a:r>
            <a:r>
              <a:rPr sz="1200" b="1" dirty="0" err="1">
                <a:solidFill>
                  <a:srgbClr val="2F3A45"/>
                </a:solidFill>
                <a:latin typeface="Arial" panose="020B0604020202020204" pitchFamily="34" charset="0"/>
                <a:ea typeface="微软雅黑" panose="020B0503020204020204" charset="-122"/>
                <a:cs typeface="微软雅黑" panose="020B0503020204020204" charset="-122"/>
              </a:rPr>
              <a:t>优化</a:t>
            </a:r>
            <a:r>
              <a:rPr sz="1200" b="1" dirty="0">
                <a:solidFill>
                  <a:srgbClr val="2F3A45"/>
                </a:solidFill>
                <a:latin typeface="Arial" panose="020B0604020202020204" pitchFamily="34" charset="0"/>
                <a:ea typeface="微软雅黑" panose="020B0503020204020204" charset="-122"/>
                <a:cs typeface="微软雅黑" panose="020B0503020204020204" charset="-122"/>
              </a:rPr>
              <a:t> → </a:t>
            </a:r>
            <a:r>
              <a:rPr sz="1200" b="1" dirty="0" err="1">
                <a:solidFill>
                  <a:srgbClr val="2F3A45"/>
                </a:solidFill>
                <a:latin typeface="Arial" panose="020B0604020202020204" pitchFamily="34" charset="0"/>
                <a:ea typeface="微软雅黑" panose="020B0503020204020204" charset="-122"/>
                <a:cs typeface="微软雅黑" panose="020B0503020204020204" charset="-122"/>
              </a:rPr>
              <a:t>复测</a:t>
            </a:r>
            <a:endParaRPr sz="1200" b="1" dirty="0">
              <a:solidFill>
                <a:srgbClr val="2F3A45"/>
              </a:solidFill>
              <a:latin typeface="Arial" panose="020B0604020202020204" pitchFamily="34" charset="0"/>
              <a:ea typeface="微软雅黑" panose="020B0503020204020204" charset="-122"/>
              <a:cs typeface="微软雅黑" panose="020B0503020204020204" charset="-122"/>
            </a:endParaRPr>
          </a:p>
        </p:txBody>
      </p:sp>
      <p:sp>
        <p:nvSpPr>
          <p:cNvPr id="47" name="s13-right-1-frame"/>
          <p:cNvSpPr>
            <a:spLocks noGrp="1"/>
          </p:cNvSpPr>
          <p:nvPr/>
        </p:nvSpPr>
        <p:spPr>
          <a:xfrm>
            <a:off x="6181725" y="1685925"/>
            <a:ext cx="5324475" cy="733425"/>
          </a:xfrm>
          <a:prstGeom prst="rect">
            <a:avLst/>
          </a:prstGeom>
          <a:solidFill>
            <a:srgbClr val="EEF2F5"/>
          </a:solidFill>
          <a:ln w="9525">
            <a:solidFill>
              <a:srgbClr val="D6DEE6"/>
            </a:solidFill>
            <a:prstDash val="solid"/>
          </a:ln>
          <a:effectLst/>
        </p:spPr>
      </p:sp>
      <p:sp>
        <p:nvSpPr>
          <p:cNvPr id="48" name="s13-right-1-number"/>
          <p:cNvSpPr>
            <a:spLocks noGrp="1"/>
          </p:cNvSpPr>
          <p:nvPr/>
        </p:nvSpPr>
        <p:spPr>
          <a:xfrm>
            <a:off x="6315075" y="1809750"/>
            <a:ext cx="419100" cy="371475"/>
          </a:xfrm>
          <a:prstGeom prst="roundRect">
            <a:avLst>
              <a:gd name="adj" fmla="val 15385"/>
            </a:avLst>
          </a:prstGeom>
          <a:noFill/>
          <a:ln w="9525">
            <a:noFill/>
            <a:prstDash val="solid"/>
          </a:ln>
          <a:effectLst/>
          <a:extLst>
            <a:ext uri="{909E8E84-426E-40DD-AFC4-6F175D3DCCD1}">
              <a14:hiddenFill xmlns:a14="http://schemas.microsoft.com/office/drawing/2010/main">
                <a:solidFill>
                  <a:srgbClr val="EEF2F5"/>
                </a:solidFill>
              </a14:hiddenFill>
            </a:ext>
            <a:ext uri="{91240B29-F687-4F45-9708-019B960494DF}">
              <a14:hiddenLine xmlns:a14="http://schemas.microsoft.com/office/drawing/2010/main" w="9525">
                <a:solidFill>
                  <a:srgbClr val="294A6D"/>
                </a:solidFill>
                <a:prstDash val="solid"/>
              </a14:hiddenLine>
            </a:ext>
          </a:extLst>
        </p:spPr>
        <p:txBody>
          <a:bodyPr wrap="square" lIns="0" tIns="0" rIns="0" bIns="0" anchor="ctr">
            <a:normAutofit/>
          </a:bodyPr>
          <a:lstStyle/>
          <a:p>
            <a:pPr algn="ctr">
              <a:defRPr sz="1275" b="1">
                <a:solidFill>
                  <a:srgbClr val="1457C5"/>
                </a:solidFill>
                <a:latin typeface="Calibri" panose="020F0502020204030204"/>
                <a:ea typeface="Calibri" panose="020F0502020204030204"/>
                <a:cs typeface="Calibri" panose="020F0502020204030204"/>
              </a:defRPr>
            </a:pPr>
            <a:r>
              <a:rPr sz="1400">
                <a:solidFill>
                  <a:srgbClr val="294A6D"/>
                </a:solidFill>
                <a:latin typeface="Arial" panose="020B0604020202020204" pitchFamily="34" charset="0"/>
                <a:ea typeface="微软雅黑" panose="020B0503020204020204" charset="-122"/>
                <a:cs typeface="Calibri" panose="020F0502020204030204"/>
              </a:rPr>
              <a:t>01</a:t>
            </a:r>
          </a:p>
        </p:txBody>
      </p:sp>
      <p:sp>
        <p:nvSpPr>
          <p:cNvPr id="49" name="s13-right-1-separator"/>
          <p:cNvSpPr>
            <a:spLocks noGrp="1"/>
          </p:cNvSpPr>
          <p:nvPr/>
        </p:nvSpPr>
        <p:spPr>
          <a:xfrm>
            <a:off x="6867525" y="1819275"/>
            <a:ext cx="9525" cy="466725"/>
          </a:xfrm>
          <a:prstGeom prst="rect">
            <a:avLst/>
          </a:prstGeom>
          <a:solidFill>
            <a:srgbClr val="EEF2F5"/>
          </a:solidFill>
          <a:ln w="0">
            <a:solidFill>
              <a:srgbClr val="D6DEE6"/>
            </a:solidFill>
            <a:prstDash val="solid"/>
          </a:ln>
          <a:effectLst/>
        </p:spPr>
      </p:sp>
      <p:sp>
        <p:nvSpPr>
          <p:cNvPr id="50" name="s13-right-1-title"/>
          <p:cNvSpPr>
            <a:spLocks noGrp="1"/>
          </p:cNvSpPr>
          <p:nvPr/>
        </p:nvSpPr>
        <p:spPr>
          <a:xfrm>
            <a:off x="7019925" y="1891679"/>
            <a:ext cx="4352925" cy="266700"/>
          </a:xfrm>
          <a:prstGeom prst="rect">
            <a:avLst/>
          </a:prstGeom>
          <a:noFill/>
          <a:ln w="0">
            <a:noFill/>
            <a:prstDash val="solid"/>
          </a:ln>
          <a:effectLst/>
        </p:spPr>
        <p:txBody>
          <a:bodyPr wrap="square" lIns="0" tIns="0" rIns="0" bIns="0" anchor="ctr">
            <a:normAutofit/>
          </a:bodyPr>
          <a:lstStyle/>
          <a:p>
            <a:pPr algn="l">
              <a:defRPr sz="1225" b="1">
                <a:solidFill>
                  <a:srgbClr val="1457C5"/>
                </a:solidFill>
                <a:latin typeface="微软雅黑" panose="020B0503020204020204" charset="-122"/>
                <a:ea typeface="微软雅黑" panose="020B0503020204020204" charset="-122"/>
                <a:cs typeface="微软雅黑" panose="020B0503020204020204" charset="-122"/>
              </a:defRPr>
            </a:pPr>
            <a:r>
              <a:rPr sz="1400" dirty="0" err="1" smtClean="0">
                <a:solidFill>
                  <a:srgbClr val="294A6D"/>
                </a:solidFill>
                <a:latin typeface="Arial" panose="020B0604020202020204" pitchFamily="34" charset="0"/>
                <a:ea typeface="微软雅黑" panose="020B0503020204020204" charset="-122"/>
                <a:cs typeface="微软雅黑" panose="020B0503020204020204" charset="-122"/>
              </a:rPr>
              <a:t>平台知识</a:t>
            </a:r>
            <a:r>
              <a:rPr lang="zh-CN" altLang="en-US" sz="1400" dirty="0" smtClean="0">
                <a:solidFill>
                  <a:srgbClr val="294A6D"/>
                </a:solidFill>
                <a:latin typeface="Arial" panose="020B0604020202020204" pitchFamily="34" charset="0"/>
                <a:ea typeface="微软雅黑" panose="020B0503020204020204" charset="-122"/>
                <a:cs typeface="微软雅黑" panose="020B0503020204020204" charset="-122"/>
              </a:rPr>
              <a:t>较</a:t>
            </a:r>
            <a:r>
              <a:rPr sz="1400" dirty="0" err="1" smtClean="0">
                <a:solidFill>
                  <a:srgbClr val="294A6D"/>
                </a:solidFill>
                <a:latin typeface="Arial" panose="020B0604020202020204" pitchFamily="34" charset="0"/>
                <a:ea typeface="微软雅黑" panose="020B0503020204020204" charset="-122"/>
                <a:cs typeface="微软雅黑" panose="020B0503020204020204" charset="-122"/>
              </a:rPr>
              <a:t>分散</a:t>
            </a:r>
            <a:endParaRPr sz="1400" dirty="0">
              <a:solidFill>
                <a:srgbClr val="294A6D"/>
              </a:solidFill>
              <a:latin typeface="Arial" panose="020B0604020202020204" pitchFamily="34" charset="0"/>
              <a:ea typeface="微软雅黑" panose="020B0503020204020204" charset="-122"/>
              <a:cs typeface="微软雅黑" panose="020B0503020204020204" charset="-122"/>
            </a:endParaRPr>
          </a:p>
        </p:txBody>
      </p:sp>
      <p:sp>
        <p:nvSpPr>
          <p:cNvPr id="51" name="s13-right-1-body"/>
          <p:cNvSpPr>
            <a:spLocks noGrp="1"/>
          </p:cNvSpPr>
          <p:nvPr/>
        </p:nvSpPr>
        <p:spPr>
          <a:xfrm>
            <a:off x="7019925" y="1981200"/>
            <a:ext cx="4352925" cy="400050"/>
          </a:xfrm>
          <a:prstGeom prst="rect">
            <a:avLst/>
          </a:prstGeom>
          <a:noFill/>
          <a:ln w="0">
            <a:noFill/>
            <a:prstDash val="solid"/>
          </a:ln>
          <a:effectLst/>
        </p:spPr>
        <p:txBody>
          <a:bodyPr wrap="square" lIns="0" tIns="0" rIns="0" bIns="0" anchor="t">
            <a:noAutofit/>
          </a:bodyPr>
          <a:lstStyle/>
          <a:p>
            <a:pPr algn="l">
              <a:lnSpc>
                <a:spcPct val="95000"/>
              </a:lnSpc>
              <a:buNone/>
              <a:defRPr sz="905" b="0">
                <a:solidFill>
                  <a:srgbClr val="27364A"/>
                </a:solidFill>
                <a:latin typeface="微软雅黑" panose="020B0503020204020204" charset="-122"/>
                <a:ea typeface="微软雅黑" panose="020B0503020204020204" charset="-122"/>
                <a:cs typeface="微软雅黑" panose="020B0503020204020204" charset="-122"/>
              </a:defRPr>
            </a:pPr>
            <a:endParaRPr sz="1200" b="1" dirty="0">
              <a:solidFill>
                <a:srgbClr val="27364A"/>
              </a:solidFill>
              <a:latin typeface="微软雅黑" panose="020B0503020204020204" charset="-122"/>
              <a:ea typeface="微软雅黑" panose="020B0503020204020204" charset="-122"/>
              <a:cs typeface="微软雅黑" panose="020B0503020204020204" charset="-122"/>
            </a:endParaRPr>
          </a:p>
        </p:txBody>
      </p:sp>
      <p:sp>
        <p:nvSpPr>
          <p:cNvPr id="52" name="s13-right-2-frame"/>
          <p:cNvSpPr>
            <a:spLocks noGrp="1"/>
          </p:cNvSpPr>
          <p:nvPr/>
        </p:nvSpPr>
        <p:spPr>
          <a:xfrm>
            <a:off x="6181725" y="2447925"/>
            <a:ext cx="5324475" cy="733425"/>
          </a:xfrm>
          <a:prstGeom prst="rect">
            <a:avLst/>
          </a:prstGeom>
          <a:solidFill>
            <a:srgbClr val="EEF2F5"/>
          </a:solidFill>
          <a:ln w="9525">
            <a:solidFill>
              <a:srgbClr val="D6DEE6"/>
            </a:solidFill>
            <a:prstDash val="solid"/>
          </a:ln>
          <a:effectLst/>
        </p:spPr>
      </p:sp>
      <p:sp>
        <p:nvSpPr>
          <p:cNvPr id="53" name="s13-right-2-number"/>
          <p:cNvSpPr>
            <a:spLocks noGrp="1"/>
          </p:cNvSpPr>
          <p:nvPr/>
        </p:nvSpPr>
        <p:spPr>
          <a:xfrm>
            <a:off x="6315075" y="2571750"/>
            <a:ext cx="419100" cy="371475"/>
          </a:xfrm>
          <a:prstGeom prst="roundRect">
            <a:avLst>
              <a:gd name="adj" fmla="val 15385"/>
            </a:avLst>
          </a:prstGeom>
          <a:noFill/>
          <a:ln w="9525">
            <a:noFill/>
            <a:prstDash val="solid"/>
          </a:ln>
          <a:effectLst/>
          <a:extLst>
            <a:ext uri="{909E8E84-426E-40DD-AFC4-6F175D3DCCD1}">
              <a14:hiddenFill xmlns:a14="http://schemas.microsoft.com/office/drawing/2010/main">
                <a:solidFill>
                  <a:srgbClr val="EEF2F5"/>
                </a:solidFill>
              </a14:hiddenFill>
            </a:ext>
            <a:ext uri="{91240B29-F687-4F45-9708-019B960494DF}">
              <a14:hiddenLine xmlns:a14="http://schemas.microsoft.com/office/drawing/2010/main" w="9525">
                <a:solidFill>
                  <a:srgbClr val="294A6D"/>
                </a:solidFill>
                <a:prstDash val="solid"/>
              </a14:hiddenLine>
            </a:ext>
          </a:extLst>
        </p:spPr>
        <p:txBody>
          <a:bodyPr wrap="square" lIns="0" tIns="0" rIns="0" bIns="0" anchor="ctr">
            <a:normAutofit/>
          </a:bodyPr>
          <a:lstStyle/>
          <a:p>
            <a:pPr algn="ctr">
              <a:defRPr sz="1275" b="1">
                <a:solidFill>
                  <a:srgbClr val="1457C5"/>
                </a:solidFill>
                <a:latin typeface="Calibri" panose="020F0502020204030204"/>
                <a:ea typeface="Calibri" panose="020F0502020204030204"/>
                <a:cs typeface="Calibri" panose="020F0502020204030204"/>
              </a:defRPr>
            </a:pPr>
            <a:r>
              <a:rPr sz="1400">
                <a:solidFill>
                  <a:srgbClr val="294A6D"/>
                </a:solidFill>
                <a:latin typeface="Arial" panose="020B0604020202020204" pitchFamily="34" charset="0"/>
                <a:ea typeface="微软雅黑" panose="020B0503020204020204" charset="-122"/>
                <a:cs typeface="Calibri" panose="020F0502020204030204"/>
              </a:rPr>
              <a:t>02</a:t>
            </a:r>
          </a:p>
        </p:txBody>
      </p:sp>
      <p:sp>
        <p:nvSpPr>
          <p:cNvPr id="54" name="s13-right-2-separator"/>
          <p:cNvSpPr>
            <a:spLocks noGrp="1"/>
          </p:cNvSpPr>
          <p:nvPr/>
        </p:nvSpPr>
        <p:spPr>
          <a:xfrm>
            <a:off x="6867525" y="2581275"/>
            <a:ext cx="9525" cy="466725"/>
          </a:xfrm>
          <a:prstGeom prst="rect">
            <a:avLst/>
          </a:prstGeom>
          <a:solidFill>
            <a:srgbClr val="EEF2F5"/>
          </a:solidFill>
          <a:ln w="0">
            <a:solidFill>
              <a:srgbClr val="D6DEE6"/>
            </a:solidFill>
            <a:prstDash val="solid"/>
          </a:ln>
          <a:effectLst/>
        </p:spPr>
      </p:sp>
      <p:sp>
        <p:nvSpPr>
          <p:cNvPr id="55" name="s13-right-2-title"/>
          <p:cNvSpPr>
            <a:spLocks noGrp="1"/>
          </p:cNvSpPr>
          <p:nvPr/>
        </p:nvSpPr>
        <p:spPr>
          <a:xfrm>
            <a:off x="7019925" y="2697163"/>
            <a:ext cx="4352925" cy="266700"/>
          </a:xfrm>
          <a:prstGeom prst="rect">
            <a:avLst/>
          </a:prstGeom>
          <a:noFill/>
          <a:ln w="0">
            <a:noFill/>
            <a:prstDash val="solid"/>
          </a:ln>
          <a:effectLst/>
        </p:spPr>
        <p:txBody>
          <a:bodyPr wrap="square" lIns="0" tIns="0" rIns="0" bIns="0" anchor="ctr">
            <a:normAutofit/>
          </a:bodyPr>
          <a:lstStyle/>
          <a:p>
            <a:pPr algn="l">
              <a:defRPr sz="1225" b="1">
                <a:solidFill>
                  <a:srgbClr val="1457C5"/>
                </a:solidFill>
                <a:latin typeface="微软雅黑" panose="020B0503020204020204" charset="-122"/>
                <a:ea typeface="微软雅黑" panose="020B0503020204020204" charset="-122"/>
                <a:cs typeface="微软雅黑" panose="020B0503020204020204" charset="-122"/>
              </a:defRPr>
            </a:pPr>
            <a:r>
              <a:rPr lang="zh-CN" altLang="en-US" sz="1400" dirty="0" smtClean="0">
                <a:solidFill>
                  <a:srgbClr val="294A6D"/>
                </a:solidFill>
                <a:latin typeface="Arial" panose="020B0604020202020204" pitchFamily="34" charset="0"/>
                <a:ea typeface="微软雅黑" panose="020B0503020204020204" charset="-122"/>
                <a:cs typeface="微软雅黑" panose="020B0503020204020204" charset="-122"/>
              </a:rPr>
              <a:t>消耗</a:t>
            </a:r>
            <a:r>
              <a:rPr lang="en-US" altLang="zh-CN" sz="1400" dirty="0" smtClean="0">
                <a:solidFill>
                  <a:srgbClr val="294A6D"/>
                </a:solidFill>
                <a:latin typeface="Arial" panose="020B0604020202020204" pitchFamily="34" charset="0"/>
                <a:ea typeface="微软雅黑" panose="020B0503020204020204" charset="-122"/>
                <a:cs typeface="微软雅黑" panose="020B0503020204020204" charset="-122"/>
              </a:rPr>
              <a:t>token</a:t>
            </a:r>
            <a:r>
              <a:rPr lang="zh-CN" altLang="en-US" sz="1400" dirty="0" smtClean="0">
                <a:solidFill>
                  <a:srgbClr val="294A6D"/>
                </a:solidFill>
                <a:latin typeface="Arial" panose="020B0604020202020204" pitchFamily="34" charset="0"/>
                <a:ea typeface="微软雅黑" panose="020B0503020204020204" charset="-122"/>
                <a:cs typeface="微软雅黑" panose="020B0503020204020204" charset="-122"/>
              </a:rPr>
              <a:t>较多</a:t>
            </a:r>
            <a:endParaRPr sz="1400" dirty="0">
              <a:solidFill>
                <a:srgbClr val="294A6D"/>
              </a:solidFill>
              <a:latin typeface="Arial" panose="020B0604020202020204" pitchFamily="34" charset="0"/>
              <a:ea typeface="微软雅黑" panose="020B0503020204020204" charset="-122"/>
              <a:cs typeface="微软雅黑" panose="020B0503020204020204" charset="-122"/>
            </a:endParaRPr>
          </a:p>
        </p:txBody>
      </p:sp>
      <p:sp>
        <p:nvSpPr>
          <p:cNvPr id="56" name="s13-right-2-body"/>
          <p:cNvSpPr>
            <a:spLocks noGrp="1"/>
          </p:cNvSpPr>
          <p:nvPr/>
        </p:nvSpPr>
        <p:spPr>
          <a:xfrm>
            <a:off x="7019925" y="2743200"/>
            <a:ext cx="4352925" cy="400050"/>
          </a:xfrm>
          <a:prstGeom prst="rect">
            <a:avLst/>
          </a:prstGeom>
          <a:noFill/>
          <a:ln w="0">
            <a:noFill/>
            <a:prstDash val="solid"/>
          </a:ln>
          <a:effectLst/>
        </p:spPr>
        <p:txBody>
          <a:bodyPr wrap="square" lIns="0" tIns="0" rIns="0" bIns="0" anchor="t">
            <a:noAutofit/>
          </a:bodyPr>
          <a:lstStyle/>
          <a:p>
            <a:pPr algn="l">
              <a:lnSpc>
                <a:spcPct val="95000"/>
              </a:lnSpc>
              <a:buNone/>
              <a:defRPr sz="905" b="0">
                <a:solidFill>
                  <a:srgbClr val="27364A"/>
                </a:solidFill>
                <a:latin typeface="微软雅黑" panose="020B0503020204020204" charset="-122"/>
                <a:ea typeface="微软雅黑" panose="020B0503020204020204" charset="-122"/>
                <a:cs typeface="微软雅黑" panose="020B0503020204020204" charset="-122"/>
              </a:defRPr>
            </a:pPr>
            <a:endParaRPr sz="1200" b="1" dirty="0">
              <a:solidFill>
                <a:srgbClr val="27364A"/>
              </a:solidFill>
              <a:latin typeface="微软雅黑" panose="020B0503020204020204" charset="-122"/>
              <a:ea typeface="微软雅黑" panose="020B0503020204020204" charset="-122"/>
              <a:cs typeface="微软雅黑" panose="020B0503020204020204" charset="-122"/>
            </a:endParaRPr>
          </a:p>
        </p:txBody>
      </p:sp>
      <p:sp>
        <p:nvSpPr>
          <p:cNvPr id="57" name="s13-right-3-frame"/>
          <p:cNvSpPr>
            <a:spLocks noGrp="1"/>
          </p:cNvSpPr>
          <p:nvPr/>
        </p:nvSpPr>
        <p:spPr>
          <a:xfrm>
            <a:off x="6181725" y="3209925"/>
            <a:ext cx="5324475" cy="733425"/>
          </a:xfrm>
          <a:prstGeom prst="rect">
            <a:avLst/>
          </a:prstGeom>
          <a:solidFill>
            <a:srgbClr val="EEF2F5"/>
          </a:solidFill>
          <a:ln w="9525">
            <a:solidFill>
              <a:srgbClr val="D6DEE6"/>
            </a:solidFill>
            <a:prstDash val="solid"/>
          </a:ln>
          <a:effectLst/>
        </p:spPr>
      </p:sp>
      <p:sp>
        <p:nvSpPr>
          <p:cNvPr id="58" name="s13-right-3-number"/>
          <p:cNvSpPr>
            <a:spLocks noGrp="1"/>
          </p:cNvSpPr>
          <p:nvPr/>
        </p:nvSpPr>
        <p:spPr>
          <a:xfrm>
            <a:off x="6315075" y="3333750"/>
            <a:ext cx="419100" cy="371475"/>
          </a:xfrm>
          <a:prstGeom prst="roundRect">
            <a:avLst>
              <a:gd name="adj" fmla="val 15385"/>
            </a:avLst>
          </a:prstGeom>
          <a:noFill/>
          <a:ln w="9525">
            <a:noFill/>
            <a:prstDash val="solid"/>
          </a:ln>
          <a:effectLst/>
          <a:extLst>
            <a:ext uri="{909E8E84-426E-40DD-AFC4-6F175D3DCCD1}">
              <a14:hiddenFill xmlns:a14="http://schemas.microsoft.com/office/drawing/2010/main">
                <a:solidFill>
                  <a:srgbClr val="EEF2F5"/>
                </a:solidFill>
              </a14:hiddenFill>
            </a:ext>
            <a:ext uri="{91240B29-F687-4F45-9708-019B960494DF}">
              <a14:hiddenLine xmlns:a14="http://schemas.microsoft.com/office/drawing/2010/main" w="9525">
                <a:solidFill>
                  <a:srgbClr val="294A6D"/>
                </a:solidFill>
                <a:prstDash val="solid"/>
              </a14:hiddenLine>
            </a:ext>
          </a:extLst>
        </p:spPr>
        <p:txBody>
          <a:bodyPr wrap="square" lIns="0" tIns="0" rIns="0" bIns="0" anchor="ctr">
            <a:normAutofit/>
          </a:bodyPr>
          <a:lstStyle/>
          <a:p>
            <a:pPr algn="ctr">
              <a:defRPr sz="1275" b="1">
                <a:solidFill>
                  <a:srgbClr val="1457C5"/>
                </a:solidFill>
                <a:latin typeface="Calibri" panose="020F0502020204030204"/>
                <a:ea typeface="Calibri" panose="020F0502020204030204"/>
                <a:cs typeface="Calibri" panose="020F0502020204030204"/>
              </a:defRPr>
            </a:pPr>
            <a:r>
              <a:rPr sz="1400">
                <a:solidFill>
                  <a:srgbClr val="294A6D"/>
                </a:solidFill>
                <a:latin typeface="Arial" panose="020B0604020202020204" pitchFamily="34" charset="0"/>
                <a:ea typeface="微软雅黑" panose="020B0503020204020204" charset="-122"/>
                <a:cs typeface="Calibri" panose="020F0502020204030204"/>
              </a:rPr>
              <a:t>03</a:t>
            </a:r>
          </a:p>
        </p:txBody>
      </p:sp>
      <p:sp>
        <p:nvSpPr>
          <p:cNvPr id="59" name="s13-right-3-separator"/>
          <p:cNvSpPr>
            <a:spLocks noGrp="1"/>
          </p:cNvSpPr>
          <p:nvPr/>
        </p:nvSpPr>
        <p:spPr>
          <a:xfrm>
            <a:off x="6867525" y="3343275"/>
            <a:ext cx="9525" cy="466725"/>
          </a:xfrm>
          <a:prstGeom prst="rect">
            <a:avLst/>
          </a:prstGeom>
          <a:solidFill>
            <a:srgbClr val="EEF2F5"/>
          </a:solidFill>
          <a:ln w="0">
            <a:solidFill>
              <a:srgbClr val="D6DEE6"/>
            </a:solidFill>
            <a:prstDash val="solid"/>
          </a:ln>
          <a:effectLst/>
        </p:spPr>
      </p:sp>
      <p:sp>
        <p:nvSpPr>
          <p:cNvPr id="60" name="s13-right-3-title"/>
          <p:cNvSpPr>
            <a:spLocks noGrp="1"/>
          </p:cNvSpPr>
          <p:nvPr/>
        </p:nvSpPr>
        <p:spPr>
          <a:xfrm>
            <a:off x="6999605" y="3424237"/>
            <a:ext cx="4352925" cy="266700"/>
          </a:xfrm>
          <a:prstGeom prst="rect">
            <a:avLst/>
          </a:prstGeom>
          <a:noFill/>
          <a:ln w="0">
            <a:noFill/>
            <a:prstDash val="solid"/>
          </a:ln>
          <a:effectLst/>
        </p:spPr>
        <p:txBody>
          <a:bodyPr wrap="square" lIns="0" tIns="0" rIns="0" bIns="0" anchor="ctr">
            <a:normAutofit/>
          </a:bodyPr>
          <a:lstStyle/>
          <a:p>
            <a:pPr algn="l">
              <a:defRPr sz="1225" b="1">
                <a:solidFill>
                  <a:srgbClr val="1457C5"/>
                </a:solidFill>
                <a:latin typeface="微软雅黑" panose="020B0503020204020204" charset="-122"/>
                <a:ea typeface="微软雅黑" panose="020B0503020204020204" charset="-122"/>
                <a:cs typeface="微软雅黑" panose="020B0503020204020204" charset="-122"/>
              </a:defRPr>
            </a:pPr>
            <a:r>
              <a:rPr lang="zh-CN" altLang="en-US" sz="1400" dirty="0">
                <a:solidFill>
                  <a:srgbClr val="294A6D"/>
                </a:solidFill>
                <a:latin typeface="Arial" panose="020B0604020202020204" pitchFamily="34" charset="0"/>
                <a:ea typeface="微软雅黑" panose="020B0503020204020204" charset="-122"/>
                <a:cs typeface="微软雅黑" panose="020B0503020204020204" charset="-122"/>
              </a:rPr>
              <a:t>新</a:t>
            </a:r>
            <a:r>
              <a:rPr lang="zh-CN" altLang="en-US" sz="1400" dirty="0" smtClean="0">
                <a:solidFill>
                  <a:srgbClr val="294A6D"/>
                </a:solidFill>
                <a:latin typeface="Arial" panose="020B0604020202020204" pitchFamily="34" charset="0"/>
                <a:ea typeface="微软雅黑" panose="020B0503020204020204" charset="-122"/>
                <a:cs typeface="微软雅黑" panose="020B0503020204020204" charset="-122"/>
              </a:rPr>
              <a:t>加一些优化较为困难</a:t>
            </a:r>
            <a:endParaRPr sz="1400" dirty="0">
              <a:solidFill>
                <a:srgbClr val="294A6D"/>
              </a:solidFill>
              <a:latin typeface="Arial" panose="020B0604020202020204" pitchFamily="34" charset="0"/>
              <a:ea typeface="微软雅黑" panose="020B0503020204020204" charset="-122"/>
              <a:cs typeface="微软雅黑" panose="020B0503020204020204" charset="-122"/>
            </a:endParaRPr>
          </a:p>
        </p:txBody>
      </p:sp>
      <p:sp>
        <p:nvSpPr>
          <p:cNvPr id="63" name="s13-right-4-frame"/>
          <p:cNvSpPr>
            <a:spLocks noGrp="1"/>
          </p:cNvSpPr>
          <p:nvPr/>
        </p:nvSpPr>
        <p:spPr>
          <a:xfrm>
            <a:off x="6181725" y="3971925"/>
            <a:ext cx="5324475" cy="752475"/>
          </a:xfrm>
          <a:prstGeom prst="rect">
            <a:avLst/>
          </a:prstGeom>
          <a:solidFill>
            <a:srgbClr val="EEF2F5"/>
          </a:solidFill>
          <a:ln w="9525">
            <a:solidFill>
              <a:srgbClr val="D6DEE6"/>
            </a:solidFill>
            <a:prstDash val="solid"/>
          </a:ln>
          <a:effectLst/>
        </p:spPr>
      </p:sp>
      <p:sp>
        <p:nvSpPr>
          <p:cNvPr id="64" name="s13-right-4-number"/>
          <p:cNvSpPr>
            <a:spLocks noGrp="1"/>
          </p:cNvSpPr>
          <p:nvPr/>
        </p:nvSpPr>
        <p:spPr>
          <a:xfrm>
            <a:off x="6315075" y="4095750"/>
            <a:ext cx="419100" cy="371475"/>
          </a:xfrm>
          <a:prstGeom prst="roundRect">
            <a:avLst>
              <a:gd name="adj" fmla="val 15385"/>
            </a:avLst>
          </a:prstGeom>
          <a:noFill/>
          <a:ln w="9525">
            <a:noFill/>
            <a:prstDash val="solid"/>
          </a:ln>
          <a:effectLst/>
          <a:extLst>
            <a:ext uri="{909E8E84-426E-40DD-AFC4-6F175D3DCCD1}">
              <a14:hiddenFill xmlns:a14="http://schemas.microsoft.com/office/drawing/2010/main">
                <a:solidFill>
                  <a:srgbClr val="EEF2F5"/>
                </a:solidFill>
              </a14:hiddenFill>
            </a:ext>
            <a:ext uri="{91240B29-F687-4F45-9708-019B960494DF}">
              <a14:hiddenLine xmlns:a14="http://schemas.microsoft.com/office/drawing/2010/main" w="9525">
                <a:solidFill>
                  <a:srgbClr val="294A6D"/>
                </a:solidFill>
                <a:prstDash val="solid"/>
              </a14:hiddenLine>
            </a:ext>
          </a:extLst>
        </p:spPr>
        <p:txBody>
          <a:bodyPr wrap="square" lIns="0" tIns="0" rIns="0" bIns="0" anchor="ctr">
            <a:normAutofit/>
          </a:bodyPr>
          <a:lstStyle/>
          <a:p>
            <a:pPr algn="ctr">
              <a:defRPr sz="1275" b="1">
                <a:solidFill>
                  <a:srgbClr val="1457C5"/>
                </a:solidFill>
                <a:latin typeface="Calibri" panose="020F0502020204030204"/>
                <a:ea typeface="Calibri" panose="020F0502020204030204"/>
                <a:cs typeface="Calibri" panose="020F0502020204030204"/>
              </a:defRPr>
            </a:pPr>
            <a:r>
              <a:rPr sz="1400">
                <a:solidFill>
                  <a:srgbClr val="294A6D"/>
                </a:solidFill>
                <a:latin typeface="Arial" panose="020B0604020202020204" pitchFamily="34" charset="0"/>
                <a:ea typeface="微软雅黑" panose="020B0503020204020204" charset="-122"/>
                <a:cs typeface="Calibri" panose="020F0502020204030204"/>
              </a:rPr>
              <a:t>04</a:t>
            </a:r>
          </a:p>
        </p:txBody>
      </p:sp>
      <p:sp>
        <p:nvSpPr>
          <p:cNvPr id="65" name="s13-right-4-separator"/>
          <p:cNvSpPr>
            <a:spLocks noGrp="1"/>
          </p:cNvSpPr>
          <p:nvPr/>
        </p:nvSpPr>
        <p:spPr>
          <a:xfrm>
            <a:off x="6867525" y="4105275"/>
            <a:ext cx="9525" cy="485775"/>
          </a:xfrm>
          <a:prstGeom prst="rect">
            <a:avLst/>
          </a:prstGeom>
          <a:solidFill>
            <a:srgbClr val="EEF2F5"/>
          </a:solidFill>
          <a:ln w="0">
            <a:solidFill>
              <a:srgbClr val="D6DEE6"/>
            </a:solidFill>
            <a:prstDash val="solid"/>
          </a:ln>
          <a:effectLst/>
        </p:spPr>
      </p:sp>
      <p:sp>
        <p:nvSpPr>
          <p:cNvPr id="66" name="s13-right-4-title"/>
          <p:cNvSpPr>
            <a:spLocks noGrp="1"/>
          </p:cNvSpPr>
          <p:nvPr/>
        </p:nvSpPr>
        <p:spPr>
          <a:xfrm>
            <a:off x="6999605" y="4178300"/>
            <a:ext cx="4352925" cy="266700"/>
          </a:xfrm>
          <a:prstGeom prst="rect">
            <a:avLst/>
          </a:prstGeom>
          <a:noFill/>
          <a:ln w="0">
            <a:noFill/>
            <a:prstDash val="solid"/>
          </a:ln>
          <a:effectLst/>
        </p:spPr>
        <p:txBody>
          <a:bodyPr wrap="square" lIns="0" tIns="0" rIns="0" bIns="0" anchor="ctr">
            <a:normAutofit/>
          </a:bodyPr>
          <a:lstStyle/>
          <a:p>
            <a:pPr algn="l">
              <a:defRPr sz="1225" b="1">
                <a:solidFill>
                  <a:srgbClr val="1457C5"/>
                </a:solidFill>
                <a:latin typeface="微软雅黑" panose="020B0503020204020204" charset="-122"/>
                <a:ea typeface="微软雅黑" panose="020B0503020204020204" charset="-122"/>
                <a:cs typeface="微软雅黑" panose="020B0503020204020204" charset="-122"/>
              </a:defRPr>
            </a:pPr>
            <a:r>
              <a:rPr lang="zh-CN" altLang="en-US" sz="1400" dirty="0">
                <a:solidFill>
                  <a:srgbClr val="294A6D"/>
                </a:solidFill>
                <a:latin typeface="Arial" panose="020B0604020202020204" pitchFamily="34" charset="0"/>
                <a:ea typeface="微软雅黑" panose="020B0503020204020204" charset="-122"/>
                <a:cs typeface="微软雅黑" panose="020B0503020204020204" charset="-122"/>
              </a:rPr>
              <a:t>开发时间较长</a:t>
            </a:r>
            <a:endParaRPr sz="1400" dirty="0">
              <a:solidFill>
                <a:srgbClr val="294A6D"/>
              </a:solidFill>
              <a:latin typeface="Arial" panose="020B0604020202020204" pitchFamily="34" charset="0"/>
              <a:ea typeface="微软雅黑" panose="020B0503020204020204" charset="-122"/>
              <a:cs typeface="微软雅黑" panose="020B0503020204020204" charset="-122"/>
            </a:endParaRPr>
          </a:p>
        </p:txBody>
      </p:sp>
      <p:sp>
        <p:nvSpPr>
          <p:cNvPr id="67" name="s13-right-4-body"/>
          <p:cNvSpPr>
            <a:spLocks noGrp="1"/>
          </p:cNvSpPr>
          <p:nvPr/>
        </p:nvSpPr>
        <p:spPr>
          <a:xfrm>
            <a:off x="7019925" y="4267200"/>
            <a:ext cx="4352925" cy="419100"/>
          </a:xfrm>
          <a:prstGeom prst="rect">
            <a:avLst/>
          </a:prstGeom>
          <a:noFill/>
          <a:ln w="0">
            <a:noFill/>
            <a:prstDash val="solid"/>
          </a:ln>
          <a:effectLst/>
        </p:spPr>
        <p:txBody>
          <a:bodyPr wrap="square" lIns="0" tIns="0" rIns="0" bIns="0" anchor="t">
            <a:noAutofit/>
          </a:bodyPr>
          <a:lstStyle/>
          <a:p>
            <a:pPr algn="l">
              <a:lnSpc>
                <a:spcPct val="95000"/>
              </a:lnSpc>
              <a:buNone/>
              <a:defRPr sz="905" b="0">
                <a:solidFill>
                  <a:srgbClr val="27364A"/>
                </a:solidFill>
                <a:latin typeface="微软雅黑" panose="020B0503020204020204" charset="-122"/>
                <a:ea typeface="微软雅黑" panose="020B0503020204020204" charset="-122"/>
                <a:cs typeface="微软雅黑" panose="020B0503020204020204" charset="-122"/>
              </a:defRPr>
            </a:pPr>
            <a:endParaRPr sz="1200" b="1" dirty="0">
              <a:solidFill>
                <a:srgbClr val="27364A"/>
              </a:solidFill>
              <a:latin typeface="微软雅黑" panose="020B0503020204020204" charset="-122"/>
              <a:ea typeface="微软雅黑" panose="020B0503020204020204" charset="-122"/>
              <a:cs typeface="微软雅黑" panose="020B0503020204020204" charset="-122"/>
            </a:endParaRPr>
          </a:p>
        </p:txBody>
      </p:sp>
      <p:sp>
        <p:nvSpPr>
          <p:cNvPr id="4" name="slide-7-page-number"/>
          <p:cNvSpPr>
            <a:spLocks noGrp="1"/>
          </p:cNvSpPr>
          <p:nvPr/>
        </p:nvSpPr>
        <p:spPr>
          <a:xfrm>
            <a:off x="11366500" y="317500"/>
            <a:ext cx="330200" cy="279400"/>
          </a:xfrm>
          <a:prstGeom prst="roundRect">
            <a:avLst>
              <a:gd name="adj" fmla="val 14706"/>
            </a:avLst>
          </a:prstGeom>
          <a:noFill/>
          <a:ln w="9525">
            <a:noFill/>
            <a:prstDash val="solid"/>
          </a:ln>
          <a:effectLst/>
          <a:extLst>
            <a:ext uri="{909E8E84-426E-40DD-AFC4-6F175D3DCCD1}">
              <a14:hiddenFill xmlns:a14="http://schemas.microsoft.com/office/drawing/2010/main">
                <a:solidFill>
                  <a:srgbClr val="294A6D"/>
                </a:solidFill>
              </a14:hiddenFill>
            </a:ext>
            <a:ext uri="{91240B29-F687-4F45-9708-019B960494DF}">
              <a14:hiddenLine xmlns:a14="http://schemas.microsoft.com/office/drawing/2010/main" w="9525">
                <a:solidFill>
                  <a:srgbClr val="294A6D"/>
                </a:solidFill>
                <a:prstDash val="solid"/>
              </a14:hiddenLine>
            </a:ext>
          </a:extLst>
        </p:spPr>
        <p:txBody>
          <a:bodyPr wrap="square" lIns="0" tIns="0" rIns="0" bIns="0" anchor="ctr">
            <a:noAutofit/>
          </a:bodyPr>
          <a:lstStyle/>
          <a:p>
            <a:pPr algn="ctr">
              <a:buNone/>
              <a:defRPr sz="1200" b="1">
                <a:solidFill>
                  <a:srgbClr val="FFFFFF"/>
                </a:solidFill>
                <a:latin typeface="微软雅黑" panose="020B0503020204020204" charset="-122"/>
                <a:ea typeface="微软雅黑" panose="020B0503020204020204" charset="-122"/>
                <a:cs typeface="微软雅黑" panose="020B0503020204020204" charset="-122"/>
              </a:defRPr>
            </a:pPr>
            <a:r>
              <a:rPr lang="en-US" sz="1200" b="1" dirty="0" smtClean="0">
                <a:solidFill>
                  <a:srgbClr val="66737F"/>
                </a:solidFill>
                <a:latin typeface="Arial" panose="020B0604020202020204" pitchFamily="34" charset="0"/>
                <a:ea typeface="微软雅黑" panose="020B0503020204020204" charset="-122"/>
                <a:cs typeface="微软雅黑" panose="020B0503020204020204" charset="-122"/>
              </a:rPr>
              <a:t>14</a:t>
            </a:r>
            <a:endParaRPr lang="en-US" sz="1200" b="1" dirty="0">
              <a:solidFill>
                <a:srgbClr val="66737F"/>
              </a:solidFill>
              <a:latin typeface="Arial" panose="020B0604020202020204" pitchFamily="34" charset="0"/>
              <a:ea typeface="微软雅黑" panose="020B0503020204020204" charset="-122"/>
              <a:cs typeface="微软雅黑" panose="020B0503020204020204" charset="-122"/>
            </a:endParaRPr>
          </a:p>
        </p:txBody>
      </p:sp>
      <p:sp>
        <p:nvSpPr>
          <p:cNvPr id="61" name="slide-1-title"/>
          <p:cNvSpPr>
            <a:spLocks noGrp="1"/>
          </p:cNvSpPr>
          <p:nvPr/>
        </p:nvSpPr>
        <p:spPr>
          <a:xfrm>
            <a:off x="342900" y="223460"/>
            <a:ext cx="635000" cy="495300"/>
          </a:xfrm>
          <a:prstGeom prst="rect">
            <a:avLst/>
          </a:prstGeom>
          <a:noFill/>
          <a:ln w="0">
            <a:noFill/>
            <a:prstDash val="solid"/>
          </a:ln>
          <a:effectLst/>
        </p:spPr>
        <p:txBody>
          <a:bodyPr wrap="square" lIns="0" tIns="0" rIns="0" bIns="0" anchor="t">
            <a:noAutofit/>
          </a:bodyPr>
          <a:lstStyle/>
          <a:p>
            <a:pPr>
              <a:buNone/>
              <a:defRPr sz="3000" b="1">
                <a:solidFill>
                  <a:srgbClr val="072A67"/>
                </a:solidFill>
                <a:latin typeface="微软雅黑" panose="020B0503020204020204" charset="-122"/>
                <a:ea typeface="微软雅黑" panose="020B0503020204020204" charset="-122"/>
                <a:cs typeface="微软雅黑" panose="020B0503020204020204" charset="-122"/>
              </a:defRPr>
            </a:pPr>
            <a:r>
              <a:rPr lang="en-US" sz="3000" b="1" dirty="0">
                <a:solidFill>
                  <a:srgbClr val="243B53"/>
                </a:solidFill>
                <a:latin typeface="Arial" panose="020B0604020202020204" pitchFamily="34" charset="0"/>
                <a:ea typeface="微软雅黑" panose="020B0503020204020204" charset="-122"/>
                <a:cs typeface="微软雅黑" panose="020B0503020204020204" charset="-122"/>
              </a:rPr>
              <a:t>2.3</a:t>
            </a:r>
            <a:endParaRPr sz="3000" b="1" dirty="0">
              <a:solidFill>
                <a:srgbClr val="243B53"/>
              </a:solidFill>
              <a:latin typeface="Arial" panose="020B0604020202020204" pitchFamily="34" charset="0"/>
              <a:ea typeface="微软雅黑" panose="020B0503020204020204" charset="-122"/>
              <a:cs typeface="微软雅黑" panose="020B0503020204020204" charset="-122"/>
            </a:endParaRP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bg>
      <p:bgPr>
        <a:solidFill>
          <a:srgbClr val="F7F8FA"/>
        </a:solidFill>
        <a:effectLst/>
      </p:bgPr>
    </p:bg>
    <p:spTree>
      <p:nvGrpSpPr>
        <p:cNvPr id="1" name=""/>
        <p:cNvGrpSpPr/>
        <p:nvPr/>
      </p:nvGrpSpPr>
      <p:grpSpPr>
        <a:xfrm>
          <a:off x="0" y="0"/>
          <a:ext cx="0" cy="0"/>
          <a:chOff x="0" y="0"/>
          <a:chExt cx="0" cy="0"/>
        </a:xfrm>
      </p:grpSpPr>
      <p:sp>
        <p:nvSpPr>
          <p:cNvPr id="39" name="contents-title"/>
          <p:cNvSpPr>
            <a:spLocks noGrp="1"/>
          </p:cNvSpPr>
          <p:nvPr/>
        </p:nvSpPr>
        <p:spPr>
          <a:xfrm>
            <a:off x="609600" y="247650"/>
            <a:ext cx="2476500" cy="514350"/>
          </a:xfrm>
          <a:prstGeom prst="rect">
            <a:avLst/>
          </a:prstGeom>
          <a:noFill/>
          <a:ln w="0">
            <a:noFill/>
            <a:prstDash val="solid"/>
          </a:ln>
          <a:effectLst/>
        </p:spPr>
        <p:txBody>
          <a:bodyPr wrap="square" lIns="0" tIns="0" rIns="0" bIns="0" anchor="t">
            <a:noAutofit/>
          </a:bodyPr>
          <a:lstStyle/>
          <a:p>
            <a:pPr>
              <a:defRPr sz="2850" b="1">
                <a:solidFill>
                  <a:srgbClr val="072A67"/>
                </a:solidFill>
                <a:latin typeface="微软雅黑" panose="020B0503020204020204" charset="-122"/>
                <a:ea typeface="微软雅黑" panose="020B0503020204020204" charset="-122"/>
                <a:cs typeface="微软雅黑" panose="020B0503020204020204" charset="-122"/>
              </a:defRPr>
            </a:pPr>
            <a:r>
              <a:rPr sz="2800" b="1">
                <a:solidFill>
                  <a:srgbClr val="243B53"/>
                </a:solidFill>
                <a:latin typeface="Arial" panose="020B0604020202020204" pitchFamily="34" charset="0"/>
                <a:ea typeface="微软雅黑" panose="020B0503020204020204" charset="-122"/>
                <a:cs typeface="微软雅黑" panose="020B0503020204020204" charset="-122"/>
              </a:rPr>
              <a:t>目录</a:t>
            </a:r>
          </a:p>
        </p:txBody>
      </p:sp>
      <p:sp>
        <p:nvSpPr>
          <p:cNvPr id="2" name="contents-subtitle"/>
          <p:cNvSpPr>
            <a:spLocks noGrp="1"/>
          </p:cNvSpPr>
          <p:nvPr/>
        </p:nvSpPr>
        <p:spPr>
          <a:xfrm>
            <a:off x="609600" y="742950"/>
            <a:ext cx="2476500" cy="266700"/>
          </a:xfrm>
          <a:prstGeom prst="rect">
            <a:avLst/>
          </a:prstGeom>
          <a:noFill/>
          <a:ln w="0">
            <a:noFill/>
            <a:prstDash val="solid"/>
          </a:ln>
          <a:effectLst/>
        </p:spPr>
        <p:txBody>
          <a:bodyPr wrap="square" lIns="0" tIns="0" rIns="0" bIns="0" anchor="t">
            <a:noAutofit/>
          </a:bodyPr>
          <a:lstStyle/>
          <a:p>
            <a:pPr>
              <a:defRPr sz="1200" b="0">
                <a:solidFill>
                  <a:srgbClr val="56627A"/>
                </a:solidFill>
                <a:latin typeface="微软雅黑" panose="020B0503020204020204" charset="-122"/>
                <a:ea typeface="微软雅黑" panose="020B0503020204020204" charset="-122"/>
                <a:cs typeface="微软雅黑" panose="020B0503020204020204" charset="-122"/>
              </a:defRPr>
            </a:pPr>
            <a:r>
              <a:rPr sz="1200">
                <a:solidFill>
                  <a:srgbClr val="66737F"/>
                </a:solidFill>
                <a:latin typeface="Arial" panose="020B0604020202020204" pitchFamily="34" charset="0"/>
                <a:ea typeface="微软雅黑" panose="020B0503020204020204" charset="-122"/>
                <a:cs typeface="微软雅黑" panose="020B0503020204020204" charset="-122"/>
              </a:rPr>
              <a:t>Contents</a:t>
            </a:r>
          </a:p>
        </p:txBody>
      </p:sp>
      <p:sp>
        <p:nvSpPr>
          <p:cNvPr id="4" name="contents-header-rule"/>
          <p:cNvSpPr>
            <a:spLocks noGrp="1"/>
          </p:cNvSpPr>
          <p:nvPr/>
        </p:nvSpPr>
        <p:spPr>
          <a:xfrm>
            <a:off x="609600" y="1104900"/>
            <a:ext cx="10972800" cy="14288"/>
          </a:xfrm>
          <a:prstGeom prst="rect">
            <a:avLst/>
          </a:prstGeom>
          <a:solidFill>
            <a:srgbClr val="EEF2F5"/>
          </a:solidFill>
          <a:ln w="0">
            <a:noFill/>
            <a:prstDash val="solid"/>
          </a:ln>
          <a:effectLst/>
        </p:spPr>
      </p:sp>
      <p:sp>
        <p:nvSpPr>
          <p:cNvPr id="5" name="contents-card-1"/>
          <p:cNvSpPr>
            <a:spLocks noGrp="1"/>
          </p:cNvSpPr>
          <p:nvPr/>
        </p:nvSpPr>
        <p:spPr>
          <a:xfrm>
            <a:off x="609600" y="1295400"/>
            <a:ext cx="10972800" cy="981075"/>
          </a:xfrm>
          <a:prstGeom prst="rect">
            <a:avLst/>
          </a:prstGeom>
          <a:solidFill>
            <a:srgbClr val="FFFFFF"/>
          </a:solidFill>
          <a:ln w="10160">
            <a:solidFill>
              <a:srgbClr val="D6DEE6"/>
            </a:solidFill>
            <a:prstDash val="solid"/>
          </a:ln>
          <a:effectLst/>
        </p:spPr>
      </p:sp>
      <p:sp>
        <p:nvSpPr>
          <p:cNvPr id="6" name="contents-card-1-accent"/>
          <p:cNvSpPr>
            <a:spLocks noGrp="1"/>
          </p:cNvSpPr>
          <p:nvPr/>
        </p:nvSpPr>
        <p:spPr>
          <a:xfrm>
            <a:off x="609600" y="1295400"/>
            <a:ext cx="66675" cy="981075"/>
          </a:xfrm>
          <a:prstGeom prst="rect">
            <a:avLst/>
          </a:prstGeom>
          <a:solidFill>
            <a:srgbClr val="D6DEE6"/>
          </a:solidFill>
          <a:ln w="0">
            <a:noFill/>
            <a:prstDash val="solid"/>
          </a:ln>
          <a:effectLst/>
        </p:spPr>
      </p:sp>
      <p:sp>
        <p:nvSpPr>
          <p:cNvPr id="7" name="contents-card-1-part"/>
          <p:cNvSpPr>
            <a:spLocks noGrp="1"/>
          </p:cNvSpPr>
          <p:nvPr/>
        </p:nvSpPr>
        <p:spPr>
          <a:xfrm>
            <a:off x="839470" y="1628775"/>
            <a:ext cx="1104900" cy="266700"/>
          </a:xfrm>
          <a:prstGeom prst="rect">
            <a:avLst/>
          </a:prstGeom>
          <a:noFill/>
          <a:ln w="0">
            <a:noFill/>
            <a:prstDash val="solid"/>
          </a:ln>
          <a:effectLst/>
        </p:spPr>
        <p:txBody>
          <a:bodyPr wrap="square" lIns="0" tIns="0" rIns="0" bIns="0" anchor="ctr">
            <a:noAutofit/>
          </a:bodyPr>
          <a:lstStyle/>
          <a:p>
            <a:pPr>
              <a:buClrTx/>
              <a:buSzTx/>
              <a:buFontTx/>
              <a:defRPr sz="1125" b="1">
                <a:solidFill>
                  <a:srgbClr val="0E56C9"/>
                </a:solidFill>
                <a:latin typeface="微软雅黑" panose="020B0503020204020204" charset="-122"/>
                <a:ea typeface="微软雅黑" panose="020B0503020204020204" charset="-122"/>
                <a:cs typeface="微软雅黑" panose="020B0503020204020204" charset="-122"/>
              </a:defRPr>
            </a:pPr>
            <a:r>
              <a:rPr sz="1200">
                <a:solidFill>
                  <a:srgbClr val="66737F"/>
                </a:solidFill>
                <a:latin typeface="Arial" panose="020B0604020202020204" pitchFamily="34" charset="0"/>
                <a:ea typeface="微软雅黑" panose="020B0503020204020204" charset="-122"/>
                <a:cs typeface="微软雅黑" panose="020B0503020204020204" charset="-122"/>
              </a:rPr>
              <a:t>PART 01</a:t>
            </a:r>
          </a:p>
        </p:txBody>
      </p:sp>
      <p:sp>
        <p:nvSpPr>
          <p:cNvPr id="9" name="contents-card-1-divider"/>
          <p:cNvSpPr>
            <a:spLocks noGrp="1"/>
          </p:cNvSpPr>
          <p:nvPr/>
        </p:nvSpPr>
        <p:spPr>
          <a:xfrm>
            <a:off x="2047875" y="1438275"/>
            <a:ext cx="9525" cy="685800"/>
          </a:xfrm>
          <a:prstGeom prst="rect">
            <a:avLst/>
          </a:prstGeom>
          <a:solidFill>
            <a:srgbClr val="D6DEE6"/>
          </a:solidFill>
          <a:ln w="0">
            <a:noFill/>
            <a:prstDash val="solid"/>
          </a:ln>
          <a:effectLst/>
        </p:spPr>
      </p:sp>
      <p:sp>
        <p:nvSpPr>
          <p:cNvPr id="10" name="contents-card-1-title"/>
          <p:cNvSpPr>
            <a:spLocks noGrp="1"/>
          </p:cNvSpPr>
          <p:nvPr/>
        </p:nvSpPr>
        <p:spPr>
          <a:xfrm>
            <a:off x="2286000" y="1390650"/>
            <a:ext cx="8953500" cy="304800"/>
          </a:xfrm>
          <a:prstGeom prst="rect">
            <a:avLst/>
          </a:prstGeom>
          <a:noFill/>
          <a:ln w="0">
            <a:noFill/>
            <a:prstDash val="solid"/>
          </a:ln>
          <a:effectLst/>
        </p:spPr>
        <p:txBody>
          <a:bodyPr wrap="square" lIns="0" tIns="0" rIns="0" bIns="0" anchor="ctr">
            <a:noAutofit/>
          </a:bodyPr>
          <a:lstStyle/>
          <a:p>
            <a:pPr>
              <a:defRPr sz="1500" b="1">
                <a:solidFill>
                  <a:srgbClr val="072A67"/>
                </a:solidFill>
                <a:latin typeface="微软雅黑" panose="020B0503020204020204" charset="-122"/>
                <a:ea typeface="微软雅黑" panose="020B0503020204020204" charset="-122"/>
                <a:cs typeface="微软雅黑" panose="020B0503020204020204" charset="-122"/>
              </a:defRPr>
            </a:pPr>
            <a:r>
              <a:rPr lang="en-US" sz="1600">
                <a:solidFill>
                  <a:srgbClr val="2F3A45"/>
                </a:solidFill>
                <a:latin typeface="Arial" panose="020B0604020202020204" pitchFamily="34" charset="0"/>
                <a:ea typeface="微软雅黑" panose="020B0503020204020204" charset="-122"/>
                <a:cs typeface="微软雅黑" panose="020B0503020204020204" charset="-122"/>
              </a:rPr>
              <a:t>Agent/</a:t>
            </a:r>
            <a:r>
              <a:rPr sz="1600">
                <a:solidFill>
                  <a:srgbClr val="2F3A45"/>
                </a:solidFill>
                <a:latin typeface="Arial" panose="020B0604020202020204" pitchFamily="34" charset="0"/>
                <a:ea typeface="微软雅黑" panose="020B0503020204020204" charset="-122"/>
                <a:cs typeface="微软雅黑" panose="020B0503020204020204" charset="-122"/>
              </a:rPr>
              <a:t>Skill 基础：使用与开发</a:t>
            </a:r>
          </a:p>
        </p:txBody>
      </p:sp>
      <p:sp>
        <p:nvSpPr>
          <p:cNvPr id="13" name="contents-card-2"/>
          <p:cNvSpPr>
            <a:spLocks noGrp="1"/>
          </p:cNvSpPr>
          <p:nvPr/>
        </p:nvSpPr>
        <p:spPr>
          <a:xfrm>
            <a:off x="609600" y="2428875"/>
            <a:ext cx="10972800" cy="981075"/>
          </a:xfrm>
          <a:prstGeom prst="rect">
            <a:avLst/>
          </a:prstGeom>
          <a:solidFill>
            <a:srgbClr val="FFFFFF"/>
          </a:solidFill>
          <a:ln w="10160">
            <a:solidFill>
              <a:srgbClr val="D6DEE6"/>
            </a:solidFill>
            <a:prstDash val="solid"/>
          </a:ln>
          <a:effectLst/>
        </p:spPr>
      </p:sp>
      <p:sp>
        <p:nvSpPr>
          <p:cNvPr id="14" name="contents-card-2-accent"/>
          <p:cNvSpPr>
            <a:spLocks noGrp="1"/>
          </p:cNvSpPr>
          <p:nvPr/>
        </p:nvSpPr>
        <p:spPr>
          <a:xfrm>
            <a:off x="609600" y="2428875"/>
            <a:ext cx="66675" cy="981075"/>
          </a:xfrm>
          <a:prstGeom prst="rect">
            <a:avLst/>
          </a:prstGeom>
          <a:solidFill>
            <a:srgbClr val="D6DEE6"/>
          </a:solidFill>
          <a:ln w="0">
            <a:noFill/>
            <a:prstDash val="solid"/>
          </a:ln>
          <a:effectLst/>
        </p:spPr>
      </p:sp>
      <p:sp>
        <p:nvSpPr>
          <p:cNvPr id="15" name="contents-card-2-part"/>
          <p:cNvSpPr>
            <a:spLocks noGrp="1"/>
          </p:cNvSpPr>
          <p:nvPr/>
        </p:nvSpPr>
        <p:spPr>
          <a:xfrm>
            <a:off x="838200" y="2562225"/>
            <a:ext cx="1104900" cy="266700"/>
          </a:xfrm>
          <a:prstGeom prst="rect">
            <a:avLst/>
          </a:prstGeom>
          <a:noFill/>
          <a:ln w="0">
            <a:noFill/>
            <a:prstDash val="solid"/>
          </a:ln>
          <a:effectLst/>
        </p:spPr>
        <p:txBody>
          <a:bodyPr wrap="square" lIns="0" tIns="0" rIns="0" bIns="0" anchor="ctr">
            <a:noAutofit/>
          </a:bodyPr>
          <a:lstStyle/>
          <a:p>
            <a:pPr>
              <a:defRPr sz="1125" b="1">
                <a:solidFill>
                  <a:srgbClr val="072A67"/>
                </a:solidFill>
                <a:latin typeface="微软雅黑" panose="020B0503020204020204" charset="-122"/>
                <a:ea typeface="微软雅黑" panose="020B0503020204020204" charset="-122"/>
                <a:cs typeface="微软雅黑" panose="020B0503020204020204" charset="-122"/>
              </a:defRPr>
            </a:pPr>
            <a:r>
              <a:rPr sz="1200">
                <a:solidFill>
                  <a:srgbClr val="66737F"/>
                </a:solidFill>
                <a:latin typeface="Arial" panose="020B0604020202020204" pitchFamily="34" charset="0"/>
                <a:ea typeface="微软雅黑" panose="020B0503020204020204" charset="-122"/>
                <a:cs typeface="微软雅黑" panose="020B0503020204020204" charset="-122"/>
              </a:rPr>
              <a:t>PART 02</a:t>
            </a:r>
          </a:p>
        </p:txBody>
      </p:sp>
      <p:sp>
        <p:nvSpPr>
          <p:cNvPr id="17" name="contents-card-2-divider"/>
          <p:cNvSpPr>
            <a:spLocks noGrp="1"/>
          </p:cNvSpPr>
          <p:nvPr/>
        </p:nvSpPr>
        <p:spPr>
          <a:xfrm>
            <a:off x="2047875" y="2571750"/>
            <a:ext cx="9525" cy="685800"/>
          </a:xfrm>
          <a:prstGeom prst="rect">
            <a:avLst/>
          </a:prstGeom>
          <a:solidFill>
            <a:srgbClr val="D6DEE6"/>
          </a:solidFill>
          <a:ln w="0">
            <a:noFill/>
            <a:prstDash val="solid"/>
          </a:ln>
          <a:effectLst/>
        </p:spPr>
      </p:sp>
      <p:sp>
        <p:nvSpPr>
          <p:cNvPr id="18" name="contents-card-2-title"/>
          <p:cNvSpPr>
            <a:spLocks noGrp="1"/>
          </p:cNvSpPr>
          <p:nvPr/>
        </p:nvSpPr>
        <p:spPr>
          <a:xfrm>
            <a:off x="2286000" y="2524125"/>
            <a:ext cx="8953500" cy="304800"/>
          </a:xfrm>
          <a:prstGeom prst="rect">
            <a:avLst/>
          </a:prstGeom>
          <a:noFill/>
          <a:ln w="0">
            <a:noFill/>
            <a:prstDash val="solid"/>
          </a:ln>
          <a:effectLst/>
        </p:spPr>
        <p:txBody>
          <a:bodyPr wrap="square" lIns="0" tIns="0" rIns="0" bIns="0" anchor="ctr">
            <a:noAutofit/>
          </a:bodyPr>
          <a:lstStyle/>
          <a:p>
            <a:pPr>
              <a:defRPr sz="1500" b="1">
                <a:solidFill>
                  <a:srgbClr val="072A67"/>
                </a:solidFill>
                <a:latin typeface="微软雅黑" panose="020B0503020204020204" charset="-122"/>
                <a:ea typeface="微软雅黑" panose="020B0503020204020204" charset="-122"/>
                <a:cs typeface="微软雅黑" panose="020B0503020204020204" charset="-122"/>
              </a:defRPr>
            </a:pPr>
            <a:r>
              <a:rPr lang="zh-CN" sz="1600">
                <a:solidFill>
                  <a:srgbClr val="2F3A45"/>
                </a:solidFill>
                <a:latin typeface="Arial" panose="020B0604020202020204" pitchFamily="34" charset="0"/>
                <a:ea typeface="微软雅黑" panose="020B0503020204020204" charset="-122"/>
                <a:cs typeface="微软雅黑" panose="020B0503020204020204" charset="-122"/>
              </a:rPr>
              <a:t>寒武纪</a:t>
            </a:r>
            <a:r>
              <a:rPr sz="1600">
                <a:solidFill>
                  <a:srgbClr val="2F3A45"/>
                </a:solidFill>
                <a:latin typeface="Arial" panose="020B0604020202020204" pitchFamily="34" charset="0"/>
                <a:ea typeface="微软雅黑" panose="020B0503020204020204" charset="-122"/>
                <a:cs typeface="微软雅黑" panose="020B0503020204020204" charset="-122"/>
              </a:rPr>
              <a:t>算子 Skill：实践与问题</a:t>
            </a:r>
          </a:p>
        </p:txBody>
      </p:sp>
      <p:sp>
        <p:nvSpPr>
          <p:cNvPr id="21" name="contents-card-3"/>
          <p:cNvSpPr>
            <a:spLocks noGrp="1"/>
          </p:cNvSpPr>
          <p:nvPr/>
        </p:nvSpPr>
        <p:spPr>
          <a:xfrm>
            <a:off x="609600" y="3562350"/>
            <a:ext cx="10972800" cy="981075"/>
          </a:xfrm>
          <a:prstGeom prst="rect">
            <a:avLst/>
          </a:prstGeom>
          <a:solidFill>
            <a:srgbClr val="EEF2F5"/>
          </a:solidFill>
          <a:ln w="10160">
            <a:solidFill>
              <a:srgbClr val="D6DEE6"/>
            </a:solidFill>
            <a:prstDash val="solid"/>
          </a:ln>
          <a:effectLst/>
        </p:spPr>
      </p:sp>
      <p:sp>
        <p:nvSpPr>
          <p:cNvPr id="22" name="contents-card-3-accent"/>
          <p:cNvSpPr>
            <a:spLocks noGrp="1"/>
          </p:cNvSpPr>
          <p:nvPr/>
        </p:nvSpPr>
        <p:spPr>
          <a:xfrm>
            <a:off x="609600" y="3562350"/>
            <a:ext cx="66675" cy="981075"/>
          </a:xfrm>
          <a:prstGeom prst="rect">
            <a:avLst/>
          </a:prstGeom>
          <a:solidFill>
            <a:srgbClr val="5B7188"/>
          </a:solidFill>
          <a:ln w="0">
            <a:noFill/>
            <a:prstDash val="solid"/>
          </a:ln>
          <a:effectLst/>
        </p:spPr>
      </p:sp>
      <p:sp>
        <p:nvSpPr>
          <p:cNvPr id="23" name="contents-card-3-part"/>
          <p:cNvSpPr>
            <a:spLocks noGrp="1"/>
          </p:cNvSpPr>
          <p:nvPr/>
        </p:nvSpPr>
        <p:spPr>
          <a:xfrm>
            <a:off x="838200" y="3695700"/>
            <a:ext cx="1104900" cy="266700"/>
          </a:xfrm>
          <a:prstGeom prst="rect">
            <a:avLst/>
          </a:prstGeom>
          <a:noFill/>
          <a:ln w="0">
            <a:noFill/>
            <a:prstDash val="solid"/>
          </a:ln>
          <a:effectLst/>
        </p:spPr>
        <p:txBody>
          <a:bodyPr wrap="square" lIns="0" tIns="0" rIns="0" bIns="0" anchor="ctr">
            <a:noAutofit/>
          </a:bodyPr>
          <a:lstStyle/>
          <a:p>
            <a:pPr lvl="0">
              <a:buClrTx/>
              <a:buSzTx/>
              <a:buFontTx/>
              <a:defRPr sz="1125" b="1">
                <a:solidFill>
                  <a:srgbClr val="0E56C9"/>
                </a:solidFill>
                <a:latin typeface="微软雅黑" panose="020B0503020204020204" charset="-122"/>
                <a:ea typeface="微软雅黑" panose="020B0503020204020204" charset="-122"/>
                <a:cs typeface="微软雅黑" panose="020B0503020204020204" charset="-122"/>
              </a:defRPr>
            </a:pPr>
            <a:r>
              <a:rPr sz="1200" b="1">
                <a:solidFill>
                  <a:srgbClr val="294A6D"/>
                </a:solidFill>
                <a:latin typeface="Arial" panose="020B0604020202020204" pitchFamily="34" charset="0"/>
                <a:ea typeface="微软雅黑" panose="020B0503020204020204" charset="-122"/>
                <a:sym typeface="+mn-ea"/>
              </a:rPr>
              <a:t>PART 03</a:t>
            </a:r>
          </a:p>
        </p:txBody>
      </p:sp>
      <p:sp>
        <p:nvSpPr>
          <p:cNvPr id="25" name="contents-card-3-divider"/>
          <p:cNvSpPr>
            <a:spLocks noGrp="1"/>
          </p:cNvSpPr>
          <p:nvPr/>
        </p:nvSpPr>
        <p:spPr>
          <a:xfrm>
            <a:off x="2047875" y="3705225"/>
            <a:ext cx="9525" cy="685800"/>
          </a:xfrm>
          <a:prstGeom prst="rect">
            <a:avLst/>
          </a:prstGeom>
          <a:solidFill>
            <a:srgbClr val="D6DEE6"/>
          </a:solidFill>
          <a:ln w="0">
            <a:noFill/>
            <a:prstDash val="solid"/>
          </a:ln>
          <a:effectLst/>
        </p:spPr>
      </p:sp>
      <p:sp>
        <p:nvSpPr>
          <p:cNvPr id="26" name="contents-card-3-title"/>
          <p:cNvSpPr>
            <a:spLocks noGrp="1"/>
          </p:cNvSpPr>
          <p:nvPr/>
        </p:nvSpPr>
        <p:spPr>
          <a:xfrm>
            <a:off x="2286000" y="3657600"/>
            <a:ext cx="8953500" cy="304800"/>
          </a:xfrm>
          <a:prstGeom prst="rect">
            <a:avLst/>
          </a:prstGeom>
          <a:noFill/>
          <a:ln w="0">
            <a:noFill/>
            <a:prstDash val="solid"/>
          </a:ln>
          <a:effectLst/>
        </p:spPr>
        <p:txBody>
          <a:bodyPr wrap="square" lIns="0" tIns="0" rIns="0" bIns="0" anchor="ctr">
            <a:noAutofit/>
          </a:bodyPr>
          <a:lstStyle/>
          <a:p>
            <a:pPr>
              <a:defRPr sz="1500" b="1">
                <a:solidFill>
                  <a:srgbClr val="072A67"/>
                </a:solidFill>
                <a:latin typeface="微软雅黑" panose="020B0503020204020204" charset="-122"/>
                <a:ea typeface="微软雅黑" panose="020B0503020204020204" charset="-122"/>
                <a:cs typeface="微软雅黑" panose="020B0503020204020204" charset="-122"/>
              </a:defRPr>
            </a:pPr>
            <a:r>
              <a:rPr sz="1600" b="1">
                <a:solidFill>
                  <a:srgbClr val="243B53"/>
                </a:solidFill>
                <a:latin typeface="Arial" panose="020B0604020202020204" pitchFamily="34" charset="0"/>
                <a:ea typeface="微软雅黑" panose="020B0503020204020204" charset="-122"/>
                <a:cs typeface="微软雅黑" panose="020B0503020204020204" charset="-122"/>
              </a:rPr>
              <a:t>算子 Skill 开发指南与多平台实践</a:t>
            </a:r>
          </a:p>
        </p:txBody>
      </p:sp>
      <p:sp>
        <p:nvSpPr>
          <p:cNvPr id="29" name="contents-card-4"/>
          <p:cNvSpPr>
            <a:spLocks noGrp="1"/>
          </p:cNvSpPr>
          <p:nvPr/>
        </p:nvSpPr>
        <p:spPr>
          <a:xfrm>
            <a:off x="623570" y="4652645"/>
            <a:ext cx="10972800" cy="981075"/>
          </a:xfrm>
          <a:prstGeom prst="rect">
            <a:avLst/>
          </a:prstGeom>
          <a:solidFill>
            <a:srgbClr val="FFFFFF"/>
          </a:solidFill>
          <a:ln w="10160">
            <a:solidFill>
              <a:srgbClr val="D6DEE6"/>
            </a:solidFill>
            <a:prstDash val="solid"/>
          </a:ln>
          <a:effectLst/>
        </p:spPr>
      </p:sp>
      <p:sp>
        <p:nvSpPr>
          <p:cNvPr id="30" name="contents-card-4-accent"/>
          <p:cNvSpPr>
            <a:spLocks noGrp="1"/>
          </p:cNvSpPr>
          <p:nvPr/>
        </p:nvSpPr>
        <p:spPr>
          <a:xfrm>
            <a:off x="609600" y="4695825"/>
            <a:ext cx="66675" cy="981075"/>
          </a:xfrm>
          <a:prstGeom prst="rect">
            <a:avLst/>
          </a:prstGeom>
          <a:solidFill>
            <a:srgbClr val="D6DEE6"/>
          </a:solidFill>
          <a:ln w="0">
            <a:noFill/>
            <a:prstDash val="solid"/>
          </a:ln>
          <a:effectLst/>
        </p:spPr>
      </p:sp>
      <p:sp>
        <p:nvSpPr>
          <p:cNvPr id="31" name="contents-card-4-part"/>
          <p:cNvSpPr>
            <a:spLocks noGrp="1"/>
          </p:cNvSpPr>
          <p:nvPr/>
        </p:nvSpPr>
        <p:spPr>
          <a:xfrm>
            <a:off x="838200" y="4829175"/>
            <a:ext cx="1104900" cy="266700"/>
          </a:xfrm>
          <a:prstGeom prst="rect">
            <a:avLst/>
          </a:prstGeom>
          <a:noFill/>
          <a:ln w="0">
            <a:noFill/>
            <a:prstDash val="solid"/>
          </a:ln>
          <a:effectLst/>
        </p:spPr>
        <p:txBody>
          <a:bodyPr wrap="square" lIns="0" tIns="0" rIns="0" bIns="0" anchor="ctr">
            <a:noAutofit/>
          </a:bodyPr>
          <a:lstStyle/>
          <a:p>
            <a:pPr>
              <a:defRPr sz="1125" b="1">
                <a:solidFill>
                  <a:srgbClr val="7B8799"/>
                </a:solidFill>
                <a:latin typeface="微软雅黑" panose="020B0503020204020204" charset="-122"/>
                <a:ea typeface="微软雅黑" panose="020B0503020204020204" charset="-122"/>
                <a:cs typeface="微软雅黑" panose="020B0503020204020204" charset="-122"/>
              </a:defRPr>
            </a:pPr>
            <a:r>
              <a:rPr sz="1200">
                <a:solidFill>
                  <a:srgbClr val="66737F"/>
                </a:solidFill>
                <a:latin typeface="Arial" panose="020B0604020202020204" pitchFamily="34" charset="0"/>
                <a:ea typeface="微软雅黑" panose="020B0503020204020204" charset="-122"/>
                <a:cs typeface="微软雅黑" panose="020B0503020204020204" charset="-122"/>
              </a:rPr>
              <a:t>PART 04</a:t>
            </a:r>
          </a:p>
        </p:txBody>
      </p:sp>
      <p:sp>
        <p:nvSpPr>
          <p:cNvPr id="33" name="contents-card-4-divider"/>
          <p:cNvSpPr>
            <a:spLocks noGrp="1"/>
          </p:cNvSpPr>
          <p:nvPr/>
        </p:nvSpPr>
        <p:spPr>
          <a:xfrm>
            <a:off x="2047875" y="4838700"/>
            <a:ext cx="9525" cy="685800"/>
          </a:xfrm>
          <a:prstGeom prst="rect">
            <a:avLst/>
          </a:prstGeom>
          <a:solidFill>
            <a:srgbClr val="D6DEE6"/>
          </a:solidFill>
          <a:ln w="0">
            <a:noFill/>
            <a:prstDash val="solid"/>
          </a:ln>
          <a:effectLst/>
        </p:spPr>
      </p:sp>
      <p:sp>
        <p:nvSpPr>
          <p:cNvPr id="34" name="contents-card-4-title"/>
          <p:cNvSpPr>
            <a:spLocks noGrp="1"/>
          </p:cNvSpPr>
          <p:nvPr/>
        </p:nvSpPr>
        <p:spPr>
          <a:xfrm>
            <a:off x="2286000" y="4791075"/>
            <a:ext cx="8953500" cy="304800"/>
          </a:xfrm>
          <a:prstGeom prst="rect">
            <a:avLst/>
          </a:prstGeom>
          <a:noFill/>
          <a:ln w="0">
            <a:noFill/>
            <a:prstDash val="solid"/>
          </a:ln>
          <a:effectLst/>
        </p:spPr>
        <p:txBody>
          <a:bodyPr wrap="square" lIns="0" tIns="0" rIns="0" bIns="0" anchor="ctr">
            <a:noAutofit/>
          </a:bodyPr>
          <a:lstStyle/>
          <a:p>
            <a:pPr>
              <a:defRPr sz="1500" b="1">
                <a:solidFill>
                  <a:srgbClr val="072A67"/>
                </a:solidFill>
                <a:latin typeface="微软雅黑" panose="020B0503020204020204" charset="-122"/>
                <a:ea typeface="微软雅黑" panose="020B0503020204020204" charset="-122"/>
                <a:cs typeface="微软雅黑" panose="020B0503020204020204" charset="-122"/>
              </a:defRPr>
            </a:pPr>
            <a:r>
              <a:rPr sz="1600">
                <a:solidFill>
                  <a:srgbClr val="2F3A45"/>
                </a:solidFill>
                <a:latin typeface="Arial" panose="020B0604020202020204" pitchFamily="34" charset="0"/>
                <a:ea typeface="微软雅黑" panose="020B0503020204020204" charset="-122"/>
                <a:cs typeface="微软雅黑" panose="020B0503020204020204" charset="-122"/>
              </a:rPr>
              <a:t>未来展望</a:t>
            </a:r>
          </a:p>
        </p:txBody>
      </p:sp>
      <p:sp>
        <p:nvSpPr>
          <p:cNvPr id="38" name="contents-bottom-accent"/>
          <p:cNvSpPr>
            <a:spLocks noGrp="1"/>
          </p:cNvSpPr>
          <p:nvPr/>
        </p:nvSpPr>
        <p:spPr>
          <a:xfrm>
            <a:off x="0" y="6807200"/>
            <a:ext cx="12192000" cy="50800"/>
          </a:xfrm>
          <a:prstGeom prst="rect">
            <a:avLst/>
          </a:prstGeom>
          <a:solidFill>
            <a:srgbClr val="294A6D"/>
          </a:solidFill>
          <a:ln w="0">
            <a:noFill/>
            <a:prstDash val="solid"/>
          </a:ln>
          <a:effectLst/>
        </p:spPr>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bg>
      <p:bgPr>
        <a:solidFill>
          <a:srgbClr val="F7F8FA"/>
        </a:solidFill>
        <a:effectLst/>
      </p:bgPr>
    </p:bg>
    <p:spTree>
      <p:nvGrpSpPr>
        <p:cNvPr id="1" name=""/>
        <p:cNvGrpSpPr/>
        <p:nvPr/>
      </p:nvGrpSpPr>
      <p:grpSpPr>
        <a:xfrm>
          <a:off x="0" y="0"/>
          <a:ext cx="0" cy="0"/>
          <a:chOff x="0" y="0"/>
          <a:chExt cx="0" cy="0"/>
        </a:xfrm>
      </p:grpSpPr>
      <p:sp>
        <p:nvSpPr>
          <p:cNvPr id="6" name="slide-7-title"/>
          <p:cNvSpPr>
            <a:spLocks noGrp="1"/>
          </p:cNvSpPr>
          <p:nvPr/>
        </p:nvSpPr>
        <p:spPr>
          <a:xfrm>
            <a:off x="977900" y="245409"/>
            <a:ext cx="8763000" cy="466725"/>
          </a:xfrm>
          <a:prstGeom prst="rect">
            <a:avLst/>
          </a:prstGeom>
          <a:noFill/>
          <a:ln w="0">
            <a:noFill/>
            <a:prstDash val="solid"/>
          </a:ln>
          <a:effectLst/>
          <a:extLst>
            <a:ext uri="{909E8E84-426E-40DD-AFC4-6F175D3DCCD1}">
              <a14:hiddenFill xmlns:a14="http://schemas.microsoft.com/office/drawing/2010/main">
                <a:solidFill>
                  <a:srgbClr val="FFFFFF"/>
                </a:solidFill>
              </a14:hiddenFill>
            </a:ext>
          </a:extLst>
        </p:spPr>
        <p:txBody>
          <a:bodyPr wrap="square" lIns="0" tIns="0" rIns="0" bIns="0" anchor="ctr">
            <a:normAutofit/>
          </a:bodyPr>
          <a:lstStyle/>
          <a:p>
            <a:pPr algn="l">
              <a:buNone/>
              <a:defRPr sz="2550" b="1">
                <a:solidFill>
                  <a:srgbClr val="072A67"/>
                </a:solidFill>
                <a:latin typeface="微软雅黑" panose="020B0503020204020204" charset="-122"/>
                <a:ea typeface="微软雅黑" panose="020B0503020204020204" charset="-122"/>
                <a:cs typeface="微软雅黑" panose="020B0503020204020204" charset="-122"/>
              </a:defRPr>
            </a:pPr>
            <a:r>
              <a:rPr sz="2550" b="1" dirty="0" err="1">
                <a:solidFill>
                  <a:srgbClr val="243B53"/>
                </a:solidFill>
                <a:latin typeface="Arial" panose="020B0604020202020204" pitchFamily="34" charset="0"/>
                <a:ea typeface="微软雅黑" panose="020B0503020204020204" charset="-122"/>
              </a:rPr>
              <a:t>算子</a:t>
            </a:r>
            <a:r>
              <a:rPr sz="2550" b="1" dirty="0">
                <a:solidFill>
                  <a:srgbClr val="243B53"/>
                </a:solidFill>
                <a:latin typeface="Arial" panose="020B0604020202020204" pitchFamily="34" charset="0"/>
                <a:ea typeface="微软雅黑" panose="020B0503020204020204" charset="-122"/>
              </a:rPr>
              <a:t> Skill </a:t>
            </a:r>
            <a:r>
              <a:rPr sz="2550" b="1" dirty="0" err="1" smtClean="0">
                <a:solidFill>
                  <a:srgbClr val="243B53"/>
                </a:solidFill>
                <a:latin typeface="Arial" panose="020B0604020202020204" pitchFamily="34" charset="0"/>
                <a:ea typeface="微软雅黑" panose="020B0503020204020204" charset="-122"/>
              </a:rPr>
              <a:t>开发指南</a:t>
            </a:r>
            <a:r>
              <a:rPr lang="zh-CN" altLang="en-US" sz="2550" b="1" dirty="0" smtClean="0">
                <a:solidFill>
                  <a:srgbClr val="243B53"/>
                </a:solidFill>
                <a:latin typeface="Arial" panose="020B0604020202020204" pitchFamily="34" charset="0"/>
                <a:ea typeface="微软雅黑" panose="020B0503020204020204" charset="-122"/>
              </a:rPr>
              <a:t>：开发一个好用的</a:t>
            </a:r>
            <a:r>
              <a:rPr lang="en-US" altLang="zh-CN" sz="2550" b="1" dirty="0" smtClean="0">
                <a:solidFill>
                  <a:srgbClr val="243B53"/>
                </a:solidFill>
                <a:latin typeface="Arial" panose="020B0604020202020204" pitchFamily="34" charset="0"/>
                <a:ea typeface="微软雅黑" panose="020B0503020204020204" charset="-122"/>
              </a:rPr>
              <a:t>skill</a:t>
            </a:r>
            <a:endParaRPr sz="2550" b="1" dirty="0">
              <a:solidFill>
                <a:srgbClr val="243B53"/>
              </a:solidFill>
              <a:latin typeface="Arial" panose="020B0604020202020204" pitchFamily="34" charset="0"/>
              <a:ea typeface="微软雅黑" panose="020B0503020204020204" charset="-122"/>
            </a:endParaRPr>
          </a:p>
        </p:txBody>
      </p:sp>
      <p:sp>
        <p:nvSpPr>
          <p:cNvPr id="16" name="slide-7-page-number"/>
          <p:cNvSpPr>
            <a:spLocks noGrp="1"/>
          </p:cNvSpPr>
          <p:nvPr/>
        </p:nvSpPr>
        <p:spPr>
          <a:xfrm>
            <a:off x="11366500" y="317500"/>
            <a:ext cx="330200" cy="279400"/>
          </a:xfrm>
          <a:prstGeom prst="roundRect">
            <a:avLst>
              <a:gd name="adj" fmla="val 14706"/>
            </a:avLst>
          </a:prstGeom>
          <a:noFill/>
          <a:ln w="9525">
            <a:noFill/>
            <a:prstDash val="solid"/>
          </a:ln>
          <a:effectLst/>
          <a:extLst>
            <a:ext uri="{909E8E84-426E-40DD-AFC4-6F175D3DCCD1}">
              <a14:hiddenFill xmlns:a14="http://schemas.microsoft.com/office/drawing/2010/main">
                <a:solidFill>
                  <a:srgbClr val="294A6D"/>
                </a:solidFill>
              </a14:hiddenFill>
            </a:ext>
            <a:ext uri="{91240B29-F687-4F45-9708-019B960494DF}">
              <a14:hiddenLine xmlns:a14="http://schemas.microsoft.com/office/drawing/2010/main" w="9525">
                <a:solidFill>
                  <a:srgbClr val="294A6D"/>
                </a:solidFill>
                <a:prstDash val="solid"/>
              </a14:hiddenLine>
            </a:ext>
          </a:extLst>
        </p:spPr>
        <p:txBody>
          <a:bodyPr wrap="square" lIns="0" tIns="0" rIns="0" bIns="0" anchor="ctr">
            <a:noAutofit/>
          </a:bodyPr>
          <a:lstStyle/>
          <a:p>
            <a:pPr algn="ctr">
              <a:buNone/>
              <a:defRPr sz="1200" b="1">
                <a:solidFill>
                  <a:srgbClr val="FFFFFF"/>
                </a:solidFill>
                <a:latin typeface="微软雅黑" panose="020B0503020204020204" charset="-122"/>
                <a:ea typeface="微软雅黑" panose="020B0503020204020204" charset="-122"/>
                <a:cs typeface="微软雅黑" panose="020B0503020204020204" charset="-122"/>
              </a:defRPr>
            </a:pPr>
            <a:r>
              <a:rPr lang="en-US" sz="1200" b="1" dirty="0" smtClean="0">
                <a:solidFill>
                  <a:srgbClr val="66737F"/>
                </a:solidFill>
                <a:latin typeface="Arial" panose="020B0604020202020204" pitchFamily="34" charset="0"/>
                <a:ea typeface="微软雅黑" panose="020B0503020204020204" charset="-122"/>
                <a:cs typeface="微软雅黑" panose="020B0503020204020204" charset="-122"/>
              </a:rPr>
              <a:t>15</a:t>
            </a:r>
            <a:endParaRPr sz="1200" b="1" dirty="0">
              <a:solidFill>
                <a:srgbClr val="66737F"/>
              </a:solidFill>
              <a:latin typeface="Arial" panose="020B0604020202020204" pitchFamily="34" charset="0"/>
              <a:ea typeface="微软雅黑" panose="020B0503020204020204" charset="-122"/>
              <a:cs typeface="微软雅黑" panose="020B0503020204020204" charset="-122"/>
            </a:endParaRPr>
          </a:p>
        </p:txBody>
      </p:sp>
      <p:sp>
        <p:nvSpPr>
          <p:cNvPr id="18" name="s15-title-rule"/>
          <p:cNvSpPr>
            <a:spLocks noGrp="1"/>
          </p:cNvSpPr>
          <p:nvPr/>
        </p:nvSpPr>
        <p:spPr>
          <a:xfrm>
            <a:off x="247650" y="714375"/>
            <a:ext cx="11734800" cy="19050"/>
          </a:xfrm>
          <a:prstGeom prst="rect">
            <a:avLst/>
          </a:prstGeom>
          <a:solidFill>
            <a:srgbClr val="5B7188"/>
          </a:solidFill>
          <a:ln w="0">
            <a:solidFill>
              <a:srgbClr val="294A6D"/>
            </a:solidFill>
            <a:prstDash val="solid"/>
          </a:ln>
          <a:effectLst/>
        </p:spPr>
      </p:sp>
      <p:sp>
        <p:nvSpPr>
          <p:cNvPr id="19" name="s15-universal-frame"/>
          <p:cNvSpPr>
            <a:spLocks noGrp="1"/>
          </p:cNvSpPr>
          <p:nvPr/>
        </p:nvSpPr>
        <p:spPr>
          <a:xfrm>
            <a:off x="1171574" y="1747642"/>
            <a:ext cx="4743450" cy="990600"/>
          </a:xfrm>
          <a:prstGeom prst="rect">
            <a:avLst/>
          </a:prstGeom>
          <a:solidFill>
            <a:srgbClr val="EEF2F5"/>
          </a:solidFill>
          <a:ln w="13335">
            <a:solidFill>
              <a:srgbClr val="D6DEE6"/>
            </a:solidFill>
            <a:prstDash val="solid"/>
          </a:ln>
          <a:effectLst/>
        </p:spPr>
      </p:sp>
      <p:sp>
        <p:nvSpPr>
          <p:cNvPr id="20" name="s15-universal-title"/>
          <p:cNvSpPr>
            <a:spLocks noGrp="1"/>
          </p:cNvSpPr>
          <p:nvPr/>
        </p:nvSpPr>
        <p:spPr>
          <a:xfrm>
            <a:off x="1255912" y="1831148"/>
            <a:ext cx="4514850" cy="295275"/>
          </a:xfrm>
          <a:prstGeom prst="rect">
            <a:avLst/>
          </a:prstGeom>
          <a:noFill/>
          <a:ln w="0">
            <a:noFill/>
            <a:prstDash val="solid"/>
          </a:ln>
          <a:effectLst/>
        </p:spPr>
        <p:txBody>
          <a:bodyPr wrap="square" lIns="0" tIns="0" rIns="0" bIns="0" anchor="ctr">
            <a:noAutofit/>
          </a:bodyPr>
          <a:lstStyle/>
          <a:p>
            <a:pPr algn="ctr">
              <a:defRPr sz="1165" b="1">
                <a:solidFill>
                  <a:srgbClr val="1457C5"/>
                </a:solidFill>
                <a:latin typeface="Calibri" panose="020F0502020204030204"/>
                <a:ea typeface="Calibri" panose="020F0502020204030204"/>
                <a:cs typeface="Calibri" panose="020F0502020204030204"/>
              </a:defRPr>
            </a:pPr>
            <a:r>
              <a:rPr lang="en-US" sz="1600" dirty="0" smtClean="0">
                <a:solidFill>
                  <a:srgbClr val="294A6D"/>
                </a:solidFill>
                <a:latin typeface="Arial" panose="020B0604020202020204" pitchFamily="34" charset="0"/>
                <a:ea typeface="微软雅黑" panose="020B0503020204020204" charset="-122"/>
                <a:cs typeface="微软雅黑" panose="020B0503020204020204" charset="-122"/>
              </a:rPr>
              <a:t>1</a:t>
            </a:r>
            <a:r>
              <a:rPr lang="zh-CN" altLang="en-US" sz="1600" dirty="0" smtClean="0">
                <a:solidFill>
                  <a:srgbClr val="294A6D"/>
                </a:solidFill>
                <a:latin typeface="Arial" panose="020B0604020202020204" pitchFamily="34" charset="0"/>
                <a:ea typeface="微软雅黑" panose="020B0503020204020204" charset="-122"/>
                <a:cs typeface="微软雅黑" panose="020B0503020204020204" charset="-122"/>
              </a:rPr>
              <a:t>、成本低</a:t>
            </a:r>
            <a:endParaRPr sz="1600" dirty="0">
              <a:solidFill>
                <a:srgbClr val="294A6D"/>
              </a:solidFill>
              <a:latin typeface="Arial" panose="020B0604020202020204" pitchFamily="34" charset="0"/>
              <a:ea typeface="微软雅黑" panose="020B0503020204020204" charset="-122"/>
              <a:cs typeface="微软雅黑" panose="020B0503020204020204" charset="-122"/>
            </a:endParaRPr>
          </a:p>
        </p:txBody>
      </p:sp>
      <p:sp>
        <p:nvSpPr>
          <p:cNvPr id="21" name="s15-universal-subtitle"/>
          <p:cNvSpPr>
            <a:spLocks noGrp="1"/>
          </p:cNvSpPr>
          <p:nvPr/>
        </p:nvSpPr>
        <p:spPr>
          <a:xfrm>
            <a:off x="1276349" y="2078798"/>
            <a:ext cx="4514850" cy="666750"/>
          </a:xfrm>
          <a:prstGeom prst="rect">
            <a:avLst/>
          </a:prstGeom>
          <a:noFill/>
          <a:ln w="0">
            <a:noFill/>
            <a:prstDash val="solid"/>
          </a:ln>
          <a:effectLst/>
        </p:spPr>
        <p:txBody>
          <a:bodyPr wrap="square" lIns="19050" tIns="0" rIns="19050" bIns="9525" anchor="ctr">
            <a:normAutofit/>
          </a:bodyPr>
          <a:lstStyle/>
          <a:p>
            <a:pPr algn="ctr">
              <a:lnSpc>
                <a:spcPct val="95000"/>
              </a:lnSpc>
              <a:buNone/>
              <a:defRPr sz="1125" b="1">
                <a:solidFill>
                  <a:srgbClr val="27364A"/>
                </a:solidFill>
                <a:latin typeface="微软雅黑" panose="020B0503020204020204" charset="-122"/>
                <a:ea typeface="微软雅黑" panose="020B0503020204020204" charset="-122"/>
                <a:cs typeface="微软雅黑" panose="020B0503020204020204" charset="-122"/>
              </a:defRPr>
            </a:pPr>
            <a:r>
              <a:rPr lang="zh-CN" altLang="en-US" sz="1400" dirty="0" smtClean="0">
                <a:solidFill>
                  <a:srgbClr val="2F3A45"/>
                </a:solidFill>
                <a:latin typeface="Arial" panose="020B0604020202020204" pitchFamily="34" charset="0"/>
                <a:ea typeface="微软雅黑" panose="020B0503020204020204" charset="-122"/>
              </a:rPr>
              <a:t>消耗</a:t>
            </a:r>
            <a:r>
              <a:rPr lang="en-US" altLang="zh-CN" sz="1400" dirty="0" smtClean="0">
                <a:solidFill>
                  <a:srgbClr val="2F3A45"/>
                </a:solidFill>
                <a:latin typeface="Arial" panose="020B0604020202020204" pitchFamily="34" charset="0"/>
                <a:ea typeface="微软雅黑" panose="020B0503020204020204" charset="-122"/>
              </a:rPr>
              <a:t>token</a:t>
            </a:r>
            <a:r>
              <a:rPr lang="zh-CN" altLang="en-US" sz="1400" dirty="0" smtClean="0">
                <a:solidFill>
                  <a:srgbClr val="2F3A45"/>
                </a:solidFill>
                <a:latin typeface="Arial" panose="020B0604020202020204" pitchFamily="34" charset="0"/>
                <a:ea typeface="微软雅黑" panose="020B0503020204020204" charset="-122"/>
              </a:rPr>
              <a:t>少，开发时间短</a:t>
            </a:r>
            <a:endParaRPr sz="1400" dirty="0">
              <a:solidFill>
                <a:srgbClr val="2F3A45"/>
              </a:solidFill>
              <a:latin typeface="Arial" panose="020B0604020202020204" pitchFamily="34" charset="0"/>
              <a:ea typeface="微软雅黑" panose="020B0503020204020204" charset="-122"/>
            </a:endParaRPr>
          </a:p>
        </p:txBody>
      </p:sp>
      <p:sp>
        <p:nvSpPr>
          <p:cNvPr id="22" name="s15-arrow-1"/>
          <p:cNvSpPr>
            <a:spLocks noGrp="1"/>
          </p:cNvSpPr>
          <p:nvPr/>
        </p:nvSpPr>
        <p:spPr>
          <a:xfrm>
            <a:off x="3400424" y="2719192"/>
            <a:ext cx="285750" cy="228600"/>
          </a:xfrm>
          <a:prstGeom prst="rect">
            <a:avLst/>
          </a:prstGeom>
          <a:noFill/>
          <a:ln w="0">
            <a:noFill/>
            <a:prstDash val="solid"/>
          </a:ln>
          <a:effectLst/>
        </p:spPr>
        <p:txBody>
          <a:bodyPr wrap="square" lIns="0" tIns="0" rIns="0" bIns="0" anchor="ctr">
            <a:normAutofit fontScale="98409" lnSpcReduction="10000"/>
          </a:bodyPr>
          <a:lstStyle/>
          <a:p>
            <a:pPr algn="ctr">
              <a:defRPr sz="1650" b="1">
                <a:solidFill>
                  <a:srgbClr val="1457C5"/>
                </a:solidFill>
                <a:latin typeface="Calibri" panose="020F0502020204030204"/>
                <a:ea typeface="Calibri" panose="020F0502020204030204"/>
                <a:cs typeface="Calibri" panose="020F0502020204030204"/>
              </a:defRPr>
            </a:pPr>
            <a:endParaRPr sz="1650" dirty="0">
              <a:solidFill>
                <a:srgbClr val="294A6D"/>
              </a:solidFill>
              <a:latin typeface="Arial" panose="020B0604020202020204" pitchFamily="34" charset="0"/>
              <a:ea typeface="微软雅黑" panose="020B0503020204020204" charset="-122"/>
              <a:cs typeface="Calibri" panose="020F0502020204030204"/>
            </a:endParaRPr>
          </a:p>
        </p:txBody>
      </p:sp>
      <p:sp>
        <p:nvSpPr>
          <p:cNvPr id="23" name="s15-platform-frame"/>
          <p:cNvSpPr>
            <a:spLocks noGrp="1"/>
          </p:cNvSpPr>
          <p:nvPr/>
        </p:nvSpPr>
        <p:spPr>
          <a:xfrm>
            <a:off x="1171574" y="2938267"/>
            <a:ext cx="4743450" cy="1257300"/>
          </a:xfrm>
          <a:prstGeom prst="rect">
            <a:avLst/>
          </a:prstGeom>
          <a:solidFill>
            <a:srgbClr val="EAF3F1"/>
          </a:solidFill>
          <a:ln w="13335">
            <a:solidFill>
              <a:srgbClr val="D6DEE6"/>
            </a:solidFill>
            <a:prstDash val="solid"/>
          </a:ln>
          <a:effectLst/>
        </p:spPr>
      </p:sp>
      <p:sp>
        <p:nvSpPr>
          <p:cNvPr id="24" name="s15-platform-title"/>
          <p:cNvSpPr>
            <a:spLocks noGrp="1"/>
          </p:cNvSpPr>
          <p:nvPr/>
        </p:nvSpPr>
        <p:spPr>
          <a:xfrm>
            <a:off x="1285874" y="2976367"/>
            <a:ext cx="4514850" cy="295275"/>
          </a:xfrm>
          <a:prstGeom prst="rect">
            <a:avLst/>
          </a:prstGeom>
          <a:noFill/>
          <a:ln w="0">
            <a:noFill/>
            <a:prstDash val="solid"/>
          </a:ln>
          <a:effectLst/>
        </p:spPr>
        <p:txBody>
          <a:bodyPr wrap="square" lIns="0" tIns="0" rIns="0" bIns="0" anchor="ctr">
            <a:normAutofit fontScale="95797"/>
          </a:bodyPr>
          <a:lstStyle/>
          <a:p>
            <a:pPr algn="ctr">
              <a:defRPr sz="1165" b="1">
                <a:solidFill>
                  <a:srgbClr val="14855C"/>
                </a:solidFill>
                <a:latin typeface="Calibri" panose="020F0502020204030204"/>
                <a:ea typeface="Calibri" panose="020F0502020204030204"/>
                <a:cs typeface="Calibri" panose="020F0502020204030204"/>
              </a:defRPr>
            </a:pPr>
            <a:r>
              <a:rPr lang="en-US" sz="1600" dirty="0" smtClean="0">
                <a:solidFill>
                  <a:srgbClr val="4F8A83"/>
                </a:solidFill>
                <a:latin typeface="Arial" panose="020B0604020202020204" pitchFamily="34" charset="0"/>
                <a:ea typeface="微软雅黑" panose="020B0503020204020204" charset="-122"/>
                <a:cs typeface="微软雅黑" panose="020B0503020204020204" charset="-122"/>
              </a:rPr>
              <a:t>2</a:t>
            </a:r>
            <a:r>
              <a:rPr lang="zh-CN" altLang="en-US" sz="1600" dirty="0" smtClean="0">
                <a:solidFill>
                  <a:srgbClr val="4F8A83"/>
                </a:solidFill>
                <a:latin typeface="Arial" panose="020B0604020202020204" pitchFamily="34" charset="0"/>
                <a:ea typeface="微软雅黑" panose="020B0503020204020204" charset="-122"/>
                <a:cs typeface="微软雅黑" panose="020B0503020204020204" charset="-122"/>
              </a:rPr>
              <a:t>、验证快</a:t>
            </a:r>
            <a:endParaRPr sz="1600" dirty="0">
              <a:solidFill>
                <a:srgbClr val="4F8A83"/>
              </a:solidFill>
              <a:latin typeface="Arial" panose="020B0604020202020204" pitchFamily="34" charset="0"/>
              <a:ea typeface="微软雅黑" panose="020B0503020204020204" charset="-122"/>
              <a:cs typeface="微软雅黑" panose="020B0503020204020204" charset="-122"/>
            </a:endParaRPr>
          </a:p>
        </p:txBody>
      </p:sp>
      <p:sp>
        <p:nvSpPr>
          <p:cNvPr id="25" name="s15-platform-left"/>
          <p:cNvSpPr>
            <a:spLocks noGrp="1"/>
          </p:cNvSpPr>
          <p:nvPr/>
        </p:nvSpPr>
        <p:spPr>
          <a:xfrm>
            <a:off x="2038349" y="3338317"/>
            <a:ext cx="1276350" cy="561975"/>
          </a:xfrm>
          <a:prstGeom prst="rect">
            <a:avLst/>
          </a:prstGeom>
          <a:noFill/>
          <a:ln w="0">
            <a:noFill/>
            <a:prstDash val="solid"/>
          </a:ln>
          <a:effectLst/>
        </p:spPr>
        <p:txBody>
          <a:bodyPr wrap="square" lIns="19050" tIns="9525" rIns="19050" bIns="9525" anchor="t">
            <a:normAutofit/>
          </a:bodyPr>
          <a:lstStyle/>
          <a:p>
            <a:pPr algn="l">
              <a:lnSpc>
                <a:spcPct val="95000"/>
              </a:lnSpc>
              <a:buNone/>
              <a:defRPr sz="945" b="0">
                <a:solidFill>
                  <a:srgbClr val="27364A"/>
                </a:solidFill>
                <a:latin typeface="微软雅黑" panose="020B0503020204020204" charset="-122"/>
                <a:ea typeface="微软雅黑" panose="020B0503020204020204" charset="-122"/>
                <a:cs typeface="微软雅黑" panose="020B0503020204020204" charset="-122"/>
              </a:defRPr>
            </a:pPr>
            <a:endParaRPr sz="945" b="1" dirty="0">
              <a:solidFill>
                <a:srgbClr val="2F3A45"/>
              </a:solidFill>
              <a:latin typeface="Arial" panose="020B0604020202020204" pitchFamily="34" charset="0"/>
              <a:ea typeface="微软雅黑" panose="020B0503020204020204" charset="-122"/>
              <a:cs typeface="微软雅黑" panose="020B0503020204020204" charset="-122"/>
            </a:endParaRPr>
          </a:p>
        </p:txBody>
      </p:sp>
      <p:sp>
        <p:nvSpPr>
          <p:cNvPr id="27" name="s15-platform-right"/>
          <p:cNvSpPr>
            <a:spLocks noGrp="1"/>
          </p:cNvSpPr>
          <p:nvPr/>
        </p:nvSpPr>
        <p:spPr>
          <a:xfrm>
            <a:off x="2387642" y="3385315"/>
            <a:ext cx="2419349" cy="819150"/>
          </a:xfrm>
          <a:prstGeom prst="rect">
            <a:avLst/>
          </a:prstGeom>
          <a:noFill/>
          <a:ln w="0">
            <a:noFill/>
            <a:prstDash val="solid"/>
          </a:ln>
          <a:effectLst/>
        </p:spPr>
        <p:txBody>
          <a:bodyPr wrap="square" lIns="19050" tIns="9525" rIns="19050" bIns="9525" anchor="t">
            <a:normAutofit/>
          </a:bodyPr>
          <a:lstStyle/>
          <a:p>
            <a:pPr>
              <a:lnSpc>
                <a:spcPct val="95000"/>
              </a:lnSpc>
              <a:defRPr sz="925" b="0">
                <a:solidFill>
                  <a:srgbClr val="27364A"/>
                </a:solidFill>
                <a:latin typeface="微软雅黑" panose="020B0503020204020204" charset="-122"/>
                <a:ea typeface="微软雅黑" panose="020B0503020204020204" charset="-122"/>
                <a:cs typeface="微软雅黑" panose="020B0503020204020204" charset="-122"/>
              </a:defRPr>
            </a:pPr>
            <a:r>
              <a:rPr lang="zh-CN" altLang="en-US" sz="900" b="1" dirty="0">
                <a:solidFill>
                  <a:srgbClr val="2F3A45"/>
                </a:solidFill>
                <a:latin typeface="Arial" panose="020B0604020202020204" pitchFamily="34" charset="0"/>
                <a:ea typeface="微软雅黑" panose="020B0503020204020204" charset="-122"/>
                <a:cs typeface="微软雅黑" panose="020B0503020204020204" charset="-122"/>
              </a:rPr>
              <a:t>新增每阶段缓存</a:t>
            </a:r>
            <a:r>
              <a:rPr lang="zh-CN" altLang="en-US" sz="900" b="1" dirty="0" smtClean="0">
                <a:solidFill>
                  <a:srgbClr val="2F3A45"/>
                </a:solidFill>
                <a:latin typeface="Arial" panose="020B0604020202020204" pitchFamily="34" charset="0"/>
                <a:ea typeface="微软雅黑" panose="020B0503020204020204" charset="-122"/>
                <a:cs typeface="微软雅黑" panose="020B0503020204020204" charset="-122"/>
              </a:rPr>
              <a:t>，</a:t>
            </a:r>
            <a:r>
              <a:rPr lang="zh-CN" altLang="en-US" sz="925" b="1" dirty="0" smtClean="0">
                <a:solidFill>
                  <a:srgbClr val="2F3A45"/>
                </a:solidFill>
                <a:latin typeface="Arial" panose="020B0604020202020204" pitchFamily="34" charset="0"/>
                <a:ea typeface="微软雅黑" panose="020B0503020204020204" charset="-122"/>
                <a:cs typeface="微软雅黑" panose="020B0503020204020204" charset="-122"/>
              </a:rPr>
              <a:t>可以直接从中间进行验证。</a:t>
            </a:r>
            <a:endParaRPr lang="en-US" altLang="zh-CN" sz="925" b="1" dirty="0" smtClean="0">
              <a:solidFill>
                <a:srgbClr val="2F3A45"/>
              </a:solidFill>
              <a:latin typeface="Arial" panose="020B0604020202020204" pitchFamily="34" charset="0"/>
              <a:ea typeface="微软雅黑" panose="020B0503020204020204" charset="-122"/>
              <a:cs typeface="微软雅黑" panose="020B0503020204020204" charset="-122"/>
            </a:endParaRPr>
          </a:p>
          <a:p>
            <a:pPr>
              <a:lnSpc>
                <a:spcPct val="95000"/>
              </a:lnSpc>
              <a:defRPr sz="925" b="0">
                <a:solidFill>
                  <a:srgbClr val="27364A"/>
                </a:solidFill>
                <a:latin typeface="微软雅黑" panose="020B0503020204020204" charset="-122"/>
                <a:ea typeface="微软雅黑" panose="020B0503020204020204" charset="-122"/>
                <a:cs typeface="微软雅黑" panose="020B0503020204020204" charset="-122"/>
              </a:defRPr>
            </a:pPr>
            <a:r>
              <a:rPr lang="zh-CN" altLang="en-US" sz="925" b="1" dirty="0" smtClean="0">
                <a:solidFill>
                  <a:srgbClr val="2F3A45"/>
                </a:solidFill>
                <a:latin typeface="Arial" panose="020B0604020202020204" pitchFamily="34" charset="0"/>
                <a:ea typeface="微软雅黑" panose="020B0503020204020204" charset="-122"/>
                <a:cs typeface="微软雅黑" panose="020B0503020204020204" charset="-122"/>
              </a:rPr>
              <a:t>根据修改程度大小采取不同的级别的验证方式</a:t>
            </a:r>
            <a:endParaRPr sz="925" b="1" dirty="0">
              <a:solidFill>
                <a:srgbClr val="2F3A45"/>
              </a:solidFill>
              <a:latin typeface="Arial" panose="020B0604020202020204" pitchFamily="34" charset="0"/>
              <a:ea typeface="微软雅黑" panose="020B0503020204020204" charset="-122"/>
              <a:cs typeface="微软雅黑" panose="020B0503020204020204" charset="-122"/>
            </a:endParaRPr>
          </a:p>
        </p:txBody>
      </p:sp>
      <p:sp>
        <p:nvSpPr>
          <p:cNvPr id="30" name="s15-validation-frame"/>
          <p:cNvSpPr>
            <a:spLocks noGrp="1"/>
          </p:cNvSpPr>
          <p:nvPr/>
        </p:nvSpPr>
        <p:spPr>
          <a:xfrm>
            <a:off x="1171574" y="4347967"/>
            <a:ext cx="4743450" cy="1057275"/>
          </a:xfrm>
          <a:prstGeom prst="rect">
            <a:avLst/>
          </a:prstGeom>
          <a:solidFill>
            <a:srgbClr val="EEF2F5"/>
          </a:solidFill>
          <a:ln w="13335">
            <a:solidFill>
              <a:srgbClr val="D6DEE6"/>
            </a:solidFill>
            <a:prstDash val="solid"/>
          </a:ln>
          <a:effectLst/>
        </p:spPr>
      </p:sp>
      <p:sp>
        <p:nvSpPr>
          <p:cNvPr id="31" name="s15-validation-title"/>
          <p:cNvSpPr>
            <a:spLocks noGrp="1"/>
          </p:cNvSpPr>
          <p:nvPr/>
        </p:nvSpPr>
        <p:spPr>
          <a:xfrm>
            <a:off x="1285874" y="4386067"/>
            <a:ext cx="4514850" cy="295275"/>
          </a:xfrm>
          <a:prstGeom prst="rect">
            <a:avLst/>
          </a:prstGeom>
          <a:noFill/>
          <a:ln w="0">
            <a:noFill/>
            <a:prstDash val="solid"/>
          </a:ln>
          <a:effectLst/>
        </p:spPr>
        <p:txBody>
          <a:bodyPr wrap="square" lIns="0" tIns="0" rIns="0" bIns="0" anchor="ctr">
            <a:normAutofit fontScale="96540"/>
          </a:bodyPr>
          <a:lstStyle/>
          <a:p>
            <a:pPr algn="ctr">
              <a:defRPr sz="1090" b="1">
                <a:solidFill>
                  <a:srgbClr val="1457C5"/>
                </a:solidFill>
                <a:latin typeface="Calibri" panose="020F0502020204030204"/>
                <a:ea typeface="Calibri" panose="020F0502020204030204"/>
                <a:cs typeface="Calibri" panose="020F0502020204030204"/>
              </a:defRPr>
            </a:pPr>
            <a:r>
              <a:rPr lang="en-US" sz="1600" dirty="0" smtClean="0">
                <a:solidFill>
                  <a:srgbClr val="294A6D"/>
                </a:solidFill>
                <a:latin typeface="Arial" panose="020B0604020202020204" pitchFamily="34" charset="0"/>
                <a:ea typeface="微软雅黑" panose="020B0503020204020204" charset="-122"/>
                <a:cs typeface="微软雅黑" panose="020B0503020204020204" charset="-122"/>
              </a:rPr>
              <a:t>3</a:t>
            </a:r>
            <a:r>
              <a:rPr lang="zh-CN" altLang="en-US" sz="1600" dirty="0" smtClean="0">
                <a:solidFill>
                  <a:srgbClr val="294A6D"/>
                </a:solidFill>
                <a:latin typeface="Arial" panose="020B0604020202020204" pitchFamily="34" charset="0"/>
                <a:ea typeface="微软雅黑" panose="020B0503020204020204" charset="-122"/>
                <a:cs typeface="微软雅黑" panose="020B0503020204020204" charset="-122"/>
              </a:rPr>
              <a:t>、算子性能高</a:t>
            </a:r>
            <a:endParaRPr sz="1600" dirty="0">
              <a:solidFill>
                <a:srgbClr val="294A6D"/>
              </a:solidFill>
              <a:latin typeface="Arial" panose="020B0604020202020204" pitchFamily="34" charset="0"/>
              <a:ea typeface="微软雅黑" panose="020B0503020204020204" charset="-122"/>
              <a:cs typeface="微软雅黑" panose="020B0503020204020204" charset="-122"/>
            </a:endParaRPr>
          </a:p>
        </p:txBody>
      </p:sp>
      <p:sp>
        <p:nvSpPr>
          <p:cNvPr id="32" name="s15-validation-subtitle"/>
          <p:cNvSpPr>
            <a:spLocks noGrp="1"/>
          </p:cNvSpPr>
          <p:nvPr/>
        </p:nvSpPr>
        <p:spPr>
          <a:xfrm>
            <a:off x="2647949" y="4654021"/>
            <a:ext cx="1790700" cy="733425"/>
          </a:xfrm>
          <a:prstGeom prst="rect">
            <a:avLst/>
          </a:prstGeom>
          <a:noFill/>
          <a:ln w="0">
            <a:noFill/>
            <a:prstDash val="solid"/>
          </a:ln>
          <a:effectLst/>
        </p:spPr>
        <p:txBody>
          <a:bodyPr wrap="square" lIns="19050" tIns="0" rIns="19050" bIns="9525" anchor="ctr">
            <a:normAutofit/>
          </a:bodyPr>
          <a:lstStyle/>
          <a:p>
            <a:pPr indent="0" algn="ctr" fontAlgn="auto">
              <a:lnSpc>
                <a:spcPct val="125000"/>
              </a:lnSpc>
              <a:buNone/>
              <a:defRPr sz="885" b="1">
                <a:solidFill>
                  <a:srgbClr val="27364A"/>
                </a:solidFill>
                <a:latin typeface="微软雅黑" panose="020B0503020204020204" charset="-122"/>
                <a:ea typeface="微软雅黑" panose="020B0503020204020204" charset="-122"/>
                <a:cs typeface="微软雅黑" panose="020B0503020204020204" charset="-122"/>
              </a:defRPr>
            </a:pPr>
            <a:r>
              <a:rPr lang="zh-CN" altLang="en-US" sz="885" dirty="0" smtClean="0">
                <a:solidFill>
                  <a:srgbClr val="2F3A45"/>
                </a:solidFill>
                <a:latin typeface="Arial" panose="020B0604020202020204" pitchFamily="34" charset="0"/>
                <a:ea typeface="微软雅黑" panose="020B0503020204020204" charset="-122"/>
              </a:rPr>
              <a:t>加入</a:t>
            </a:r>
            <a:r>
              <a:rPr lang="en-US" altLang="zh-CN" sz="885" dirty="0" smtClean="0">
                <a:solidFill>
                  <a:srgbClr val="2F3A45"/>
                </a:solidFill>
                <a:latin typeface="Arial" panose="020B0604020202020204" pitchFamily="34" charset="0"/>
                <a:ea typeface="微软雅黑" panose="020B0503020204020204" charset="-122"/>
              </a:rPr>
              <a:t>profiler</a:t>
            </a:r>
            <a:r>
              <a:rPr lang="zh-CN" altLang="en-US" sz="885" dirty="0" smtClean="0">
                <a:solidFill>
                  <a:srgbClr val="2F3A45"/>
                </a:solidFill>
                <a:latin typeface="Arial" panose="020B0604020202020204" pitchFamily="34" charset="0"/>
                <a:ea typeface="微软雅黑" panose="020B0503020204020204" charset="-122"/>
              </a:rPr>
              <a:t>阶段，根据初步优化的结果和</a:t>
            </a:r>
            <a:r>
              <a:rPr lang="en-US" altLang="zh-CN" sz="885" dirty="0" smtClean="0">
                <a:solidFill>
                  <a:srgbClr val="2F3A45"/>
                </a:solidFill>
                <a:latin typeface="Arial" panose="020B0604020202020204" pitchFamily="34" charset="0"/>
                <a:ea typeface="微软雅黑" panose="020B0503020204020204" charset="-122"/>
              </a:rPr>
              <a:t>profiler</a:t>
            </a:r>
            <a:r>
              <a:rPr lang="zh-CN" altLang="en-US" sz="885" dirty="0" smtClean="0">
                <a:solidFill>
                  <a:srgbClr val="2F3A45"/>
                </a:solidFill>
                <a:latin typeface="Arial" panose="020B0604020202020204" pitchFamily="34" charset="0"/>
                <a:ea typeface="微软雅黑" panose="020B0503020204020204" charset="-122"/>
              </a:rPr>
              <a:t>阶段的分析，选择性的采取优化方式</a:t>
            </a:r>
            <a:endParaRPr sz="885" dirty="0">
              <a:solidFill>
                <a:srgbClr val="2F3A45"/>
              </a:solidFill>
              <a:latin typeface="Arial" panose="020B0604020202020204" pitchFamily="34" charset="0"/>
              <a:ea typeface="微软雅黑" panose="020B0503020204020204" charset="-122"/>
            </a:endParaRPr>
          </a:p>
        </p:txBody>
      </p:sp>
      <p:sp>
        <p:nvSpPr>
          <p:cNvPr id="38" name="slide-1-title"/>
          <p:cNvSpPr>
            <a:spLocks noGrp="1"/>
          </p:cNvSpPr>
          <p:nvPr/>
        </p:nvSpPr>
        <p:spPr>
          <a:xfrm>
            <a:off x="342900" y="223460"/>
            <a:ext cx="635000" cy="495300"/>
          </a:xfrm>
          <a:prstGeom prst="rect">
            <a:avLst/>
          </a:prstGeom>
          <a:noFill/>
          <a:ln w="0">
            <a:noFill/>
            <a:prstDash val="solid"/>
          </a:ln>
          <a:effectLst/>
        </p:spPr>
        <p:txBody>
          <a:bodyPr wrap="square" lIns="0" tIns="0" rIns="0" bIns="0" anchor="t">
            <a:noAutofit/>
          </a:bodyPr>
          <a:lstStyle/>
          <a:p>
            <a:pPr>
              <a:buNone/>
              <a:defRPr sz="3000" b="1">
                <a:solidFill>
                  <a:srgbClr val="072A67"/>
                </a:solidFill>
                <a:latin typeface="微软雅黑" panose="020B0503020204020204" charset="-122"/>
                <a:ea typeface="微软雅黑" panose="020B0503020204020204" charset="-122"/>
                <a:cs typeface="微软雅黑" panose="020B0503020204020204" charset="-122"/>
              </a:defRPr>
            </a:pPr>
            <a:r>
              <a:rPr lang="en-US" sz="3000" b="1" dirty="0">
                <a:solidFill>
                  <a:srgbClr val="243B53"/>
                </a:solidFill>
                <a:latin typeface="Arial" panose="020B0604020202020204" pitchFamily="34" charset="0"/>
                <a:ea typeface="微软雅黑" panose="020B0503020204020204" charset="-122"/>
                <a:cs typeface="微软雅黑" panose="020B0503020204020204" charset="-122"/>
              </a:rPr>
              <a:t>3.1</a:t>
            </a:r>
            <a:endParaRPr sz="3000" b="1" dirty="0">
              <a:solidFill>
                <a:srgbClr val="243B53"/>
              </a:solidFill>
              <a:latin typeface="Arial" panose="020B0604020202020204" pitchFamily="34" charset="0"/>
              <a:ea typeface="微软雅黑" panose="020B0503020204020204" charset="-122"/>
              <a:cs typeface="微软雅黑" panose="020B0503020204020204" charset="-122"/>
            </a:endParaRPr>
          </a:p>
        </p:txBody>
      </p:sp>
      <p:pic>
        <p:nvPicPr>
          <p:cNvPr id="2" name="图片 1"/>
          <p:cNvPicPr>
            <a:picLocks noChangeAspect="1"/>
          </p:cNvPicPr>
          <p:nvPr/>
        </p:nvPicPr>
        <p:blipFill>
          <a:blip r:embed="rId3"/>
          <a:stretch>
            <a:fillRect/>
          </a:stretch>
        </p:blipFill>
        <p:spPr>
          <a:xfrm>
            <a:off x="6781799" y="1905090"/>
            <a:ext cx="3752962" cy="2904553"/>
          </a:xfrm>
          <a:prstGeom prst="rect">
            <a:avLst/>
          </a:prstGeom>
        </p:spPr>
      </p:pic>
      <p:sp>
        <p:nvSpPr>
          <p:cNvPr id="3" name="文本框 2"/>
          <p:cNvSpPr txBox="1"/>
          <p:nvPr/>
        </p:nvSpPr>
        <p:spPr>
          <a:xfrm>
            <a:off x="342900" y="1064581"/>
            <a:ext cx="3254417" cy="400110"/>
          </a:xfrm>
          <a:prstGeom prst="rect">
            <a:avLst/>
          </a:prstGeom>
          <a:noFill/>
        </p:spPr>
        <p:txBody>
          <a:bodyPr wrap="none" rtlCol="0">
            <a:spAutoFit/>
          </a:bodyPr>
          <a:lstStyle/>
          <a:p>
            <a:r>
              <a:rPr lang="zh-CN" altLang="en-US" sz="2000" b="1" dirty="0" smtClean="0">
                <a:latin typeface="微软雅黑" panose="020B0503020204020204" pitchFamily="34" charset="-122"/>
                <a:ea typeface="微软雅黑" panose="020B0503020204020204" pitchFamily="34" charset="-122"/>
              </a:rPr>
              <a:t>一、怎么算一个好用的</a:t>
            </a:r>
            <a:r>
              <a:rPr lang="en-US" altLang="zh-CN" sz="2000" b="1" dirty="0" smtClean="0">
                <a:latin typeface="微软雅黑" panose="020B0503020204020204" pitchFamily="34" charset="-122"/>
                <a:ea typeface="微软雅黑" panose="020B0503020204020204" pitchFamily="34" charset="-122"/>
              </a:rPr>
              <a:t>skill</a:t>
            </a:r>
            <a:endParaRPr lang="zh-CN" altLang="en-US" sz="2000" b="1" dirty="0">
              <a:latin typeface="微软雅黑" panose="020B0503020204020204" pitchFamily="34" charset="-122"/>
              <a:ea typeface="微软雅黑" panose="020B0503020204020204" pitchFamily="34" charset="-122"/>
            </a:endParaRPr>
          </a:p>
        </p:txBody>
      </p:sp>
      <p:sp>
        <p:nvSpPr>
          <p:cNvPr id="37" name="文本框 36"/>
          <p:cNvSpPr txBox="1"/>
          <p:nvPr/>
        </p:nvSpPr>
        <p:spPr>
          <a:xfrm>
            <a:off x="6378436" y="1019187"/>
            <a:ext cx="3005951" cy="400110"/>
          </a:xfrm>
          <a:prstGeom prst="rect">
            <a:avLst/>
          </a:prstGeom>
          <a:noFill/>
        </p:spPr>
        <p:txBody>
          <a:bodyPr wrap="none" rtlCol="0">
            <a:spAutoFit/>
          </a:bodyPr>
          <a:lstStyle/>
          <a:p>
            <a:r>
              <a:rPr lang="zh-CN" altLang="en-US" sz="2000" b="1" dirty="0" smtClean="0">
                <a:latin typeface="微软雅黑" panose="020B0503020204020204" pitchFamily="34" charset="-122"/>
                <a:ea typeface="微软雅黑" panose="020B0503020204020204" pitchFamily="34" charset="-122"/>
              </a:rPr>
              <a:t>二、要有一个清晰的结构</a:t>
            </a:r>
            <a:endParaRPr lang="zh-CN" altLang="en-US" sz="2000" b="1" dirty="0">
              <a:latin typeface="微软雅黑" panose="020B0503020204020204" pitchFamily="34" charset="-122"/>
              <a:ea typeface="微软雅黑" panose="020B0503020204020204" pitchFamily="34" charset="-122"/>
            </a:endParaRPr>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bg>
      <p:bgPr>
        <a:solidFill>
          <a:srgbClr val="F7F8FA"/>
        </a:solidFill>
        <a:effectLst/>
      </p:bgPr>
    </p:bg>
    <p:spTree>
      <p:nvGrpSpPr>
        <p:cNvPr id="1" name=""/>
        <p:cNvGrpSpPr/>
        <p:nvPr/>
      </p:nvGrpSpPr>
      <p:grpSpPr>
        <a:xfrm>
          <a:off x="0" y="0"/>
          <a:ext cx="0" cy="0"/>
          <a:chOff x="0" y="0"/>
          <a:chExt cx="0" cy="0"/>
        </a:xfrm>
      </p:grpSpPr>
      <p:sp>
        <p:nvSpPr>
          <p:cNvPr id="6" name="slide-7-title"/>
          <p:cNvSpPr>
            <a:spLocks noGrp="1"/>
          </p:cNvSpPr>
          <p:nvPr/>
        </p:nvSpPr>
        <p:spPr>
          <a:xfrm>
            <a:off x="1057275" y="205090"/>
            <a:ext cx="8763000" cy="466725"/>
          </a:xfrm>
          <a:prstGeom prst="rect">
            <a:avLst/>
          </a:prstGeom>
          <a:noFill/>
          <a:ln w="0">
            <a:noFill/>
            <a:prstDash val="solid"/>
          </a:ln>
          <a:effectLst/>
          <a:extLst>
            <a:ext uri="{909E8E84-426E-40DD-AFC4-6F175D3DCCD1}">
              <a14:hiddenFill xmlns:a14="http://schemas.microsoft.com/office/drawing/2010/main">
                <a:solidFill>
                  <a:srgbClr val="FFFFFF"/>
                </a:solidFill>
              </a14:hiddenFill>
            </a:ext>
          </a:extLst>
        </p:spPr>
        <p:txBody>
          <a:bodyPr wrap="square" lIns="0" tIns="0" rIns="0" bIns="0" anchor="ctr">
            <a:normAutofit/>
          </a:bodyPr>
          <a:lstStyle/>
          <a:p>
            <a:pPr algn="l">
              <a:buNone/>
              <a:defRPr sz="2550" b="1">
                <a:solidFill>
                  <a:srgbClr val="072A67"/>
                </a:solidFill>
                <a:latin typeface="微软雅黑" panose="020B0503020204020204" charset="-122"/>
                <a:ea typeface="微软雅黑" panose="020B0503020204020204" charset="-122"/>
                <a:cs typeface="微软雅黑" panose="020B0503020204020204" charset="-122"/>
              </a:defRPr>
            </a:pPr>
            <a:r>
              <a:rPr lang="zh-CN" altLang="en-US" sz="2550" b="1" dirty="0" smtClean="0">
                <a:solidFill>
                  <a:srgbClr val="243B53"/>
                </a:solidFill>
                <a:latin typeface="Arial" panose="020B0604020202020204" pitchFamily="34" charset="0"/>
                <a:ea typeface="微软雅黑" panose="020B0503020204020204" charset="-122"/>
              </a:rPr>
              <a:t>开发</a:t>
            </a:r>
            <a:r>
              <a:rPr lang="en-US" altLang="zh-CN" sz="2550" b="1" dirty="0" smtClean="0">
                <a:solidFill>
                  <a:srgbClr val="243B53"/>
                </a:solidFill>
                <a:latin typeface="Arial" panose="020B0604020202020204" pitchFamily="34" charset="0"/>
                <a:ea typeface="微软雅黑" panose="020B0503020204020204" charset="-122"/>
              </a:rPr>
              <a:t>Skill</a:t>
            </a:r>
            <a:r>
              <a:rPr lang="zh-CN" altLang="en-US" sz="2550" b="1" dirty="0" smtClean="0">
                <a:solidFill>
                  <a:srgbClr val="243B53"/>
                </a:solidFill>
                <a:latin typeface="Arial" panose="020B0604020202020204" pitchFamily="34" charset="0"/>
                <a:ea typeface="微软雅黑" panose="020B0503020204020204" charset="-122"/>
              </a:rPr>
              <a:t>指南细节</a:t>
            </a:r>
            <a:endParaRPr sz="2550" b="1" dirty="0">
              <a:solidFill>
                <a:srgbClr val="243B53"/>
              </a:solidFill>
              <a:latin typeface="Arial" panose="020B0604020202020204" pitchFamily="34" charset="0"/>
              <a:ea typeface="微软雅黑" panose="020B0503020204020204" charset="-122"/>
            </a:endParaRPr>
          </a:p>
        </p:txBody>
      </p:sp>
      <p:sp>
        <p:nvSpPr>
          <p:cNvPr id="8" name="universal-framework-question"/>
          <p:cNvSpPr>
            <a:spLocks noGrp="1"/>
          </p:cNvSpPr>
          <p:nvPr/>
        </p:nvSpPr>
        <p:spPr>
          <a:xfrm>
            <a:off x="5791200" y="1271890"/>
            <a:ext cx="5095875" cy="257175"/>
          </a:xfrm>
          <a:prstGeom prst="rect">
            <a:avLst/>
          </a:prstGeom>
          <a:noFill/>
          <a:ln w="0">
            <a:noFill/>
            <a:prstDash val="solid"/>
          </a:ln>
          <a:effectLst/>
        </p:spPr>
        <p:txBody>
          <a:bodyPr wrap="square" lIns="0" tIns="0" rIns="0" bIns="0" anchor="ctr">
            <a:normAutofit/>
          </a:bodyPr>
          <a:lstStyle/>
          <a:p>
            <a:pPr algn="l">
              <a:buNone/>
              <a:defRPr sz="1165" b="1">
                <a:solidFill>
                  <a:srgbClr val="0A43A0"/>
                </a:solidFill>
                <a:latin typeface="微软雅黑" panose="020B0503020204020204" charset="-122"/>
                <a:ea typeface="微软雅黑" panose="020B0503020204020204" charset="-122"/>
                <a:cs typeface="微软雅黑" panose="020B0503020204020204" charset="-122"/>
              </a:defRPr>
            </a:pPr>
            <a:r>
              <a:rPr sz="1200">
                <a:solidFill>
                  <a:srgbClr val="294A6D"/>
                </a:solidFill>
                <a:latin typeface="Arial" panose="020B0604020202020204" pitchFamily="34" charset="0"/>
                <a:ea typeface="微软雅黑" panose="020B0503020204020204" charset="-122"/>
              </a:rPr>
              <a:t>① 通用框架｜什么东西应该保持稳定？</a:t>
            </a:r>
          </a:p>
        </p:txBody>
      </p:sp>
      <p:sp>
        <p:nvSpPr>
          <p:cNvPr id="9" name="universal-framework-takeaway"/>
          <p:cNvSpPr>
            <a:spLocks noGrp="1"/>
          </p:cNvSpPr>
          <p:nvPr/>
        </p:nvSpPr>
        <p:spPr>
          <a:xfrm>
            <a:off x="5914390" y="2481565"/>
            <a:ext cx="4257675" cy="228600"/>
          </a:xfrm>
          <a:prstGeom prst="rect">
            <a:avLst/>
          </a:prstGeom>
          <a:solidFill>
            <a:srgbClr val="EEF2F5"/>
          </a:solidFill>
          <a:ln w="9525">
            <a:solidFill>
              <a:srgbClr val="D6DEE6"/>
            </a:solidFill>
            <a:prstDash val="solid"/>
          </a:ln>
          <a:effectLst/>
        </p:spPr>
        <p:txBody>
          <a:bodyPr wrap="square" lIns="38100" tIns="0" rIns="38100" bIns="0" anchor="ctr">
            <a:normAutofit/>
          </a:bodyPr>
          <a:lstStyle/>
          <a:p>
            <a:pPr algn="ctr">
              <a:buNone/>
              <a:defRPr sz="940" b="1">
                <a:solidFill>
                  <a:srgbClr val="17386F"/>
                </a:solidFill>
                <a:latin typeface="微软雅黑" panose="020B0503020204020204" charset="-122"/>
                <a:ea typeface="微软雅黑" panose="020B0503020204020204" charset="-122"/>
                <a:cs typeface="微软雅黑" panose="020B0503020204020204" charset="-122"/>
              </a:defRPr>
            </a:pPr>
            <a:r>
              <a:rPr sz="940">
                <a:solidFill>
                  <a:srgbClr val="2F3A45"/>
                </a:solidFill>
                <a:latin typeface="Arial" panose="020B0604020202020204" pitchFamily="34" charset="0"/>
                <a:ea typeface="微软雅黑" panose="020B0503020204020204" charset="-122"/>
                <a:cs typeface="微软雅黑" panose="020B0503020204020204" charset="-122"/>
              </a:rPr>
              <a:t>框架有时也需要根据实际情况进行微调。</a:t>
            </a:r>
          </a:p>
        </p:txBody>
      </p:sp>
      <p:sp>
        <p:nvSpPr>
          <p:cNvPr id="10" name="platform-knowledge-question"/>
          <p:cNvSpPr>
            <a:spLocks noGrp="1"/>
          </p:cNvSpPr>
          <p:nvPr/>
        </p:nvSpPr>
        <p:spPr>
          <a:xfrm>
            <a:off x="5791200" y="2776840"/>
            <a:ext cx="5095875" cy="257175"/>
          </a:xfrm>
          <a:prstGeom prst="rect">
            <a:avLst/>
          </a:prstGeom>
          <a:noFill/>
          <a:ln w="0">
            <a:noFill/>
            <a:prstDash val="solid"/>
          </a:ln>
          <a:effectLst/>
        </p:spPr>
        <p:txBody>
          <a:bodyPr wrap="square" lIns="0" tIns="0" rIns="0" bIns="0" anchor="ctr">
            <a:normAutofit/>
          </a:bodyPr>
          <a:lstStyle/>
          <a:p>
            <a:pPr algn="l">
              <a:buNone/>
              <a:defRPr sz="1165" b="1">
                <a:solidFill>
                  <a:srgbClr val="087B35"/>
                </a:solidFill>
                <a:latin typeface="微软雅黑" panose="020B0503020204020204" charset="-122"/>
                <a:ea typeface="微软雅黑" panose="020B0503020204020204" charset="-122"/>
                <a:cs typeface="微软雅黑" panose="020B0503020204020204" charset="-122"/>
              </a:defRPr>
            </a:pPr>
            <a:r>
              <a:rPr sz="1200">
                <a:solidFill>
                  <a:srgbClr val="2F3A45"/>
                </a:solidFill>
                <a:latin typeface="Arial" panose="020B0604020202020204" pitchFamily="34" charset="0"/>
                <a:ea typeface="微软雅黑" panose="020B0503020204020204" charset="-122"/>
              </a:rPr>
              <a:t>② 平台知识｜换平台时到底要补什么？</a:t>
            </a:r>
          </a:p>
        </p:txBody>
      </p:sp>
      <p:sp>
        <p:nvSpPr>
          <p:cNvPr id="11" name="platform-knowledge-takeaway"/>
          <p:cNvSpPr>
            <a:spLocks noGrp="1"/>
          </p:cNvSpPr>
          <p:nvPr/>
        </p:nvSpPr>
        <p:spPr>
          <a:xfrm>
            <a:off x="6000750" y="4224640"/>
            <a:ext cx="4895850" cy="219075"/>
          </a:xfrm>
          <a:prstGeom prst="roundRect">
            <a:avLst>
              <a:gd name="adj" fmla="val 21739"/>
            </a:avLst>
          </a:prstGeom>
          <a:solidFill>
            <a:srgbClr val="EAF3F1"/>
          </a:solidFill>
          <a:ln w="9525">
            <a:solidFill>
              <a:srgbClr val="D6DEE6"/>
            </a:solidFill>
            <a:prstDash val="solid"/>
          </a:ln>
          <a:effectLst/>
        </p:spPr>
        <p:txBody>
          <a:bodyPr wrap="square" lIns="38100" tIns="0" rIns="38100" bIns="0" anchor="ctr">
            <a:normAutofit/>
          </a:bodyPr>
          <a:lstStyle/>
          <a:p>
            <a:pPr algn="ctr">
              <a:buNone/>
              <a:defRPr sz="940" b="1">
                <a:solidFill>
                  <a:srgbClr val="176B31"/>
                </a:solidFill>
                <a:latin typeface="微软雅黑" panose="020B0503020204020204" charset="-122"/>
                <a:ea typeface="微软雅黑" panose="020B0503020204020204" charset="-122"/>
                <a:cs typeface="微软雅黑" panose="020B0503020204020204" charset="-122"/>
              </a:defRPr>
            </a:pPr>
            <a:r>
              <a:rPr sz="940">
                <a:solidFill>
                  <a:srgbClr val="2F3A45"/>
                </a:solidFill>
                <a:latin typeface="Arial" panose="020B0604020202020204" pitchFamily="34" charset="0"/>
                <a:ea typeface="微软雅黑" panose="020B0503020204020204" charset="-122"/>
              </a:rPr>
              <a:t>官方资料定义“支持什么”，真实测试补充“实际表现如何”。</a:t>
            </a:r>
          </a:p>
        </p:txBody>
      </p:sp>
      <p:sp>
        <p:nvSpPr>
          <p:cNvPr id="12" name="validation-loop-question"/>
          <p:cNvSpPr>
            <a:spLocks noGrp="1"/>
          </p:cNvSpPr>
          <p:nvPr/>
        </p:nvSpPr>
        <p:spPr>
          <a:xfrm>
            <a:off x="5791200" y="4529440"/>
            <a:ext cx="5219700" cy="257175"/>
          </a:xfrm>
          <a:prstGeom prst="rect">
            <a:avLst/>
          </a:prstGeom>
          <a:noFill/>
          <a:ln w="0">
            <a:noFill/>
            <a:prstDash val="solid"/>
          </a:ln>
          <a:effectLst/>
        </p:spPr>
        <p:txBody>
          <a:bodyPr wrap="square" lIns="0" tIns="0" rIns="0" bIns="0" anchor="ctr">
            <a:normAutofit/>
          </a:bodyPr>
          <a:lstStyle/>
          <a:p>
            <a:pPr algn="l">
              <a:buNone/>
              <a:defRPr sz="1165" b="1">
                <a:solidFill>
                  <a:srgbClr val="0A43A0"/>
                </a:solidFill>
                <a:latin typeface="微软雅黑" panose="020B0503020204020204" charset="-122"/>
                <a:ea typeface="微软雅黑" panose="020B0503020204020204" charset="-122"/>
                <a:cs typeface="微软雅黑" panose="020B0503020204020204" charset="-122"/>
              </a:defRPr>
            </a:pPr>
            <a:r>
              <a:rPr sz="1200">
                <a:solidFill>
                  <a:srgbClr val="294A6D"/>
                </a:solidFill>
                <a:latin typeface="Arial" panose="020B0604020202020204" pitchFamily="34" charset="0"/>
                <a:ea typeface="微软雅黑" panose="020B0503020204020204" charset="-122"/>
              </a:rPr>
              <a:t>③ 验证闭环｜怎么确认收到的知识真的能用？</a:t>
            </a:r>
          </a:p>
        </p:txBody>
      </p:sp>
      <p:sp>
        <p:nvSpPr>
          <p:cNvPr id="16" name="slide-7-page-number"/>
          <p:cNvSpPr>
            <a:spLocks noGrp="1"/>
          </p:cNvSpPr>
          <p:nvPr/>
        </p:nvSpPr>
        <p:spPr>
          <a:xfrm>
            <a:off x="11366500" y="317500"/>
            <a:ext cx="330200" cy="279400"/>
          </a:xfrm>
          <a:prstGeom prst="roundRect">
            <a:avLst>
              <a:gd name="adj" fmla="val 14706"/>
            </a:avLst>
          </a:prstGeom>
          <a:noFill/>
          <a:ln w="9525">
            <a:noFill/>
            <a:prstDash val="solid"/>
          </a:ln>
          <a:effectLst/>
          <a:extLst>
            <a:ext uri="{909E8E84-426E-40DD-AFC4-6F175D3DCCD1}">
              <a14:hiddenFill xmlns:a14="http://schemas.microsoft.com/office/drawing/2010/main">
                <a:solidFill>
                  <a:srgbClr val="294A6D"/>
                </a:solidFill>
              </a14:hiddenFill>
            </a:ext>
            <a:ext uri="{91240B29-F687-4F45-9708-019B960494DF}">
              <a14:hiddenLine xmlns:a14="http://schemas.microsoft.com/office/drawing/2010/main" w="9525">
                <a:solidFill>
                  <a:srgbClr val="294A6D"/>
                </a:solidFill>
                <a:prstDash val="solid"/>
              </a14:hiddenLine>
            </a:ext>
          </a:extLst>
        </p:spPr>
        <p:txBody>
          <a:bodyPr wrap="square" lIns="0" tIns="0" rIns="0" bIns="0" anchor="ctr">
            <a:noAutofit/>
          </a:bodyPr>
          <a:lstStyle/>
          <a:p>
            <a:pPr algn="ctr">
              <a:buNone/>
              <a:defRPr sz="1200" b="1">
                <a:solidFill>
                  <a:srgbClr val="FFFFFF"/>
                </a:solidFill>
                <a:latin typeface="微软雅黑" panose="020B0503020204020204" charset="-122"/>
                <a:ea typeface="微软雅黑" panose="020B0503020204020204" charset="-122"/>
                <a:cs typeface="微软雅黑" panose="020B0503020204020204" charset="-122"/>
              </a:defRPr>
            </a:pPr>
            <a:r>
              <a:rPr lang="en-US" sz="1200" b="1" dirty="0" smtClean="0">
                <a:solidFill>
                  <a:srgbClr val="66737F"/>
                </a:solidFill>
                <a:latin typeface="Arial" panose="020B0604020202020204" pitchFamily="34" charset="0"/>
                <a:ea typeface="微软雅黑" panose="020B0503020204020204" charset="-122"/>
                <a:cs typeface="微软雅黑" panose="020B0503020204020204" charset="-122"/>
              </a:rPr>
              <a:t>16</a:t>
            </a:r>
            <a:endParaRPr sz="1200" b="1" dirty="0">
              <a:solidFill>
                <a:srgbClr val="66737F"/>
              </a:solidFill>
              <a:latin typeface="Arial" panose="020B0604020202020204" pitchFamily="34" charset="0"/>
              <a:ea typeface="微软雅黑" panose="020B0503020204020204" charset="-122"/>
              <a:cs typeface="微软雅黑" panose="020B0503020204020204" charset="-122"/>
            </a:endParaRPr>
          </a:p>
        </p:txBody>
      </p:sp>
      <p:sp>
        <p:nvSpPr>
          <p:cNvPr id="17" name="slide-7-editable-footer"/>
          <p:cNvSpPr>
            <a:spLocks noGrp="1"/>
          </p:cNvSpPr>
          <p:nvPr/>
        </p:nvSpPr>
        <p:spPr>
          <a:xfrm>
            <a:off x="228600" y="6400800"/>
            <a:ext cx="11696700" cy="390525"/>
          </a:xfrm>
          <a:prstGeom prst="rect">
            <a:avLst/>
          </a:prstGeom>
          <a:solidFill>
            <a:srgbClr val="EEF2F5"/>
          </a:solidFill>
          <a:ln w="0">
            <a:solidFill>
              <a:srgbClr val="D6DEE6"/>
            </a:solidFill>
            <a:prstDash val="solid"/>
          </a:ln>
          <a:effectLst/>
        </p:spPr>
        <p:txBody>
          <a:bodyPr wrap="square" lIns="133350" tIns="28575" rIns="133350" bIns="28575" anchor="ctr">
            <a:normAutofit/>
          </a:bodyPr>
          <a:lstStyle/>
          <a:p>
            <a:pPr algn="ctr">
              <a:buNone/>
              <a:defRPr sz="975" b="1">
                <a:solidFill>
                  <a:srgbClr val="072A67"/>
                </a:solidFill>
                <a:latin typeface="微软雅黑" panose="020B0503020204020204" charset="-122"/>
                <a:ea typeface="微软雅黑" panose="020B0503020204020204" charset="-122"/>
                <a:cs typeface="微软雅黑" panose="020B0503020204020204" charset="-122"/>
              </a:defRPr>
            </a:pPr>
            <a:r>
              <a:rPr sz="1200">
                <a:solidFill>
                  <a:srgbClr val="2F3A45"/>
                </a:solidFill>
                <a:latin typeface="Arial" panose="020B0604020202020204" pitchFamily="34" charset="0"/>
                <a:ea typeface="微软雅黑" panose="020B0503020204020204" charset="-122"/>
              </a:rPr>
              <a:t>算子skill的开发不是一蹴而就的，需要不断的完善和更新迭代。平台事实验证和环境验证看起来复杂，实际上可以通过一类模板指令让大模型进行检测。</a:t>
            </a:r>
          </a:p>
        </p:txBody>
      </p:sp>
      <p:sp>
        <p:nvSpPr>
          <p:cNvPr id="18" name="s15-title-rule"/>
          <p:cNvSpPr>
            <a:spLocks noGrp="1"/>
          </p:cNvSpPr>
          <p:nvPr/>
        </p:nvSpPr>
        <p:spPr>
          <a:xfrm>
            <a:off x="247650" y="714375"/>
            <a:ext cx="11734800" cy="19050"/>
          </a:xfrm>
          <a:prstGeom prst="rect">
            <a:avLst/>
          </a:prstGeom>
          <a:solidFill>
            <a:srgbClr val="5B7188"/>
          </a:solidFill>
          <a:ln w="0">
            <a:solidFill>
              <a:srgbClr val="294A6D"/>
            </a:solidFill>
            <a:prstDash val="solid"/>
          </a:ln>
          <a:effectLst/>
        </p:spPr>
      </p:sp>
      <p:sp>
        <p:nvSpPr>
          <p:cNvPr id="38" name="s15-universal-details-frame"/>
          <p:cNvSpPr>
            <a:spLocks noGrp="1"/>
          </p:cNvSpPr>
          <p:nvPr/>
        </p:nvSpPr>
        <p:spPr>
          <a:xfrm>
            <a:off x="5572125" y="1519540"/>
            <a:ext cx="5543550" cy="942975"/>
          </a:xfrm>
          <a:prstGeom prst="rect">
            <a:avLst/>
          </a:prstGeom>
          <a:solidFill>
            <a:srgbClr val="EEF2F5"/>
          </a:solidFill>
          <a:ln w="9525">
            <a:solidFill>
              <a:srgbClr val="D6DEE6"/>
            </a:solidFill>
            <a:prstDash val="solid"/>
          </a:ln>
          <a:effectLst/>
        </p:spPr>
      </p:sp>
      <p:sp>
        <p:nvSpPr>
          <p:cNvPr id="39" name="s15-detail-1-label"/>
          <p:cNvSpPr>
            <a:spLocks noGrp="1"/>
          </p:cNvSpPr>
          <p:nvPr/>
        </p:nvSpPr>
        <p:spPr>
          <a:xfrm>
            <a:off x="5810250" y="1567165"/>
            <a:ext cx="800100" cy="161925"/>
          </a:xfrm>
          <a:prstGeom prst="rect">
            <a:avLst/>
          </a:prstGeom>
          <a:noFill/>
          <a:ln w="0">
            <a:noFill/>
            <a:prstDash val="solid"/>
          </a:ln>
          <a:effectLst/>
        </p:spPr>
        <p:txBody>
          <a:bodyPr wrap="square" lIns="0" tIns="0" rIns="0" bIns="0" anchor="ctr">
            <a:noAutofit/>
          </a:bodyPr>
          <a:lstStyle/>
          <a:p>
            <a:pPr algn="l">
              <a:defRPr sz="850" b="1">
                <a:solidFill>
                  <a:srgbClr val="1457C5"/>
                </a:solidFill>
                <a:latin typeface="微软雅黑" panose="020B0503020204020204" charset="-122"/>
                <a:ea typeface="微软雅黑" panose="020B0503020204020204" charset="-122"/>
                <a:cs typeface="微软雅黑" panose="020B0503020204020204" charset="-122"/>
              </a:defRPr>
            </a:pPr>
            <a:r>
              <a:rPr sz="1000">
                <a:solidFill>
                  <a:srgbClr val="294A6D"/>
                </a:solidFill>
                <a:latin typeface="Arial" panose="020B0604020202020204" pitchFamily="34" charset="0"/>
                <a:ea typeface="微软雅黑" panose="020B0503020204020204" charset="-122"/>
                <a:cs typeface="微软雅黑" panose="020B0503020204020204" charset="-122"/>
              </a:rPr>
              <a:t>任务编排：</a:t>
            </a:r>
          </a:p>
        </p:txBody>
      </p:sp>
      <p:sp>
        <p:nvSpPr>
          <p:cNvPr id="40" name="s15-detail-1-value"/>
          <p:cNvSpPr>
            <a:spLocks noGrp="1"/>
          </p:cNvSpPr>
          <p:nvPr/>
        </p:nvSpPr>
        <p:spPr>
          <a:xfrm>
            <a:off x="6610350" y="1567165"/>
            <a:ext cx="4267200" cy="161925"/>
          </a:xfrm>
          <a:prstGeom prst="rect">
            <a:avLst/>
          </a:prstGeom>
          <a:noFill/>
          <a:ln w="0">
            <a:noFill/>
            <a:prstDash val="solid"/>
          </a:ln>
          <a:effectLst/>
        </p:spPr>
        <p:txBody>
          <a:bodyPr wrap="square" lIns="0" tIns="0" rIns="0" bIns="0" anchor="ctr">
            <a:noAutofit/>
          </a:bodyPr>
          <a:lstStyle/>
          <a:p>
            <a:pPr algn="l">
              <a:defRPr sz="830" b="0">
                <a:solidFill>
                  <a:srgbClr val="27364A"/>
                </a:solidFill>
                <a:latin typeface="微软雅黑" panose="020B0503020204020204" charset="-122"/>
                <a:ea typeface="微软雅黑" panose="020B0503020204020204" charset="-122"/>
                <a:cs typeface="微软雅黑" panose="020B0503020204020204" charset="-122"/>
              </a:defRPr>
            </a:pPr>
            <a:r>
              <a:rPr sz="1000" b="1">
                <a:solidFill>
                  <a:srgbClr val="2F3A45"/>
                </a:solidFill>
                <a:latin typeface="Arial" panose="020B0604020202020204" pitchFamily="34" charset="0"/>
                <a:ea typeface="微软雅黑" panose="020B0503020204020204" charset="-122"/>
              </a:rPr>
              <a:t>需求 → 生成 → 验证 → 优化 → 输出</a:t>
            </a:r>
          </a:p>
        </p:txBody>
      </p:sp>
      <p:sp>
        <p:nvSpPr>
          <p:cNvPr id="41" name="s15-detail-2-label"/>
          <p:cNvSpPr>
            <a:spLocks noGrp="1"/>
          </p:cNvSpPr>
          <p:nvPr/>
        </p:nvSpPr>
        <p:spPr>
          <a:xfrm>
            <a:off x="5810250" y="1738615"/>
            <a:ext cx="800100" cy="161925"/>
          </a:xfrm>
          <a:prstGeom prst="rect">
            <a:avLst/>
          </a:prstGeom>
          <a:noFill/>
          <a:ln w="0">
            <a:noFill/>
            <a:prstDash val="solid"/>
          </a:ln>
          <a:effectLst/>
        </p:spPr>
        <p:txBody>
          <a:bodyPr wrap="square" lIns="0" tIns="0" rIns="0" bIns="0" anchor="ctr">
            <a:noAutofit/>
          </a:bodyPr>
          <a:lstStyle/>
          <a:p>
            <a:pPr algn="l">
              <a:defRPr sz="850" b="1">
                <a:solidFill>
                  <a:srgbClr val="1457C5"/>
                </a:solidFill>
                <a:latin typeface="微软雅黑" panose="020B0503020204020204" charset="-122"/>
                <a:ea typeface="微软雅黑" panose="020B0503020204020204" charset="-122"/>
                <a:cs typeface="微软雅黑" panose="020B0503020204020204" charset="-122"/>
              </a:defRPr>
            </a:pPr>
            <a:r>
              <a:rPr sz="1000">
                <a:solidFill>
                  <a:srgbClr val="294A6D"/>
                </a:solidFill>
                <a:latin typeface="Arial" panose="020B0604020202020204" pitchFamily="34" charset="0"/>
                <a:ea typeface="微软雅黑" panose="020B0503020204020204" charset="-122"/>
                <a:cs typeface="微软雅黑" panose="020B0503020204020204" charset="-122"/>
              </a:rPr>
              <a:t>模块边界：</a:t>
            </a:r>
          </a:p>
        </p:txBody>
      </p:sp>
      <p:sp>
        <p:nvSpPr>
          <p:cNvPr id="42" name="s15-detail-2-value"/>
          <p:cNvSpPr>
            <a:spLocks noGrp="1"/>
          </p:cNvSpPr>
          <p:nvPr/>
        </p:nvSpPr>
        <p:spPr>
          <a:xfrm>
            <a:off x="6610350" y="1738615"/>
            <a:ext cx="4267200" cy="161925"/>
          </a:xfrm>
          <a:prstGeom prst="rect">
            <a:avLst/>
          </a:prstGeom>
          <a:noFill/>
          <a:ln w="0">
            <a:noFill/>
            <a:prstDash val="solid"/>
          </a:ln>
          <a:effectLst/>
        </p:spPr>
        <p:txBody>
          <a:bodyPr wrap="square" lIns="0" tIns="0" rIns="0" bIns="0" anchor="ctr">
            <a:noAutofit/>
          </a:bodyPr>
          <a:lstStyle/>
          <a:p>
            <a:pPr algn="l">
              <a:defRPr sz="830" b="0">
                <a:solidFill>
                  <a:srgbClr val="27364A"/>
                </a:solidFill>
                <a:latin typeface="微软雅黑" panose="020B0503020204020204" charset="-122"/>
                <a:ea typeface="微软雅黑" panose="020B0503020204020204" charset="-122"/>
                <a:cs typeface="微软雅黑" panose="020B0503020204020204" charset="-122"/>
              </a:defRPr>
            </a:pPr>
            <a:r>
              <a:rPr sz="1000" b="1">
                <a:solidFill>
                  <a:srgbClr val="C77C59"/>
                </a:solidFill>
                <a:latin typeface="Arial" panose="020B0604020202020204" pitchFamily="34" charset="0"/>
                <a:ea typeface="微软雅黑" panose="020B0503020204020204" charset="-122"/>
                <a:cs typeface="微软雅黑" panose="020B0503020204020204" charset="-122"/>
              </a:rPr>
              <a:t>每个阶段负责解决什么问题</a:t>
            </a:r>
          </a:p>
        </p:txBody>
      </p:sp>
      <p:sp>
        <p:nvSpPr>
          <p:cNvPr id="43" name="s15-detail-3-label"/>
          <p:cNvSpPr>
            <a:spLocks noGrp="1"/>
          </p:cNvSpPr>
          <p:nvPr/>
        </p:nvSpPr>
        <p:spPr>
          <a:xfrm>
            <a:off x="5810250" y="1910065"/>
            <a:ext cx="800100" cy="161925"/>
          </a:xfrm>
          <a:prstGeom prst="rect">
            <a:avLst/>
          </a:prstGeom>
          <a:noFill/>
          <a:ln w="0">
            <a:noFill/>
            <a:prstDash val="solid"/>
          </a:ln>
          <a:effectLst/>
        </p:spPr>
        <p:txBody>
          <a:bodyPr wrap="square" lIns="0" tIns="0" rIns="0" bIns="0" anchor="ctr">
            <a:noAutofit/>
          </a:bodyPr>
          <a:lstStyle/>
          <a:p>
            <a:pPr algn="l">
              <a:defRPr sz="850" b="1">
                <a:solidFill>
                  <a:srgbClr val="1457C5"/>
                </a:solidFill>
                <a:latin typeface="微软雅黑" panose="020B0503020204020204" charset="-122"/>
                <a:ea typeface="微软雅黑" panose="020B0503020204020204" charset="-122"/>
                <a:cs typeface="微软雅黑" panose="020B0503020204020204" charset="-122"/>
              </a:defRPr>
            </a:pPr>
            <a:r>
              <a:rPr sz="1000">
                <a:solidFill>
                  <a:srgbClr val="294A6D"/>
                </a:solidFill>
                <a:latin typeface="Arial" panose="020B0604020202020204" pitchFamily="34" charset="0"/>
                <a:ea typeface="微软雅黑" panose="020B0503020204020204" charset="-122"/>
                <a:cs typeface="微软雅黑" panose="020B0503020204020204" charset="-122"/>
              </a:rPr>
              <a:t>阶段契约：</a:t>
            </a:r>
          </a:p>
        </p:txBody>
      </p:sp>
      <p:sp>
        <p:nvSpPr>
          <p:cNvPr id="44" name="s15-detail-3-value"/>
          <p:cNvSpPr>
            <a:spLocks noGrp="1"/>
          </p:cNvSpPr>
          <p:nvPr/>
        </p:nvSpPr>
        <p:spPr>
          <a:xfrm>
            <a:off x="6610350" y="1910065"/>
            <a:ext cx="4267200" cy="161925"/>
          </a:xfrm>
          <a:prstGeom prst="rect">
            <a:avLst/>
          </a:prstGeom>
          <a:noFill/>
          <a:ln w="0">
            <a:noFill/>
            <a:prstDash val="solid"/>
          </a:ln>
          <a:effectLst/>
        </p:spPr>
        <p:txBody>
          <a:bodyPr wrap="square" lIns="0" tIns="0" rIns="0" bIns="0" anchor="ctr">
            <a:noAutofit/>
          </a:bodyPr>
          <a:lstStyle/>
          <a:p>
            <a:pPr algn="l">
              <a:defRPr sz="830" b="0">
                <a:solidFill>
                  <a:srgbClr val="27364A"/>
                </a:solidFill>
                <a:latin typeface="微软雅黑" panose="020B0503020204020204" charset="-122"/>
                <a:ea typeface="微软雅黑" panose="020B0503020204020204" charset="-122"/>
                <a:cs typeface="微软雅黑" panose="020B0503020204020204" charset="-122"/>
              </a:defRPr>
            </a:pPr>
            <a:r>
              <a:rPr sz="1000" b="1">
                <a:solidFill>
                  <a:srgbClr val="2F3A45"/>
                </a:solidFill>
                <a:latin typeface="Arial" panose="020B0604020202020204" pitchFamily="34" charset="0"/>
                <a:ea typeface="微软雅黑" panose="020B0503020204020204" charset="-122"/>
                <a:cs typeface="微软雅黑" panose="020B0503020204020204" charset="-122"/>
              </a:rPr>
              <a:t>上一阶段输出什么，下一阶段需要什么</a:t>
            </a:r>
          </a:p>
        </p:txBody>
      </p:sp>
      <p:sp>
        <p:nvSpPr>
          <p:cNvPr id="45" name="s15-detail-4-label"/>
          <p:cNvSpPr>
            <a:spLocks noGrp="1"/>
          </p:cNvSpPr>
          <p:nvPr/>
        </p:nvSpPr>
        <p:spPr>
          <a:xfrm>
            <a:off x="5810250" y="2081515"/>
            <a:ext cx="800100" cy="161925"/>
          </a:xfrm>
          <a:prstGeom prst="rect">
            <a:avLst/>
          </a:prstGeom>
          <a:noFill/>
          <a:ln w="0">
            <a:noFill/>
            <a:prstDash val="solid"/>
          </a:ln>
          <a:effectLst/>
        </p:spPr>
        <p:txBody>
          <a:bodyPr wrap="square" lIns="0" tIns="0" rIns="0" bIns="0" anchor="ctr">
            <a:noAutofit/>
          </a:bodyPr>
          <a:lstStyle/>
          <a:p>
            <a:pPr algn="l">
              <a:defRPr sz="850" b="1">
                <a:solidFill>
                  <a:srgbClr val="1457C5"/>
                </a:solidFill>
                <a:latin typeface="微软雅黑" panose="020B0503020204020204" charset="-122"/>
                <a:ea typeface="微软雅黑" panose="020B0503020204020204" charset="-122"/>
                <a:cs typeface="微软雅黑" panose="020B0503020204020204" charset="-122"/>
              </a:defRPr>
            </a:pPr>
            <a:r>
              <a:rPr sz="1000">
                <a:solidFill>
                  <a:srgbClr val="294A6D"/>
                </a:solidFill>
                <a:latin typeface="Arial" panose="020B0604020202020204" pitchFamily="34" charset="0"/>
                <a:ea typeface="微软雅黑" panose="020B0503020204020204" charset="-122"/>
                <a:cs typeface="微软雅黑" panose="020B0503020204020204" charset="-122"/>
              </a:rPr>
              <a:t>子任务分工：</a:t>
            </a:r>
          </a:p>
        </p:txBody>
      </p:sp>
      <p:sp>
        <p:nvSpPr>
          <p:cNvPr id="46" name="s15-detail-4-value"/>
          <p:cNvSpPr>
            <a:spLocks noGrp="1"/>
          </p:cNvSpPr>
          <p:nvPr/>
        </p:nvSpPr>
        <p:spPr>
          <a:xfrm>
            <a:off x="6610350" y="2081515"/>
            <a:ext cx="4267200" cy="161925"/>
          </a:xfrm>
          <a:prstGeom prst="rect">
            <a:avLst/>
          </a:prstGeom>
          <a:noFill/>
          <a:ln w="0">
            <a:noFill/>
            <a:prstDash val="solid"/>
          </a:ln>
          <a:effectLst/>
        </p:spPr>
        <p:txBody>
          <a:bodyPr wrap="square" lIns="0" tIns="0" rIns="0" bIns="0" anchor="ctr">
            <a:noAutofit/>
          </a:bodyPr>
          <a:lstStyle/>
          <a:p>
            <a:pPr algn="l">
              <a:defRPr sz="830" b="0">
                <a:solidFill>
                  <a:srgbClr val="27364A"/>
                </a:solidFill>
                <a:latin typeface="微软雅黑" panose="020B0503020204020204" charset="-122"/>
                <a:ea typeface="微软雅黑" panose="020B0503020204020204" charset="-122"/>
                <a:cs typeface="微软雅黑" panose="020B0503020204020204" charset="-122"/>
              </a:defRPr>
            </a:pPr>
            <a:r>
              <a:rPr sz="1000" b="1">
                <a:solidFill>
                  <a:srgbClr val="2F3A45"/>
                </a:solidFill>
                <a:latin typeface="Arial" panose="020B0604020202020204" pitchFamily="34" charset="0"/>
                <a:ea typeface="微软雅黑" panose="020B0503020204020204" charset="-122"/>
              </a:rPr>
              <a:t>复杂阶段允许进一步拆分 Sub-Agent</a:t>
            </a:r>
          </a:p>
        </p:txBody>
      </p:sp>
      <p:sp>
        <p:nvSpPr>
          <p:cNvPr id="47" name="s15-detail-5-label"/>
          <p:cNvSpPr>
            <a:spLocks noGrp="1"/>
          </p:cNvSpPr>
          <p:nvPr/>
        </p:nvSpPr>
        <p:spPr>
          <a:xfrm>
            <a:off x="5810250" y="2252965"/>
            <a:ext cx="800100" cy="161925"/>
          </a:xfrm>
          <a:prstGeom prst="rect">
            <a:avLst/>
          </a:prstGeom>
          <a:noFill/>
          <a:ln w="0">
            <a:noFill/>
            <a:prstDash val="solid"/>
          </a:ln>
          <a:effectLst/>
        </p:spPr>
        <p:txBody>
          <a:bodyPr wrap="square" lIns="0" tIns="0" rIns="0" bIns="0" anchor="ctr">
            <a:noAutofit/>
          </a:bodyPr>
          <a:lstStyle/>
          <a:p>
            <a:pPr algn="l">
              <a:defRPr sz="850" b="1">
                <a:solidFill>
                  <a:srgbClr val="1457C5"/>
                </a:solidFill>
                <a:latin typeface="微软雅黑" panose="020B0503020204020204" charset="-122"/>
                <a:ea typeface="微软雅黑" panose="020B0503020204020204" charset="-122"/>
                <a:cs typeface="微软雅黑" panose="020B0503020204020204" charset="-122"/>
              </a:defRPr>
            </a:pPr>
            <a:r>
              <a:rPr sz="1000">
                <a:solidFill>
                  <a:srgbClr val="294A6D"/>
                </a:solidFill>
                <a:latin typeface="Arial" panose="020B0604020202020204" pitchFamily="34" charset="0"/>
                <a:ea typeface="微软雅黑" panose="020B0503020204020204" charset="-122"/>
                <a:cs typeface="微软雅黑" panose="020B0503020204020204" charset="-122"/>
              </a:rPr>
              <a:t>输出规范：</a:t>
            </a:r>
          </a:p>
        </p:txBody>
      </p:sp>
      <p:sp>
        <p:nvSpPr>
          <p:cNvPr id="48" name="s15-detail-5-value"/>
          <p:cNvSpPr>
            <a:spLocks noGrp="1"/>
          </p:cNvSpPr>
          <p:nvPr/>
        </p:nvSpPr>
        <p:spPr>
          <a:xfrm>
            <a:off x="6610350" y="2252965"/>
            <a:ext cx="4267200" cy="161925"/>
          </a:xfrm>
          <a:prstGeom prst="rect">
            <a:avLst/>
          </a:prstGeom>
          <a:noFill/>
          <a:ln w="0">
            <a:noFill/>
            <a:prstDash val="solid"/>
          </a:ln>
          <a:effectLst/>
        </p:spPr>
        <p:txBody>
          <a:bodyPr wrap="square" lIns="0" tIns="0" rIns="0" bIns="0" anchor="ctr">
            <a:noAutofit/>
          </a:bodyPr>
          <a:lstStyle/>
          <a:p>
            <a:pPr algn="l">
              <a:defRPr sz="830" b="0">
                <a:solidFill>
                  <a:srgbClr val="27364A"/>
                </a:solidFill>
                <a:latin typeface="微软雅黑" panose="020B0503020204020204" charset="-122"/>
                <a:ea typeface="微软雅黑" panose="020B0503020204020204" charset="-122"/>
                <a:cs typeface="微软雅黑" panose="020B0503020204020204" charset="-122"/>
              </a:defRPr>
            </a:pPr>
            <a:r>
              <a:rPr sz="1000" b="1">
                <a:solidFill>
                  <a:srgbClr val="2F3A45"/>
                </a:solidFill>
                <a:latin typeface="Arial" panose="020B0604020202020204" pitchFamily="34" charset="0"/>
                <a:ea typeface="微软雅黑" panose="020B0503020204020204" charset="-122"/>
              </a:rPr>
              <a:t>Kernel、Test、Correctness、Benchmark、Report</a:t>
            </a:r>
          </a:p>
        </p:txBody>
      </p:sp>
      <p:sp>
        <p:nvSpPr>
          <p:cNvPr id="49" name="s15-knowledge-1-frame"/>
          <p:cNvSpPr>
            <a:spLocks noGrp="1"/>
          </p:cNvSpPr>
          <p:nvPr/>
        </p:nvSpPr>
        <p:spPr>
          <a:xfrm>
            <a:off x="5667375" y="3034015"/>
            <a:ext cx="1724025" cy="438150"/>
          </a:xfrm>
          <a:prstGeom prst="rect">
            <a:avLst/>
          </a:prstGeom>
          <a:solidFill>
            <a:srgbClr val="EAF3F1"/>
          </a:solidFill>
          <a:ln w="9525">
            <a:solidFill>
              <a:srgbClr val="D6DEE6"/>
            </a:solidFill>
            <a:prstDash val="solid"/>
          </a:ln>
          <a:effectLst/>
        </p:spPr>
      </p:sp>
      <p:sp>
        <p:nvSpPr>
          <p:cNvPr id="50" name="s15-knowledge-1-title"/>
          <p:cNvSpPr>
            <a:spLocks noGrp="1"/>
          </p:cNvSpPr>
          <p:nvPr/>
        </p:nvSpPr>
        <p:spPr>
          <a:xfrm>
            <a:off x="5753100" y="3053065"/>
            <a:ext cx="1571625" cy="171450"/>
          </a:xfrm>
          <a:prstGeom prst="rect">
            <a:avLst/>
          </a:prstGeom>
          <a:noFill/>
          <a:ln w="0">
            <a:noFill/>
            <a:prstDash val="solid"/>
          </a:ln>
          <a:effectLst/>
        </p:spPr>
        <p:txBody>
          <a:bodyPr wrap="square" lIns="0" tIns="0" rIns="0" bIns="0" anchor="ctr">
            <a:normAutofit/>
          </a:bodyPr>
          <a:lstStyle/>
          <a:p>
            <a:pPr algn="l">
              <a:defRPr sz="805" b="1">
                <a:solidFill>
                  <a:srgbClr val="14855C"/>
                </a:solidFill>
                <a:latin typeface="微软雅黑" panose="020B0503020204020204" charset="-122"/>
                <a:ea typeface="微软雅黑" panose="020B0503020204020204" charset="-122"/>
                <a:cs typeface="微软雅黑" panose="020B0503020204020204" charset="-122"/>
              </a:defRPr>
            </a:pPr>
            <a:r>
              <a:rPr sz="900">
                <a:solidFill>
                  <a:srgbClr val="4F8A83"/>
                </a:solidFill>
                <a:latin typeface="Arial" panose="020B0604020202020204" pitchFamily="34" charset="0"/>
                <a:ea typeface="微软雅黑" panose="020B0503020204020204" charset="-122"/>
                <a:cs typeface="微软雅黑" panose="020B0503020204020204" charset="-122"/>
              </a:rPr>
              <a:t>1. Hardware</a:t>
            </a:r>
          </a:p>
        </p:txBody>
      </p:sp>
      <p:sp>
        <p:nvSpPr>
          <p:cNvPr id="51" name="s15-knowledge-1-body"/>
          <p:cNvSpPr>
            <a:spLocks noGrp="1"/>
          </p:cNvSpPr>
          <p:nvPr/>
        </p:nvSpPr>
        <p:spPr>
          <a:xfrm>
            <a:off x="5753100" y="3214990"/>
            <a:ext cx="1571625" cy="238125"/>
          </a:xfrm>
          <a:prstGeom prst="rect">
            <a:avLst/>
          </a:prstGeom>
          <a:noFill/>
          <a:ln w="0">
            <a:noFill/>
            <a:prstDash val="solid"/>
          </a:ln>
          <a:effectLst/>
        </p:spPr>
        <p:txBody>
          <a:bodyPr wrap="square" lIns="0" tIns="0" rIns="0" bIns="0" anchor="t">
            <a:normAutofit/>
          </a:bodyPr>
          <a:lstStyle/>
          <a:p>
            <a:pPr algn="l">
              <a:lnSpc>
                <a:spcPct val="90000"/>
              </a:lnSpc>
              <a:buNone/>
              <a:defRPr sz="730" b="0">
                <a:solidFill>
                  <a:srgbClr val="27364A"/>
                </a:solidFill>
                <a:latin typeface="微软雅黑" panose="020B0503020204020204" charset="-122"/>
                <a:ea typeface="微软雅黑" panose="020B0503020204020204" charset="-122"/>
                <a:cs typeface="微软雅黑" panose="020B0503020204020204" charset="-122"/>
              </a:defRPr>
            </a:pPr>
            <a:r>
              <a:rPr sz="800" b="1">
                <a:solidFill>
                  <a:srgbClr val="2F3A45"/>
                </a:solidFill>
                <a:latin typeface="Arial" panose="020B0604020202020204" pitchFamily="34" charset="0"/>
                <a:ea typeface="微软雅黑" panose="020B0503020204020204" charset="-122"/>
                <a:cs typeface="微软雅黑" panose="020B0503020204020204" charset="-122"/>
              </a:rPr>
              <a:t>计算单元、存储、</a:t>
            </a:r>
          </a:p>
          <a:p>
            <a:pPr algn="l">
              <a:lnSpc>
                <a:spcPct val="90000"/>
              </a:lnSpc>
              <a:buNone/>
              <a:defRPr sz="730" b="0">
                <a:solidFill>
                  <a:srgbClr val="27364A"/>
                </a:solidFill>
                <a:latin typeface="微软雅黑" panose="020B0503020204020204" charset="-122"/>
                <a:ea typeface="微软雅黑" panose="020B0503020204020204" charset="-122"/>
                <a:cs typeface="微软雅黑" panose="020B0503020204020204" charset="-122"/>
              </a:defRPr>
            </a:pPr>
            <a:r>
              <a:rPr sz="800" b="1">
                <a:solidFill>
                  <a:srgbClr val="2F3A45"/>
                </a:solidFill>
                <a:latin typeface="Arial" panose="020B0604020202020204" pitchFamily="34" charset="0"/>
                <a:ea typeface="微软雅黑" panose="020B0503020204020204" charset="-122"/>
                <a:cs typeface="微软雅黑" panose="020B0503020204020204" charset="-122"/>
              </a:rPr>
              <a:t>并行结构</a:t>
            </a:r>
          </a:p>
        </p:txBody>
      </p:sp>
      <p:sp>
        <p:nvSpPr>
          <p:cNvPr id="52" name="s15-knowledge-2-frame"/>
          <p:cNvSpPr>
            <a:spLocks noGrp="1"/>
          </p:cNvSpPr>
          <p:nvPr/>
        </p:nvSpPr>
        <p:spPr>
          <a:xfrm>
            <a:off x="7477125" y="3034015"/>
            <a:ext cx="1724025" cy="438150"/>
          </a:xfrm>
          <a:prstGeom prst="rect">
            <a:avLst/>
          </a:prstGeom>
          <a:solidFill>
            <a:srgbClr val="EAF3F1"/>
          </a:solidFill>
          <a:ln w="9525">
            <a:solidFill>
              <a:srgbClr val="D6DEE6"/>
            </a:solidFill>
            <a:prstDash val="solid"/>
          </a:ln>
          <a:effectLst/>
        </p:spPr>
      </p:sp>
      <p:sp>
        <p:nvSpPr>
          <p:cNvPr id="53" name="s15-knowledge-2-title"/>
          <p:cNvSpPr>
            <a:spLocks noGrp="1"/>
          </p:cNvSpPr>
          <p:nvPr/>
        </p:nvSpPr>
        <p:spPr>
          <a:xfrm>
            <a:off x="7562850" y="3053065"/>
            <a:ext cx="1571625" cy="171450"/>
          </a:xfrm>
          <a:prstGeom prst="rect">
            <a:avLst/>
          </a:prstGeom>
          <a:noFill/>
          <a:ln w="0">
            <a:noFill/>
            <a:prstDash val="solid"/>
          </a:ln>
          <a:effectLst/>
        </p:spPr>
        <p:txBody>
          <a:bodyPr wrap="square" lIns="0" tIns="0" rIns="0" bIns="0" anchor="ctr">
            <a:normAutofit/>
          </a:bodyPr>
          <a:lstStyle/>
          <a:p>
            <a:pPr algn="l">
              <a:defRPr sz="755" b="1">
                <a:solidFill>
                  <a:srgbClr val="14855C"/>
                </a:solidFill>
                <a:latin typeface="微软雅黑" panose="020B0503020204020204" charset="-122"/>
                <a:ea typeface="微软雅黑" panose="020B0503020204020204" charset="-122"/>
                <a:cs typeface="微软雅黑" panose="020B0503020204020204" charset="-122"/>
              </a:defRPr>
            </a:pPr>
            <a:r>
              <a:rPr sz="755">
                <a:solidFill>
                  <a:srgbClr val="4F8A83"/>
                </a:solidFill>
                <a:latin typeface="Arial" panose="020B0604020202020204" pitchFamily="34" charset="0"/>
                <a:ea typeface="微软雅黑" panose="020B0503020204020204" charset="-122"/>
                <a:cs typeface="微软雅黑" panose="020B0503020204020204" charset="-122"/>
              </a:rPr>
              <a:t>2. Programming Model</a:t>
            </a:r>
          </a:p>
        </p:txBody>
      </p:sp>
      <p:sp>
        <p:nvSpPr>
          <p:cNvPr id="54" name="s15-knowledge-2-body"/>
          <p:cNvSpPr>
            <a:spLocks noGrp="1"/>
          </p:cNvSpPr>
          <p:nvPr/>
        </p:nvSpPr>
        <p:spPr>
          <a:xfrm>
            <a:off x="7562850" y="3214990"/>
            <a:ext cx="1571625" cy="238125"/>
          </a:xfrm>
          <a:prstGeom prst="rect">
            <a:avLst/>
          </a:prstGeom>
          <a:noFill/>
          <a:ln w="0">
            <a:noFill/>
            <a:prstDash val="solid"/>
          </a:ln>
          <a:effectLst/>
        </p:spPr>
        <p:txBody>
          <a:bodyPr wrap="square" lIns="0" tIns="0" rIns="0" bIns="0" anchor="t">
            <a:noAutofit/>
          </a:bodyPr>
          <a:lstStyle/>
          <a:p>
            <a:pPr algn="l">
              <a:lnSpc>
                <a:spcPct val="90000"/>
              </a:lnSpc>
              <a:buNone/>
              <a:defRPr sz="730" b="0">
                <a:solidFill>
                  <a:srgbClr val="27364A"/>
                </a:solidFill>
                <a:latin typeface="微软雅黑" panose="020B0503020204020204" charset="-122"/>
                <a:ea typeface="微软雅黑" panose="020B0503020204020204" charset="-122"/>
                <a:cs typeface="微软雅黑" panose="020B0503020204020204" charset="-122"/>
              </a:defRPr>
            </a:pPr>
            <a:r>
              <a:rPr sz="800" b="1">
                <a:solidFill>
                  <a:srgbClr val="2F3A45"/>
                </a:solidFill>
                <a:latin typeface="Arial" panose="020B0604020202020204" pitchFamily="34" charset="0"/>
                <a:ea typeface="微软雅黑" panose="020B0503020204020204" charset="-122"/>
              </a:rPr>
              <a:t>Grid、Tile、</a:t>
            </a:r>
          </a:p>
          <a:p>
            <a:pPr algn="l">
              <a:lnSpc>
                <a:spcPct val="90000"/>
              </a:lnSpc>
              <a:buNone/>
              <a:defRPr sz="730" b="0">
                <a:solidFill>
                  <a:srgbClr val="27364A"/>
                </a:solidFill>
                <a:latin typeface="微软雅黑" panose="020B0503020204020204" charset="-122"/>
                <a:ea typeface="微软雅黑" panose="020B0503020204020204" charset="-122"/>
                <a:cs typeface="微软雅黑" panose="020B0503020204020204" charset="-122"/>
              </a:defRPr>
            </a:pPr>
            <a:r>
              <a:rPr sz="800" b="1">
                <a:solidFill>
                  <a:srgbClr val="2F3A45"/>
                </a:solidFill>
                <a:latin typeface="Arial" panose="020B0604020202020204" pitchFamily="34" charset="0"/>
                <a:ea typeface="微软雅黑" panose="020B0503020204020204" charset="-122"/>
              </a:rPr>
              <a:t>执行模型</a:t>
            </a:r>
          </a:p>
        </p:txBody>
      </p:sp>
      <p:sp>
        <p:nvSpPr>
          <p:cNvPr id="55" name="s15-knowledge-3-frame"/>
          <p:cNvSpPr>
            <a:spLocks noGrp="1"/>
          </p:cNvSpPr>
          <p:nvPr/>
        </p:nvSpPr>
        <p:spPr>
          <a:xfrm>
            <a:off x="9286875" y="3034015"/>
            <a:ext cx="1724025" cy="438150"/>
          </a:xfrm>
          <a:prstGeom prst="rect">
            <a:avLst/>
          </a:prstGeom>
          <a:solidFill>
            <a:srgbClr val="EAF3F1"/>
          </a:solidFill>
          <a:ln w="9525">
            <a:solidFill>
              <a:srgbClr val="D6DEE6"/>
            </a:solidFill>
            <a:prstDash val="solid"/>
          </a:ln>
          <a:effectLst/>
        </p:spPr>
      </p:sp>
      <p:sp>
        <p:nvSpPr>
          <p:cNvPr id="56" name="s15-knowledge-3-title"/>
          <p:cNvSpPr>
            <a:spLocks noGrp="1"/>
          </p:cNvSpPr>
          <p:nvPr/>
        </p:nvSpPr>
        <p:spPr>
          <a:xfrm>
            <a:off x="9372600" y="3053065"/>
            <a:ext cx="1571625" cy="171450"/>
          </a:xfrm>
          <a:prstGeom prst="rect">
            <a:avLst/>
          </a:prstGeom>
          <a:noFill/>
          <a:ln w="0">
            <a:noFill/>
            <a:prstDash val="solid"/>
          </a:ln>
          <a:effectLst/>
        </p:spPr>
        <p:txBody>
          <a:bodyPr wrap="square" lIns="0" tIns="0" rIns="0" bIns="0" anchor="ctr">
            <a:normAutofit/>
          </a:bodyPr>
          <a:lstStyle/>
          <a:p>
            <a:pPr algn="l">
              <a:defRPr sz="805" b="1">
                <a:solidFill>
                  <a:srgbClr val="14855C"/>
                </a:solidFill>
                <a:latin typeface="微软雅黑" panose="020B0503020204020204" charset="-122"/>
                <a:ea typeface="微软雅黑" panose="020B0503020204020204" charset="-122"/>
                <a:cs typeface="微软雅黑" panose="020B0503020204020204" charset="-122"/>
              </a:defRPr>
            </a:pPr>
            <a:r>
              <a:rPr sz="900">
                <a:solidFill>
                  <a:srgbClr val="4F8A83"/>
                </a:solidFill>
                <a:latin typeface="Arial" panose="020B0604020202020204" pitchFamily="34" charset="0"/>
                <a:ea typeface="微软雅黑" panose="020B0503020204020204" charset="-122"/>
                <a:cs typeface="微软雅黑" panose="020B0503020204020204" charset="-122"/>
              </a:rPr>
              <a:t>3. API / Primitive</a:t>
            </a:r>
          </a:p>
        </p:txBody>
      </p:sp>
      <p:sp>
        <p:nvSpPr>
          <p:cNvPr id="57" name="s15-knowledge-3-body"/>
          <p:cNvSpPr>
            <a:spLocks noGrp="1"/>
          </p:cNvSpPr>
          <p:nvPr/>
        </p:nvSpPr>
        <p:spPr>
          <a:xfrm>
            <a:off x="9372600" y="3214990"/>
            <a:ext cx="1571625" cy="238125"/>
          </a:xfrm>
          <a:prstGeom prst="rect">
            <a:avLst/>
          </a:prstGeom>
          <a:noFill/>
          <a:ln w="0">
            <a:noFill/>
            <a:prstDash val="solid"/>
          </a:ln>
          <a:effectLst/>
        </p:spPr>
        <p:txBody>
          <a:bodyPr wrap="square" lIns="0" tIns="0" rIns="0" bIns="0" anchor="t">
            <a:normAutofit/>
          </a:bodyPr>
          <a:lstStyle/>
          <a:p>
            <a:pPr algn="l">
              <a:lnSpc>
                <a:spcPct val="90000"/>
              </a:lnSpc>
              <a:buNone/>
              <a:defRPr sz="730" b="0">
                <a:solidFill>
                  <a:srgbClr val="27364A"/>
                </a:solidFill>
                <a:latin typeface="微软雅黑" panose="020B0503020204020204" charset="-122"/>
                <a:ea typeface="微软雅黑" panose="020B0503020204020204" charset="-122"/>
                <a:cs typeface="微软雅黑" panose="020B0503020204020204" charset="-122"/>
              </a:defRPr>
            </a:pPr>
            <a:r>
              <a:rPr sz="800" b="1">
                <a:solidFill>
                  <a:srgbClr val="2F3A45"/>
                </a:solidFill>
                <a:latin typeface="Arial" panose="020B0604020202020204" pitchFamily="34" charset="0"/>
                <a:ea typeface="微软雅黑" panose="020B0503020204020204" charset="-122"/>
                <a:cs typeface="微软雅黑" panose="020B0503020204020204" charset="-122"/>
              </a:rPr>
              <a:t>支持能力、限制、</a:t>
            </a:r>
          </a:p>
          <a:p>
            <a:pPr algn="l">
              <a:lnSpc>
                <a:spcPct val="90000"/>
              </a:lnSpc>
              <a:buNone/>
              <a:defRPr sz="730" b="0">
                <a:solidFill>
                  <a:srgbClr val="27364A"/>
                </a:solidFill>
                <a:latin typeface="微软雅黑" panose="020B0503020204020204" charset="-122"/>
                <a:ea typeface="微软雅黑" panose="020B0503020204020204" charset="-122"/>
                <a:cs typeface="微软雅黑" panose="020B0503020204020204" charset="-122"/>
              </a:defRPr>
            </a:pPr>
            <a:r>
              <a:rPr sz="800" b="1">
                <a:solidFill>
                  <a:srgbClr val="2F3A45"/>
                </a:solidFill>
                <a:latin typeface="Arial" panose="020B0604020202020204" pitchFamily="34" charset="0"/>
                <a:ea typeface="微软雅黑" panose="020B0503020204020204" charset="-122"/>
                <a:cs typeface="微软雅黑" panose="020B0503020204020204" charset="-122"/>
              </a:rPr>
              <a:t>特殊行为</a:t>
            </a:r>
          </a:p>
        </p:txBody>
      </p:sp>
      <p:sp>
        <p:nvSpPr>
          <p:cNvPr id="58" name="s15-knowledge-4-frame"/>
          <p:cNvSpPr>
            <a:spLocks noGrp="1"/>
          </p:cNvSpPr>
          <p:nvPr/>
        </p:nvSpPr>
        <p:spPr>
          <a:xfrm>
            <a:off x="5667375" y="3519790"/>
            <a:ext cx="1724025" cy="438150"/>
          </a:xfrm>
          <a:prstGeom prst="rect">
            <a:avLst/>
          </a:prstGeom>
          <a:solidFill>
            <a:srgbClr val="EAF3F1"/>
          </a:solidFill>
          <a:ln w="9525">
            <a:solidFill>
              <a:srgbClr val="D6DEE6"/>
            </a:solidFill>
            <a:prstDash val="solid"/>
          </a:ln>
          <a:effectLst/>
        </p:spPr>
      </p:sp>
      <p:sp>
        <p:nvSpPr>
          <p:cNvPr id="59" name="s15-knowledge-4-title"/>
          <p:cNvSpPr>
            <a:spLocks noGrp="1"/>
          </p:cNvSpPr>
          <p:nvPr/>
        </p:nvSpPr>
        <p:spPr>
          <a:xfrm>
            <a:off x="5753100" y="3538840"/>
            <a:ext cx="1571625" cy="171450"/>
          </a:xfrm>
          <a:prstGeom prst="rect">
            <a:avLst/>
          </a:prstGeom>
          <a:noFill/>
          <a:ln w="0">
            <a:noFill/>
            <a:prstDash val="solid"/>
          </a:ln>
          <a:effectLst/>
        </p:spPr>
        <p:txBody>
          <a:bodyPr wrap="square" lIns="0" tIns="0" rIns="0" bIns="0" anchor="ctr">
            <a:normAutofit/>
          </a:bodyPr>
          <a:lstStyle/>
          <a:p>
            <a:pPr algn="l">
              <a:defRPr sz="805" b="1">
                <a:solidFill>
                  <a:srgbClr val="14855C"/>
                </a:solidFill>
                <a:latin typeface="微软雅黑" panose="020B0503020204020204" charset="-122"/>
                <a:ea typeface="微软雅黑" panose="020B0503020204020204" charset="-122"/>
                <a:cs typeface="微软雅黑" panose="020B0503020204020204" charset="-122"/>
              </a:defRPr>
            </a:pPr>
            <a:r>
              <a:rPr sz="900">
                <a:solidFill>
                  <a:srgbClr val="4F8A83"/>
                </a:solidFill>
                <a:latin typeface="Arial" panose="020B0604020202020204" pitchFamily="34" charset="0"/>
                <a:ea typeface="微软雅黑" panose="020B0503020204020204" charset="-122"/>
                <a:cs typeface="微软雅黑" panose="020B0503020204020204" charset="-122"/>
              </a:rPr>
              <a:t>4. Environment</a:t>
            </a:r>
          </a:p>
        </p:txBody>
      </p:sp>
      <p:sp>
        <p:nvSpPr>
          <p:cNvPr id="60" name="s15-knowledge-4-body"/>
          <p:cNvSpPr>
            <a:spLocks noGrp="1"/>
          </p:cNvSpPr>
          <p:nvPr/>
        </p:nvSpPr>
        <p:spPr>
          <a:xfrm>
            <a:off x="5753100" y="3700765"/>
            <a:ext cx="1571625" cy="238125"/>
          </a:xfrm>
          <a:prstGeom prst="rect">
            <a:avLst/>
          </a:prstGeom>
          <a:noFill/>
          <a:ln w="0">
            <a:noFill/>
            <a:prstDash val="solid"/>
          </a:ln>
          <a:effectLst/>
        </p:spPr>
        <p:txBody>
          <a:bodyPr wrap="square" lIns="0" tIns="0" rIns="0" bIns="0" anchor="t">
            <a:normAutofit/>
          </a:bodyPr>
          <a:lstStyle/>
          <a:p>
            <a:pPr algn="l">
              <a:lnSpc>
                <a:spcPct val="90000"/>
              </a:lnSpc>
              <a:buNone/>
              <a:defRPr sz="730" b="0">
                <a:solidFill>
                  <a:srgbClr val="27364A"/>
                </a:solidFill>
                <a:latin typeface="微软雅黑" panose="020B0503020204020204" charset="-122"/>
                <a:ea typeface="微软雅黑" panose="020B0503020204020204" charset="-122"/>
                <a:cs typeface="微软雅黑" panose="020B0503020204020204" charset="-122"/>
              </a:defRPr>
            </a:pPr>
            <a:r>
              <a:rPr sz="800" b="1">
                <a:solidFill>
                  <a:srgbClr val="2F3A45"/>
                </a:solidFill>
                <a:latin typeface="Arial" panose="020B0604020202020204" pitchFamily="34" charset="0"/>
                <a:ea typeface="微软雅黑" panose="020B0503020204020204" charset="-122"/>
              </a:rPr>
              <a:t>Compiler、Runtime、</a:t>
            </a:r>
          </a:p>
          <a:p>
            <a:pPr algn="l">
              <a:lnSpc>
                <a:spcPct val="90000"/>
              </a:lnSpc>
              <a:buNone/>
              <a:defRPr sz="730" b="0">
                <a:solidFill>
                  <a:srgbClr val="27364A"/>
                </a:solidFill>
                <a:latin typeface="微软雅黑" panose="020B0503020204020204" charset="-122"/>
                <a:ea typeface="微软雅黑" panose="020B0503020204020204" charset="-122"/>
                <a:cs typeface="微软雅黑" panose="020B0503020204020204" charset="-122"/>
              </a:defRPr>
            </a:pPr>
            <a:r>
              <a:rPr sz="800" b="1">
                <a:solidFill>
                  <a:srgbClr val="2F3A45"/>
                </a:solidFill>
                <a:latin typeface="Arial" panose="020B0604020202020204" pitchFamily="34" charset="0"/>
                <a:ea typeface="微软雅黑" panose="020B0503020204020204" charset="-122"/>
              </a:rPr>
              <a:t>Version</a:t>
            </a:r>
          </a:p>
        </p:txBody>
      </p:sp>
      <p:sp>
        <p:nvSpPr>
          <p:cNvPr id="61" name="s15-knowledge-5-frame"/>
          <p:cNvSpPr>
            <a:spLocks noGrp="1"/>
          </p:cNvSpPr>
          <p:nvPr/>
        </p:nvSpPr>
        <p:spPr>
          <a:xfrm>
            <a:off x="7477125" y="3519790"/>
            <a:ext cx="1724025" cy="438150"/>
          </a:xfrm>
          <a:prstGeom prst="rect">
            <a:avLst/>
          </a:prstGeom>
          <a:solidFill>
            <a:srgbClr val="EAF3F1"/>
          </a:solidFill>
          <a:ln w="9525">
            <a:solidFill>
              <a:srgbClr val="D6DEE6"/>
            </a:solidFill>
            <a:prstDash val="solid"/>
          </a:ln>
          <a:effectLst/>
        </p:spPr>
      </p:sp>
      <p:sp>
        <p:nvSpPr>
          <p:cNvPr id="62" name="s15-knowledge-5-title"/>
          <p:cNvSpPr>
            <a:spLocks noGrp="1"/>
          </p:cNvSpPr>
          <p:nvPr/>
        </p:nvSpPr>
        <p:spPr>
          <a:xfrm>
            <a:off x="7562850" y="3538840"/>
            <a:ext cx="1571625" cy="171450"/>
          </a:xfrm>
          <a:prstGeom prst="rect">
            <a:avLst/>
          </a:prstGeom>
          <a:noFill/>
          <a:ln w="0">
            <a:noFill/>
            <a:prstDash val="solid"/>
          </a:ln>
          <a:effectLst/>
        </p:spPr>
        <p:txBody>
          <a:bodyPr wrap="square" lIns="0" tIns="0" rIns="0" bIns="0" anchor="ctr">
            <a:normAutofit/>
          </a:bodyPr>
          <a:lstStyle/>
          <a:p>
            <a:pPr algn="l">
              <a:defRPr sz="805" b="1">
                <a:solidFill>
                  <a:srgbClr val="14855C"/>
                </a:solidFill>
                <a:latin typeface="微软雅黑" panose="020B0503020204020204" charset="-122"/>
                <a:ea typeface="微软雅黑" panose="020B0503020204020204" charset="-122"/>
                <a:cs typeface="微软雅黑" panose="020B0503020204020204" charset="-122"/>
              </a:defRPr>
            </a:pPr>
            <a:r>
              <a:rPr sz="900">
                <a:solidFill>
                  <a:srgbClr val="4F8A83"/>
                </a:solidFill>
                <a:latin typeface="Arial" panose="020B0604020202020204" pitchFamily="34" charset="0"/>
                <a:ea typeface="微软雅黑" panose="020B0503020204020204" charset="-122"/>
                <a:cs typeface="微软雅黑" panose="020B0503020204020204" charset="-122"/>
              </a:rPr>
              <a:t>5. Profiler</a:t>
            </a:r>
          </a:p>
        </p:txBody>
      </p:sp>
      <p:sp>
        <p:nvSpPr>
          <p:cNvPr id="63" name="s15-knowledge-5-body"/>
          <p:cNvSpPr>
            <a:spLocks noGrp="1"/>
          </p:cNvSpPr>
          <p:nvPr/>
        </p:nvSpPr>
        <p:spPr>
          <a:xfrm>
            <a:off x="7562850" y="3700765"/>
            <a:ext cx="1571625" cy="238125"/>
          </a:xfrm>
          <a:prstGeom prst="rect">
            <a:avLst/>
          </a:prstGeom>
          <a:noFill/>
          <a:ln w="0">
            <a:noFill/>
            <a:prstDash val="solid"/>
          </a:ln>
          <a:effectLst/>
        </p:spPr>
        <p:txBody>
          <a:bodyPr wrap="square" lIns="0" tIns="0" rIns="0" bIns="0" anchor="t">
            <a:normAutofit/>
          </a:bodyPr>
          <a:lstStyle/>
          <a:p>
            <a:pPr algn="l">
              <a:lnSpc>
                <a:spcPct val="90000"/>
              </a:lnSpc>
              <a:buNone/>
              <a:defRPr sz="730" b="0">
                <a:solidFill>
                  <a:srgbClr val="27364A"/>
                </a:solidFill>
                <a:latin typeface="微软雅黑" panose="020B0503020204020204" charset="-122"/>
                <a:ea typeface="微软雅黑" panose="020B0503020204020204" charset="-122"/>
                <a:cs typeface="微软雅黑" panose="020B0503020204020204" charset="-122"/>
              </a:defRPr>
            </a:pPr>
            <a:r>
              <a:rPr sz="800" b="1">
                <a:solidFill>
                  <a:srgbClr val="2F3A45"/>
                </a:solidFill>
                <a:latin typeface="Arial" panose="020B0604020202020204" pitchFamily="34" charset="0"/>
                <a:ea typeface="微软雅黑" panose="020B0503020204020204" charset="-122"/>
              </a:rPr>
              <a:t>Benchmark、Counter、</a:t>
            </a:r>
          </a:p>
          <a:p>
            <a:pPr algn="l">
              <a:lnSpc>
                <a:spcPct val="90000"/>
              </a:lnSpc>
              <a:buNone/>
              <a:defRPr sz="730" b="0">
                <a:solidFill>
                  <a:srgbClr val="27364A"/>
                </a:solidFill>
                <a:latin typeface="微软雅黑" panose="020B0503020204020204" charset="-122"/>
                <a:ea typeface="微软雅黑" panose="020B0503020204020204" charset="-122"/>
                <a:cs typeface="微软雅黑" panose="020B0503020204020204" charset="-122"/>
              </a:defRPr>
            </a:pPr>
            <a:r>
              <a:rPr sz="800" b="1">
                <a:solidFill>
                  <a:srgbClr val="2F3A45"/>
                </a:solidFill>
                <a:latin typeface="Arial" panose="020B0604020202020204" pitchFamily="34" charset="0"/>
                <a:ea typeface="微软雅黑" panose="020B0503020204020204" charset="-122"/>
              </a:rPr>
              <a:t>计时</a:t>
            </a:r>
          </a:p>
        </p:txBody>
      </p:sp>
      <p:sp>
        <p:nvSpPr>
          <p:cNvPr id="64" name="s15-knowledge-6-frame"/>
          <p:cNvSpPr>
            <a:spLocks noGrp="1"/>
          </p:cNvSpPr>
          <p:nvPr/>
        </p:nvSpPr>
        <p:spPr>
          <a:xfrm>
            <a:off x="9286875" y="3519790"/>
            <a:ext cx="1724025" cy="438150"/>
          </a:xfrm>
          <a:prstGeom prst="rect">
            <a:avLst/>
          </a:prstGeom>
          <a:solidFill>
            <a:srgbClr val="EAF3F1"/>
          </a:solidFill>
          <a:ln w="9525">
            <a:solidFill>
              <a:srgbClr val="D6DEE6"/>
            </a:solidFill>
            <a:prstDash val="solid"/>
          </a:ln>
          <a:effectLst/>
        </p:spPr>
      </p:sp>
      <p:sp>
        <p:nvSpPr>
          <p:cNvPr id="65" name="s15-knowledge-6-title"/>
          <p:cNvSpPr>
            <a:spLocks noGrp="1"/>
          </p:cNvSpPr>
          <p:nvPr/>
        </p:nvSpPr>
        <p:spPr>
          <a:xfrm>
            <a:off x="9372600" y="3538840"/>
            <a:ext cx="1571625" cy="171450"/>
          </a:xfrm>
          <a:prstGeom prst="rect">
            <a:avLst/>
          </a:prstGeom>
          <a:noFill/>
          <a:ln w="0">
            <a:noFill/>
            <a:prstDash val="solid"/>
          </a:ln>
          <a:effectLst/>
        </p:spPr>
        <p:txBody>
          <a:bodyPr wrap="square" lIns="0" tIns="0" rIns="0" bIns="0" anchor="ctr">
            <a:normAutofit/>
          </a:bodyPr>
          <a:lstStyle/>
          <a:p>
            <a:pPr algn="l">
              <a:defRPr sz="805" b="1">
                <a:solidFill>
                  <a:srgbClr val="14855C"/>
                </a:solidFill>
                <a:latin typeface="微软雅黑" panose="020B0503020204020204" charset="-122"/>
                <a:ea typeface="微软雅黑" panose="020B0503020204020204" charset="-122"/>
                <a:cs typeface="微软雅黑" panose="020B0503020204020204" charset="-122"/>
              </a:defRPr>
            </a:pPr>
            <a:r>
              <a:rPr sz="900">
                <a:solidFill>
                  <a:srgbClr val="4F8A83"/>
                </a:solidFill>
                <a:latin typeface="Arial" panose="020B0604020202020204" pitchFamily="34" charset="0"/>
                <a:ea typeface="微软雅黑" panose="020B0503020204020204" charset="-122"/>
                <a:cs typeface="微软雅黑" panose="020B0503020204020204" charset="-122"/>
              </a:rPr>
              <a:t>6. Optimization</a:t>
            </a:r>
          </a:p>
        </p:txBody>
      </p:sp>
      <p:sp>
        <p:nvSpPr>
          <p:cNvPr id="66" name="s15-knowledge-6-body"/>
          <p:cNvSpPr>
            <a:spLocks noGrp="1"/>
          </p:cNvSpPr>
          <p:nvPr/>
        </p:nvSpPr>
        <p:spPr>
          <a:xfrm>
            <a:off x="9372600" y="3700765"/>
            <a:ext cx="1571625" cy="238125"/>
          </a:xfrm>
          <a:prstGeom prst="rect">
            <a:avLst/>
          </a:prstGeom>
          <a:noFill/>
          <a:ln w="0">
            <a:noFill/>
            <a:prstDash val="solid"/>
          </a:ln>
          <a:effectLst/>
        </p:spPr>
        <p:txBody>
          <a:bodyPr wrap="square" lIns="0" tIns="0" rIns="0" bIns="0" anchor="t">
            <a:normAutofit/>
          </a:bodyPr>
          <a:lstStyle/>
          <a:p>
            <a:pPr algn="l">
              <a:lnSpc>
                <a:spcPct val="90000"/>
              </a:lnSpc>
              <a:buNone/>
              <a:defRPr sz="730" b="0">
                <a:solidFill>
                  <a:srgbClr val="27364A"/>
                </a:solidFill>
                <a:latin typeface="微软雅黑" panose="020B0503020204020204" charset="-122"/>
                <a:ea typeface="微软雅黑" panose="020B0503020204020204" charset="-122"/>
                <a:cs typeface="微软雅黑" panose="020B0503020204020204" charset="-122"/>
              </a:defRPr>
            </a:pPr>
            <a:r>
              <a:rPr sz="800" b="1">
                <a:solidFill>
                  <a:srgbClr val="2F3A45"/>
                </a:solidFill>
                <a:latin typeface="Arial" panose="020B0604020202020204" pitchFamily="34" charset="0"/>
                <a:ea typeface="微软雅黑" panose="020B0503020204020204" charset="-122"/>
              </a:rPr>
              <a:t>Tile、Layout、</a:t>
            </a:r>
          </a:p>
          <a:p>
            <a:pPr algn="l">
              <a:lnSpc>
                <a:spcPct val="90000"/>
              </a:lnSpc>
              <a:buNone/>
              <a:defRPr sz="730" b="0">
                <a:solidFill>
                  <a:srgbClr val="27364A"/>
                </a:solidFill>
                <a:latin typeface="微软雅黑" panose="020B0503020204020204" charset="-122"/>
                <a:ea typeface="微软雅黑" panose="020B0503020204020204" charset="-122"/>
                <a:cs typeface="微软雅黑" panose="020B0503020204020204" charset="-122"/>
              </a:defRPr>
            </a:pPr>
            <a:r>
              <a:rPr sz="800" b="1">
                <a:solidFill>
                  <a:srgbClr val="2F3A45"/>
                </a:solidFill>
                <a:latin typeface="Arial" panose="020B0604020202020204" pitchFamily="34" charset="0"/>
                <a:ea typeface="微软雅黑" panose="020B0503020204020204" charset="-122"/>
              </a:rPr>
              <a:t>Pipeline、案例</a:t>
            </a:r>
          </a:p>
        </p:txBody>
      </p:sp>
      <p:sp>
        <p:nvSpPr>
          <p:cNvPr id="67" name="s15-knowledge-sources"/>
          <p:cNvSpPr>
            <a:spLocks noGrp="1"/>
          </p:cNvSpPr>
          <p:nvPr/>
        </p:nvSpPr>
        <p:spPr>
          <a:xfrm>
            <a:off x="5800725" y="3996040"/>
            <a:ext cx="4991100" cy="190500"/>
          </a:xfrm>
          <a:prstGeom prst="rect">
            <a:avLst/>
          </a:prstGeom>
          <a:noFill/>
          <a:ln w="0">
            <a:noFill/>
            <a:prstDash val="solid"/>
          </a:ln>
          <a:effectLst/>
        </p:spPr>
        <p:txBody>
          <a:bodyPr wrap="square" lIns="19050" tIns="9525" rIns="19050" bIns="9525" anchor="ctr">
            <a:normAutofit/>
          </a:bodyPr>
          <a:lstStyle/>
          <a:p>
            <a:pPr algn="ctr">
              <a:defRPr sz="790" b="1">
                <a:solidFill>
                  <a:srgbClr val="27364A"/>
                </a:solidFill>
                <a:latin typeface="微软雅黑" panose="020B0503020204020204" charset="-122"/>
                <a:ea typeface="微软雅黑" panose="020B0503020204020204" charset="-122"/>
                <a:cs typeface="微软雅黑" panose="020B0503020204020204" charset="-122"/>
              </a:defRPr>
            </a:pPr>
            <a:r>
              <a:rPr sz="790">
                <a:solidFill>
                  <a:srgbClr val="2F3A45"/>
                </a:solidFill>
                <a:latin typeface="Arial" panose="020B0604020202020204" pitchFamily="34" charset="0"/>
                <a:ea typeface="微软雅黑" panose="020B0503020204020204" charset="-122"/>
              </a:rPr>
              <a:t>Platform Knowledge 来源 = 官方资料 + 环境检测 + 微基准 + 实际算子开发经验</a:t>
            </a:r>
          </a:p>
        </p:txBody>
      </p:sp>
      <p:sp>
        <p:nvSpPr>
          <p:cNvPr id="68" name="s15-level-1-frame"/>
          <p:cNvSpPr>
            <a:spLocks noGrp="1"/>
          </p:cNvSpPr>
          <p:nvPr/>
        </p:nvSpPr>
        <p:spPr>
          <a:xfrm>
            <a:off x="5657850" y="4888869"/>
            <a:ext cx="5353050" cy="295275"/>
          </a:xfrm>
          <a:prstGeom prst="rect">
            <a:avLst/>
          </a:prstGeom>
          <a:solidFill>
            <a:srgbClr val="EEF2F5"/>
          </a:solidFill>
          <a:ln w="9525">
            <a:solidFill>
              <a:srgbClr val="D6DEE6"/>
            </a:solidFill>
            <a:prstDash val="solid"/>
          </a:ln>
          <a:effectLst/>
        </p:spPr>
      </p:sp>
      <p:sp>
        <p:nvSpPr>
          <p:cNvPr id="71" name="s15-level-1-question"/>
          <p:cNvSpPr>
            <a:spLocks noGrp="1"/>
          </p:cNvSpPr>
          <p:nvPr/>
        </p:nvSpPr>
        <p:spPr>
          <a:xfrm>
            <a:off x="5810250" y="4955544"/>
            <a:ext cx="3390900" cy="152400"/>
          </a:xfrm>
          <a:prstGeom prst="rect">
            <a:avLst/>
          </a:prstGeom>
          <a:noFill/>
          <a:ln w="0">
            <a:noFill/>
            <a:prstDash val="solid"/>
          </a:ln>
          <a:effectLst/>
        </p:spPr>
        <p:txBody>
          <a:bodyPr wrap="square" lIns="0" tIns="0" rIns="0" bIns="0" anchor="ctr">
            <a:normAutofit/>
          </a:bodyPr>
          <a:lstStyle/>
          <a:p>
            <a:pPr algn="l">
              <a:defRPr sz="790" b="1">
                <a:solidFill>
                  <a:srgbClr val="072A67"/>
                </a:solidFill>
                <a:latin typeface="微软雅黑" panose="020B0503020204020204" charset="-122"/>
                <a:ea typeface="微软雅黑" panose="020B0503020204020204" charset="-122"/>
                <a:cs typeface="微软雅黑" panose="020B0503020204020204" charset="-122"/>
              </a:defRPr>
            </a:pPr>
            <a:r>
              <a:rPr sz="790">
                <a:solidFill>
                  <a:srgbClr val="2F3A45"/>
                </a:solidFill>
                <a:latin typeface="Arial" panose="020B0604020202020204" pitchFamily="34" charset="0"/>
                <a:ea typeface="微软雅黑" panose="020B0503020204020204" charset="-122"/>
                <a:cs typeface="微软雅黑" panose="020B0503020204020204" charset="-122"/>
              </a:rPr>
              <a:t>能不能跑？</a:t>
            </a:r>
          </a:p>
        </p:txBody>
      </p:sp>
      <p:sp>
        <p:nvSpPr>
          <p:cNvPr id="73" name="s15-level-2-frame"/>
          <p:cNvSpPr>
            <a:spLocks noGrp="1"/>
          </p:cNvSpPr>
          <p:nvPr/>
        </p:nvSpPr>
        <p:spPr>
          <a:xfrm>
            <a:off x="5657850" y="5222244"/>
            <a:ext cx="5353050" cy="295275"/>
          </a:xfrm>
          <a:prstGeom prst="rect">
            <a:avLst/>
          </a:prstGeom>
          <a:solidFill>
            <a:srgbClr val="EEF2F5"/>
          </a:solidFill>
          <a:ln w="9525">
            <a:solidFill>
              <a:srgbClr val="D6DEE6"/>
            </a:solidFill>
            <a:prstDash val="solid"/>
          </a:ln>
          <a:effectLst/>
        </p:spPr>
      </p:sp>
      <p:sp>
        <p:nvSpPr>
          <p:cNvPr id="76" name="s15-level-2-question"/>
          <p:cNvSpPr>
            <a:spLocks noGrp="1"/>
          </p:cNvSpPr>
          <p:nvPr/>
        </p:nvSpPr>
        <p:spPr>
          <a:xfrm>
            <a:off x="5810250" y="5288919"/>
            <a:ext cx="3390900" cy="152400"/>
          </a:xfrm>
          <a:prstGeom prst="rect">
            <a:avLst/>
          </a:prstGeom>
          <a:noFill/>
          <a:ln w="0">
            <a:noFill/>
            <a:prstDash val="solid"/>
          </a:ln>
          <a:effectLst/>
        </p:spPr>
        <p:txBody>
          <a:bodyPr wrap="square" lIns="0" tIns="0" rIns="0" bIns="0" anchor="ctr">
            <a:normAutofit/>
          </a:bodyPr>
          <a:lstStyle/>
          <a:p>
            <a:pPr algn="l">
              <a:defRPr sz="790" b="1">
                <a:solidFill>
                  <a:srgbClr val="072A67"/>
                </a:solidFill>
                <a:latin typeface="微软雅黑" panose="020B0503020204020204" charset="-122"/>
                <a:ea typeface="微软雅黑" panose="020B0503020204020204" charset="-122"/>
                <a:cs typeface="微软雅黑" panose="020B0503020204020204" charset="-122"/>
              </a:defRPr>
            </a:pPr>
            <a:r>
              <a:rPr sz="790">
                <a:solidFill>
                  <a:srgbClr val="2F3A45"/>
                </a:solidFill>
                <a:latin typeface="Arial" panose="020B0604020202020204" pitchFamily="34" charset="0"/>
                <a:ea typeface="微软雅黑" panose="020B0503020204020204" charset="-122"/>
                <a:cs typeface="微软雅黑" panose="020B0503020204020204" charset="-122"/>
              </a:rPr>
              <a:t>我们理解的平台行为对不对？</a:t>
            </a:r>
          </a:p>
        </p:txBody>
      </p:sp>
      <p:sp>
        <p:nvSpPr>
          <p:cNvPr id="78" name="s15-level-3-frame"/>
          <p:cNvSpPr>
            <a:spLocks noGrp="1"/>
          </p:cNvSpPr>
          <p:nvPr/>
        </p:nvSpPr>
        <p:spPr>
          <a:xfrm>
            <a:off x="5657850" y="5555619"/>
            <a:ext cx="5353050" cy="295275"/>
          </a:xfrm>
          <a:prstGeom prst="rect">
            <a:avLst/>
          </a:prstGeom>
          <a:solidFill>
            <a:srgbClr val="EEF2F5"/>
          </a:solidFill>
          <a:ln w="9525">
            <a:solidFill>
              <a:srgbClr val="D6DEE6"/>
            </a:solidFill>
            <a:prstDash val="solid"/>
          </a:ln>
          <a:effectLst/>
        </p:spPr>
      </p:sp>
      <p:sp>
        <p:nvSpPr>
          <p:cNvPr id="81" name="s15-level-3-question"/>
          <p:cNvSpPr>
            <a:spLocks noGrp="1"/>
          </p:cNvSpPr>
          <p:nvPr/>
        </p:nvSpPr>
        <p:spPr>
          <a:xfrm>
            <a:off x="5810250" y="5622294"/>
            <a:ext cx="3390900" cy="152400"/>
          </a:xfrm>
          <a:prstGeom prst="rect">
            <a:avLst/>
          </a:prstGeom>
          <a:noFill/>
          <a:ln w="0">
            <a:noFill/>
            <a:prstDash val="solid"/>
          </a:ln>
          <a:effectLst/>
        </p:spPr>
        <p:txBody>
          <a:bodyPr wrap="square" lIns="0" tIns="0" rIns="0" bIns="0" anchor="ctr">
            <a:normAutofit/>
          </a:bodyPr>
          <a:lstStyle/>
          <a:p>
            <a:pPr algn="l">
              <a:defRPr sz="790" b="1">
                <a:solidFill>
                  <a:srgbClr val="072A67"/>
                </a:solidFill>
                <a:latin typeface="微软雅黑" panose="020B0503020204020204" charset="-122"/>
                <a:ea typeface="微软雅黑" panose="020B0503020204020204" charset="-122"/>
                <a:cs typeface="微软雅黑" panose="020B0503020204020204" charset="-122"/>
              </a:defRPr>
            </a:pPr>
            <a:r>
              <a:rPr sz="790" dirty="0" err="1">
                <a:solidFill>
                  <a:srgbClr val="2F3A45"/>
                </a:solidFill>
                <a:latin typeface="Arial" panose="020B0604020202020204" pitchFamily="34" charset="0"/>
                <a:ea typeface="微软雅黑" panose="020B0503020204020204" charset="-122"/>
                <a:cs typeface="微软雅黑" panose="020B0503020204020204" charset="-122"/>
              </a:rPr>
              <a:t>这些知识能不能真正支撑算子开发</a:t>
            </a:r>
            <a:r>
              <a:rPr sz="790" dirty="0">
                <a:solidFill>
                  <a:srgbClr val="2F3A45"/>
                </a:solidFill>
                <a:latin typeface="Arial" panose="020B0604020202020204" pitchFamily="34" charset="0"/>
                <a:ea typeface="微软雅黑" panose="020B0503020204020204" charset="-122"/>
                <a:cs typeface="微软雅黑" panose="020B0503020204020204" charset="-122"/>
              </a:rPr>
              <a:t>？</a:t>
            </a:r>
          </a:p>
        </p:txBody>
      </p:sp>
      <p:sp>
        <p:nvSpPr>
          <p:cNvPr id="92" name="slide-1-title"/>
          <p:cNvSpPr>
            <a:spLocks noGrp="1"/>
          </p:cNvSpPr>
          <p:nvPr/>
        </p:nvSpPr>
        <p:spPr>
          <a:xfrm>
            <a:off x="342900" y="223460"/>
            <a:ext cx="635000" cy="495300"/>
          </a:xfrm>
          <a:prstGeom prst="rect">
            <a:avLst/>
          </a:prstGeom>
          <a:noFill/>
          <a:ln w="0">
            <a:noFill/>
            <a:prstDash val="solid"/>
          </a:ln>
          <a:effectLst/>
        </p:spPr>
        <p:txBody>
          <a:bodyPr wrap="square" lIns="0" tIns="0" rIns="0" bIns="0" anchor="t">
            <a:noAutofit/>
          </a:bodyPr>
          <a:lstStyle/>
          <a:p>
            <a:pPr>
              <a:buNone/>
              <a:defRPr sz="3000" b="1">
                <a:solidFill>
                  <a:srgbClr val="072A67"/>
                </a:solidFill>
                <a:latin typeface="微软雅黑" panose="020B0503020204020204" charset="-122"/>
                <a:ea typeface="微软雅黑" panose="020B0503020204020204" charset="-122"/>
                <a:cs typeface="微软雅黑" panose="020B0503020204020204" charset="-122"/>
              </a:defRPr>
            </a:pPr>
            <a:r>
              <a:rPr lang="en-US" sz="3000" b="1" dirty="0" smtClean="0">
                <a:solidFill>
                  <a:srgbClr val="243B53"/>
                </a:solidFill>
                <a:latin typeface="Arial" panose="020B0604020202020204" pitchFamily="34" charset="0"/>
                <a:ea typeface="微软雅黑" panose="020B0503020204020204" charset="-122"/>
                <a:cs typeface="微软雅黑" panose="020B0503020204020204" charset="-122"/>
              </a:rPr>
              <a:t>3.1</a:t>
            </a:r>
            <a:endParaRPr sz="3000" b="1" dirty="0">
              <a:solidFill>
                <a:srgbClr val="243B53"/>
              </a:solidFill>
              <a:latin typeface="Arial" panose="020B0604020202020204" pitchFamily="34" charset="0"/>
              <a:ea typeface="微软雅黑" panose="020B0503020204020204" charset="-122"/>
              <a:cs typeface="微软雅黑" panose="020B0503020204020204" charset="-122"/>
            </a:endParaRPr>
          </a:p>
        </p:txBody>
      </p:sp>
      <p:sp>
        <p:nvSpPr>
          <p:cNvPr id="94" name="s15-universal-frame"/>
          <p:cNvSpPr>
            <a:spLocks noGrp="1"/>
          </p:cNvSpPr>
          <p:nvPr/>
        </p:nvSpPr>
        <p:spPr>
          <a:xfrm>
            <a:off x="630037" y="1297921"/>
            <a:ext cx="4743450" cy="990600"/>
          </a:xfrm>
          <a:prstGeom prst="rect">
            <a:avLst/>
          </a:prstGeom>
          <a:solidFill>
            <a:srgbClr val="EEF2F5"/>
          </a:solidFill>
          <a:ln w="13335">
            <a:solidFill>
              <a:srgbClr val="D6DEE6"/>
            </a:solidFill>
            <a:prstDash val="solid"/>
          </a:ln>
          <a:effectLst/>
        </p:spPr>
      </p:sp>
      <p:sp>
        <p:nvSpPr>
          <p:cNvPr id="95" name="s15-universal-title"/>
          <p:cNvSpPr>
            <a:spLocks noGrp="1"/>
          </p:cNvSpPr>
          <p:nvPr/>
        </p:nvSpPr>
        <p:spPr>
          <a:xfrm>
            <a:off x="714375" y="1381427"/>
            <a:ext cx="4514850" cy="295275"/>
          </a:xfrm>
          <a:prstGeom prst="rect">
            <a:avLst/>
          </a:prstGeom>
          <a:noFill/>
          <a:ln w="0">
            <a:noFill/>
            <a:prstDash val="solid"/>
          </a:ln>
          <a:effectLst/>
        </p:spPr>
        <p:txBody>
          <a:bodyPr wrap="square" lIns="0" tIns="0" rIns="0" bIns="0" anchor="ctr">
            <a:noAutofit/>
          </a:bodyPr>
          <a:lstStyle/>
          <a:p>
            <a:pPr algn="ctr">
              <a:defRPr sz="1165" b="1">
                <a:solidFill>
                  <a:srgbClr val="1457C5"/>
                </a:solidFill>
                <a:latin typeface="Calibri" panose="020F0502020204030204"/>
                <a:ea typeface="Calibri" panose="020F0502020204030204"/>
                <a:cs typeface="Calibri" panose="020F0502020204030204"/>
              </a:defRPr>
            </a:pPr>
            <a:r>
              <a:rPr sz="1600" dirty="0" err="1">
                <a:solidFill>
                  <a:srgbClr val="294A6D"/>
                </a:solidFill>
                <a:latin typeface="Arial" panose="020B0604020202020204" pitchFamily="34" charset="0"/>
                <a:ea typeface="微软雅黑" panose="020B0503020204020204" charset="-122"/>
                <a:cs typeface="微软雅黑" panose="020B0503020204020204" charset="-122"/>
              </a:rPr>
              <a:t>通用框架</a:t>
            </a:r>
            <a:endParaRPr sz="1600" dirty="0">
              <a:solidFill>
                <a:srgbClr val="294A6D"/>
              </a:solidFill>
              <a:latin typeface="Arial" panose="020B0604020202020204" pitchFamily="34" charset="0"/>
              <a:ea typeface="微软雅黑" panose="020B0503020204020204" charset="-122"/>
              <a:cs typeface="微软雅黑" panose="020B0503020204020204" charset="-122"/>
            </a:endParaRPr>
          </a:p>
        </p:txBody>
      </p:sp>
      <p:sp>
        <p:nvSpPr>
          <p:cNvPr id="96" name="s15-universal-subtitle"/>
          <p:cNvSpPr>
            <a:spLocks noGrp="1"/>
          </p:cNvSpPr>
          <p:nvPr/>
        </p:nvSpPr>
        <p:spPr>
          <a:xfrm>
            <a:off x="734812" y="1629077"/>
            <a:ext cx="4514850" cy="666750"/>
          </a:xfrm>
          <a:prstGeom prst="rect">
            <a:avLst/>
          </a:prstGeom>
          <a:noFill/>
          <a:ln w="0">
            <a:noFill/>
            <a:prstDash val="solid"/>
          </a:ln>
          <a:effectLst/>
        </p:spPr>
        <p:txBody>
          <a:bodyPr wrap="square" lIns="19050" tIns="0" rIns="19050" bIns="9525" anchor="ctr">
            <a:normAutofit/>
          </a:bodyPr>
          <a:lstStyle/>
          <a:p>
            <a:pPr algn="ctr">
              <a:lnSpc>
                <a:spcPct val="95000"/>
              </a:lnSpc>
              <a:buNone/>
              <a:defRPr sz="1125" b="1">
                <a:solidFill>
                  <a:srgbClr val="27364A"/>
                </a:solidFill>
                <a:latin typeface="微软雅黑" panose="020B0503020204020204" charset="-122"/>
                <a:ea typeface="微软雅黑" panose="020B0503020204020204" charset="-122"/>
                <a:cs typeface="微软雅黑" panose="020B0503020204020204" charset="-122"/>
              </a:defRPr>
            </a:pPr>
            <a:r>
              <a:rPr sz="1400" dirty="0" err="1">
                <a:solidFill>
                  <a:srgbClr val="2F3A45"/>
                </a:solidFill>
                <a:latin typeface="Arial" panose="020B0604020202020204" pitchFamily="34" charset="0"/>
                <a:ea typeface="微软雅黑" panose="020B0503020204020204" charset="-122"/>
              </a:rPr>
              <a:t>需求</a:t>
            </a:r>
            <a:r>
              <a:rPr sz="1400" dirty="0">
                <a:solidFill>
                  <a:srgbClr val="2F3A45"/>
                </a:solidFill>
                <a:latin typeface="Arial" panose="020B0604020202020204" pitchFamily="34" charset="0"/>
                <a:ea typeface="微软雅黑" panose="020B0503020204020204" charset="-122"/>
              </a:rPr>
              <a:t> → </a:t>
            </a:r>
            <a:r>
              <a:rPr sz="1400" dirty="0" err="1">
                <a:solidFill>
                  <a:srgbClr val="2F3A45"/>
                </a:solidFill>
                <a:latin typeface="Arial" panose="020B0604020202020204" pitchFamily="34" charset="0"/>
                <a:ea typeface="微软雅黑" panose="020B0503020204020204" charset="-122"/>
              </a:rPr>
              <a:t>生成</a:t>
            </a:r>
            <a:r>
              <a:rPr sz="1400" dirty="0">
                <a:solidFill>
                  <a:srgbClr val="2F3A45"/>
                </a:solidFill>
                <a:latin typeface="Arial" panose="020B0604020202020204" pitchFamily="34" charset="0"/>
                <a:ea typeface="微软雅黑" panose="020B0503020204020204" charset="-122"/>
              </a:rPr>
              <a:t> → </a:t>
            </a:r>
            <a:r>
              <a:rPr sz="1400" dirty="0" err="1">
                <a:solidFill>
                  <a:srgbClr val="2F3A45"/>
                </a:solidFill>
                <a:latin typeface="Arial" panose="020B0604020202020204" pitchFamily="34" charset="0"/>
                <a:ea typeface="微软雅黑" panose="020B0503020204020204" charset="-122"/>
              </a:rPr>
              <a:t>验证</a:t>
            </a:r>
            <a:r>
              <a:rPr sz="1400" dirty="0">
                <a:solidFill>
                  <a:srgbClr val="2F3A45"/>
                </a:solidFill>
                <a:latin typeface="Arial" panose="020B0604020202020204" pitchFamily="34" charset="0"/>
                <a:ea typeface="微软雅黑" panose="020B0503020204020204" charset="-122"/>
              </a:rPr>
              <a:t> → </a:t>
            </a:r>
            <a:r>
              <a:rPr sz="1400" dirty="0" err="1">
                <a:solidFill>
                  <a:srgbClr val="2F3A45"/>
                </a:solidFill>
                <a:latin typeface="Arial" panose="020B0604020202020204" pitchFamily="34" charset="0"/>
                <a:ea typeface="微软雅黑" panose="020B0503020204020204" charset="-122"/>
              </a:rPr>
              <a:t>优化</a:t>
            </a:r>
            <a:r>
              <a:rPr sz="1400" dirty="0">
                <a:solidFill>
                  <a:srgbClr val="2F3A45"/>
                </a:solidFill>
                <a:latin typeface="Arial" panose="020B0604020202020204" pitchFamily="34" charset="0"/>
                <a:ea typeface="微软雅黑" panose="020B0503020204020204" charset="-122"/>
              </a:rPr>
              <a:t> → </a:t>
            </a:r>
            <a:r>
              <a:rPr sz="1400" dirty="0" err="1">
                <a:solidFill>
                  <a:srgbClr val="2F3A45"/>
                </a:solidFill>
                <a:latin typeface="Arial" panose="020B0604020202020204" pitchFamily="34" charset="0"/>
                <a:ea typeface="微软雅黑" panose="020B0503020204020204" charset="-122"/>
              </a:rPr>
              <a:t>输出</a:t>
            </a:r>
            <a:endParaRPr sz="1400" dirty="0">
              <a:solidFill>
                <a:srgbClr val="2F3A45"/>
              </a:solidFill>
              <a:latin typeface="Arial" panose="020B0604020202020204" pitchFamily="34" charset="0"/>
              <a:ea typeface="微软雅黑" panose="020B0503020204020204" charset="-122"/>
            </a:endParaRPr>
          </a:p>
        </p:txBody>
      </p:sp>
      <p:sp>
        <p:nvSpPr>
          <p:cNvPr id="97" name="s15-arrow-1"/>
          <p:cNvSpPr>
            <a:spLocks noGrp="1"/>
          </p:cNvSpPr>
          <p:nvPr/>
        </p:nvSpPr>
        <p:spPr>
          <a:xfrm>
            <a:off x="2858887" y="2269471"/>
            <a:ext cx="285750" cy="228600"/>
          </a:xfrm>
          <a:prstGeom prst="rect">
            <a:avLst/>
          </a:prstGeom>
          <a:noFill/>
          <a:ln w="0">
            <a:noFill/>
            <a:prstDash val="solid"/>
          </a:ln>
          <a:effectLst/>
        </p:spPr>
        <p:txBody>
          <a:bodyPr wrap="square" lIns="0" tIns="0" rIns="0" bIns="0" anchor="ctr">
            <a:normAutofit fontScale="98409" lnSpcReduction="10000"/>
          </a:bodyPr>
          <a:lstStyle/>
          <a:p>
            <a:pPr algn="ctr">
              <a:defRPr sz="1650" b="1">
                <a:solidFill>
                  <a:srgbClr val="1457C5"/>
                </a:solidFill>
                <a:latin typeface="Calibri" panose="020F0502020204030204"/>
                <a:ea typeface="Calibri" panose="020F0502020204030204"/>
                <a:cs typeface="Calibri" panose="020F0502020204030204"/>
              </a:defRPr>
            </a:pPr>
            <a:endParaRPr sz="1650" dirty="0">
              <a:solidFill>
                <a:srgbClr val="294A6D"/>
              </a:solidFill>
              <a:latin typeface="Arial" panose="020B0604020202020204" pitchFamily="34" charset="0"/>
              <a:ea typeface="微软雅黑" panose="020B0503020204020204" charset="-122"/>
              <a:cs typeface="Calibri" panose="020F0502020204030204"/>
            </a:endParaRPr>
          </a:p>
        </p:txBody>
      </p:sp>
      <p:sp>
        <p:nvSpPr>
          <p:cNvPr id="98" name="s15-platform-frame"/>
          <p:cNvSpPr>
            <a:spLocks noGrp="1"/>
          </p:cNvSpPr>
          <p:nvPr/>
        </p:nvSpPr>
        <p:spPr>
          <a:xfrm>
            <a:off x="630037" y="2488546"/>
            <a:ext cx="4743450" cy="1257300"/>
          </a:xfrm>
          <a:prstGeom prst="rect">
            <a:avLst/>
          </a:prstGeom>
          <a:solidFill>
            <a:srgbClr val="EAF3F1"/>
          </a:solidFill>
          <a:ln w="13335">
            <a:solidFill>
              <a:srgbClr val="D6DEE6"/>
            </a:solidFill>
            <a:prstDash val="solid"/>
          </a:ln>
          <a:effectLst/>
        </p:spPr>
      </p:sp>
      <p:sp>
        <p:nvSpPr>
          <p:cNvPr id="99" name="s15-platform-title"/>
          <p:cNvSpPr>
            <a:spLocks noGrp="1"/>
          </p:cNvSpPr>
          <p:nvPr/>
        </p:nvSpPr>
        <p:spPr>
          <a:xfrm>
            <a:off x="744337" y="2526646"/>
            <a:ext cx="4514850" cy="295275"/>
          </a:xfrm>
          <a:prstGeom prst="rect">
            <a:avLst/>
          </a:prstGeom>
          <a:noFill/>
          <a:ln w="0">
            <a:noFill/>
            <a:prstDash val="solid"/>
          </a:ln>
          <a:effectLst/>
        </p:spPr>
        <p:txBody>
          <a:bodyPr wrap="square" lIns="0" tIns="0" rIns="0" bIns="0" anchor="ctr">
            <a:normAutofit fontScale="95797"/>
          </a:bodyPr>
          <a:lstStyle/>
          <a:p>
            <a:pPr algn="ctr">
              <a:defRPr sz="1165" b="1">
                <a:solidFill>
                  <a:srgbClr val="14855C"/>
                </a:solidFill>
                <a:latin typeface="Calibri" panose="020F0502020204030204"/>
                <a:ea typeface="Calibri" panose="020F0502020204030204"/>
                <a:cs typeface="Calibri" panose="020F0502020204030204"/>
              </a:defRPr>
            </a:pPr>
            <a:r>
              <a:rPr sz="1600" dirty="0" err="1">
                <a:solidFill>
                  <a:srgbClr val="4F8A83"/>
                </a:solidFill>
                <a:latin typeface="Arial" panose="020B0604020202020204" pitchFamily="34" charset="0"/>
                <a:ea typeface="微软雅黑" panose="020B0503020204020204" charset="-122"/>
                <a:cs typeface="微软雅黑" panose="020B0503020204020204" charset="-122"/>
              </a:rPr>
              <a:t>平台知识</a:t>
            </a:r>
            <a:endParaRPr sz="1600" dirty="0">
              <a:solidFill>
                <a:srgbClr val="4F8A83"/>
              </a:solidFill>
              <a:latin typeface="Arial" panose="020B0604020202020204" pitchFamily="34" charset="0"/>
              <a:ea typeface="微软雅黑" panose="020B0503020204020204" charset="-122"/>
              <a:cs typeface="微软雅黑" panose="020B0503020204020204" charset="-122"/>
            </a:endParaRPr>
          </a:p>
        </p:txBody>
      </p:sp>
      <p:sp>
        <p:nvSpPr>
          <p:cNvPr id="100" name="s15-platform-left"/>
          <p:cNvSpPr>
            <a:spLocks noGrp="1"/>
          </p:cNvSpPr>
          <p:nvPr/>
        </p:nvSpPr>
        <p:spPr>
          <a:xfrm>
            <a:off x="1496812" y="2888596"/>
            <a:ext cx="1276350" cy="561975"/>
          </a:xfrm>
          <a:prstGeom prst="rect">
            <a:avLst/>
          </a:prstGeom>
          <a:noFill/>
          <a:ln w="0">
            <a:noFill/>
            <a:prstDash val="solid"/>
          </a:ln>
          <a:effectLst/>
        </p:spPr>
        <p:txBody>
          <a:bodyPr wrap="square" lIns="19050" tIns="9525" rIns="19050" bIns="9525" anchor="t">
            <a:normAutofit/>
          </a:bodyPr>
          <a:lstStyle/>
          <a:p>
            <a:pPr algn="l">
              <a:lnSpc>
                <a:spcPct val="95000"/>
              </a:lnSpc>
              <a:buNone/>
              <a:defRPr sz="945" b="0">
                <a:solidFill>
                  <a:srgbClr val="27364A"/>
                </a:solidFill>
                <a:latin typeface="微软雅黑" panose="020B0503020204020204" charset="-122"/>
                <a:ea typeface="微软雅黑" panose="020B0503020204020204" charset="-122"/>
                <a:cs typeface="微软雅黑" panose="020B0503020204020204" charset="-122"/>
              </a:defRPr>
            </a:pPr>
            <a:r>
              <a:rPr sz="945" b="1">
                <a:solidFill>
                  <a:srgbClr val="2F3A45"/>
                </a:solidFill>
                <a:latin typeface="Arial" panose="020B0604020202020204" pitchFamily="34" charset="0"/>
                <a:ea typeface="微软雅黑" panose="020B0503020204020204" charset="-122"/>
                <a:cs typeface="微软雅黑" panose="020B0503020204020204" charset="-122"/>
              </a:rPr>
              <a:t>Hardware</a:t>
            </a:r>
          </a:p>
          <a:p>
            <a:pPr algn="l">
              <a:lnSpc>
                <a:spcPct val="95000"/>
              </a:lnSpc>
              <a:buNone/>
              <a:defRPr sz="945" b="0">
                <a:solidFill>
                  <a:srgbClr val="27364A"/>
                </a:solidFill>
                <a:latin typeface="微软雅黑" panose="020B0503020204020204" charset="-122"/>
                <a:ea typeface="微软雅黑" panose="020B0503020204020204" charset="-122"/>
                <a:cs typeface="微软雅黑" panose="020B0503020204020204" charset="-122"/>
              </a:defRPr>
            </a:pPr>
            <a:r>
              <a:rPr sz="945" b="1">
                <a:solidFill>
                  <a:srgbClr val="2F3A45"/>
                </a:solidFill>
                <a:latin typeface="Arial" panose="020B0604020202020204" pitchFamily="34" charset="0"/>
                <a:ea typeface="微软雅黑" panose="020B0503020204020204" charset="-122"/>
                <a:cs typeface="微软雅黑" panose="020B0503020204020204" charset="-122"/>
              </a:rPr>
              <a:t>API / Primitive</a:t>
            </a:r>
          </a:p>
          <a:p>
            <a:pPr algn="l">
              <a:lnSpc>
                <a:spcPct val="95000"/>
              </a:lnSpc>
              <a:buNone/>
              <a:defRPr sz="945" b="0">
                <a:solidFill>
                  <a:srgbClr val="27364A"/>
                </a:solidFill>
                <a:latin typeface="微软雅黑" panose="020B0503020204020204" charset="-122"/>
                <a:ea typeface="微软雅黑" panose="020B0503020204020204" charset="-122"/>
                <a:cs typeface="微软雅黑" panose="020B0503020204020204" charset="-122"/>
              </a:defRPr>
            </a:pPr>
            <a:r>
              <a:rPr sz="945" b="1">
                <a:solidFill>
                  <a:srgbClr val="2F3A45"/>
                </a:solidFill>
                <a:latin typeface="Arial" panose="020B0604020202020204" pitchFamily="34" charset="0"/>
                <a:ea typeface="微软雅黑" panose="020B0503020204020204" charset="-122"/>
                <a:cs typeface="微软雅黑" panose="020B0503020204020204" charset="-122"/>
              </a:rPr>
              <a:t>Profiler</a:t>
            </a:r>
          </a:p>
        </p:txBody>
      </p:sp>
      <p:sp>
        <p:nvSpPr>
          <p:cNvPr id="101" name="s15-platform-mid-rule"/>
          <p:cNvSpPr>
            <a:spLocks noGrp="1"/>
          </p:cNvSpPr>
          <p:nvPr/>
        </p:nvSpPr>
        <p:spPr>
          <a:xfrm>
            <a:off x="2868412" y="2907646"/>
            <a:ext cx="9525" cy="514350"/>
          </a:xfrm>
          <a:prstGeom prst="rect">
            <a:avLst/>
          </a:prstGeom>
          <a:solidFill>
            <a:srgbClr val="EAF3F1"/>
          </a:solidFill>
          <a:ln w="0">
            <a:solidFill>
              <a:srgbClr val="D6DEE6"/>
            </a:solidFill>
            <a:prstDash val="solid"/>
          </a:ln>
          <a:effectLst/>
        </p:spPr>
      </p:sp>
      <p:sp>
        <p:nvSpPr>
          <p:cNvPr id="102" name="s15-platform-right"/>
          <p:cNvSpPr>
            <a:spLocks noGrp="1"/>
          </p:cNvSpPr>
          <p:nvPr/>
        </p:nvSpPr>
        <p:spPr>
          <a:xfrm>
            <a:off x="3163687" y="2888596"/>
            <a:ext cx="1695450" cy="561975"/>
          </a:xfrm>
          <a:prstGeom prst="rect">
            <a:avLst/>
          </a:prstGeom>
          <a:noFill/>
          <a:ln w="0">
            <a:noFill/>
            <a:prstDash val="solid"/>
          </a:ln>
          <a:effectLst/>
        </p:spPr>
        <p:txBody>
          <a:bodyPr wrap="square" lIns="19050" tIns="9525" rIns="19050" bIns="9525" anchor="t">
            <a:normAutofit/>
          </a:bodyPr>
          <a:lstStyle/>
          <a:p>
            <a:pPr algn="l">
              <a:lnSpc>
                <a:spcPct val="95000"/>
              </a:lnSpc>
              <a:buNone/>
              <a:defRPr sz="925" b="0">
                <a:solidFill>
                  <a:srgbClr val="27364A"/>
                </a:solidFill>
                <a:latin typeface="微软雅黑" panose="020B0503020204020204" charset="-122"/>
                <a:ea typeface="微软雅黑" panose="020B0503020204020204" charset="-122"/>
                <a:cs typeface="微软雅黑" panose="020B0503020204020204" charset="-122"/>
              </a:defRPr>
            </a:pPr>
            <a:r>
              <a:rPr sz="925" b="1" dirty="0" smtClean="0">
                <a:solidFill>
                  <a:srgbClr val="2F3A45"/>
                </a:solidFill>
                <a:latin typeface="Arial" panose="020B0604020202020204" pitchFamily="34" charset="0"/>
                <a:ea typeface="微软雅黑" panose="020B0503020204020204" charset="-122"/>
                <a:cs typeface="微软雅黑" panose="020B0503020204020204" charset="-122"/>
              </a:rPr>
              <a:t>Environment </a:t>
            </a:r>
            <a:r>
              <a:rPr sz="925" b="1" dirty="0">
                <a:solidFill>
                  <a:srgbClr val="2F3A45"/>
                </a:solidFill>
                <a:latin typeface="Arial" panose="020B0604020202020204" pitchFamily="34" charset="0"/>
                <a:ea typeface="微软雅黑" panose="020B0503020204020204" charset="-122"/>
                <a:cs typeface="微软雅黑" panose="020B0503020204020204" charset="-122"/>
              </a:rPr>
              <a:t>/ Toolchain</a:t>
            </a:r>
          </a:p>
          <a:p>
            <a:pPr algn="l">
              <a:lnSpc>
                <a:spcPct val="95000"/>
              </a:lnSpc>
              <a:buNone/>
              <a:defRPr sz="925" b="0">
                <a:solidFill>
                  <a:srgbClr val="27364A"/>
                </a:solidFill>
                <a:latin typeface="微软雅黑" panose="020B0503020204020204" charset="-122"/>
                <a:ea typeface="微软雅黑" panose="020B0503020204020204" charset="-122"/>
                <a:cs typeface="微软雅黑" panose="020B0503020204020204" charset="-122"/>
              </a:defRPr>
            </a:pPr>
            <a:r>
              <a:rPr sz="925" b="1" dirty="0">
                <a:solidFill>
                  <a:srgbClr val="2F3A45"/>
                </a:solidFill>
                <a:latin typeface="Arial" panose="020B0604020202020204" pitchFamily="34" charset="0"/>
                <a:ea typeface="微软雅黑" panose="020B0503020204020204" charset="-122"/>
                <a:cs typeface="微软雅黑" panose="020B0503020204020204" charset="-122"/>
              </a:rPr>
              <a:t>Optimization / Examples</a:t>
            </a:r>
          </a:p>
        </p:txBody>
      </p:sp>
      <p:sp>
        <p:nvSpPr>
          <p:cNvPr id="103" name="s15-validation-frame"/>
          <p:cNvSpPr>
            <a:spLocks noGrp="1"/>
          </p:cNvSpPr>
          <p:nvPr/>
        </p:nvSpPr>
        <p:spPr>
          <a:xfrm>
            <a:off x="630037" y="3898246"/>
            <a:ext cx="4743450" cy="1057275"/>
          </a:xfrm>
          <a:prstGeom prst="rect">
            <a:avLst/>
          </a:prstGeom>
          <a:solidFill>
            <a:srgbClr val="EEF2F5"/>
          </a:solidFill>
          <a:ln w="13335">
            <a:solidFill>
              <a:srgbClr val="D6DEE6"/>
            </a:solidFill>
            <a:prstDash val="solid"/>
          </a:ln>
          <a:effectLst/>
        </p:spPr>
      </p:sp>
      <p:sp>
        <p:nvSpPr>
          <p:cNvPr id="104" name="s15-validation-title"/>
          <p:cNvSpPr>
            <a:spLocks noGrp="1"/>
          </p:cNvSpPr>
          <p:nvPr/>
        </p:nvSpPr>
        <p:spPr>
          <a:xfrm>
            <a:off x="744337" y="3936346"/>
            <a:ext cx="4514850" cy="295275"/>
          </a:xfrm>
          <a:prstGeom prst="rect">
            <a:avLst/>
          </a:prstGeom>
          <a:noFill/>
          <a:ln w="0">
            <a:noFill/>
            <a:prstDash val="solid"/>
          </a:ln>
          <a:effectLst/>
        </p:spPr>
        <p:txBody>
          <a:bodyPr wrap="square" lIns="0" tIns="0" rIns="0" bIns="0" anchor="ctr">
            <a:normAutofit fontScale="96540"/>
          </a:bodyPr>
          <a:lstStyle/>
          <a:p>
            <a:pPr algn="ctr">
              <a:defRPr sz="1090" b="1">
                <a:solidFill>
                  <a:srgbClr val="1457C5"/>
                </a:solidFill>
                <a:latin typeface="Calibri" panose="020F0502020204030204"/>
                <a:ea typeface="Calibri" panose="020F0502020204030204"/>
                <a:cs typeface="Calibri" panose="020F0502020204030204"/>
              </a:defRPr>
            </a:pPr>
            <a:r>
              <a:rPr lang="zh-CN" altLang="en-US" sz="1600" dirty="0" smtClean="0">
                <a:solidFill>
                  <a:srgbClr val="294A6D"/>
                </a:solidFill>
                <a:latin typeface="Arial" panose="020B0604020202020204" pitchFamily="34" charset="0"/>
                <a:ea typeface="微软雅黑" panose="020B0503020204020204" charset="-122"/>
                <a:cs typeface="微软雅黑" panose="020B0503020204020204" charset="-122"/>
              </a:rPr>
              <a:t>修改与</a:t>
            </a:r>
            <a:r>
              <a:rPr sz="1600" dirty="0" err="1" smtClean="0">
                <a:solidFill>
                  <a:srgbClr val="294A6D"/>
                </a:solidFill>
                <a:latin typeface="Arial" panose="020B0604020202020204" pitchFamily="34" charset="0"/>
                <a:ea typeface="微软雅黑" panose="020B0503020204020204" charset="-122"/>
                <a:cs typeface="微软雅黑" panose="020B0503020204020204" charset="-122"/>
              </a:rPr>
              <a:t>验证</a:t>
            </a:r>
            <a:endParaRPr sz="1600" dirty="0">
              <a:solidFill>
                <a:srgbClr val="294A6D"/>
              </a:solidFill>
              <a:latin typeface="Arial" panose="020B0604020202020204" pitchFamily="34" charset="0"/>
              <a:ea typeface="微软雅黑" panose="020B0503020204020204" charset="-122"/>
              <a:cs typeface="微软雅黑" panose="020B0503020204020204" charset="-122"/>
            </a:endParaRPr>
          </a:p>
        </p:txBody>
      </p:sp>
      <p:sp>
        <p:nvSpPr>
          <p:cNvPr id="105" name="s15-validation-subtitle"/>
          <p:cNvSpPr>
            <a:spLocks noGrp="1"/>
          </p:cNvSpPr>
          <p:nvPr/>
        </p:nvSpPr>
        <p:spPr>
          <a:xfrm>
            <a:off x="744337" y="4183996"/>
            <a:ext cx="4514850" cy="733425"/>
          </a:xfrm>
          <a:prstGeom prst="rect">
            <a:avLst/>
          </a:prstGeom>
          <a:noFill/>
          <a:ln w="0">
            <a:noFill/>
            <a:prstDash val="solid"/>
          </a:ln>
          <a:effectLst/>
        </p:spPr>
        <p:txBody>
          <a:bodyPr wrap="square" lIns="19050" tIns="0" rIns="19050" bIns="9525" anchor="ctr">
            <a:normAutofit/>
          </a:bodyPr>
          <a:lstStyle/>
          <a:p>
            <a:pPr indent="0" algn="ctr" fontAlgn="auto">
              <a:lnSpc>
                <a:spcPct val="125000"/>
              </a:lnSpc>
              <a:buNone/>
              <a:defRPr sz="885" b="1">
                <a:solidFill>
                  <a:srgbClr val="27364A"/>
                </a:solidFill>
                <a:latin typeface="微软雅黑" panose="020B0503020204020204" charset="-122"/>
                <a:ea typeface="微软雅黑" panose="020B0503020204020204" charset="-122"/>
                <a:cs typeface="微软雅黑" panose="020B0503020204020204" charset="-122"/>
              </a:defRPr>
            </a:pPr>
            <a:r>
              <a:rPr sz="885" dirty="0">
                <a:solidFill>
                  <a:srgbClr val="2F3A45"/>
                </a:solidFill>
                <a:latin typeface="Arial" panose="020B0604020202020204" pitchFamily="34" charset="0"/>
                <a:ea typeface="微软雅黑" panose="020B0503020204020204" charset="-122"/>
              </a:rPr>
              <a:t>L1  </a:t>
            </a:r>
            <a:r>
              <a:rPr lang="zh-CN" altLang="en-US" sz="885" dirty="0" smtClean="0">
                <a:solidFill>
                  <a:srgbClr val="2F3A45"/>
                </a:solidFill>
                <a:latin typeface="Arial" panose="020B0604020202020204" pitchFamily="34" charset="0"/>
                <a:ea typeface="微软雅黑" panose="020B0503020204020204" charset="-122"/>
              </a:rPr>
              <a:t>基础修改（门禁，契约）</a:t>
            </a:r>
            <a:endParaRPr sz="885" dirty="0">
              <a:solidFill>
                <a:srgbClr val="2F3A45"/>
              </a:solidFill>
              <a:latin typeface="Arial" panose="020B0604020202020204" pitchFamily="34" charset="0"/>
              <a:ea typeface="微软雅黑" panose="020B0503020204020204" charset="-122"/>
            </a:endParaRPr>
          </a:p>
          <a:p>
            <a:pPr indent="0" algn="ctr" fontAlgn="auto">
              <a:lnSpc>
                <a:spcPct val="125000"/>
              </a:lnSpc>
              <a:buNone/>
              <a:defRPr sz="885" b="1">
                <a:solidFill>
                  <a:srgbClr val="27364A"/>
                </a:solidFill>
                <a:latin typeface="微软雅黑" panose="020B0503020204020204" charset="-122"/>
                <a:ea typeface="微软雅黑" panose="020B0503020204020204" charset="-122"/>
                <a:cs typeface="微软雅黑" panose="020B0503020204020204" charset="-122"/>
              </a:defRPr>
            </a:pPr>
            <a:r>
              <a:rPr sz="885" dirty="0" smtClean="0">
                <a:solidFill>
                  <a:srgbClr val="2F3A45"/>
                </a:solidFill>
                <a:latin typeface="Arial" panose="020B0604020202020204" pitchFamily="34" charset="0"/>
                <a:ea typeface="微软雅黑" panose="020B0503020204020204" charset="-122"/>
              </a:rPr>
              <a:t>L2</a:t>
            </a:r>
            <a:r>
              <a:rPr lang="zh-CN" altLang="en-US" sz="885" dirty="0">
                <a:solidFill>
                  <a:srgbClr val="2F3A45"/>
                </a:solidFill>
                <a:latin typeface="Arial" panose="020B0604020202020204" pitchFamily="34" charset="0"/>
                <a:ea typeface="微软雅黑" panose="020B0503020204020204" charset="-122"/>
              </a:rPr>
              <a:t> </a:t>
            </a:r>
            <a:r>
              <a:rPr lang="zh-CN" altLang="en-US" sz="885" dirty="0" smtClean="0">
                <a:solidFill>
                  <a:srgbClr val="2F3A45"/>
                </a:solidFill>
                <a:latin typeface="Arial" panose="020B0604020202020204" pitchFamily="34" charset="0"/>
                <a:ea typeface="微软雅黑" panose="020B0503020204020204" charset="-122"/>
              </a:rPr>
              <a:t>简单算子小</a:t>
            </a:r>
            <a:r>
              <a:rPr lang="en-US" altLang="zh-CN" sz="885" dirty="0" smtClean="0">
                <a:solidFill>
                  <a:srgbClr val="2F3A45"/>
                </a:solidFill>
                <a:latin typeface="Arial" panose="020B0604020202020204" pitchFamily="34" charset="0"/>
                <a:ea typeface="微软雅黑" panose="020B0503020204020204" charset="-122"/>
              </a:rPr>
              <a:t>shape</a:t>
            </a:r>
            <a:endParaRPr sz="885" dirty="0">
              <a:solidFill>
                <a:srgbClr val="2F3A45"/>
              </a:solidFill>
              <a:latin typeface="Arial" panose="020B0604020202020204" pitchFamily="34" charset="0"/>
              <a:ea typeface="微软雅黑" panose="020B0503020204020204" charset="-122"/>
            </a:endParaRPr>
          </a:p>
          <a:p>
            <a:pPr indent="0" algn="ctr" fontAlgn="auto">
              <a:lnSpc>
                <a:spcPct val="125000"/>
              </a:lnSpc>
              <a:buNone/>
              <a:defRPr sz="885" b="1">
                <a:solidFill>
                  <a:srgbClr val="27364A"/>
                </a:solidFill>
                <a:latin typeface="微软雅黑" panose="020B0503020204020204" charset="-122"/>
                <a:ea typeface="微软雅黑" panose="020B0503020204020204" charset="-122"/>
                <a:cs typeface="微软雅黑" panose="020B0503020204020204" charset="-122"/>
              </a:defRPr>
            </a:pPr>
            <a:r>
              <a:rPr sz="885" dirty="0">
                <a:solidFill>
                  <a:srgbClr val="2F3A45"/>
                </a:solidFill>
                <a:latin typeface="Arial" panose="020B0604020202020204" pitchFamily="34" charset="0"/>
                <a:ea typeface="微软雅黑" panose="020B0503020204020204" charset="-122"/>
              </a:rPr>
              <a:t>L3  </a:t>
            </a:r>
            <a:r>
              <a:rPr sz="885" dirty="0" err="1" smtClean="0">
                <a:solidFill>
                  <a:srgbClr val="2F3A45"/>
                </a:solidFill>
                <a:latin typeface="Arial" panose="020B0604020202020204" pitchFamily="34" charset="0"/>
                <a:ea typeface="微软雅黑" panose="020B0503020204020204" charset="-122"/>
              </a:rPr>
              <a:t>典型算子验证</a:t>
            </a:r>
            <a:endParaRPr sz="885" dirty="0">
              <a:solidFill>
                <a:srgbClr val="2F3A45"/>
              </a:solidFill>
              <a:latin typeface="Arial" panose="020B0604020202020204" pitchFamily="34" charset="0"/>
              <a:ea typeface="微软雅黑" panose="020B0503020204020204" charset="-122"/>
            </a:endParaRPr>
          </a:p>
        </p:txBody>
      </p:sp>
      <p:sp>
        <p:nvSpPr>
          <p:cNvPr id="106" name="s15-arrow-3-left"/>
          <p:cNvSpPr>
            <a:spLocks noGrp="1"/>
          </p:cNvSpPr>
          <p:nvPr/>
        </p:nvSpPr>
        <p:spPr>
          <a:xfrm>
            <a:off x="1639687" y="4936471"/>
            <a:ext cx="285750" cy="228600"/>
          </a:xfrm>
          <a:prstGeom prst="rect">
            <a:avLst/>
          </a:prstGeom>
          <a:noFill/>
          <a:ln w="0">
            <a:noFill/>
            <a:prstDash val="solid"/>
          </a:ln>
          <a:effectLst/>
        </p:spPr>
        <p:txBody>
          <a:bodyPr wrap="square" lIns="0" tIns="0" rIns="0" bIns="0" anchor="ctr">
            <a:normAutofit fontScale="98409" lnSpcReduction="10000"/>
          </a:bodyPr>
          <a:lstStyle/>
          <a:p>
            <a:pPr algn="ctr">
              <a:defRPr sz="1650" b="1">
                <a:solidFill>
                  <a:srgbClr val="1457C5"/>
                </a:solidFill>
                <a:latin typeface="Calibri" panose="020F0502020204030204"/>
                <a:ea typeface="Calibri" panose="020F0502020204030204"/>
                <a:cs typeface="Calibri" panose="020F0502020204030204"/>
              </a:defRPr>
            </a:pPr>
            <a:r>
              <a:rPr sz="1650">
                <a:solidFill>
                  <a:srgbClr val="294A6D"/>
                </a:solidFill>
                <a:latin typeface="Arial" panose="020B0604020202020204" pitchFamily="34" charset="0"/>
                <a:ea typeface="微软雅黑" panose="020B0503020204020204" charset="-122"/>
                <a:cs typeface="Calibri" panose="020F0502020204030204"/>
              </a:rPr>
              <a:t>↓</a:t>
            </a:r>
          </a:p>
        </p:txBody>
      </p:sp>
      <p:sp>
        <p:nvSpPr>
          <p:cNvPr id="107" name="s15-arrow-3-right"/>
          <p:cNvSpPr>
            <a:spLocks noGrp="1"/>
          </p:cNvSpPr>
          <p:nvPr/>
        </p:nvSpPr>
        <p:spPr>
          <a:xfrm>
            <a:off x="4020937" y="4936471"/>
            <a:ext cx="285750" cy="228600"/>
          </a:xfrm>
          <a:prstGeom prst="rect">
            <a:avLst/>
          </a:prstGeom>
          <a:noFill/>
          <a:ln w="0">
            <a:noFill/>
            <a:prstDash val="solid"/>
          </a:ln>
          <a:effectLst/>
        </p:spPr>
        <p:txBody>
          <a:bodyPr wrap="square" lIns="0" tIns="0" rIns="0" bIns="0" anchor="ctr">
            <a:normAutofit fontScale="98409" lnSpcReduction="10000"/>
          </a:bodyPr>
          <a:lstStyle/>
          <a:p>
            <a:pPr algn="ctr">
              <a:defRPr sz="1650" b="1">
                <a:solidFill>
                  <a:srgbClr val="1457C5"/>
                </a:solidFill>
                <a:latin typeface="Calibri" panose="020F0502020204030204"/>
                <a:ea typeface="Calibri" panose="020F0502020204030204"/>
                <a:cs typeface="Calibri" panose="020F0502020204030204"/>
              </a:defRPr>
            </a:pPr>
            <a:r>
              <a:rPr sz="1650">
                <a:solidFill>
                  <a:srgbClr val="294A6D"/>
                </a:solidFill>
                <a:latin typeface="Arial" panose="020B0604020202020204" pitchFamily="34" charset="0"/>
                <a:ea typeface="微软雅黑" panose="020B0503020204020204" charset="-122"/>
                <a:cs typeface="Calibri" panose="020F0502020204030204"/>
              </a:rPr>
              <a:t>↓</a:t>
            </a:r>
          </a:p>
        </p:txBody>
      </p:sp>
      <p:sp>
        <p:nvSpPr>
          <p:cNvPr id="108" name="s15-update-knowledge"/>
          <p:cNvSpPr>
            <a:spLocks noGrp="1"/>
          </p:cNvSpPr>
          <p:nvPr/>
        </p:nvSpPr>
        <p:spPr>
          <a:xfrm>
            <a:off x="687187" y="5126971"/>
            <a:ext cx="1847850" cy="428625"/>
          </a:xfrm>
          <a:prstGeom prst="roundRect">
            <a:avLst>
              <a:gd name="adj" fmla="val 15556"/>
            </a:avLst>
          </a:prstGeom>
          <a:solidFill>
            <a:srgbClr val="F6ECE6"/>
          </a:solidFill>
          <a:ln w="11430">
            <a:solidFill>
              <a:srgbClr val="D6DEE6"/>
            </a:solidFill>
            <a:prstDash val="solid"/>
          </a:ln>
          <a:effectLst/>
        </p:spPr>
        <p:txBody>
          <a:bodyPr wrap="square" lIns="47625" tIns="19050" rIns="47625" bIns="19050" anchor="ctr">
            <a:normAutofit/>
          </a:bodyPr>
          <a:lstStyle/>
          <a:p>
            <a:pPr algn="ctr">
              <a:defRPr sz="915" b="1">
                <a:solidFill>
                  <a:srgbClr val="27364A"/>
                </a:solidFill>
                <a:latin typeface="微软雅黑" panose="020B0503020204020204" charset="-122"/>
                <a:ea typeface="微软雅黑" panose="020B0503020204020204" charset="-122"/>
                <a:cs typeface="微软雅黑" panose="020B0503020204020204" charset="-122"/>
              </a:defRPr>
            </a:pPr>
            <a:r>
              <a:rPr sz="915" dirty="0" err="1" smtClean="0">
                <a:solidFill>
                  <a:srgbClr val="2F3A45"/>
                </a:solidFill>
                <a:latin typeface="Arial" panose="020B0604020202020204" pitchFamily="34" charset="0"/>
                <a:ea typeface="微软雅黑" panose="020B0503020204020204" charset="-122"/>
              </a:rPr>
              <a:t>更新平台知识</a:t>
            </a:r>
            <a:endParaRPr sz="915" dirty="0">
              <a:solidFill>
                <a:srgbClr val="2F3A45"/>
              </a:solidFill>
              <a:latin typeface="Arial" panose="020B0604020202020204" pitchFamily="34" charset="0"/>
              <a:ea typeface="微软雅黑" panose="020B0503020204020204" charset="-122"/>
            </a:endParaRPr>
          </a:p>
        </p:txBody>
      </p:sp>
      <p:sp>
        <p:nvSpPr>
          <p:cNvPr id="109" name="s15-adjust-workflow"/>
          <p:cNvSpPr>
            <a:spLocks noGrp="1"/>
          </p:cNvSpPr>
          <p:nvPr/>
        </p:nvSpPr>
        <p:spPr>
          <a:xfrm>
            <a:off x="3335137" y="5126971"/>
            <a:ext cx="1752600" cy="428625"/>
          </a:xfrm>
          <a:prstGeom prst="roundRect">
            <a:avLst>
              <a:gd name="adj" fmla="val 15556"/>
            </a:avLst>
          </a:prstGeom>
          <a:solidFill>
            <a:srgbClr val="F6ECE6"/>
          </a:solidFill>
          <a:ln w="11430">
            <a:solidFill>
              <a:srgbClr val="D6DEE6"/>
            </a:solidFill>
            <a:prstDash val="solid"/>
          </a:ln>
          <a:effectLst/>
        </p:spPr>
        <p:txBody>
          <a:bodyPr wrap="square" lIns="47625" tIns="19050" rIns="47625" bIns="19050" anchor="ctr">
            <a:normAutofit/>
          </a:bodyPr>
          <a:lstStyle/>
          <a:p>
            <a:pPr algn="ctr">
              <a:defRPr sz="915" b="1">
                <a:solidFill>
                  <a:srgbClr val="27364A"/>
                </a:solidFill>
                <a:latin typeface="微软雅黑" panose="020B0503020204020204" charset="-122"/>
                <a:ea typeface="微软雅黑" panose="020B0503020204020204" charset="-122"/>
                <a:cs typeface="微软雅黑" panose="020B0503020204020204" charset="-122"/>
              </a:defRPr>
            </a:pPr>
            <a:r>
              <a:rPr sz="915" dirty="0" err="1" smtClean="0">
                <a:solidFill>
                  <a:srgbClr val="2F3A45"/>
                </a:solidFill>
                <a:latin typeface="Arial" panose="020B0604020202020204" pitchFamily="34" charset="0"/>
                <a:ea typeface="微软雅黑" panose="020B0503020204020204" charset="-122"/>
              </a:rPr>
              <a:t>修正通用流程</a:t>
            </a:r>
            <a:endParaRPr sz="915" dirty="0">
              <a:solidFill>
                <a:srgbClr val="2F3A45"/>
              </a:solidFill>
              <a:latin typeface="Arial" panose="020B0604020202020204" pitchFamily="34" charset="0"/>
              <a:ea typeface="微软雅黑" panose="020B0503020204020204" charset="-122"/>
            </a:endParaRPr>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bg>
      <p:bgPr>
        <a:solidFill>
          <a:srgbClr val="F7F8FA"/>
        </a:solidFill>
        <a:effectLst/>
      </p:bgPr>
    </p:bg>
    <p:spTree>
      <p:nvGrpSpPr>
        <p:cNvPr id="1" name=""/>
        <p:cNvGrpSpPr/>
        <p:nvPr/>
      </p:nvGrpSpPr>
      <p:grpSpPr>
        <a:xfrm>
          <a:off x="0" y="0"/>
          <a:ext cx="0" cy="0"/>
          <a:chOff x="0" y="0"/>
          <a:chExt cx="0" cy="0"/>
        </a:xfrm>
      </p:grpSpPr>
      <p:sp>
        <p:nvSpPr>
          <p:cNvPr id="6" name="slide-9-title"/>
          <p:cNvSpPr>
            <a:spLocks noGrp="1"/>
          </p:cNvSpPr>
          <p:nvPr/>
        </p:nvSpPr>
        <p:spPr>
          <a:xfrm>
            <a:off x="696912" y="289560"/>
            <a:ext cx="5635625" cy="373380"/>
          </a:xfrm>
          <a:prstGeom prst="rect">
            <a:avLst/>
          </a:prstGeom>
          <a:noFill/>
          <a:ln w="0">
            <a:noFill/>
            <a:prstDash val="solid"/>
          </a:ln>
          <a:effectLst/>
          <a:extLst>
            <a:ext uri="{909E8E84-426E-40DD-AFC4-6F175D3DCCD1}">
              <a14:hiddenFill xmlns:a14="http://schemas.microsoft.com/office/drawing/2010/main">
                <a:solidFill>
                  <a:srgbClr val="FFFFFF"/>
                </a:solidFill>
              </a14:hiddenFill>
            </a:ext>
          </a:extLst>
        </p:spPr>
        <p:txBody>
          <a:bodyPr wrap="square" lIns="0" tIns="0" rIns="0" bIns="0" anchor="ctr">
            <a:normAutofit fontScale="95000" lnSpcReduction="10000"/>
          </a:bodyPr>
          <a:lstStyle/>
          <a:p>
            <a:pPr algn="ctr">
              <a:buNone/>
              <a:defRPr sz="2700" b="1">
                <a:solidFill>
                  <a:srgbClr val="072A67"/>
                </a:solidFill>
                <a:latin typeface="微软雅黑" panose="020B0503020204020204" charset="-122"/>
                <a:ea typeface="微软雅黑" panose="020B0503020204020204" charset="-122"/>
                <a:cs typeface="微软雅黑" panose="020B0503020204020204" charset="-122"/>
              </a:defRPr>
            </a:pPr>
            <a:r>
              <a:rPr b="1" dirty="0" err="1">
                <a:solidFill>
                  <a:srgbClr val="243B53"/>
                </a:solidFill>
                <a:latin typeface="Times New Roman" panose="02020603050405020304" pitchFamily="18" charset="0"/>
                <a:ea typeface="微软雅黑" panose="020B0503020204020204" charset="-122"/>
                <a:cs typeface="Times New Roman" panose="02020603050405020304" pitchFamily="18" charset="0"/>
              </a:rPr>
              <a:t>当前四个平台的算子</a:t>
            </a:r>
            <a:r>
              <a:rPr b="1" dirty="0">
                <a:solidFill>
                  <a:srgbClr val="243B53"/>
                </a:solidFill>
                <a:latin typeface="Times New Roman" panose="02020603050405020304" pitchFamily="18" charset="0"/>
                <a:ea typeface="微软雅黑" panose="020B0503020204020204" charset="-122"/>
                <a:cs typeface="Times New Roman" panose="02020603050405020304" pitchFamily="18" charset="0"/>
              </a:rPr>
              <a:t> </a:t>
            </a:r>
            <a:r>
              <a:rPr b="1" dirty="0" err="1">
                <a:solidFill>
                  <a:srgbClr val="243B53"/>
                </a:solidFill>
                <a:latin typeface="Times New Roman" panose="02020603050405020304" pitchFamily="18" charset="0"/>
                <a:ea typeface="微软雅黑" panose="020B0503020204020204" charset="-122"/>
                <a:cs typeface="Times New Roman" panose="02020603050405020304" pitchFamily="18" charset="0"/>
              </a:rPr>
              <a:t>Skill开发情况</a:t>
            </a:r>
            <a:endParaRPr b="1" dirty="0">
              <a:solidFill>
                <a:srgbClr val="243B53"/>
              </a:solidFill>
              <a:latin typeface="Times New Roman" panose="02020603050405020304" pitchFamily="18" charset="0"/>
              <a:ea typeface="微软雅黑" panose="020B0503020204020204" charset="-122"/>
              <a:cs typeface="Times New Roman" panose="02020603050405020304" pitchFamily="18" charset="0"/>
            </a:endParaRPr>
          </a:p>
        </p:txBody>
      </p:sp>
      <p:sp>
        <p:nvSpPr>
          <p:cNvPr id="8" name="takeaway_band_background"/>
          <p:cNvSpPr>
            <a:spLocks noGrp="1"/>
          </p:cNvSpPr>
          <p:nvPr/>
        </p:nvSpPr>
        <p:spPr>
          <a:xfrm>
            <a:off x="152400" y="6076950"/>
            <a:ext cx="11887200" cy="361950"/>
          </a:xfrm>
          <a:prstGeom prst="rect">
            <a:avLst/>
          </a:prstGeom>
          <a:solidFill>
            <a:srgbClr val="EEF2F5"/>
          </a:solidFill>
          <a:ln w="7620">
            <a:solidFill>
              <a:srgbClr val="D6DEE6"/>
            </a:solidFill>
            <a:prstDash val="solid"/>
          </a:ln>
          <a:effectLst/>
        </p:spPr>
        <p:txBody>
          <a:bodyPr wrap="square" lIns="0" tIns="0" rIns="0" bIns="0" anchor="ctr">
            <a:normAutofit/>
          </a:bodyPr>
          <a:lstStyle/>
          <a:p>
            <a:endParaRPr>
              <a:latin typeface="Times New Roman" panose="02020603050405020304" pitchFamily="18" charset="0"/>
              <a:ea typeface="微软雅黑" panose="020B0503020204020204" charset="-122"/>
              <a:cs typeface="Times New Roman" panose="02020603050405020304" pitchFamily="18" charset="0"/>
            </a:endParaRPr>
          </a:p>
        </p:txBody>
      </p:sp>
      <p:sp>
        <p:nvSpPr>
          <p:cNvPr id="9" name="takeaway_1_badge"/>
          <p:cNvSpPr>
            <a:spLocks noGrp="1"/>
          </p:cNvSpPr>
          <p:nvPr/>
        </p:nvSpPr>
        <p:spPr>
          <a:xfrm>
            <a:off x="1304925" y="6153150"/>
            <a:ext cx="228600" cy="228600"/>
          </a:xfrm>
          <a:prstGeom prst="roundRect">
            <a:avLst>
              <a:gd name="adj" fmla="val 50000"/>
            </a:avLst>
          </a:prstGeom>
          <a:noFill/>
          <a:ln w="0">
            <a:noFill/>
            <a:prstDash val="solid"/>
          </a:ln>
          <a:effectLst/>
          <a:extLst>
            <a:ext uri="{909E8E84-426E-40DD-AFC4-6F175D3DCCD1}">
              <a14:hiddenFill xmlns:a14="http://schemas.microsoft.com/office/drawing/2010/main">
                <a:solidFill>
                  <a:srgbClr val="5B7188"/>
                </a:solidFill>
              </a14:hiddenFill>
            </a:ext>
            <a:ext uri="{91240B29-F687-4F45-9708-019B960494DF}">
              <a14:hiddenLine xmlns:a14="http://schemas.microsoft.com/office/drawing/2010/main" w="0">
                <a:solidFill>
                  <a:srgbClr val="294A6D"/>
                </a:solidFill>
                <a:prstDash val="solid"/>
              </a14:hiddenLine>
            </a:ext>
          </a:extLst>
        </p:spPr>
        <p:txBody>
          <a:bodyPr wrap="square" lIns="0" tIns="0" rIns="0" bIns="0" anchor="ctr">
            <a:normAutofit/>
          </a:bodyPr>
          <a:lstStyle/>
          <a:p>
            <a:pPr algn="ctr">
              <a:buNone/>
              <a:defRPr sz="975" b="1">
                <a:solidFill>
                  <a:srgbClr val="FFFFFF"/>
                </a:solidFill>
                <a:latin typeface="微软雅黑" panose="020B0503020204020204" charset="-122"/>
                <a:ea typeface="微软雅黑" panose="020B0503020204020204" charset="-122"/>
                <a:cs typeface="微软雅黑" panose="020B0503020204020204" charset="-122"/>
              </a:defRPr>
            </a:pPr>
            <a:r>
              <a:rPr lang="en-US" sz="975" b="1" dirty="0">
                <a:solidFill>
                  <a:schemeClr val="bg2">
                    <a:lumMod val="10000"/>
                  </a:schemeClr>
                </a:solidFill>
                <a:latin typeface="Times New Roman" panose="02020603050405020304" pitchFamily="18" charset="0"/>
                <a:ea typeface="微软雅黑" panose="020B0503020204020204" charset="-122"/>
                <a:cs typeface="Times New Roman" panose="02020603050405020304" pitchFamily="18" charset="0"/>
              </a:rPr>
              <a:t>1</a:t>
            </a:r>
            <a:endParaRPr sz="975" b="1" dirty="0">
              <a:solidFill>
                <a:schemeClr val="bg2">
                  <a:lumMod val="10000"/>
                </a:schemeClr>
              </a:solidFill>
              <a:latin typeface="Times New Roman" panose="02020603050405020304" pitchFamily="18" charset="0"/>
              <a:ea typeface="微软雅黑" panose="020B0503020204020204" charset="-122"/>
              <a:cs typeface="Times New Roman" panose="02020603050405020304" pitchFamily="18" charset="0"/>
            </a:endParaRPr>
          </a:p>
        </p:txBody>
      </p:sp>
      <p:sp>
        <p:nvSpPr>
          <p:cNvPr id="10" name="takeaway_1_text"/>
          <p:cNvSpPr>
            <a:spLocks noGrp="1"/>
          </p:cNvSpPr>
          <p:nvPr/>
        </p:nvSpPr>
        <p:spPr>
          <a:xfrm>
            <a:off x="1619250" y="6124575"/>
            <a:ext cx="2952750" cy="276225"/>
          </a:xfrm>
          <a:prstGeom prst="rect">
            <a:avLst/>
          </a:prstGeom>
          <a:noFill/>
          <a:ln w="0">
            <a:noFill/>
            <a:prstDash val="solid"/>
          </a:ln>
          <a:effectLst/>
        </p:spPr>
        <p:txBody>
          <a:bodyPr wrap="square" lIns="0" tIns="0" rIns="0" bIns="0" anchor="ctr">
            <a:normAutofit/>
          </a:bodyPr>
          <a:lstStyle/>
          <a:p>
            <a:pPr algn="l">
              <a:buNone/>
              <a:defRPr sz="1165" b="1">
                <a:solidFill>
                  <a:srgbClr val="123376"/>
                </a:solidFill>
                <a:latin typeface="微软雅黑" panose="020B0503020204020204" charset="-122"/>
                <a:ea typeface="微软雅黑" panose="020B0503020204020204" charset="-122"/>
                <a:cs typeface="微软雅黑" panose="020B0503020204020204" charset="-122"/>
              </a:defRPr>
            </a:pPr>
            <a:r>
              <a:rPr sz="1165" b="1">
                <a:solidFill>
                  <a:srgbClr val="2F3A45"/>
                </a:solidFill>
                <a:latin typeface="Times New Roman" panose="02020603050405020304" pitchFamily="18" charset="0"/>
                <a:ea typeface="微软雅黑" panose="020B0503020204020204" charset="-122"/>
                <a:cs typeface="Times New Roman" panose="02020603050405020304" pitchFamily="18" charset="0"/>
              </a:rPr>
              <a:t>MLU Triton 是当前方法的实践起点</a:t>
            </a:r>
          </a:p>
        </p:txBody>
      </p:sp>
      <p:sp>
        <p:nvSpPr>
          <p:cNvPr id="11" name="takeaway_2_badge"/>
          <p:cNvSpPr>
            <a:spLocks noGrp="1"/>
          </p:cNvSpPr>
          <p:nvPr/>
        </p:nvSpPr>
        <p:spPr>
          <a:xfrm>
            <a:off x="4695825" y="6153150"/>
            <a:ext cx="228600" cy="228600"/>
          </a:xfrm>
          <a:prstGeom prst="roundRect">
            <a:avLst>
              <a:gd name="adj" fmla="val 50000"/>
            </a:avLst>
          </a:prstGeom>
          <a:noFill/>
          <a:ln w="0">
            <a:noFill/>
            <a:prstDash val="solid"/>
          </a:ln>
          <a:effectLst/>
          <a:extLst>
            <a:ext uri="{909E8E84-426E-40DD-AFC4-6F175D3DCCD1}">
              <a14:hiddenFill xmlns:a14="http://schemas.microsoft.com/office/drawing/2010/main">
                <a:solidFill>
                  <a:srgbClr val="5B7188"/>
                </a:solidFill>
              </a14:hiddenFill>
            </a:ext>
            <a:ext uri="{91240B29-F687-4F45-9708-019B960494DF}">
              <a14:hiddenLine xmlns:a14="http://schemas.microsoft.com/office/drawing/2010/main" w="0">
                <a:solidFill>
                  <a:srgbClr val="294A6D"/>
                </a:solidFill>
                <a:prstDash val="solid"/>
              </a14:hiddenLine>
            </a:ext>
          </a:extLst>
        </p:spPr>
        <p:txBody>
          <a:bodyPr wrap="square" lIns="0" tIns="0" rIns="0" bIns="0" anchor="ctr">
            <a:normAutofit/>
          </a:bodyPr>
          <a:lstStyle/>
          <a:p>
            <a:pPr algn="ctr">
              <a:defRPr sz="975" b="1">
                <a:solidFill>
                  <a:srgbClr val="FFFFFF"/>
                </a:solidFill>
                <a:latin typeface="微软雅黑" panose="020B0503020204020204" charset="-122"/>
                <a:ea typeface="微软雅黑" panose="020B0503020204020204" charset="-122"/>
                <a:cs typeface="微软雅黑" panose="020B0503020204020204" charset="-122"/>
              </a:defRPr>
            </a:pPr>
            <a:r>
              <a:rPr sz="975" b="1" dirty="0">
                <a:solidFill>
                  <a:schemeClr val="bg2">
                    <a:lumMod val="10000"/>
                  </a:schemeClr>
                </a:solidFill>
                <a:latin typeface="Times New Roman" panose="02020603050405020304" pitchFamily="18" charset="0"/>
                <a:ea typeface="微软雅黑" panose="020B0503020204020204" charset="-122"/>
                <a:cs typeface="Times New Roman" panose="02020603050405020304" pitchFamily="18" charset="0"/>
              </a:rPr>
              <a:t>2</a:t>
            </a:r>
          </a:p>
        </p:txBody>
      </p:sp>
      <p:sp>
        <p:nvSpPr>
          <p:cNvPr id="12" name="takeaway_2_text"/>
          <p:cNvSpPr>
            <a:spLocks noGrp="1"/>
          </p:cNvSpPr>
          <p:nvPr/>
        </p:nvSpPr>
        <p:spPr>
          <a:xfrm>
            <a:off x="5019675" y="6124575"/>
            <a:ext cx="3095625" cy="276225"/>
          </a:xfrm>
          <a:prstGeom prst="rect">
            <a:avLst/>
          </a:prstGeom>
          <a:noFill/>
          <a:ln w="0">
            <a:noFill/>
            <a:prstDash val="solid"/>
          </a:ln>
          <a:effectLst/>
        </p:spPr>
        <p:txBody>
          <a:bodyPr wrap="square" lIns="0" tIns="0" rIns="0" bIns="0" anchor="ctr">
            <a:normAutofit/>
          </a:bodyPr>
          <a:lstStyle/>
          <a:p>
            <a:pPr algn="l">
              <a:buNone/>
              <a:defRPr sz="1165" b="1">
                <a:solidFill>
                  <a:srgbClr val="123376"/>
                </a:solidFill>
                <a:latin typeface="微软雅黑" panose="020B0503020204020204" charset="-122"/>
                <a:ea typeface="微软雅黑" panose="020B0503020204020204" charset="-122"/>
                <a:cs typeface="微软雅黑" panose="020B0503020204020204" charset="-122"/>
              </a:defRPr>
            </a:pPr>
            <a:r>
              <a:rPr sz="1165" b="1">
                <a:solidFill>
                  <a:srgbClr val="2F3A45"/>
                </a:solidFill>
                <a:latin typeface="Times New Roman" panose="02020603050405020304" pitchFamily="18" charset="0"/>
                <a:ea typeface="微软雅黑" panose="020B0503020204020204" charset="-122"/>
                <a:cs typeface="Times New Roman" panose="02020603050405020304" pitchFamily="18" charset="0"/>
              </a:rPr>
              <a:t>平台差异主要体现在平台知识成熟度</a:t>
            </a:r>
          </a:p>
        </p:txBody>
      </p:sp>
      <p:sp>
        <p:nvSpPr>
          <p:cNvPr id="13" name="takeaway_3_badge"/>
          <p:cNvSpPr>
            <a:spLocks noGrp="1"/>
          </p:cNvSpPr>
          <p:nvPr/>
        </p:nvSpPr>
        <p:spPr>
          <a:xfrm>
            <a:off x="8201025" y="6153150"/>
            <a:ext cx="228600" cy="228600"/>
          </a:xfrm>
          <a:prstGeom prst="roundRect">
            <a:avLst>
              <a:gd name="adj" fmla="val 50000"/>
            </a:avLst>
          </a:prstGeom>
          <a:noFill/>
          <a:ln w="0">
            <a:noFill/>
            <a:prstDash val="solid"/>
          </a:ln>
          <a:effectLst/>
          <a:extLst>
            <a:ext uri="{909E8E84-426E-40DD-AFC4-6F175D3DCCD1}">
              <a14:hiddenFill xmlns:a14="http://schemas.microsoft.com/office/drawing/2010/main">
                <a:solidFill>
                  <a:srgbClr val="5B7188"/>
                </a:solidFill>
              </a14:hiddenFill>
            </a:ext>
            <a:ext uri="{91240B29-F687-4F45-9708-019B960494DF}">
              <a14:hiddenLine xmlns:a14="http://schemas.microsoft.com/office/drawing/2010/main" w="0">
                <a:solidFill>
                  <a:srgbClr val="294A6D"/>
                </a:solidFill>
                <a:prstDash val="solid"/>
              </a14:hiddenLine>
            </a:ext>
          </a:extLst>
        </p:spPr>
        <p:txBody>
          <a:bodyPr wrap="square" lIns="0" tIns="0" rIns="0" bIns="0" anchor="ctr">
            <a:normAutofit/>
          </a:bodyPr>
          <a:lstStyle/>
          <a:p>
            <a:pPr algn="ctr">
              <a:defRPr sz="975" b="1">
                <a:solidFill>
                  <a:srgbClr val="FFFFFF"/>
                </a:solidFill>
                <a:latin typeface="微软雅黑" panose="020B0503020204020204" charset="-122"/>
                <a:ea typeface="微软雅黑" panose="020B0503020204020204" charset="-122"/>
                <a:cs typeface="微软雅黑" panose="020B0503020204020204" charset="-122"/>
              </a:defRPr>
            </a:pPr>
            <a:r>
              <a:rPr sz="975" b="1" dirty="0">
                <a:solidFill>
                  <a:schemeClr val="bg2">
                    <a:lumMod val="10000"/>
                  </a:schemeClr>
                </a:solidFill>
                <a:latin typeface="Times New Roman" panose="02020603050405020304" pitchFamily="18" charset="0"/>
                <a:ea typeface="微软雅黑" panose="020B0503020204020204" charset="-122"/>
                <a:cs typeface="Times New Roman" panose="02020603050405020304" pitchFamily="18" charset="0"/>
              </a:rPr>
              <a:t>3</a:t>
            </a:r>
          </a:p>
        </p:txBody>
      </p:sp>
      <p:sp>
        <p:nvSpPr>
          <p:cNvPr id="14" name="takeaway_3_text"/>
          <p:cNvSpPr>
            <a:spLocks noGrp="1"/>
          </p:cNvSpPr>
          <p:nvPr/>
        </p:nvSpPr>
        <p:spPr>
          <a:xfrm>
            <a:off x="8524875" y="6124575"/>
            <a:ext cx="2619375" cy="276225"/>
          </a:xfrm>
          <a:prstGeom prst="rect">
            <a:avLst/>
          </a:prstGeom>
          <a:noFill/>
          <a:ln w="0">
            <a:noFill/>
            <a:prstDash val="solid"/>
          </a:ln>
          <a:effectLst/>
        </p:spPr>
        <p:txBody>
          <a:bodyPr wrap="square" lIns="0" tIns="0" rIns="0" bIns="0" anchor="ctr">
            <a:normAutofit/>
          </a:bodyPr>
          <a:lstStyle/>
          <a:p>
            <a:pPr algn="l">
              <a:buNone/>
              <a:defRPr sz="1165" b="1">
                <a:solidFill>
                  <a:srgbClr val="123376"/>
                </a:solidFill>
                <a:latin typeface="微软雅黑" panose="020B0503020204020204" charset="-122"/>
                <a:ea typeface="微软雅黑" panose="020B0503020204020204" charset="-122"/>
                <a:cs typeface="微软雅黑" panose="020B0503020204020204" charset="-122"/>
              </a:defRPr>
            </a:pPr>
            <a:r>
              <a:rPr sz="1165" b="1">
                <a:solidFill>
                  <a:srgbClr val="2F3A45"/>
                </a:solidFill>
                <a:latin typeface="Times New Roman" panose="02020603050405020304" pitchFamily="18" charset="0"/>
                <a:ea typeface="微软雅黑" panose="020B0503020204020204" charset="-122"/>
                <a:cs typeface="Times New Roman" panose="02020603050405020304" pitchFamily="18" charset="0"/>
              </a:rPr>
              <a:t>Skill 仍需多次算子开发验证</a:t>
            </a:r>
          </a:p>
        </p:txBody>
      </p:sp>
      <p:sp>
        <p:nvSpPr>
          <p:cNvPr id="15" name="slide-9-editable-footer"/>
          <p:cNvSpPr>
            <a:spLocks noGrp="1"/>
          </p:cNvSpPr>
          <p:nvPr/>
        </p:nvSpPr>
        <p:spPr>
          <a:xfrm>
            <a:off x="152400" y="6467475"/>
            <a:ext cx="11887200" cy="323850"/>
          </a:xfrm>
          <a:prstGeom prst="rect">
            <a:avLst/>
          </a:prstGeom>
          <a:solidFill>
            <a:srgbClr val="EEF2F5"/>
          </a:solidFill>
          <a:ln w="0">
            <a:solidFill>
              <a:srgbClr val="D6DEE6"/>
            </a:solidFill>
            <a:prstDash val="solid"/>
          </a:ln>
          <a:effectLst/>
        </p:spPr>
        <p:txBody>
          <a:bodyPr wrap="square" lIns="133350" tIns="28575" rIns="133350" bIns="28575" anchor="ctr">
            <a:normAutofit/>
          </a:bodyPr>
          <a:lstStyle/>
          <a:p>
            <a:pPr algn="ctr">
              <a:buNone/>
              <a:defRPr sz="810" b="1">
                <a:solidFill>
                  <a:srgbClr val="072A67"/>
                </a:solidFill>
                <a:latin typeface="微软雅黑" panose="020B0503020204020204" charset="-122"/>
                <a:ea typeface="微软雅黑" panose="020B0503020204020204" charset="-122"/>
                <a:cs typeface="微软雅黑" panose="020B0503020204020204" charset="-122"/>
              </a:defRPr>
            </a:pPr>
            <a:r>
              <a:rPr sz="1200" b="1">
                <a:solidFill>
                  <a:srgbClr val="2F3A45"/>
                </a:solidFill>
                <a:latin typeface="Times New Roman" panose="02020603050405020304" pitchFamily="18" charset="0"/>
                <a:ea typeface="微软雅黑" panose="020B0503020204020204" charset="-122"/>
                <a:cs typeface="Times New Roman" panose="02020603050405020304" pitchFamily="18" charset="0"/>
              </a:rPr>
              <a:t>四个平台已经处于不同成熟阶段：MLU Triton 已形成较完整闭环，BANG C 已跑通基础真机链路，CUDA 基础 Skill 已完成，GPU Triton 正在进行平台知识迁移与验证。</a:t>
            </a:r>
          </a:p>
        </p:txBody>
      </p:sp>
      <p:sp>
        <p:nvSpPr>
          <p:cNvPr id="17" name="s18-mlu-frame"/>
          <p:cNvSpPr>
            <a:spLocks noGrp="1"/>
          </p:cNvSpPr>
          <p:nvPr/>
        </p:nvSpPr>
        <p:spPr>
          <a:xfrm>
            <a:off x="95250" y="1122362"/>
            <a:ext cx="5743575" cy="2286000"/>
          </a:xfrm>
          <a:prstGeom prst="rect">
            <a:avLst/>
          </a:prstGeom>
          <a:solidFill>
            <a:srgbClr val="294A6D"/>
          </a:solidFill>
          <a:ln w="11430">
            <a:solidFill>
              <a:srgbClr val="D6DEE6"/>
            </a:solidFill>
            <a:prstDash val="solid"/>
          </a:ln>
          <a:effectLst/>
        </p:spPr>
      </p:sp>
      <p:sp>
        <p:nvSpPr>
          <p:cNvPr id="18" name="s18-mlu-body-fill"/>
          <p:cNvSpPr>
            <a:spLocks noGrp="1"/>
          </p:cNvSpPr>
          <p:nvPr/>
        </p:nvSpPr>
        <p:spPr>
          <a:xfrm>
            <a:off x="104775" y="1693862"/>
            <a:ext cx="5724525" cy="1704975"/>
          </a:xfrm>
          <a:prstGeom prst="rect">
            <a:avLst/>
          </a:prstGeom>
          <a:solidFill>
            <a:srgbClr val="FFFFFF"/>
          </a:solidFill>
          <a:ln w="0">
            <a:solidFill>
              <a:srgbClr val="D6DEE6"/>
            </a:solidFill>
            <a:prstDash val="solid"/>
          </a:ln>
          <a:effectLst/>
        </p:spPr>
      </p:sp>
      <p:sp>
        <p:nvSpPr>
          <p:cNvPr id="19" name="s18-mlu-header-rule"/>
          <p:cNvSpPr>
            <a:spLocks noGrp="1"/>
          </p:cNvSpPr>
          <p:nvPr/>
        </p:nvSpPr>
        <p:spPr>
          <a:xfrm>
            <a:off x="104775" y="1684337"/>
            <a:ext cx="5724525" cy="9525"/>
          </a:xfrm>
          <a:prstGeom prst="rect">
            <a:avLst/>
          </a:prstGeom>
          <a:solidFill>
            <a:srgbClr val="5B7188"/>
          </a:solidFill>
          <a:ln w="0">
            <a:solidFill>
              <a:srgbClr val="294A6D"/>
            </a:solidFill>
            <a:prstDash val="solid"/>
          </a:ln>
          <a:effectLst/>
        </p:spPr>
      </p:sp>
      <p:sp>
        <p:nvSpPr>
          <p:cNvPr id="20" name="s18-mlu-title"/>
          <p:cNvSpPr>
            <a:spLocks noGrp="1"/>
          </p:cNvSpPr>
          <p:nvPr/>
        </p:nvSpPr>
        <p:spPr>
          <a:xfrm>
            <a:off x="142875" y="1271904"/>
            <a:ext cx="5591175" cy="295275"/>
          </a:xfrm>
          <a:prstGeom prst="rect">
            <a:avLst/>
          </a:prstGeom>
          <a:noFill/>
          <a:ln w="0">
            <a:noFill/>
            <a:prstDash val="solid"/>
          </a:ln>
          <a:effectLst/>
        </p:spPr>
        <p:txBody>
          <a:bodyPr wrap="square" lIns="0" tIns="0" rIns="0" bIns="0" anchor="ctr">
            <a:normAutofit fontScale="99359"/>
          </a:bodyPr>
          <a:lstStyle/>
          <a:p>
            <a:pPr algn="ctr">
              <a:defRPr sz="1950" b="1">
                <a:solidFill>
                  <a:srgbClr val="FFFFFF"/>
                </a:solidFill>
                <a:latin typeface="Calibri" panose="020F0502020204030204"/>
                <a:ea typeface="Calibri" panose="020F0502020204030204"/>
                <a:cs typeface="Calibri" panose="020F0502020204030204"/>
              </a:defRPr>
            </a:pPr>
            <a:r>
              <a:rPr sz="1950" b="1" dirty="0">
                <a:solidFill>
                  <a:srgbClr val="FFFFFF"/>
                </a:solidFill>
                <a:latin typeface="Times New Roman" panose="02020603050405020304" pitchFamily="18" charset="0"/>
                <a:ea typeface="微软雅黑" panose="020B0503020204020204" charset="-122"/>
                <a:cs typeface="Times New Roman" panose="02020603050405020304" pitchFamily="18" charset="0"/>
              </a:rPr>
              <a:t>MLU Triton</a:t>
            </a:r>
          </a:p>
        </p:txBody>
      </p:sp>
      <p:sp>
        <p:nvSpPr>
          <p:cNvPr id="22" name="s18-mlu-divider-1"/>
          <p:cNvSpPr>
            <a:spLocks noGrp="1"/>
          </p:cNvSpPr>
          <p:nvPr/>
        </p:nvSpPr>
        <p:spPr>
          <a:xfrm>
            <a:off x="1247775" y="1760537"/>
            <a:ext cx="9525" cy="1562100"/>
          </a:xfrm>
          <a:prstGeom prst="rect">
            <a:avLst/>
          </a:prstGeom>
          <a:solidFill>
            <a:srgbClr val="EEF2F5"/>
          </a:solidFill>
          <a:ln w="0">
            <a:solidFill>
              <a:srgbClr val="D6DEE6"/>
            </a:solidFill>
            <a:prstDash val="solid"/>
          </a:ln>
          <a:effectLst/>
        </p:spPr>
      </p:sp>
      <p:sp>
        <p:nvSpPr>
          <p:cNvPr id="23" name="s18-mlu-divider-2"/>
          <p:cNvSpPr>
            <a:spLocks noGrp="1"/>
          </p:cNvSpPr>
          <p:nvPr/>
        </p:nvSpPr>
        <p:spPr>
          <a:xfrm>
            <a:off x="3276600" y="1760537"/>
            <a:ext cx="9525" cy="1562100"/>
          </a:xfrm>
          <a:prstGeom prst="rect">
            <a:avLst/>
          </a:prstGeom>
          <a:solidFill>
            <a:srgbClr val="EEF2F5"/>
          </a:solidFill>
          <a:ln w="0">
            <a:solidFill>
              <a:srgbClr val="D6DEE6"/>
            </a:solidFill>
            <a:prstDash val="solid"/>
          </a:ln>
          <a:effectLst/>
        </p:spPr>
      </p:sp>
      <p:sp>
        <p:nvSpPr>
          <p:cNvPr id="24" name="s18-mlu-divider-3"/>
          <p:cNvSpPr>
            <a:spLocks noGrp="1"/>
          </p:cNvSpPr>
          <p:nvPr/>
        </p:nvSpPr>
        <p:spPr>
          <a:xfrm>
            <a:off x="4543425" y="1760537"/>
            <a:ext cx="9525" cy="1562100"/>
          </a:xfrm>
          <a:prstGeom prst="rect">
            <a:avLst/>
          </a:prstGeom>
          <a:solidFill>
            <a:srgbClr val="EEF2F5"/>
          </a:solidFill>
          <a:ln w="0">
            <a:solidFill>
              <a:srgbClr val="D6DEE6"/>
            </a:solidFill>
            <a:prstDash val="solid"/>
          </a:ln>
          <a:effectLst/>
        </p:spPr>
      </p:sp>
      <p:sp>
        <p:nvSpPr>
          <p:cNvPr id="25" name="s18-mlu-c1-number"/>
          <p:cNvSpPr>
            <a:spLocks noGrp="1"/>
          </p:cNvSpPr>
          <p:nvPr/>
        </p:nvSpPr>
        <p:spPr>
          <a:xfrm>
            <a:off x="190500" y="1760537"/>
            <a:ext cx="200025" cy="200025"/>
          </a:xfrm>
          <a:prstGeom prst="roundRect">
            <a:avLst>
              <a:gd name="adj" fmla="val 47619"/>
            </a:avLst>
          </a:prstGeom>
          <a:noFill/>
          <a:ln w="0">
            <a:noFill/>
            <a:prstDash val="solid"/>
          </a:ln>
          <a:effectLst/>
          <a:extLst>
            <a:ext uri="{909E8E84-426E-40DD-AFC4-6F175D3DCCD1}">
              <a14:hiddenFill xmlns:a14="http://schemas.microsoft.com/office/drawing/2010/main">
                <a:solidFill>
                  <a:srgbClr val="5B7188"/>
                </a:solidFill>
              </a14:hiddenFill>
            </a:ext>
            <a:ext uri="{91240B29-F687-4F45-9708-019B960494DF}">
              <a14:hiddenLine xmlns:a14="http://schemas.microsoft.com/office/drawing/2010/main" w="0">
                <a:solidFill>
                  <a:srgbClr val="294A6D"/>
                </a:solidFill>
                <a:prstDash val="solid"/>
              </a14:hiddenLine>
            </a:ext>
          </a:extLst>
        </p:spPr>
        <p:txBody>
          <a:bodyPr wrap="square" lIns="0" tIns="0" rIns="0" bIns="0" anchor="ctr">
            <a:normAutofit/>
          </a:bodyPr>
          <a:lstStyle/>
          <a:p>
            <a:pPr algn="ctr">
              <a:defRPr sz="825" b="1">
                <a:solidFill>
                  <a:srgbClr val="FFFFFF"/>
                </a:solidFill>
                <a:latin typeface="Calibri" panose="020F0502020204030204"/>
                <a:ea typeface="Calibri" panose="020F0502020204030204"/>
                <a:cs typeface="Calibri" panose="020F0502020204030204"/>
              </a:defRPr>
            </a:pPr>
            <a:r>
              <a:rPr sz="825" b="1">
                <a:solidFill>
                  <a:srgbClr val="FFFFFF"/>
                </a:solidFill>
                <a:latin typeface="Times New Roman" panose="02020603050405020304" pitchFamily="18" charset="0"/>
                <a:ea typeface="微软雅黑" panose="020B0503020204020204" charset="-122"/>
                <a:cs typeface="Times New Roman" panose="02020603050405020304" pitchFamily="18" charset="0"/>
              </a:rPr>
              <a:t>1</a:t>
            </a:r>
          </a:p>
        </p:txBody>
      </p:sp>
      <p:sp>
        <p:nvSpPr>
          <p:cNvPr id="26" name="s18-mlu-c1-title"/>
          <p:cNvSpPr>
            <a:spLocks noGrp="1"/>
          </p:cNvSpPr>
          <p:nvPr/>
        </p:nvSpPr>
        <p:spPr>
          <a:xfrm>
            <a:off x="438150" y="1751012"/>
            <a:ext cx="762000" cy="219075"/>
          </a:xfrm>
          <a:prstGeom prst="rect">
            <a:avLst/>
          </a:prstGeom>
          <a:noFill/>
          <a:ln w="0">
            <a:noFill/>
            <a:prstDash val="solid"/>
          </a:ln>
          <a:effectLst/>
        </p:spPr>
        <p:txBody>
          <a:bodyPr wrap="square" lIns="0" tIns="0" rIns="0" bIns="0" anchor="ctr">
            <a:normAutofit/>
          </a:bodyPr>
          <a:lstStyle/>
          <a:p>
            <a:pPr algn="l">
              <a:defRPr sz="990" b="1">
                <a:solidFill>
                  <a:srgbClr val="0E56C9"/>
                </a:solidFill>
                <a:latin typeface="微软雅黑" panose="020B0503020204020204" charset="-122"/>
                <a:ea typeface="微软雅黑" panose="020B0503020204020204" charset="-122"/>
                <a:cs typeface="微软雅黑" panose="020B0503020204020204" charset="-122"/>
              </a:defRPr>
            </a:pPr>
            <a:r>
              <a:rPr sz="990" b="1">
                <a:solidFill>
                  <a:srgbClr val="294A6D"/>
                </a:solidFill>
                <a:latin typeface="Times New Roman" panose="02020603050405020304" pitchFamily="18" charset="0"/>
                <a:ea typeface="微软雅黑" panose="020B0503020204020204" charset="-122"/>
                <a:cs typeface="Times New Roman" panose="02020603050405020304" pitchFamily="18" charset="0"/>
              </a:rPr>
              <a:t>当前阶段</a:t>
            </a:r>
          </a:p>
        </p:txBody>
      </p:sp>
      <p:sp>
        <p:nvSpPr>
          <p:cNvPr id="27" name="s18-mlu-c2-number"/>
          <p:cNvSpPr>
            <a:spLocks noGrp="1"/>
          </p:cNvSpPr>
          <p:nvPr/>
        </p:nvSpPr>
        <p:spPr>
          <a:xfrm>
            <a:off x="1333500" y="1760537"/>
            <a:ext cx="200025" cy="200025"/>
          </a:xfrm>
          <a:prstGeom prst="roundRect">
            <a:avLst>
              <a:gd name="adj" fmla="val 47619"/>
            </a:avLst>
          </a:prstGeom>
          <a:noFill/>
          <a:ln w="0">
            <a:noFill/>
            <a:prstDash val="solid"/>
          </a:ln>
          <a:effectLst/>
          <a:extLst>
            <a:ext uri="{909E8E84-426E-40DD-AFC4-6F175D3DCCD1}">
              <a14:hiddenFill xmlns:a14="http://schemas.microsoft.com/office/drawing/2010/main">
                <a:solidFill>
                  <a:srgbClr val="5B7188"/>
                </a:solidFill>
              </a14:hiddenFill>
            </a:ext>
            <a:ext uri="{91240B29-F687-4F45-9708-019B960494DF}">
              <a14:hiddenLine xmlns:a14="http://schemas.microsoft.com/office/drawing/2010/main" w="0">
                <a:solidFill>
                  <a:srgbClr val="294A6D"/>
                </a:solidFill>
                <a:prstDash val="solid"/>
              </a14:hiddenLine>
            </a:ext>
          </a:extLst>
        </p:spPr>
        <p:txBody>
          <a:bodyPr wrap="square" lIns="0" tIns="0" rIns="0" bIns="0" anchor="ctr">
            <a:normAutofit/>
          </a:bodyPr>
          <a:lstStyle/>
          <a:p>
            <a:pPr algn="ctr">
              <a:defRPr sz="825" b="1">
                <a:solidFill>
                  <a:srgbClr val="FFFFFF"/>
                </a:solidFill>
                <a:latin typeface="Calibri" panose="020F0502020204030204"/>
                <a:ea typeface="Calibri" panose="020F0502020204030204"/>
                <a:cs typeface="Calibri" panose="020F0502020204030204"/>
              </a:defRPr>
            </a:pPr>
            <a:r>
              <a:rPr sz="825" b="1">
                <a:solidFill>
                  <a:srgbClr val="FFFFFF"/>
                </a:solidFill>
                <a:latin typeface="Times New Roman" panose="02020603050405020304" pitchFamily="18" charset="0"/>
                <a:ea typeface="微软雅黑" panose="020B0503020204020204" charset="-122"/>
                <a:cs typeface="Times New Roman" panose="02020603050405020304" pitchFamily="18" charset="0"/>
              </a:rPr>
              <a:t>2</a:t>
            </a:r>
          </a:p>
        </p:txBody>
      </p:sp>
      <p:sp>
        <p:nvSpPr>
          <p:cNvPr id="28" name="s18-mlu-c2-title"/>
          <p:cNvSpPr>
            <a:spLocks noGrp="1"/>
          </p:cNvSpPr>
          <p:nvPr/>
        </p:nvSpPr>
        <p:spPr>
          <a:xfrm>
            <a:off x="1581150" y="1751012"/>
            <a:ext cx="1619250" cy="219075"/>
          </a:xfrm>
          <a:prstGeom prst="rect">
            <a:avLst/>
          </a:prstGeom>
          <a:noFill/>
          <a:ln w="0">
            <a:noFill/>
            <a:prstDash val="solid"/>
          </a:ln>
          <a:effectLst/>
        </p:spPr>
        <p:txBody>
          <a:bodyPr wrap="square" lIns="0" tIns="0" rIns="0" bIns="0" anchor="ctr">
            <a:normAutofit/>
          </a:bodyPr>
          <a:lstStyle/>
          <a:p>
            <a:pPr algn="l">
              <a:defRPr sz="990" b="1">
                <a:solidFill>
                  <a:srgbClr val="0E56C9"/>
                </a:solidFill>
                <a:latin typeface="微软雅黑" panose="020B0503020204020204" charset="-122"/>
                <a:ea typeface="微软雅黑" panose="020B0503020204020204" charset="-122"/>
                <a:cs typeface="微软雅黑" panose="020B0503020204020204" charset="-122"/>
              </a:defRPr>
            </a:pPr>
            <a:r>
              <a:rPr sz="990" b="1">
                <a:solidFill>
                  <a:srgbClr val="294A6D"/>
                </a:solidFill>
                <a:latin typeface="Times New Roman" panose="02020603050405020304" pitchFamily="18" charset="0"/>
                <a:ea typeface="微软雅黑" panose="020B0503020204020204" charset="-122"/>
                <a:cs typeface="Times New Roman" panose="02020603050405020304" pitchFamily="18" charset="0"/>
              </a:rPr>
              <a:t>已完成</a:t>
            </a:r>
          </a:p>
        </p:txBody>
      </p:sp>
      <p:sp>
        <p:nvSpPr>
          <p:cNvPr id="29" name="s18-mlu-c3-number"/>
          <p:cNvSpPr>
            <a:spLocks noGrp="1"/>
          </p:cNvSpPr>
          <p:nvPr/>
        </p:nvSpPr>
        <p:spPr>
          <a:xfrm>
            <a:off x="3371850" y="1760537"/>
            <a:ext cx="200025" cy="200025"/>
          </a:xfrm>
          <a:prstGeom prst="roundRect">
            <a:avLst>
              <a:gd name="adj" fmla="val 47619"/>
            </a:avLst>
          </a:prstGeom>
          <a:noFill/>
          <a:ln w="0">
            <a:noFill/>
            <a:prstDash val="solid"/>
          </a:ln>
          <a:effectLst/>
          <a:extLst>
            <a:ext uri="{909E8E84-426E-40DD-AFC4-6F175D3DCCD1}">
              <a14:hiddenFill xmlns:a14="http://schemas.microsoft.com/office/drawing/2010/main">
                <a:solidFill>
                  <a:srgbClr val="5B7188"/>
                </a:solidFill>
              </a14:hiddenFill>
            </a:ext>
            <a:ext uri="{91240B29-F687-4F45-9708-019B960494DF}">
              <a14:hiddenLine xmlns:a14="http://schemas.microsoft.com/office/drawing/2010/main" w="0">
                <a:solidFill>
                  <a:srgbClr val="294A6D"/>
                </a:solidFill>
                <a:prstDash val="solid"/>
              </a14:hiddenLine>
            </a:ext>
          </a:extLst>
        </p:spPr>
        <p:txBody>
          <a:bodyPr wrap="square" lIns="0" tIns="0" rIns="0" bIns="0" anchor="ctr">
            <a:normAutofit/>
          </a:bodyPr>
          <a:lstStyle/>
          <a:p>
            <a:pPr algn="ctr">
              <a:defRPr sz="825" b="1">
                <a:solidFill>
                  <a:srgbClr val="FFFFFF"/>
                </a:solidFill>
                <a:latin typeface="Calibri" panose="020F0502020204030204"/>
                <a:ea typeface="Calibri" panose="020F0502020204030204"/>
                <a:cs typeface="Calibri" panose="020F0502020204030204"/>
              </a:defRPr>
            </a:pPr>
            <a:r>
              <a:rPr sz="825" b="1">
                <a:solidFill>
                  <a:srgbClr val="FFFFFF"/>
                </a:solidFill>
                <a:latin typeface="Times New Roman" panose="02020603050405020304" pitchFamily="18" charset="0"/>
                <a:ea typeface="微软雅黑" panose="020B0503020204020204" charset="-122"/>
                <a:cs typeface="Times New Roman" panose="02020603050405020304" pitchFamily="18" charset="0"/>
              </a:rPr>
              <a:t>3</a:t>
            </a:r>
          </a:p>
        </p:txBody>
      </p:sp>
      <p:sp>
        <p:nvSpPr>
          <p:cNvPr id="30" name="s18-mlu-c3-title"/>
          <p:cNvSpPr>
            <a:spLocks noGrp="1"/>
          </p:cNvSpPr>
          <p:nvPr/>
        </p:nvSpPr>
        <p:spPr>
          <a:xfrm>
            <a:off x="3619500" y="1751012"/>
            <a:ext cx="857250" cy="219075"/>
          </a:xfrm>
          <a:prstGeom prst="rect">
            <a:avLst/>
          </a:prstGeom>
          <a:noFill/>
          <a:ln w="0">
            <a:noFill/>
            <a:prstDash val="solid"/>
          </a:ln>
          <a:effectLst/>
        </p:spPr>
        <p:txBody>
          <a:bodyPr wrap="square" lIns="0" tIns="0" rIns="0" bIns="0" anchor="ctr">
            <a:normAutofit/>
          </a:bodyPr>
          <a:lstStyle/>
          <a:p>
            <a:pPr algn="l">
              <a:defRPr sz="990" b="1">
                <a:solidFill>
                  <a:srgbClr val="0E56C9"/>
                </a:solidFill>
                <a:latin typeface="微软雅黑" panose="020B0503020204020204" charset="-122"/>
                <a:ea typeface="微软雅黑" panose="020B0503020204020204" charset="-122"/>
                <a:cs typeface="微软雅黑" panose="020B0503020204020204" charset="-122"/>
              </a:defRPr>
            </a:pPr>
            <a:r>
              <a:rPr sz="990" b="1">
                <a:solidFill>
                  <a:srgbClr val="294A6D"/>
                </a:solidFill>
                <a:latin typeface="Times New Roman" panose="02020603050405020304" pitchFamily="18" charset="0"/>
                <a:ea typeface="微软雅黑" panose="020B0503020204020204" charset="-122"/>
                <a:cs typeface="Times New Roman" panose="02020603050405020304" pitchFamily="18" charset="0"/>
              </a:rPr>
              <a:t>验证程度</a:t>
            </a:r>
          </a:p>
        </p:txBody>
      </p:sp>
      <p:sp>
        <p:nvSpPr>
          <p:cNvPr id="31" name="s18-mlu-c4-number"/>
          <p:cNvSpPr>
            <a:spLocks noGrp="1"/>
          </p:cNvSpPr>
          <p:nvPr/>
        </p:nvSpPr>
        <p:spPr>
          <a:xfrm>
            <a:off x="4638675" y="1760537"/>
            <a:ext cx="200025" cy="200025"/>
          </a:xfrm>
          <a:prstGeom prst="roundRect">
            <a:avLst>
              <a:gd name="adj" fmla="val 47619"/>
            </a:avLst>
          </a:prstGeom>
          <a:noFill/>
          <a:ln w="0">
            <a:noFill/>
            <a:prstDash val="solid"/>
          </a:ln>
          <a:effectLst/>
          <a:extLst>
            <a:ext uri="{909E8E84-426E-40DD-AFC4-6F175D3DCCD1}">
              <a14:hiddenFill xmlns:a14="http://schemas.microsoft.com/office/drawing/2010/main">
                <a:solidFill>
                  <a:srgbClr val="5B7188"/>
                </a:solidFill>
              </a14:hiddenFill>
            </a:ext>
            <a:ext uri="{91240B29-F687-4F45-9708-019B960494DF}">
              <a14:hiddenLine xmlns:a14="http://schemas.microsoft.com/office/drawing/2010/main" w="0">
                <a:solidFill>
                  <a:srgbClr val="294A6D"/>
                </a:solidFill>
                <a:prstDash val="solid"/>
              </a14:hiddenLine>
            </a:ext>
          </a:extLst>
        </p:spPr>
        <p:txBody>
          <a:bodyPr wrap="square" lIns="0" tIns="0" rIns="0" bIns="0" anchor="ctr">
            <a:normAutofit/>
          </a:bodyPr>
          <a:lstStyle/>
          <a:p>
            <a:pPr algn="ctr">
              <a:defRPr sz="825" b="1">
                <a:solidFill>
                  <a:srgbClr val="FFFFFF"/>
                </a:solidFill>
                <a:latin typeface="Calibri" panose="020F0502020204030204"/>
                <a:ea typeface="Calibri" panose="020F0502020204030204"/>
                <a:cs typeface="Calibri" panose="020F0502020204030204"/>
              </a:defRPr>
            </a:pPr>
            <a:r>
              <a:rPr sz="825" b="1">
                <a:solidFill>
                  <a:srgbClr val="FFFFFF"/>
                </a:solidFill>
                <a:latin typeface="Times New Roman" panose="02020603050405020304" pitchFamily="18" charset="0"/>
                <a:ea typeface="微软雅黑" panose="020B0503020204020204" charset="-122"/>
                <a:cs typeface="Times New Roman" panose="02020603050405020304" pitchFamily="18" charset="0"/>
              </a:rPr>
              <a:t>4</a:t>
            </a:r>
          </a:p>
        </p:txBody>
      </p:sp>
      <p:sp>
        <p:nvSpPr>
          <p:cNvPr id="32" name="s18-mlu-c4-title"/>
          <p:cNvSpPr>
            <a:spLocks noGrp="1"/>
          </p:cNvSpPr>
          <p:nvPr/>
        </p:nvSpPr>
        <p:spPr>
          <a:xfrm>
            <a:off x="4886325" y="1751012"/>
            <a:ext cx="819150" cy="219075"/>
          </a:xfrm>
          <a:prstGeom prst="rect">
            <a:avLst/>
          </a:prstGeom>
          <a:noFill/>
          <a:ln w="0">
            <a:noFill/>
            <a:prstDash val="solid"/>
          </a:ln>
          <a:effectLst/>
        </p:spPr>
        <p:txBody>
          <a:bodyPr wrap="square" lIns="0" tIns="0" rIns="0" bIns="0" anchor="ctr">
            <a:normAutofit/>
          </a:bodyPr>
          <a:lstStyle/>
          <a:p>
            <a:pPr algn="l">
              <a:defRPr sz="990" b="1">
                <a:solidFill>
                  <a:srgbClr val="0E56C9"/>
                </a:solidFill>
                <a:latin typeface="微软雅黑" panose="020B0503020204020204" charset="-122"/>
                <a:ea typeface="微软雅黑" panose="020B0503020204020204" charset="-122"/>
                <a:cs typeface="微软雅黑" panose="020B0503020204020204" charset="-122"/>
              </a:defRPr>
            </a:pPr>
            <a:r>
              <a:rPr sz="990" b="1">
                <a:solidFill>
                  <a:srgbClr val="294A6D"/>
                </a:solidFill>
                <a:latin typeface="Times New Roman" panose="02020603050405020304" pitchFamily="18" charset="0"/>
                <a:ea typeface="微软雅黑" panose="020B0503020204020204" charset="-122"/>
                <a:cs typeface="Times New Roman" panose="02020603050405020304" pitchFamily="18" charset="0"/>
              </a:rPr>
              <a:t>下一步</a:t>
            </a:r>
          </a:p>
        </p:txBody>
      </p:sp>
      <p:sp>
        <p:nvSpPr>
          <p:cNvPr id="33" name="s18-mlu-stage"/>
          <p:cNvSpPr>
            <a:spLocks noGrp="1"/>
          </p:cNvSpPr>
          <p:nvPr/>
        </p:nvSpPr>
        <p:spPr>
          <a:xfrm>
            <a:off x="190500" y="2036762"/>
            <a:ext cx="971550" cy="400050"/>
          </a:xfrm>
          <a:prstGeom prst="rect">
            <a:avLst/>
          </a:prstGeom>
          <a:noFill/>
          <a:ln w="0">
            <a:noFill/>
            <a:prstDash val="solid"/>
          </a:ln>
          <a:effectLst/>
        </p:spPr>
        <p:txBody>
          <a:bodyPr wrap="square" lIns="0" tIns="19050" rIns="0" bIns="0" anchor="t">
            <a:normAutofit/>
          </a:bodyPr>
          <a:lstStyle/>
          <a:p>
            <a:pPr algn="l">
              <a:defRPr sz="865" b="1">
                <a:solidFill>
                  <a:srgbClr val="24344D"/>
                </a:solidFill>
                <a:latin typeface="微软雅黑" panose="020B0503020204020204" charset="-122"/>
                <a:ea typeface="微软雅黑" panose="020B0503020204020204" charset="-122"/>
                <a:cs typeface="微软雅黑" panose="020B0503020204020204" charset="-122"/>
              </a:defRPr>
            </a:pPr>
            <a:r>
              <a:rPr sz="865" b="1" dirty="0" err="1">
                <a:solidFill>
                  <a:srgbClr val="2F3A45"/>
                </a:solidFill>
                <a:latin typeface="Times New Roman" panose="02020603050405020304" pitchFamily="18" charset="0"/>
                <a:ea typeface="微软雅黑" panose="020B0503020204020204" charset="-122"/>
                <a:cs typeface="Times New Roman" panose="02020603050405020304" pitchFamily="18" charset="0"/>
              </a:rPr>
              <a:t>完成基础闭环验证</a:t>
            </a:r>
            <a:endParaRPr sz="865" b="1" dirty="0">
              <a:solidFill>
                <a:srgbClr val="2F3A45"/>
              </a:solidFill>
              <a:latin typeface="Times New Roman" panose="02020603050405020304" pitchFamily="18" charset="0"/>
              <a:ea typeface="微软雅黑" panose="020B0503020204020204" charset="-122"/>
              <a:cs typeface="Times New Roman" panose="02020603050405020304" pitchFamily="18" charset="0"/>
            </a:endParaRPr>
          </a:p>
        </p:txBody>
      </p:sp>
      <p:sp>
        <p:nvSpPr>
          <p:cNvPr id="34" name="s18-mlu-done-1-symbol"/>
          <p:cNvSpPr>
            <a:spLocks noGrp="1"/>
          </p:cNvSpPr>
          <p:nvPr/>
        </p:nvSpPr>
        <p:spPr>
          <a:xfrm>
            <a:off x="1352550" y="2017712"/>
            <a:ext cx="133350" cy="190500"/>
          </a:xfrm>
          <a:prstGeom prst="rect">
            <a:avLst/>
          </a:prstGeom>
          <a:noFill/>
          <a:ln w="0">
            <a:noFill/>
            <a:prstDash val="solid"/>
          </a:ln>
          <a:effectLst/>
        </p:spPr>
        <p:txBody>
          <a:bodyPr wrap="square" lIns="0" tIns="0" rIns="0" bIns="0" anchor="ctr">
            <a:normAutofit/>
          </a:bodyPr>
          <a:lstStyle/>
          <a:p>
            <a:pPr algn="ctr">
              <a:defRPr sz="865" b="1">
                <a:solidFill>
                  <a:srgbClr val="14855C"/>
                </a:solidFill>
                <a:latin typeface="微软雅黑" panose="020B0503020204020204" charset="-122"/>
                <a:ea typeface="微软雅黑" panose="020B0503020204020204" charset="-122"/>
                <a:cs typeface="微软雅黑" panose="020B0503020204020204" charset="-122"/>
              </a:defRPr>
            </a:pPr>
            <a:r>
              <a:rPr sz="865" b="1">
                <a:solidFill>
                  <a:srgbClr val="4F8A83"/>
                </a:solidFill>
                <a:latin typeface="Times New Roman" panose="02020603050405020304" pitchFamily="18" charset="0"/>
                <a:ea typeface="微软雅黑" panose="020B0503020204020204" charset="-122"/>
                <a:cs typeface="Times New Roman" panose="02020603050405020304" pitchFamily="18" charset="0"/>
              </a:rPr>
              <a:t>✓</a:t>
            </a:r>
          </a:p>
        </p:txBody>
      </p:sp>
      <p:sp>
        <p:nvSpPr>
          <p:cNvPr id="35" name="s18-mlu-done-1-text"/>
          <p:cNvSpPr>
            <a:spLocks noGrp="1"/>
          </p:cNvSpPr>
          <p:nvPr/>
        </p:nvSpPr>
        <p:spPr>
          <a:xfrm>
            <a:off x="1514475" y="2017712"/>
            <a:ext cx="1724025" cy="190500"/>
          </a:xfrm>
          <a:prstGeom prst="rect">
            <a:avLst/>
          </a:prstGeom>
          <a:noFill/>
          <a:ln w="0">
            <a:noFill/>
            <a:prstDash val="solid"/>
          </a:ln>
          <a:effectLst/>
        </p:spPr>
        <p:txBody>
          <a:bodyPr wrap="square" lIns="0" tIns="0" rIns="0" bIns="0" anchor="ctr">
            <a:normAutofit fontScale="95917"/>
          </a:bodyPr>
          <a:lstStyle/>
          <a:p>
            <a:pPr algn="l">
              <a:defRPr sz="765" b="0">
                <a:solidFill>
                  <a:srgbClr val="24344D"/>
                </a:solidFill>
                <a:latin typeface="微软雅黑" panose="020B0503020204020204" charset="-122"/>
                <a:ea typeface="微软雅黑" panose="020B0503020204020204" charset="-122"/>
                <a:cs typeface="微软雅黑" panose="020B0503020204020204" charset="-122"/>
              </a:defRPr>
            </a:pPr>
            <a:r>
              <a:rPr sz="765" b="1">
                <a:solidFill>
                  <a:srgbClr val="2F3A45"/>
                </a:solidFill>
                <a:latin typeface="Times New Roman" panose="02020603050405020304" pitchFamily="18" charset="0"/>
                <a:ea typeface="微软雅黑" panose="020B0503020204020204" charset="-122"/>
                <a:cs typeface="Times New Roman" panose="02020603050405020304" pitchFamily="18" charset="0"/>
              </a:rPr>
              <a:t>Main / Code-Gen / Review / Optimize</a:t>
            </a:r>
          </a:p>
        </p:txBody>
      </p:sp>
      <p:sp>
        <p:nvSpPr>
          <p:cNvPr id="36" name="s18-mlu-done-2-symbol"/>
          <p:cNvSpPr>
            <a:spLocks noGrp="1"/>
          </p:cNvSpPr>
          <p:nvPr/>
        </p:nvSpPr>
        <p:spPr>
          <a:xfrm>
            <a:off x="1352550" y="2246312"/>
            <a:ext cx="133350" cy="190500"/>
          </a:xfrm>
          <a:prstGeom prst="rect">
            <a:avLst/>
          </a:prstGeom>
          <a:noFill/>
          <a:ln w="0">
            <a:noFill/>
            <a:prstDash val="solid"/>
          </a:ln>
          <a:effectLst/>
        </p:spPr>
        <p:txBody>
          <a:bodyPr wrap="square" lIns="0" tIns="0" rIns="0" bIns="0" anchor="ctr">
            <a:normAutofit/>
          </a:bodyPr>
          <a:lstStyle/>
          <a:p>
            <a:pPr algn="ctr">
              <a:defRPr sz="865" b="1">
                <a:solidFill>
                  <a:srgbClr val="14855C"/>
                </a:solidFill>
                <a:latin typeface="微软雅黑" panose="020B0503020204020204" charset="-122"/>
                <a:ea typeface="微软雅黑" panose="020B0503020204020204" charset="-122"/>
                <a:cs typeface="微软雅黑" panose="020B0503020204020204" charset="-122"/>
              </a:defRPr>
            </a:pPr>
            <a:r>
              <a:rPr sz="865" b="1">
                <a:solidFill>
                  <a:srgbClr val="4F8A83"/>
                </a:solidFill>
                <a:latin typeface="Times New Roman" panose="02020603050405020304" pitchFamily="18" charset="0"/>
                <a:ea typeface="微软雅黑" panose="020B0503020204020204" charset="-122"/>
                <a:cs typeface="Times New Roman" panose="02020603050405020304" pitchFamily="18" charset="0"/>
              </a:rPr>
              <a:t>✓</a:t>
            </a:r>
          </a:p>
        </p:txBody>
      </p:sp>
      <p:sp>
        <p:nvSpPr>
          <p:cNvPr id="37" name="s18-mlu-done-2-text"/>
          <p:cNvSpPr>
            <a:spLocks noGrp="1"/>
          </p:cNvSpPr>
          <p:nvPr/>
        </p:nvSpPr>
        <p:spPr>
          <a:xfrm>
            <a:off x="1514475" y="2246312"/>
            <a:ext cx="1724025" cy="190500"/>
          </a:xfrm>
          <a:prstGeom prst="rect">
            <a:avLst/>
          </a:prstGeom>
          <a:noFill/>
          <a:ln w="0">
            <a:noFill/>
            <a:prstDash val="solid"/>
          </a:ln>
          <a:effectLst/>
        </p:spPr>
        <p:txBody>
          <a:bodyPr wrap="square" lIns="0" tIns="0" rIns="0" bIns="0" anchor="ctr">
            <a:normAutofit/>
          </a:bodyPr>
          <a:lstStyle/>
          <a:p>
            <a:pPr algn="l">
              <a:defRPr sz="790" b="0">
                <a:solidFill>
                  <a:srgbClr val="24344D"/>
                </a:solidFill>
                <a:latin typeface="微软雅黑" panose="020B0503020204020204" charset="-122"/>
                <a:ea typeface="微软雅黑" panose="020B0503020204020204" charset="-122"/>
                <a:cs typeface="微软雅黑" panose="020B0503020204020204" charset="-122"/>
              </a:defRPr>
            </a:pPr>
            <a:r>
              <a:rPr sz="790" b="1">
                <a:solidFill>
                  <a:srgbClr val="2F3A45"/>
                </a:solidFill>
                <a:latin typeface="Times New Roman" panose="02020603050405020304" pitchFamily="18" charset="0"/>
                <a:ea typeface="微软雅黑" panose="020B0503020204020204" charset="-122"/>
                <a:cs typeface="Times New Roman" panose="02020603050405020304" pitchFamily="18" charset="0"/>
              </a:rPr>
              <a:t>平台知识与开发规则已积累</a:t>
            </a:r>
          </a:p>
        </p:txBody>
      </p:sp>
      <p:sp>
        <p:nvSpPr>
          <p:cNvPr id="38" name="s18-mlu-done-3-symbol"/>
          <p:cNvSpPr>
            <a:spLocks noGrp="1"/>
          </p:cNvSpPr>
          <p:nvPr/>
        </p:nvSpPr>
        <p:spPr>
          <a:xfrm>
            <a:off x="1352550" y="2474912"/>
            <a:ext cx="133350" cy="190500"/>
          </a:xfrm>
          <a:prstGeom prst="rect">
            <a:avLst/>
          </a:prstGeom>
          <a:noFill/>
          <a:ln w="0">
            <a:noFill/>
            <a:prstDash val="solid"/>
          </a:ln>
          <a:effectLst/>
        </p:spPr>
        <p:txBody>
          <a:bodyPr wrap="square" lIns="0" tIns="0" rIns="0" bIns="0" anchor="ctr">
            <a:normAutofit/>
          </a:bodyPr>
          <a:lstStyle/>
          <a:p>
            <a:pPr algn="ctr">
              <a:defRPr sz="865" b="1">
                <a:solidFill>
                  <a:srgbClr val="14855C"/>
                </a:solidFill>
                <a:latin typeface="微软雅黑" panose="020B0503020204020204" charset="-122"/>
                <a:ea typeface="微软雅黑" panose="020B0503020204020204" charset="-122"/>
                <a:cs typeface="微软雅黑" panose="020B0503020204020204" charset="-122"/>
              </a:defRPr>
            </a:pPr>
            <a:r>
              <a:rPr sz="865" b="1">
                <a:solidFill>
                  <a:srgbClr val="4F8A83"/>
                </a:solidFill>
                <a:latin typeface="Times New Roman" panose="02020603050405020304" pitchFamily="18" charset="0"/>
                <a:ea typeface="微软雅黑" panose="020B0503020204020204" charset="-122"/>
                <a:cs typeface="Times New Roman" panose="02020603050405020304" pitchFamily="18" charset="0"/>
              </a:rPr>
              <a:t>✓</a:t>
            </a:r>
          </a:p>
        </p:txBody>
      </p:sp>
      <p:sp>
        <p:nvSpPr>
          <p:cNvPr id="39" name="s18-mlu-done-3-text"/>
          <p:cNvSpPr>
            <a:spLocks noGrp="1"/>
          </p:cNvSpPr>
          <p:nvPr/>
        </p:nvSpPr>
        <p:spPr>
          <a:xfrm>
            <a:off x="1514475" y="2474912"/>
            <a:ext cx="1724025" cy="190500"/>
          </a:xfrm>
          <a:prstGeom prst="rect">
            <a:avLst/>
          </a:prstGeom>
          <a:noFill/>
          <a:ln w="0">
            <a:noFill/>
            <a:prstDash val="solid"/>
          </a:ln>
          <a:effectLst/>
        </p:spPr>
        <p:txBody>
          <a:bodyPr wrap="square" lIns="0" tIns="0" rIns="0" bIns="0" anchor="ctr">
            <a:normAutofit/>
          </a:bodyPr>
          <a:lstStyle/>
          <a:p>
            <a:pPr algn="l">
              <a:defRPr sz="765" b="0">
                <a:solidFill>
                  <a:srgbClr val="24344D"/>
                </a:solidFill>
                <a:latin typeface="微软雅黑" panose="020B0503020204020204" charset="-122"/>
                <a:ea typeface="微软雅黑" panose="020B0503020204020204" charset="-122"/>
                <a:cs typeface="微软雅黑" panose="020B0503020204020204" charset="-122"/>
              </a:defRPr>
            </a:pPr>
            <a:r>
              <a:rPr sz="765" b="1">
                <a:solidFill>
                  <a:srgbClr val="2F3A45"/>
                </a:solidFill>
                <a:latin typeface="Times New Roman" panose="02020603050405020304" pitchFamily="18" charset="0"/>
                <a:ea typeface="微软雅黑" panose="020B0503020204020204" charset="-122"/>
                <a:cs typeface="Times New Roman" panose="02020603050405020304" pitchFamily="18" charset="0"/>
              </a:rPr>
              <a:t>已进行多类算子开发与优化实践</a:t>
            </a:r>
          </a:p>
        </p:txBody>
      </p:sp>
      <p:sp>
        <p:nvSpPr>
          <p:cNvPr id="40" name="s18-mlu-done-4-symbol"/>
          <p:cNvSpPr>
            <a:spLocks noGrp="1"/>
          </p:cNvSpPr>
          <p:nvPr/>
        </p:nvSpPr>
        <p:spPr>
          <a:xfrm>
            <a:off x="1352550" y="2703512"/>
            <a:ext cx="133350" cy="209550"/>
          </a:xfrm>
          <a:prstGeom prst="rect">
            <a:avLst/>
          </a:prstGeom>
          <a:noFill/>
          <a:ln w="0">
            <a:noFill/>
            <a:prstDash val="solid"/>
          </a:ln>
          <a:effectLst/>
        </p:spPr>
        <p:txBody>
          <a:bodyPr wrap="square" lIns="0" tIns="0" rIns="0" bIns="0" anchor="ctr">
            <a:normAutofit/>
          </a:bodyPr>
          <a:lstStyle/>
          <a:p>
            <a:pPr algn="ctr">
              <a:defRPr sz="865" b="1">
                <a:solidFill>
                  <a:srgbClr val="14855C"/>
                </a:solidFill>
                <a:latin typeface="微软雅黑" panose="020B0503020204020204" charset="-122"/>
                <a:ea typeface="微软雅黑" panose="020B0503020204020204" charset="-122"/>
                <a:cs typeface="微软雅黑" panose="020B0503020204020204" charset="-122"/>
              </a:defRPr>
            </a:pPr>
            <a:r>
              <a:rPr sz="865" b="1">
                <a:solidFill>
                  <a:srgbClr val="4F8A83"/>
                </a:solidFill>
                <a:latin typeface="Times New Roman" panose="02020603050405020304" pitchFamily="18" charset="0"/>
                <a:ea typeface="微软雅黑" panose="020B0503020204020204" charset="-122"/>
                <a:cs typeface="Times New Roman" panose="02020603050405020304" pitchFamily="18" charset="0"/>
              </a:rPr>
              <a:t>✓</a:t>
            </a:r>
          </a:p>
        </p:txBody>
      </p:sp>
      <p:sp>
        <p:nvSpPr>
          <p:cNvPr id="41" name="s18-mlu-done-4-text"/>
          <p:cNvSpPr>
            <a:spLocks noGrp="1"/>
          </p:cNvSpPr>
          <p:nvPr/>
        </p:nvSpPr>
        <p:spPr>
          <a:xfrm>
            <a:off x="1514475" y="2703512"/>
            <a:ext cx="1724025" cy="209550"/>
          </a:xfrm>
          <a:prstGeom prst="rect">
            <a:avLst/>
          </a:prstGeom>
          <a:noFill/>
          <a:ln w="0">
            <a:noFill/>
            <a:prstDash val="solid"/>
          </a:ln>
          <a:effectLst/>
        </p:spPr>
        <p:txBody>
          <a:bodyPr wrap="square" lIns="0" tIns="0" rIns="0" bIns="0" anchor="ctr">
            <a:normAutofit fontScale="97500"/>
          </a:bodyPr>
          <a:lstStyle/>
          <a:p>
            <a:pPr algn="l">
              <a:defRPr sz="765" b="0">
                <a:solidFill>
                  <a:srgbClr val="24344D"/>
                </a:solidFill>
                <a:latin typeface="微软雅黑" panose="020B0503020204020204" charset="-122"/>
                <a:ea typeface="微软雅黑" panose="020B0503020204020204" charset="-122"/>
                <a:cs typeface="微软雅黑" panose="020B0503020204020204" charset="-122"/>
              </a:defRPr>
            </a:pPr>
            <a:r>
              <a:rPr sz="765" b="1">
                <a:solidFill>
                  <a:srgbClr val="2F3A45"/>
                </a:solidFill>
                <a:latin typeface="Times New Roman" panose="02020603050405020304" pitchFamily="18" charset="0"/>
                <a:ea typeface="微软雅黑" panose="020B0503020204020204" charset="-122"/>
                <a:cs typeface="Times New Roman" panose="02020603050405020304" pitchFamily="18" charset="0"/>
              </a:rPr>
              <a:t>Benchmark / Profiling 能进入优化流程</a:t>
            </a:r>
          </a:p>
        </p:txBody>
      </p:sp>
      <p:sp>
        <p:nvSpPr>
          <p:cNvPr id="42" name="s18-mlu-validation-1-symbol"/>
          <p:cNvSpPr>
            <a:spLocks noGrp="1"/>
          </p:cNvSpPr>
          <p:nvPr/>
        </p:nvSpPr>
        <p:spPr>
          <a:xfrm>
            <a:off x="3381375" y="2008187"/>
            <a:ext cx="133350" cy="180975"/>
          </a:xfrm>
          <a:prstGeom prst="rect">
            <a:avLst/>
          </a:prstGeom>
          <a:noFill/>
          <a:ln w="0">
            <a:noFill/>
            <a:prstDash val="solid"/>
          </a:ln>
          <a:effectLst/>
        </p:spPr>
        <p:txBody>
          <a:bodyPr wrap="square" lIns="0" tIns="0" rIns="0" bIns="0" anchor="ctr">
            <a:normAutofit/>
          </a:bodyPr>
          <a:lstStyle/>
          <a:p>
            <a:pPr algn="ctr">
              <a:defRPr sz="865" b="1">
                <a:solidFill>
                  <a:srgbClr val="14855C"/>
                </a:solidFill>
                <a:latin typeface="微软雅黑" panose="020B0503020204020204" charset="-122"/>
                <a:ea typeface="微软雅黑" panose="020B0503020204020204" charset="-122"/>
                <a:cs typeface="微软雅黑" panose="020B0503020204020204" charset="-122"/>
              </a:defRPr>
            </a:pPr>
            <a:r>
              <a:rPr sz="865" b="1">
                <a:solidFill>
                  <a:srgbClr val="4F8A83"/>
                </a:solidFill>
                <a:latin typeface="Times New Roman" panose="02020603050405020304" pitchFamily="18" charset="0"/>
                <a:ea typeface="微软雅黑" panose="020B0503020204020204" charset="-122"/>
                <a:cs typeface="Times New Roman" panose="02020603050405020304" pitchFamily="18" charset="0"/>
              </a:rPr>
              <a:t>✓</a:t>
            </a:r>
          </a:p>
        </p:txBody>
      </p:sp>
      <p:sp>
        <p:nvSpPr>
          <p:cNvPr id="43" name="s18-mlu-validation-1-text"/>
          <p:cNvSpPr>
            <a:spLocks noGrp="1"/>
          </p:cNvSpPr>
          <p:nvPr/>
        </p:nvSpPr>
        <p:spPr>
          <a:xfrm>
            <a:off x="3543300" y="2008187"/>
            <a:ext cx="942975" cy="180975"/>
          </a:xfrm>
          <a:prstGeom prst="rect">
            <a:avLst/>
          </a:prstGeom>
          <a:noFill/>
          <a:ln w="0">
            <a:noFill/>
            <a:prstDash val="solid"/>
          </a:ln>
          <a:effectLst/>
        </p:spPr>
        <p:txBody>
          <a:bodyPr wrap="square" lIns="0" tIns="0" rIns="0" bIns="0" anchor="ctr">
            <a:normAutofit/>
          </a:bodyPr>
          <a:lstStyle/>
          <a:p>
            <a:pPr algn="l">
              <a:defRPr sz="795" b="0">
                <a:solidFill>
                  <a:srgbClr val="24344D"/>
                </a:solidFill>
                <a:latin typeface="微软雅黑" panose="020B0503020204020204" charset="-122"/>
                <a:ea typeface="微软雅黑" panose="020B0503020204020204" charset="-122"/>
                <a:cs typeface="微软雅黑" panose="020B0503020204020204" charset="-122"/>
              </a:defRPr>
            </a:pPr>
            <a:r>
              <a:rPr sz="795" b="1">
                <a:solidFill>
                  <a:srgbClr val="2F3A45"/>
                </a:solidFill>
                <a:latin typeface="Times New Roman" panose="02020603050405020304" pitchFamily="18" charset="0"/>
                <a:ea typeface="微软雅黑" panose="020B0503020204020204" charset="-122"/>
                <a:cs typeface="Times New Roman" panose="02020603050405020304" pitchFamily="18" charset="0"/>
              </a:rPr>
              <a:t>环境  ✓</a:t>
            </a:r>
          </a:p>
        </p:txBody>
      </p:sp>
      <p:sp>
        <p:nvSpPr>
          <p:cNvPr id="44" name="s18-mlu-validation-2-symbol"/>
          <p:cNvSpPr>
            <a:spLocks noGrp="1"/>
          </p:cNvSpPr>
          <p:nvPr/>
        </p:nvSpPr>
        <p:spPr>
          <a:xfrm>
            <a:off x="3381375" y="2198687"/>
            <a:ext cx="133350" cy="180975"/>
          </a:xfrm>
          <a:prstGeom prst="rect">
            <a:avLst/>
          </a:prstGeom>
          <a:noFill/>
          <a:ln w="0">
            <a:noFill/>
            <a:prstDash val="solid"/>
          </a:ln>
          <a:effectLst/>
        </p:spPr>
        <p:txBody>
          <a:bodyPr wrap="square" lIns="0" tIns="0" rIns="0" bIns="0" anchor="ctr">
            <a:normAutofit/>
          </a:bodyPr>
          <a:lstStyle/>
          <a:p>
            <a:pPr algn="ctr">
              <a:defRPr sz="865" b="1">
                <a:solidFill>
                  <a:srgbClr val="14855C"/>
                </a:solidFill>
                <a:latin typeface="微软雅黑" panose="020B0503020204020204" charset="-122"/>
                <a:ea typeface="微软雅黑" panose="020B0503020204020204" charset="-122"/>
                <a:cs typeface="微软雅黑" panose="020B0503020204020204" charset="-122"/>
              </a:defRPr>
            </a:pPr>
            <a:r>
              <a:rPr sz="865" b="1">
                <a:solidFill>
                  <a:srgbClr val="4F8A83"/>
                </a:solidFill>
                <a:latin typeface="Times New Roman" panose="02020603050405020304" pitchFamily="18" charset="0"/>
                <a:ea typeface="微软雅黑" panose="020B0503020204020204" charset="-122"/>
                <a:cs typeface="Times New Roman" panose="02020603050405020304" pitchFamily="18" charset="0"/>
              </a:rPr>
              <a:t>✓</a:t>
            </a:r>
          </a:p>
        </p:txBody>
      </p:sp>
      <p:sp>
        <p:nvSpPr>
          <p:cNvPr id="45" name="s18-mlu-validation-2-text"/>
          <p:cNvSpPr>
            <a:spLocks noGrp="1"/>
          </p:cNvSpPr>
          <p:nvPr/>
        </p:nvSpPr>
        <p:spPr>
          <a:xfrm>
            <a:off x="3543300" y="2198687"/>
            <a:ext cx="942975" cy="180975"/>
          </a:xfrm>
          <a:prstGeom prst="rect">
            <a:avLst/>
          </a:prstGeom>
          <a:noFill/>
          <a:ln w="0">
            <a:noFill/>
            <a:prstDash val="solid"/>
          </a:ln>
          <a:effectLst/>
        </p:spPr>
        <p:txBody>
          <a:bodyPr wrap="square" lIns="0" tIns="0" rIns="0" bIns="0" anchor="ctr">
            <a:normAutofit/>
          </a:bodyPr>
          <a:lstStyle/>
          <a:p>
            <a:pPr algn="l">
              <a:defRPr sz="795" b="0">
                <a:solidFill>
                  <a:srgbClr val="24344D"/>
                </a:solidFill>
                <a:latin typeface="微软雅黑" panose="020B0503020204020204" charset="-122"/>
                <a:ea typeface="微软雅黑" panose="020B0503020204020204" charset="-122"/>
                <a:cs typeface="微软雅黑" panose="020B0503020204020204" charset="-122"/>
              </a:defRPr>
            </a:pPr>
            <a:r>
              <a:rPr sz="795" b="1" dirty="0" err="1">
                <a:solidFill>
                  <a:srgbClr val="2F3A45"/>
                </a:solidFill>
                <a:latin typeface="Times New Roman" panose="02020603050405020304" pitchFamily="18" charset="0"/>
                <a:ea typeface="微软雅黑" panose="020B0503020204020204" charset="-122"/>
                <a:cs typeface="Times New Roman" panose="02020603050405020304" pitchFamily="18" charset="0"/>
              </a:rPr>
              <a:t>代码生成</a:t>
            </a:r>
            <a:r>
              <a:rPr sz="795" b="1" dirty="0">
                <a:solidFill>
                  <a:srgbClr val="2F3A45"/>
                </a:solidFill>
                <a:latin typeface="Times New Roman" panose="02020603050405020304" pitchFamily="18" charset="0"/>
                <a:ea typeface="微软雅黑" panose="020B0503020204020204" charset="-122"/>
                <a:cs typeface="Times New Roman" panose="02020603050405020304" pitchFamily="18" charset="0"/>
              </a:rPr>
              <a:t>  ✓</a:t>
            </a:r>
          </a:p>
        </p:txBody>
      </p:sp>
      <p:sp>
        <p:nvSpPr>
          <p:cNvPr id="46" name="s18-mlu-validation-3-symbol"/>
          <p:cNvSpPr>
            <a:spLocks noGrp="1"/>
          </p:cNvSpPr>
          <p:nvPr/>
        </p:nvSpPr>
        <p:spPr>
          <a:xfrm>
            <a:off x="3381375" y="2389187"/>
            <a:ext cx="133350" cy="180975"/>
          </a:xfrm>
          <a:prstGeom prst="rect">
            <a:avLst/>
          </a:prstGeom>
          <a:noFill/>
          <a:ln w="0">
            <a:noFill/>
            <a:prstDash val="solid"/>
          </a:ln>
          <a:effectLst/>
        </p:spPr>
        <p:txBody>
          <a:bodyPr wrap="square" lIns="0" tIns="0" rIns="0" bIns="0" anchor="ctr">
            <a:normAutofit/>
          </a:bodyPr>
          <a:lstStyle/>
          <a:p>
            <a:pPr algn="ctr">
              <a:defRPr sz="865" b="1">
                <a:solidFill>
                  <a:srgbClr val="14855C"/>
                </a:solidFill>
                <a:latin typeface="微软雅黑" panose="020B0503020204020204" charset="-122"/>
                <a:ea typeface="微软雅黑" panose="020B0503020204020204" charset="-122"/>
                <a:cs typeface="微软雅黑" panose="020B0503020204020204" charset="-122"/>
              </a:defRPr>
            </a:pPr>
            <a:r>
              <a:rPr sz="865" b="1">
                <a:solidFill>
                  <a:srgbClr val="4F8A83"/>
                </a:solidFill>
                <a:latin typeface="Times New Roman" panose="02020603050405020304" pitchFamily="18" charset="0"/>
                <a:ea typeface="微软雅黑" panose="020B0503020204020204" charset="-122"/>
                <a:cs typeface="Times New Roman" panose="02020603050405020304" pitchFamily="18" charset="0"/>
              </a:rPr>
              <a:t>✓</a:t>
            </a:r>
          </a:p>
        </p:txBody>
      </p:sp>
      <p:sp>
        <p:nvSpPr>
          <p:cNvPr id="47" name="s18-mlu-validation-3-text"/>
          <p:cNvSpPr>
            <a:spLocks noGrp="1"/>
          </p:cNvSpPr>
          <p:nvPr/>
        </p:nvSpPr>
        <p:spPr>
          <a:xfrm>
            <a:off x="3543300" y="2389187"/>
            <a:ext cx="942975" cy="180975"/>
          </a:xfrm>
          <a:prstGeom prst="rect">
            <a:avLst/>
          </a:prstGeom>
          <a:noFill/>
          <a:ln w="0">
            <a:noFill/>
            <a:prstDash val="solid"/>
          </a:ln>
          <a:effectLst/>
        </p:spPr>
        <p:txBody>
          <a:bodyPr wrap="square" lIns="0" tIns="0" rIns="0" bIns="0" anchor="ctr">
            <a:normAutofit/>
          </a:bodyPr>
          <a:lstStyle/>
          <a:p>
            <a:pPr algn="l">
              <a:defRPr sz="795" b="0">
                <a:solidFill>
                  <a:srgbClr val="24344D"/>
                </a:solidFill>
                <a:latin typeface="微软雅黑" panose="020B0503020204020204" charset="-122"/>
                <a:ea typeface="微软雅黑" panose="020B0503020204020204" charset="-122"/>
                <a:cs typeface="微软雅黑" panose="020B0503020204020204" charset="-122"/>
              </a:defRPr>
            </a:pPr>
            <a:r>
              <a:rPr sz="795" b="1" dirty="0">
                <a:solidFill>
                  <a:srgbClr val="2F3A45"/>
                </a:solidFill>
                <a:latin typeface="Times New Roman" panose="02020603050405020304" pitchFamily="18" charset="0"/>
                <a:ea typeface="微软雅黑" panose="020B0503020204020204" charset="-122"/>
                <a:cs typeface="Times New Roman" panose="02020603050405020304" pitchFamily="18" charset="0"/>
              </a:rPr>
              <a:t>Correctness  ✓</a:t>
            </a:r>
          </a:p>
        </p:txBody>
      </p:sp>
      <p:sp>
        <p:nvSpPr>
          <p:cNvPr id="48" name="s18-mlu-validation-4-symbol"/>
          <p:cNvSpPr>
            <a:spLocks noGrp="1"/>
          </p:cNvSpPr>
          <p:nvPr/>
        </p:nvSpPr>
        <p:spPr>
          <a:xfrm>
            <a:off x="3381375" y="2579687"/>
            <a:ext cx="133350" cy="180975"/>
          </a:xfrm>
          <a:prstGeom prst="rect">
            <a:avLst/>
          </a:prstGeom>
          <a:noFill/>
          <a:ln w="0">
            <a:noFill/>
            <a:prstDash val="solid"/>
          </a:ln>
          <a:effectLst/>
        </p:spPr>
        <p:txBody>
          <a:bodyPr wrap="square" lIns="0" tIns="0" rIns="0" bIns="0" anchor="ctr">
            <a:normAutofit/>
          </a:bodyPr>
          <a:lstStyle/>
          <a:p>
            <a:pPr algn="ctr">
              <a:defRPr sz="865" b="1">
                <a:solidFill>
                  <a:srgbClr val="14855C"/>
                </a:solidFill>
                <a:latin typeface="微软雅黑" panose="020B0503020204020204" charset="-122"/>
                <a:ea typeface="微软雅黑" panose="020B0503020204020204" charset="-122"/>
                <a:cs typeface="微软雅黑" panose="020B0503020204020204" charset="-122"/>
              </a:defRPr>
            </a:pPr>
            <a:r>
              <a:rPr sz="865" b="1">
                <a:solidFill>
                  <a:srgbClr val="4F8A83"/>
                </a:solidFill>
                <a:latin typeface="Times New Roman" panose="02020603050405020304" pitchFamily="18" charset="0"/>
                <a:ea typeface="微软雅黑" panose="020B0503020204020204" charset="-122"/>
                <a:cs typeface="Times New Roman" panose="02020603050405020304" pitchFamily="18" charset="0"/>
              </a:rPr>
              <a:t>✓</a:t>
            </a:r>
          </a:p>
        </p:txBody>
      </p:sp>
      <p:sp>
        <p:nvSpPr>
          <p:cNvPr id="49" name="s18-mlu-validation-4-text"/>
          <p:cNvSpPr>
            <a:spLocks noGrp="1"/>
          </p:cNvSpPr>
          <p:nvPr/>
        </p:nvSpPr>
        <p:spPr>
          <a:xfrm>
            <a:off x="3543300" y="2579687"/>
            <a:ext cx="942975" cy="180975"/>
          </a:xfrm>
          <a:prstGeom prst="rect">
            <a:avLst/>
          </a:prstGeom>
          <a:noFill/>
          <a:ln w="0">
            <a:noFill/>
            <a:prstDash val="solid"/>
          </a:ln>
          <a:effectLst/>
        </p:spPr>
        <p:txBody>
          <a:bodyPr wrap="square" lIns="0" tIns="0" rIns="0" bIns="0" anchor="ctr">
            <a:normAutofit/>
          </a:bodyPr>
          <a:lstStyle/>
          <a:p>
            <a:pPr algn="l">
              <a:defRPr sz="795" b="0">
                <a:solidFill>
                  <a:srgbClr val="24344D"/>
                </a:solidFill>
                <a:latin typeface="微软雅黑" panose="020B0503020204020204" charset="-122"/>
                <a:ea typeface="微软雅黑" panose="020B0503020204020204" charset="-122"/>
                <a:cs typeface="微软雅黑" panose="020B0503020204020204" charset="-122"/>
              </a:defRPr>
            </a:pPr>
            <a:r>
              <a:rPr sz="795" b="1">
                <a:solidFill>
                  <a:srgbClr val="2F3A45"/>
                </a:solidFill>
                <a:latin typeface="Times New Roman" panose="02020603050405020304" pitchFamily="18" charset="0"/>
                <a:ea typeface="微软雅黑" panose="020B0503020204020204" charset="-122"/>
                <a:cs typeface="Times New Roman" panose="02020603050405020304" pitchFamily="18" charset="0"/>
              </a:rPr>
              <a:t>Benchmark  ✓</a:t>
            </a:r>
          </a:p>
        </p:txBody>
      </p:sp>
      <p:sp>
        <p:nvSpPr>
          <p:cNvPr id="50" name="s18-mlu-validation-5-symbol"/>
          <p:cNvSpPr>
            <a:spLocks noGrp="1"/>
          </p:cNvSpPr>
          <p:nvPr/>
        </p:nvSpPr>
        <p:spPr>
          <a:xfrm>
            <a:off x="3381375" y="2770187"/>
            <a:ext cx="133350" cy="180975"/>
          </a:xfrm>
          <a:prstGeom prst="rect">
            <a:avLst/>
          </a:prstGeom>
          <a:noFill/>
          <a:ln w="0">
            <a:noFill/>
            <a:prstDash val="solid"/>
          </a:ln>
          <a:effectLst/>
        </p:spPr>
        <p:txBody>
          <a:bodyPr wrap="square" lIns="0" tIns="0" rIns="0" bIns="0" anchor="ctr">
            <a:normAutofit/>
          </a:bodyPr>
          <a:lstStyle/>
          <a:p>
            <a:pPr algn="ctr">
              <a:defRPr sz="865" b="1">
                <a:solidFill>
                  <a:srgbClr val="14855C"/>
                </a:solidFill>
                <a:latin typeface="微软雅黑" panose="020B0503020204020204" charset="-122"/>
                <a:ea typeface="微软雅黑" panose="020B0503020204020204" charset="-122"/>
                <a:cs typeface="微软雅黑" panose="020B0503020204020204" charset="-122"/>
              </a:defRPr>
            </a:pPr>
            <a:r>
              <a:rPr sz="865" b="1">
                <a:solidFill>
                  <a:srgbClr val="4F8A83"/>
                </a:solidFill>
                <a:latin typeface="Times New Roman" panose="02020603050405020304" pitchFamily="18" charset="0"/>
                <a:ea typeface="微软雅黑" panose="020B0503020204020204" charset="-122"/>
                <a:cs typeface="Times New Roman" panose="02020603050405020304" pitchFamily="18" charset="0"/>
              </a:rPr>
              <a:t>✓</a:t>
            </a:r>
          </a:p>
        </p:txBody>
      </p:sp>
      <p:sp>
        <p:nvSpPr>
          <p:cNvPr id="51" name="s18-mlu-validation-5-text"/>
          <p:cNvSpPr>
            <a:spLocks noGrp="1"/>
          </p:cNvSpPr>
          <p:nvPr/>
        </p:nvSpPr>
        <p:spPr>
          <a:xfrm>
            <a:off x="3543300" y="2770187"/>
            <a:ext cx="942975" cy="180975"/>
          </a:xfrm>
          <a:prstGeom prst="rect">
            <a:avLst/>
          </a:prstGeom>
          <a:noFill/>
          <a:ln w="0">
            <a:noFill/>
            <a:prstDash val="solid"/>
          </a:ln>
          <a:effectLst/>
        </p:spPr>
        <p:txBody>
          <a:bodyPr wrap="square" lIns="0" tIns="0" rIns="0" bIns="0" anchor="ctr">
            <a:normAutofit/>
          </a:bodyPr>
          <a:lstStyle/>
          <a:p>
            <a:pPr algn="l">
              <a:defRPr sz="795" b="0">
                <a:solidFill>
                  <a:srgbClr val="24344D"/>
                </a:solidFill>
                <a:latin typeface="微软雅黑" panose="020B0503020204020204" charset="-122"/>
                <a:ea typeface="微软雅黑" panose="020B0503020204020204" charset="-122"/>
                <a:cs typeface="微软雅黑" panose="020B0503020204020204" charset="-122"/>
              </a:defRPr>
            </a:pPr>
            <a:r>
              <a:rPr sz="795" b="1">
                <a:solidFill>
                  <a:srgbClr val="2F3A45"/>
                </a:solidFill>
                <a:latin typeface="Times New Roman" panose="02020603050405020304" pitchFamily="18" charset="0"/>
                <a:ea typeface="微软雅黑" panose="020B0503020204020204" charset="-122"/>
                <a:cs typeface="Times New Roman" panose="02020603050405020304" pitchFamily="18" charset="0"/>
              </a:rPr>
              <a:t>Optimize  ✓</a:t>
            </a:r>
          </a:p>
        </p:txBody>
      </p:sp>
      <p:sp>
        <p:nvSpPr>
          <p:cNvPr id="54" name="s18-mlu-next-1-symbol"/>
          <p:cNvSpPr>
            <a:spLocks noGrp="1"/>
          </p:cNvSpPr>
          <p:nvPr/>
        </p:nvSpPr>
        <p:spPr>
          <a:xfrm>
            <a:off x="4648200" y="2008187"/>
            <a:ext cx="133350" cy="352425"/>
          </a:xfrm>
          <a:prstGeom prst="rect">
            <a:avLst/>
          </a:prstGeom>
          <a:noFill/>
          <a:ln w="0">
            <a:noFill/>
            <a:prstDash val="solid"/>
          </a:ln>
          <a:effectLst/>
        </p:spPr>
        <p:txBody>
          <a:bodyPr wrap="square" lIns="0" tIns="0" rIns="0" bIns="0" anchor="ctr">
            <a:normAutofit/>
          </a:bodyPr>
          <a:lstStyle/>
          <a:p>
            <a:pPr algn="ctr">
              <a:defRPr sz="865" b="1">
                <a:solidFill>
                  <a:srgbClr val="1457C5"/>
                </a:solidFill>
                <a:latin typeface="微软雅黑" panose="020B0503020204020204" charset="-122"/>
                <a:ea typeface="微软雅黑" panose="020B0503020204020204" charset="-122"/>
                <a:cs typeface="微软雅黑" panose="020B0503020204020204" charset="-122"/>
              </a:defRPr>
            </a:pPr>
            <a:r>
              <a:rPr sz="865" b="1">
                <a:solidFill>
                  <a:srgbClr val="294A6D"/>
                </a:solidFill>
                <a:latin typeface="Times New Roman" panose="02020603050405020304" pitchFamily="18" charset="0"/>
                <a:ea typeface="微软雅黑" panose="020B0503020204020204" charset="-122"/>
                <a:cs typeface="Times New Roman" panose="02020603050405020304" pitchFamily="18" charset="0"/>
              </a:rPr>
              <a:t>○</a:t>
            </a:r>
          </a:p>
        </p:txBody>
      </p:sp>
      <p:sp>
        <p:nvSpPr>
          <p:cNvPr id="55" name="s18-mlu-next-1-text"/>
          <p:cNvSpPr>
            <a:spLocks noGrp="1"/>
          </p:cNvSpPr>
          <p:nvPr/>
        </p:nvSpPr>
        <p:spPr>
          <a:xfrm>
            <a:off x="4810125" y="2008187"/>
            <a:ext cx="895350" cy="352425"/>
          </a:xfrm>
          <a:prstGeom prst="rect">
            <a:avLst/>
          </a:prstGeom>
          <a:noFill/>
          <a:ln w="0">
            <a:noFill/>
            <a:prstDash val="solid"/>
          </a:ln>
          <a:effectLst/>
        </p:spPr>
        <p:txBody>
          <a:bodyPr wrap="square" lIns="0" tIns="0" rIns="0" bIns="0" anchor="ctr">
            <a:normAutofit fontScale="98825" lnSpcReduction="10000"/>
          </a:bodyPr>
          <a:lstStyle/>
          <a:p>
            <a:pPr algn="l">
              <a:defRPr sz="780" b="0">
                <a:solidFill>
                  <a:srgbClr val="24344D"/>
                </a:solidFill>
                <a:latin typeface="微软雅黑" panose="020B0503020204020204" charset="-122"/>
                <a:ea typeface="微软雅黑" panose="020B0503020204020204" charset="-122"/>
                <a:cs typeface="微软雅黑" panose="020B0503020204020204" charset="-122"/>
              </a:defRPr>
            </a:pPr>
            <a:r>
              <a:rPr sz="780" b="1">
                <a:solidFill>
                  <a:srgbClr val="2F3A45"/>
                </a:solidFill>
                <a:latin typeface="Times New Roman" panose="02020603050405020304" pitchFamily="18" charset="0"/>
                <a:ea typeface="微软雅黑" panose="020B0503020204020204" charset="-122"/>
                <a:cs typeface="Times New Roman" panose="02020603050405020304" pitchFamily="18" charset="0"/>
              </a:rPr>
              <a:t>进一步整理</a:t>
            </a:r>
          </a:p>
          <a:p>
            <a:pPr algn="l">
              <a:defRPr sz="780" b="0">
                <a:solidFill>
                  <a:srgbClr val="24344D"/>
                </a:solidFill>
                <a:latin typeface="微软雅黑" panose="020B0503020204020204" charset="-122"/>
                <a:ea typeface="微软雅黑" panose="020B0503020204020204" charset="-122"/>
                <a:cs typeface="微软雅黑" panose="020B0503020204020204" charset="-122"/>
              </a:defRPr>
            </a:pPr>
            <a:r>
              <a:rPr sz="780" b="1">
                <a:solidFill>
                  <a:srgbClr val="2F3A45"/>
                </a:solidFill>
                <a:latin typeface="Times New Roman" panose="02020603050405020304" pitchFamily="18" charset="0"/>
                <a:ea typeface="微软雅黑" panose="020B0503020204020204" charset="-122"/>
                <a:cs typeface="Times New Roman" panose="02020603050405020304" pitchFamily="18" charset="0"/>
              </a:rPr>
              <a:t>Platform Knowledge</a:t>
            </a:r>
          </a:p>
        </p:txBody>
      </p:sp>
      <p:sp>
        <p:nvSpPr>
          <p:cNvPr id="56" name="s18-mlu-next-2-symbol"/>
          <p:cNvSpPr>
            <a:spLocks noGrp="1"/>
          </p:cNvSpPr>
          <p:nvPr/>
        </p:nvSpPr>
        <p:spPr>
          <a:xfrm>
            <a:off x="4648200" y="2408237"/>
            <a:ext cx="133350" cy="238125"/>
          </a:xfrm>
          <a:prstGeom prst="rect">
            <a:avLst/>
          </a:prstGeom>
          <a:noFill/>
          <a:ln w="0">
            <a:noFill/>
            <a:prstDash val="solid"/>
          </a:ln>
          <a:effectLst/>
        </p:spPr>
        <p:txBody>
          <a:bodyPr wrap="square" lIns="0" tIns="0" rIns="0" bIns="0" anchor="ctr">
            <a:normAutofit/>
          </a:bodyPr>
          <a:lstStyle/>
          <a:p>
            <a:pPr algn="ctr">
              <a:defRPr sz="865" b="1">
                <a:solidFill>
                  <a:srgbClr val="1457C5"/>
                </a:solidFill>
                <a:latin typeface="微软雅黑" panose="020B0503020204020204" charset="-122"/>
                <a:ea typeface="微软雅黑" panose="020B0503020204020204" charset="-122"/>
                <a:cs typeface="微软雅黑" panose="020B0503020204020204" charset="-122"/>
              </a:defRPr>
            </a:pPr>
            <a:r>
              <a:rPr sz="865" b="1">
                <a:solidFill>
                  <a:srgbClr val="294A6D"/>
                </a:solidFill>
                <a:latin typeface="Times New Roman" panose="02020603050405020304" pitchFamily="18" charset="0"/>
                <a:ea typeface="微软雅黑" panose="020B0503020204020204" charset="-122"/>
                <a:cs typeface="Times New Roman" panose="02020603050405020304" pitchFamily="18" charset="0"/>
              </a:rPr>
              <a:t>○</a:t>
            </a:r>
          </a:p>
        </p:txBody>
      </p:sp>
      <p:sp>
        <p:nvSpPr>
          <p:cNvPr id="57" name="s18-mlu-next-2-text"/>
          <p:cNvSpPr>
            <a:spLocks noGrp="1"/>
          </p:cNvSpPr>
          <p:nvPr/>
        </p:nvSpPr>
        <p:spPr>
          <a:xfrm>
            <a:off x="4810125" y="2408237"/>
            <a:ext cx="895350" cy="238125"/>
          </a:xfrm>
          <a:prstGeom prst="rect">
            <a:avLst/>
          </a:prstGeom>
          <a:noFill/>
          <a:ln w="0">
            <a:noFill/>
            <a:prstDash val="solid"/>
          </a:ln>
          <a:effectLst/>
        </p:spPr>
        <p:txBody>
          <a:bodyPr wrap="square" lIns="0" tIns="0" rIns="0" bIns="0" anchor="ctr">
            <a:normAutofit/>
          </a:bodyPr>
          <a:lstStyle/>
          <a:p>
            <a:pPr algn="l">
              <a:defRPr sz="780" b="0">
                <a:solidFill>
                  <a:srgbClr val="24344D"/>
                </a:solidFill>
                <a:latin typeface="微软雅黑" panose="020B0503020204020204" charset="-122"/>
                <a:ea typeface="微软雅黑" panose="020B0503020204020204" charset="-122"/>
                <a:cs typeface="微软雅黑" panose="020B0503020204020204" charset="-122"/>
              </a:defRPr>
            </a:pPr>
            <a:r>
              <a:rPr sz="780" b="1">
                <a:solidFill>
                  <a:srgbClr val="2F3A45"/>
                </a:solidFill>
                <a:latin typeface="Times New Roman" panose="02020603050405020304" pitchFamily="18" charset="0"/>
                <a:ea typeface="微软雅黑" panose="020B0503020204020204" charset="-122"/>
                <a:cs typeface="Times New Roman" panose="02020603050405020304" pitchFamily="18" charset="0"/>
              </a:rPr>
              <a:t>补齐复杂算子经验</a:t>
            </a:r>
          </a:p>
        </p:txBody>
      </p:sp>
      <p:sp>
        <p:nvSpPr>
          <p:cNvPr id="58" name="s18-mlu-next-3-symbol"/>
          <p:cNvSpPr>
            <a:spLocks noGrp="1"/>
          </p:cNvSpPr>
          <p:nvPr/>
        </p:nvSpPr>
        <p:spPr>
          <a:xfrm>
            <a:off x="4648200" y="2684462"/>
            <a:ext cx="133350" cy="400050"/>
          </a:xfrm>
          <a:prstGeom prst="rect">
            <a:avLst/>
          </a:prstGeom>
          <a:noFill/>
          <a:ln w="0">
            <a:noFill/>
            <a:prstDash val="solid"/>
          </a:ln>
          <a:effectLst/>
        </p:spPr>
        <p:txBody>
          <a:bodyPr wrap="square" lIns="0" tIns="0" rIns="0" bIns="0" anchor="ctr">
            <a:normAutofit/>
          </a:bodyPr>
          <a:lstStyle/>
          <a:p>
            <a:pPr algn="ctr">
              <a:defRPr sz="865" b="1">
                <a:solidFill>
                  <a:srgbClr val="1457C5"/>
                </a:solidFill>
                <a:latin typeface="微软雅黑" panose="020B0503020204020204" charset="-122"/>
                <a:ea typeface="微软雅黑" panose="020B0503020204020204" charset="-122"/>
                <a:cs typeface="微软雅黑" panose="020B0503020204020204" charset="-122"/>
              </a:defRPr>
            </a:pPr>
            <a:r>
              <a:rPr sz="865" b="1">
                <a:solidFill>
                  <a:srgbClr val="294A6D"/>
                </a:solidFill>
                <a:latin typeface="Times New Roman" panose="02020603050405020304" pitchFamily="18" charset="0"/>
                <a:ea typeface="微软雅黑" panose="020B0503020204020204" charset="-122"/>
                <a:cs typeface="Times New Roman" panose="02020603050405020304" pitchFamily="18" charset="0"/>
              </a:rPr>
              <a:t>○</a:t>
            </a:r>
          </a:p>
        </p:txBody>
      </p:sp>
      <p:sp>
        <p:nvSpPr>
          <p:cNvPr id="59" name="s18-mlu-next-3-text"/>
          <p:cNvSpPr>
            <a:spLocks noGrp="1"/>
          </p:cNvSpPr>
          <p:nvPr/>
        </p:nvSpPr>
        <p:spPr>
          <a:xfrm>
            <a:off x="4810125" y="2684462"/>
            <a:ext cx="895350" cy="400050"/>
          </a:xfrm>
          <a:prstGeom prst="rect">
            <a:avLst/>
          </a:prstGeom>
          <a:noFill/>
          <a:ln w="0">
            <a:noFill/>
            <a:prstDash val="solid"/>
          </a:ln>
          <a:effectLst/>
        </p:spPr>
        <p:txBody>
          <a:bodyPr wrap="square" lIns="0" tIns="0" rIns="0" bIns="0" anchor="ctr">
            <a:normAutofit/>
          </a:bodyPr>
          <a:lstStyle/>
          <a:p>
            <a:pPr algn="l">
              <a:defRPr sz="780" b="0">
                <a:solidFill>
                  <a:srgbClr val="24344D"/>
                </a:solidFill>
                <a:latin typeface="微软雅黑" panose="020B0503020204020204" charset="-122"/>
                <a:ea typeface="微软雅黑" panose="020B0503020204020204" charset="-122"/>
                <a:cs typeface="微软雅黑" panose="020B0503020204020204" charset="-122"/>
              </a:defRPr>
            </a:pPr>
            <a:r>
              <a:rPr sz="780" b="1">
                <a:solidFill>
                  <a:srgbClr val="2F3A45"/>
                </a:solidFill>
                <a:latin typeface="Times New Roman" panose="02020603050405020304" pitchFamily="18" charset="0"/>
                <a:ea typeface="微软雅黑" panose="020B0503020204020204" charset="-122"/>
                <a:cs typeface="Times New Roman" panose="02020603050405020304" pitchFamily="18" charset="0"/>
              </a:rPr>
              <a:t>统一不同算子的</a:t>
            </a:r>
          </a:p>
          <a:p>
            <a:pPr algn="l">
              <a:defRPr sz="780" b="0">
                <a:solidFill>
                  <a:srgbClr val="24344D"/>
                </a:solidFill>
                <a:latin typeface="微软雅黑" panose="020B0503020204020204" charset="-122"/>
                <a:ea typeface="微软雅黑" panose="020B0503020204020204" charset="-122"/>
                <a:cs typeface="微软雅黑" panose="020B0503020204020204" charset="-122"/>
              </a:defRPr>
            </a:pPr>
            <a:r>
              <a:rPr sz="780" b="1">
                <a:solidFill>
                  <a:srgbClr val="2F3A45"/>
                </a:solidFill>
                <a:latin typeface="Times New Roman" panose="02020603050405020304" pitchFamily="18" charset="0"/>
                <a:ea typeface="微软雅黑" panose="020B0503020204020204" charset="-122"/>
                <a:cs typeface="Times New Roman" panose="02020603050405020304" pitchFamily="18" charset="0"/>
              </a:rPr>
              <a:t>评估与归档方式</a:t>
            </a:r>
          </a:p>
        </p:txBody>
      </p:sp>
      <p:sp>
        <p:nvSpPr>
          <p:cNvPr id="60" name="s18-bang-frame"/>
          <p:cNvSpPr>
            <a:spLocks noGrp="1"/>
          </p:cNvSpPr>
          <p:nvPr/>
        </p:nvSpPr>
        <p:spPr>
          <a:xfrm>
            <a:off x="5943600" y="1122362"/>
            <a:ext cx="6038850" cy="2286000"/>
          </a:xfrm>
          <a:prstGeom prst="rect">
            <a:avLst/>
          </a:prstGeom>
          <a:solidFill>
            <a:srgbClr val="FFFFFF"/>
          </a:solidFill>
          <a:ln w="11430">
            <a:solidFill>
              <a:srgbClr val="D6DEE6"/>
            </a:solidFill>
            <a:prstDash val="solid"/>
          </a:ln>
          <a:effectLst/>
        </p:spPr>
      </p:sp>
      <p:sp>
        <p:nvSpPr>
          <p:cNvPr id="61" name="s18-bang-header-fill"/>
          <p:cNvSpPr>
            <a:spLocks noGrp="1"/>
          </p:cNvSpPr>
          <p:nvPr/>
        </p:nvSpPr>
        <p:spPr>
          <a:xfrm>
            <a:off x="5953125" y="1131887"/>
            <a:ext cx="6019800" cy="561975"/>
          </a:xfrm>
          <a:prstGeom prst="rect">
            <a:avLst/>
          </a:prstGeom>
          <a:solidFill>
            <a:srgbClr val="FFFFFF"/>
          </a:solidFill>
          <a:ln w="0">
            <a:solidFill>
              <a:srgbClr val="D6DEE6"/>
            </a:solidFill>
            <a:prstDash val="solid"/>
          </a:ln>
          <a:effectLst/>
        </p:spPr>
      </p:sp>
      <p:sp>
        <p:nvSpPr>
          <p:cNvPr id="62" name="s18-bang-body-fill"/>
          <p:cNvSpPr>
            <a:spLocks noGrp="1"/>
          </p:cNvSpPr>
          <p:nvPr/>
        </p:nvSpPr>
        <p:spPr>
          <a:xfrm>
            <a:off x="5953125" y="1693862"/>
            <a:ext cx="6019800" cy="1704975"/>
          </a:xfrm>
          <a:prstGeom prst="rect">
            <a:avLst/>
          </a:prstGeom>
          <a:solidFill>
            <a:srgbClr val="FFFFFF"/>
          </a:solidFill>
          <a:ln w="0">
            <a:solidFill>
              <a:srgbClr val="D6DEE6"/>
            </a:solidFill>
            <a:prstDash val="solid"/>
          </a:ln>
          <a:effectLst/>
        </p:spPr>
        <p:txBody>
          <a:bodyPr/>
          <a:lstStyle/>
          <a:p>
            <a:endParaRPr lang="zh-CN" altLang="en-US">
              <a:latin typeface="Times New Roman" panose="02020603050405020304" pitchFamily="18" charset="0"/>
              <a:ea typeface="微软雅黑" panose="020B0503020204020204" charset="-122"/>
              <a:cs typeface="Times New Roman" panose="02020603050405020304" pitchFamily="18" charset="0"/>
            </a:endParaRPr>
          </a:p>
        </p:txBody>
      </p:sp>
      <p:sp>
        <p:nvSpPr>
          <p:cNvPr id="63" name="s18-bang-header-rule"/>
          <p:cNvSpPr>
            <a:spLocks noGrp="1"/>
          </p:cNvSpPr>
          <p:nvPr/>
        </p:nvSpPr>
        <p:spPr>
          <a:xfrm>
            <a:off x="5953125" y="1684337"/>
            <a:ext cx="6019800" cy="9525"/>
          </a:xfrm>
          <a:prstGeom prst="rect">
            <a:avLst/>
          </a:prstGeom>
          <a:solidFill>
            <a:srgbClr val="5B7188"/>
          </a:solidFill>
          <a:ln w="0">
            <a:solidFill>
              <a:srgbClr val="294A6D"/>
            </a:solidFill>
            <a:prstDash val="solid"/>
          </a:ln>
          <a:effectLst/>
        </p:spPr>
      </p:sp>
      <p:sp>
        <p:nvSpPr>
          <p:cNvPr id="64" name="s18-bang-title"/>
          <p:cNvSpPr>
            <a:spLocks noGrp="1"/>
          </p:cNvSpPr>
          <p:nvPr/>
        </p:nvSpPr>
        <p:spPr>
          <a:xfrm>
            <a:off x="6019800" y="1150937"/>
            <a:ext cx="5886450" cy="295275"/>
          </a:xfrm>
          <a:prstGeom prst="rect">
            <a:avLst/>
          </a:prstGeom>
          <a:noFill/>
          <a:ln w="0">
            <a:noFill/>
            <a:prstDash val="solid"/>
          </a:ln>
          <a:effectLst/>
        </p:spPr>
        <p:txBody>
          <a:bodyPr wrap="square" lIns="0" tIns="0" rIns="0" bIns="0" anchor="ctr">
            <a:normAutofit fontScale="99359"/>
          </a:bodyPr>
          <a:lstStyle/>
          <a:p>
            <a:pPr algn="ctr">
              <a:defRPr sz="1950" b="1">
                <a:solidFill>
                  <a:srgbClr val="1457C5"/>
                </a:solidFill>
                <a:latin typeface="Calibri" panose="020F0502020204030204"/>
                <a:ea typeface="Calibri" panose="020F0502020204030204"/>
                <a:cs typeface="Calibri" panose="020F0502020204030204"/>
              </a:defRPr>
            </a:pPr>
            <a:r>
              <a:rPr sz="1950" b="1">
                <a:solidFill>
                  <a:srgbClr val="294A6D"/>
                </a:solidFill>
                <a:latin typeface="Times New Roman" panose="02020603050405020304" pitchFamily="18" charset="0"/>
                <a:ea typeface="微软雅黑" panose="020B0503020204020204" charset="-122"/>
                <a:cs typeface="Times New Roman" panose="02020603050405020304" pitchFamily="18" charset="0"/>
              </a:rPr>
              <a:t>BANG C</a:t>
            </a:r>
          </a:p>
        </p:txBody>
      </p:sp>
      <p:sp>
        <p:nvSpPr>
          <p:cNvPr id="66" name="s18-bang-divider-1"/>
          <p:cNvSpPr>
            <a:spLocks noGrp="1"/>
          </p:cNvSpPr>
          <p:nvPr/>
        </p:nvSpPr>
        <p:spPr>
          <a:xfrm>
            <a:off x="7181850" y="1760537"/>
            <a:ext cx="9525" cy="1562100"/>
          </a:xfrm>
          <a:prstGeom prst="rect">
            <a:avLst/>
          </a:prstGeom>
          <a:solidFill>
            <a:srgbClr val="EEF2F5"/>
          </a:solidFill>
          <a:ln w="0">
            <a:solidFill>
              <a:srgbClr val="D6DEE6"/>
            </a:solidFill>
            <a:prstDash val="solid"/>
          </a:ln>
          <a:effectLst/>
        </p:spPr>
      </p:sp>
      <p:sp>
        <p:nvSpPr>
          <p:cNvPr id="67" name="s18-bang-divider-2"/>
          <p:cNvSpPr>
            <a:spLocks noGrp="1"/>
          </p:cNvSpPr>
          <p:nvPr/>
        </p:nvSpPr>
        <p:spPr>
          <a:xfrm>
            <a:off x="8715375" y="1760537"/>
            <a:ext cx="9525" cy="1562100"/>
          </a:xfrm>
          <a:prstGeom prst="rect">
            <a:avLst/>
          </a:prstGeom>
          <a:solidFill>
            <a:srgbClr val="EEF2F5"/>
          </a:solidFill>
          <a:ln w="0">
            <a:solidFill>
              <a:srgbClr val="D6DEE6"/>
            </a:solidFill>
            <a:prstDash val="solid"/>
          </a:ln>
          <a:effectLst/>
        </p:spPr>
      </p:sp>
      <p:sp>
        <p:nvSpPr>
          <p:cNvPr id="68" name="s18-bang-divider-3"/>
          <p:cNvSpPr>
            <a:spLocks noGrp="1"/>
          </p:cNvSpPr>
          <p:nvPr/>
        </p:nvSpPr>
        <p:spPr>
          <a:xfrm>
            <a:off x="10782300" y="1760537"/>
            <a:ext cx="9525" cy="1562100"/>
          </a:xfrm>
          <a:prstGeom prst="rect">
            <a:avLst/>
          </a:prstGeom>
          <a:solidFill>
            <a:srgbClr val="EEF2F5"/>
          </a:solidFill>
          <a:ln w="0">
            <a:solidFill>
              <a:srgbClr val="D6DEE6"/>
            </a:solidFill>
            <a:prstDash val="solid"/>
          </a:ln>
          <a:effectLst/>
        </p:spPr>
      </p:sp>
      <p:sp>
        <p:nvSpPr>
          <p:cNvPr id="69" name="s18-bang-c1-number"/>
          <p:cNvSpPr>
            <a:spLocks noGrp="1"/>
          </p:cNvSpPr>
          <p:nvPr/>
        </p:nvSpPr>
        <p:spPr>
          <a:xfrm>
            <a:off x="6038850" y="1760537"/>
            <a:ext cx="200025" cy="200025"/>
          </a:xfrm>
          <a:prstGeom prst="roundRect">
            <a:avLst>
              <a:gd name="adj" fmla="val 47619"/>
            </a:avLst>
          </a:prstGeom>
          <a:noFill/>
          <a:ln w="0">
            <a:noFill/>
            <a:prstDash val="solid"/>
          </a:ln>
          <a:effectLst/>
          <a:extLst>
            <a:ext uri="{909E8E84-426E-40DD-AFC4-6F175D3DCCD1}">
              <a14:hiddenFill xmlns:a14="http://schemas.microsoft.com/office/drawing/2010/main">
                <a:solidFill>
                  <a:srgbClr val="5B7188"/>
                </a:solidFill>
              </a14:hiddenFill>
            </a:ext>
            <a:ext uri="{91240B29-F687-4F45-9708-019B960494DF}">
              <a14:hiddenLine xmlns:a14="http://schemas.microsoft.com/office/drawing/2010/main" w="0">
                <a:solidFill>
                  <a:srgbClr val="294A6D"/>
                </a:solidFill>
                <a:prstDash val="solid"/>
              </a14:hiddenLine>
            </a:ext>
          </a:extLst>
        </p:spPr>
        <p:txBody>
          <a:bodyPr wrap="square" lIns="0" tIns="0" rIns="0" bIns="0" anchor="ctr">
            <a:normAutofit/>
          </a:bodyPr>
          <a:lstStyle/>
          <a:p>
            <a:pPr algn="ctr">
              <a:defRPr sz="825" b="1">
                <a:solidFill>
                  <a:srgbClr val="FFFFFF"/>
                </a:solidFill>
                <a:latin typeface="Calibri" panose="020F0502020204030204"/>
                <a:ea typeface="Calibri" panose="020F0502020204030204"/>
                <a:cs typeface="Calibri" panose="020F0502020204030204"/>
              </a:defRPr>
            </a:pPr>
            <a:r>
              <a:rPr sz="825" b="1">
                <a:solidFill>
                  <a:srgbClr val="FFFFFF"/>
                </a:solidFill>
                <a:latin typeface="Times New Roman" panose="02020603050405020304" pitchFamily="18" charset="0"/>
                <a:ea typeface="微软雅黑" panose="020B0503020204020204" charset="-122"/>
                <a:cs typeface="Times New Roman" panose="02020603050405020304" pitchFamily="18" charset="0"/>
              </a:rPr>
              <a:t>1</a:t>
            </a:r>
          </a:p>
        </p:txBody>
      </p:sp>
      <p:sp>
        <p:nvSpPr>
          <p:cNvPr id="70" name="s18-bang-c1-title"/>
          <p:cNvSpPr>
            <a:spLocks noGrp="1"/>
          </p:cNvSpPr>
          <p:nvPr/>
        </p:nvSpPr>
        <p:spPr>
          <a:xfrm>
            <a:off x="6286500" y="1751012"/>
            <a:ext cx="838200" cy="219075"/>
          </a:xfrm>
          <a:prstGeom prst="rect">
            <a:avLst/>
          </a:prstGeom>
          <a:noFill/>
          <a:ln w="0">
            <a:noFill/>
            <a:prstDash val="solid"/>
          </a:ln>
          <a:effectLst/>
        </p:spPr>
        <p:txBody>
          <a:bodyPr wrap="square" lIns="0" tIns="0" rIns="0" bIns="0" anchor="ctr">
            <a:normAutofit/>
          </a:bodyPr>
          <a:lstStyle/>
          <a:p>
            <a:pPr algn="l">
              <a:defRPr sz="990" b="1">
                <a:solidFill>
                  <a:srgbClr val="0E56C9"/>
                </a:solidFill>
                <a:latin typeface="微软雅黑" panose="020B0503020204020204" charset="-122"/>
                <a:ea typeface="微软雅黑" panose="020B0503020204020204" charset="-122"/>
                <a:cs typeface="微软雅黑" panose="020B0503020204020204" charset="-122"/>
              </a:defRPr>
            </a:pPr>
            <a:r>
              <a:rPr sz="990" b="1">
                <a:solidFill>
                  <a:srgbClr val="294A6D"/>
                </a:solidFill>
                <a:latin typeface="Times New Roman" panose="02020603050405020304" pitchFamily="18" charset="0"/>
                <a:ea typeface="微软雅黑" panose="020B0503020204020204" charset="-122"/>
                <a:cs typeface="Times New Roman" panose="02020603050405020304" pitchFamily="18" charset="0"/>
              </a:rPr>
              <a:t>当前阶段</a:t>
            </a:r>
          </a:p>
        </p:txBody>
      </p:sp>
      <p:sp>
        <p:nvSpPr>
          <p:cNvPr id="71" name="s18-bang-c2-number"/>
          <p:cNvSpPr>
            <a:spLocks noGrp="1"/>
          </p:cNvSpPr>
          <p:nvPr/>
        </p:nvSpPr>
        <p:spPr>
          <a:xfrm>
            <a:off x="7277100" y="1760537"/>
            <a:ext cx="200025" cy="200025"/>
          </a:xfrm>
          <a:prstGeom prst="roundRect">
            <a:avLst>
              <a:gd name="adj" fmla="val 47619"/>
            </a:avLst>
          </a:prstGeom>
          <a:noFill/>
          <a:ln w="0">
            <a:noFill/>
            <a:prstDash val="solid"/>
          </a:ln>
          <a:effectLst/>
          <a:extLst>
            <a:ext uri="{909E8E84-426E-40DD-AFC4-6F175D3DCCD1}">
              <a14:hiddenFill xmlns:a14="http://schemas.microsoft.com/office/drawing/2010/main">
                <a:solidFill>
                  <a:srgbClr val="5B7188"/>
                </a:solidFill>
              </a14:hiddenFill>
            </a:ext>
            <a:ext uri="{91240B29-F687-4F45-9708-019B960494DF}">
              <a14:hiddenLine xmlns:a14="http://schemas.microsoft.com/office/drawing/2010/main" w="0">
                <a:solidFill>
                  <a:srgbClr val="294A6D"/>
                </a:solidFill>
                <a:prstDash val="solid"/>
              </a14:hiddenLine>
            </a:ext>
          </a:extLst>
        </p:spPr>
        <p:txBody>
          <a:bodyPr wrap="square" lIns="0" tIns="0" rIns="0" bIns="0" anchor="ctr">
            <a:normAutofit/>
          </a:bodyPr>
          <a:lstStyle/>
          <a:p>
            <a:pPr algn="ctr">
              <a:defRPr sz="825" b="1">
                <a:solidFill>
                  <a:srgbClr val="FFFFFF"/>
                </a:solidFill>
                <a:latin typeface="Calibri" panose="020F0502020204030204"/>
                <a:ea typeface="Calibri" panose="020F0502020204030204"/>
                <a:cs typeface="Calibri" panose="020F0502020204030204"/>
              </a:defRPr>
            </a:pPr>
            <a:r>
              <a:rPr sz="825" b="1">
                <a:solidFill>
                  <a:srgbClr val="FFFFFF"/>
                </a:solidFill>
                <a:latin typeface="Times New Roman" panose="02020603050405020304" pitchFamily="18" charset="0"/>
                <a:ea typeface="微软雅黑" panose="020B0503020204020204" charset="-122"/>
                <a:cs typeface="Times New Roman" panose="02020603050405020304" pitchFamily="18" charset="0"/>
              </a:rPr>
              <a:t>2</a:t>
            </a:r>
          </a:p>
        </p:txBody>
      </p:sp>
      <p:sp>
        <p:nvSpPr>
          <p:cNvPr id="72" name="s18-bang-c2-title"/>
          <p:cNvSpPr>
            <a:spLocks noGrp="1"/>
          </p:cNvSpPr>
          <p:nvPr/>
        </p:nvSpPr>
        <p:spPr>
          <a:xfrm>
            <a:off x="7524750" y="1751012"/>
            <a:ext cx="1114425" cy="219075"/>
          </a:xfrm>
          <a:prstGeom prst="rect">
            <a:avLst/>
          </a:prstGeom>
          <a:noFill/>
          <a:ln w="0">
            <a:noFill/>
            <a:prstDash val="solid"/>
          </a:ln>
          <a:effectLst/>
        </p:spPr>
        <p:txBody>
          <a:bodyPr wrap="square" lIns="0" tIns="0" rIns="0" bIns="0" anchor="ctr">
            <a:normAutofit/>
          </a:bodyPr>
          <a:lstStyle/>
          <a:p>
            <a:pPr algn="l">
              <a:defRPr sz="990" b="1">
                <a:solidFill>
                  <a:srgbClr val="0E56C9"/>
                </a:solidFill>
                <a:latin typeface="微软雅黑" panose="020B0503020204020204" charset="-122"/>
                <a:ea typeface="微软雅黑" panose="020B0503020204020204" charset="-122"/>
                <a:cs typeface="微软雅黑" panose="020B0503020204020204" charset="-122"/>
              </a:defRPr>
            </a:pPr>
            <a:r>
              <a:rPr sz="990" b="1">
                <a:solidFill>
                  <a:srgbClr val="294A6D"/>
                </a:solidFill>
                <a:latin typeface="Times New Roman" panose="02020603050405020304" pitchFamily="18" charset="0"/>
                <a:ea typeface="微软雅黑" panose="020B0503020204020204" charset="-122"/>
                <a:cs typeface="Times New Roman" panose="02020603050405020304" pitchFamily="18" charset="0"/>
              </a:rPr>
              <a:t>已完成</a:t>
            </a:r>
          </a:p>
        </p:txBody>
      </p:sp>
      <p:sp>
        <p:nvSpPr>
          <p:cNvPr id="73" name="s18-bang-c3-number"/>
          <p:cNvSpPr>
            <a:spLocks noGrp="1"/>
          </p:cNvSpPr>
          <p:nvPr/>
        </p:nvSpPr>
        <p:spPr>
          <a:xfrm>
            <a:off x="8810625" y="1760537"/>
            <a:ext cx="200025" cy="200025"/>
          </a:xfrm>
          <a:prstGeom prst="roundRect">
            <a:avLst>
              <a:gd name="adj" fmla="val 47619"/>
            </a:avLst>
          </a:prstGeom>
          <a:noFill/>
          <a:ln w="0">
            <a:noFill/>
            <a:prstDash val="solid"/>
          </a:ln>
          <a:effectLst/>
          <a:extLst>
            <a:ext uri="{909E8E84-426E-40DD-AFC4-6F175D3DCCD1}">
              <a14:hiddenFill xmlns:a14="http://schemas.microsoft.com/office/drawing/2010/main">
                <a:solidFill>
                  <a:srgbClr val="5B7188"/>
                </a:solidFill>
              </a14:hiddenFill>
            </a:ext>
            <a:ext uri="{91240B29-F687-4F45-9708-019B960494DF}">
              <a14:hiddenLine xmlns:a14="http://schemas.microsoft.com/office/drawing/2010/main" w="0">
                <a:solidFill>
                  <a:srgbClr val="294A6D"/>
                </a:solidFill>
                <a:prstDash val="solid"/>
              </a14:hiddenLine>
            </a:ext>
          </a:extLst>
        </p:spPr>
        <p:txBody>
          <a:bodyPr wrap="square" lIns="0" tIns="0" rIns="0" bIns="0" anchor="ctr">
            <a:normAutofit/>
          </a:bodyPr>
          <a:lstStyle/>
          <a:p>
            <a:pPr algn="ctr">
              <a:defRPr sz="825" b="1">
                <a:solidFill>
                  <a:srgbClr val="FFFFFF"/>
                </a:solidFill>
                <a:latin typeface="Calibri" panose="020F0502020204030204"/>
                <a:ea typeface="Calibri" panose="020F0502020204030204"/>
                <a:cs typeface="Calibri" panose="020F0502020204030204"/>
              </a:defRPr>
            </a:pPr>
            <a:r>
              <a:rPr sz="825" b="1">
                <a:solidFill>
                  <a:srgbClr val="FFFFFF"/>
                </a:solidFill>
                <a:latin typeface="Times New Roman" panose="02020603050405020304" pitchFamily="18" charset="0"/>
                <a:ea typeface="微软雅黑" panose="020B0503020204020204" charset="-122"/>
                <a:cs typeface="Times New Roman" panose="02020603050405020304" pitchFamily="18" charset="0"/>
              </a:rPr>
              <a:t>3</a:t>
            </a:r>
          </a:p>
        </p:txBody>
      </p:sp>
      <p:sp>
        <p:nvSpPr>
          <p:cNvPr id="74" name="s18-bang-c3-title"/>
          <p:cNvSpPr>
            <a:spLocks noGrp="1"/>
          </p:cNvSpPr>
          <p:nvPr/>
        </p:nvSpPr>
        <p:spPr>
          <a:xfrm>
            <a:off x="9058275" y="1751012"/>
            <a:ext cx="1657350" cy="219075"/>
          </a:xfrm>
          <a:prstGeom prst="rect">
            <a:avLst/>
          </a:prstGeom>
          <a:noFill/>
          <a:ln w="0">
            <a:noFill/>
            <a:prstDash val="solid"/>
          </a:ln>
          <a:effectLst/>
        </p:spPr>
        <p:txBody>
          <a:bodyPr wrap="square" lIns="0" tIns="0" rIns="0" bIns="0" anchor="ctr">
            <a:normAutofit/>
          </a:bodyPr>
          <a:lstStyle/>
          <a:p>
            <a:pPr algn="l">
              <a:defRPr sz="990" b="1">
                <a:solidFill>
                  <a:srgbClr val="0E56C9"/>
                </a:solidFill>
                <a:latin typeface="微软雅黑" panose="020B0503020204020204" charset="-122"/>
                <a:ea typeface="微软雅黑" panose="020B0503020204020204" charset="-122"/>
                <a:cs typeface="微软雅黑" panose="020B0503020204020204" charset="-122"/>
              </a:defRPr>
            </a:pPr>
            <a:r>
              <a:rPr sz="990" b="1">
                <a:solidFill>
                  <a:srgbClr val="294A6D"/>
                </a:solidFill>
                <a:latin typeface="Times New Roman" panose="02020603050405020304" pitchFamily="18" charset="0"/>
                <a:ea typeface="微软雅黑" panose="020B0503020204020204" charset="-122"/>
                <a:cs typeface="Times New Roman" panose="02020603050405020304" pitchFamily="18" charset="0"/>
              </a:rPr>
              <a:t>验证程度</a:t>
            </a:r>
          </a:p>
        </p:txBody>
      </p:sp>
      <p:sp>
        <p:nvSpPr>
          <p:cNvPr id="75" name="s18-bang-c4-number"/>
          <p:cNvSpPr>
            <a:spLocks noGrp="1"/>
          </p:cNvSpPr>
          <p:nvPr/>
        </p:nvSpPr>
        <p:spPr>
          <a:xfrm>
            <a:off x="10877550" y="1760537"/>
            <a:ext cx="200025" cy="200025"/>
          </a:xfrm>
          <a:prstGeom prst="roundRect">
            <a:avLst>
              <a:gd name="adj" fmla="val 47619"/>
            </a:avLst>
          </a:prstGeom>
          <a:noFill/>
          <a:ln w="0">
            <a:noFill/>
            <a:prstDash val="solid"/>
          </a:ln>
          <a:effectLst/>
          <a:extLst>
            <a:ext uri="{909E8E84-426E-40DD-AFC4-6F175D3DCCD1}">
              <a14:hiddenFill xmlns:a14="http://schemas.microsoft.com/office/drawing/2010/main">
                <a:solidFill>
                  <a:srgbClr val="5B7188"/>
                </a:solidFill>
              </a14:hiddenFill>
            </a:ext>
            <a:ext uri="{91240B29-F687-4F45-9708-019B960494DF}">
              <a14:hiddenLine xmlns:a14="http://schemas.microsoft.com/office/drawing/2010/main" w="0">
                <a:solidFill>
                  <a:srgbClr val="294A6D"/>
                </a:solidFill>
                <a:prstDash val="solid"/>
              </a14:hiddenLine>
            </a:ext>
          </a:extLst>
        </p:spPr>
        <p:txBody>
          <a:bodyPr wrap="square" lIns="0" tIns="0" rIns="0" bIns="0" anchor="ctr">
            <a:normAutofit/>
          </a:bodyPr>
          <a:lstStyle/>
          <a:p>
            <a:pPr algn="ctr">
              <a:defRPr sz="825" b="1">
                <a:solidFill>
                  <a:srgbClr val="FFFFFF"/>
                </a:solidFill>
                <a:latin typeface="Calibri" panose="020F0502020204030204"/>
                <a:ea typeface="Calibri" panose="020F0502020204030204"/>
                <a:cs typeface="Calibri" panose="020F0502020204030204"/>
              </a:defRPr>
            </a:pPr>
            <a:r>
              <a:rPr sz="825" b="1">
                <a:solidFill>
                  <a:srgbClr val="FFFFFF"/>
                </a:solidFill>
                <a:latin typeface="Times New Roman" panose="02020603050405020304" pitchFamily="18" charset="0"/>
                <a:ea typeface="微软雅黑" panose="020B0503020204020204" charset="-122"/>
                <a:cs typeface="Times New Roman" panose="02020603050405020304" pitchFamily="18" charset="0"/>
              </a:rPr>
              <a:t>4</a:t>
            </a:r>
          </a:p>
        </p:txBody>
      </p:sp>
      <p:sp>
        <p:nvSpPr>
          <p:cNvPr id="76" name="s18-bang-c4-title"/>
          <p:cNvSpPr>
            <a:spLocks noGrp="1"/>
          </p:cNvSpPr>
          <p:nvPr/>
        </p:nvSpPr>
        <p:spPr>
          <a:xfrm>
            <a:off x="11125200" y="1751012"/>
            <a:ext cx="762000" cy="219075"/>
          </a:xfrm>
          <a:prstGeom prst="rect">
            <a:avLst/>
          </a:prstGeom>
          <a:noFill/>
          <a:ln w="0">
            <a:noFill/>
            <a:prstDash val="solid"/>
          </a:ln>
          <a:effectLst/>
        </p:spPr>
        <p:txBody>
          <a:bodyPr wrap="square" lIns="0" tIns="0" rIns="0" bIns="0" anchor="ctr">
            <a:normAutofit/>
          </a:bodyPr>
          <a:lstStyle/>
          <a:p>
            <a:pPr algn="l">
              <a:defRPr sz="990" b="1">
                <a:solidFill>
                  <a:srgbClr val="0E56C9"/>
                </a:solidFill>
                <a:latin typeface="微软雅黑" panose="020B0503020204020204" charset="-122"/>
                <a:ea typeface="微软雅黑" panose="020B0503020204020204" charset="-122"/>
                <a:cs typeface="微软雅黑" panose="020B0503020204020204" charset="-122"/>
              </a:defRPr>
            </a:pPr>
            <a:r>
              <a:rPr sz="990" b="1">
                <a:solidFill>
                  <a:srgbClr val="294A6D"/>
                </a:solidFill>
                <a:latin typeface="Times New Roman" panose="02020603050405020304" pitchFamily="18" charset="0"/>
                <a:ea typeface="微软雅黑" panose="020B0503020204020204" charset="-122"/>
                <a:cs typeface="Times New Roman" panose="02020603050405020304" pitchFamily="18" charset="0"/>
              </a:rPr>
              <a:t>下一步</a:t>
            </a:r>
          </a:p>
        </p:txBody>
      </p:sp>
      <p:sp>
        <p:nvSpPr>
          <p:cNvPr id="77" name="s18-bang-stage"/>
          <p:cNvSpPr>
            <a:spLocks noGrp="1"/>
          </p:cNvSpPr>
          <p:nvPr/>
        </p:nvSpPr>
        <p:spPr>
          <a:xfrm>
            <a:off x="6038850" y="2017712"/>
            <a:ext cx="1066800" cy="504825"/>
          </a:xfrm>
          <a:prstGeom prst="rect">
            <a:avLst/>
          </a:prstGeom>
          <a:noFill/>
          <a:ln w="0">
            <a:noFill/>
            <a:prstDash val="solid"/>
          </a:ln>
          <a:effectLst/>
        </p:spPr>
        <p:txBody>
          <a:bodyPr wrap="square" lIns="0" tIns="19050" rIns="0" bIns="0" anchor="t">
            <a:normAutofit/>
          </a:bodyPr>
          <a:lstStyle/>
          <a:p>
            <a:pPr algn="l">
              <a:defRPr sz="865" b="1">
                <a:solidFill>
                  <a:srgbClr val="24344D"/>
                </a:solidFill>
                <a:latin typeface="微软雅黑" panose="020B0503020204020204" charset="-122"/>
                <a:ea typeface="微软雅黑" panose="020B0503020204020204" charset="-122"/>
                <a:cs typeface="微软雅黑" panose="020B0503020204020204" charset="-122"/>
              </a:defRPr>
            </a:pPr>
            <a:r>
              <a:rPr sz="865" b="1">
                <a:solidFill>
                  <a:srgbClr val="2F3A45"/>
                </a:solidFill>
                <a:latin typeface="Times New Roman" panose="02020603050405020304" pitchFamily="18" charset="0"/>
                <a:ea typeface="微软雅黑" panose="020B0503020204020204" charset="-122"/>
                <a:cs typeface="Times New Roman" panose="02020603050405020304" pitchFamily="18" charset="0"/>
              </a:rPr>
              <a:t>从“能开发”向</a:t>
            </a:r>
          </a:p>
          <a:p>
            <a:pPr algn="l">
              <a:defRPr sz="865" b="1">
                <a:solidFill>
                  <a:srgbClr val="24344D"/>
                </a:solidFill>
                <a:latin typeface="微软雅黑" panose="020B0503020204020204" charset="-122"/>
                <a:ea typeface="微软雅黑" panose="020B0503020204020204" charset="-122"/>
                <a:cs typeface="微软雅黑" panose="020B0503020204020204" charset="-122"/>
              </a:defRPr>
            </a:pPr>
            <a:r>
              <a:rPr sz="865" b="1">
                <a:solidFill>
                  <a:srgbClr val="2F3A45"/>
                </a:solidFill>
                <a:latin typeface="Times New Roman" panose="02020603050405020304" pitchFamily="18" charset="0"/>
                <a:ea typeface="微软雅黑" panose="020B0503020204020204" charset="-122"/>
                <a:cs typeface="Times New Roman" panose="02020603050405020304" pitchFamily="18" charset="0"/>
              </a:rPr>
              <a:t>“高性能开发”推进</a:t>
            </a:r>
          </a:p>
        </p:txBody>
      </p:sp>
      <p:sp>
        <p:nvSpPr>
          <p:cNvPr id="78" name="s18-bang-done-1-symbol"/>
          <p:cNvSpPr>
            <a:spLocks noGrp="1"/>
          </p:cNvSpPr>
          <p:nvPr/>
        </p:nvSpPr>
        <p:spPr>
          <a:xfrm>
            <a:off x="7296150" y="2008187"/>
            <a:ext cx="133350" cy="190500"/>
          </a:xfrm>
          <a:prstGeom prst="rect">
            <a:avLst/>
          </a:prstGeom>
          <a:noFill/>
          <a:ln w="0">
            <a:noFill/>
            <a:prstDash val="solid"/>
          </a:ln>
          <a:effectLst/>
        </p:spPr>
        <p:txBody>
          <a:bodyPr wrap="square" lIns="0" tIns="0" rIns="0" bIns="0" anchor="ctr">
            <a:normAutofit/>
          </a:bodyPr>
          <a:lstStyle/>
          <a:p>
            <a:pPr algn="ctr">
              <a:defRPr sz="865" b="1">
                <a:solidFill>
                  <a:srgbClr val="14855C"/>
                </a:solidFill>
                <a:latin typeface="微软雅黑" panose="020B0503020204020204" charset="-122"/>
                <a:ea typeface="微软雅黑" panose="020B0503020204020204" charset="-122"/>
                <a:cs typeface="微软雅黑" panose="020B0503020204020204" charset="-122"/>
              </a:defRPr>
            </a:pPr>
            <a:r>
              <a:rPr sz="865" b="1">
                <a:solidFill>
                  <a:srgbClr val="4F8A83"/>
                </a:solidFill>
                <a:latin typeface="Times New Roman" panose="02020603050405020304" pitchFamily="18" charset="0"/>
                <a:ea typeface="微软雅黑" panose="020B0503020204020204" charset="-122"/>
                <a:cs typeface="Times New Roman" panose="02020603050405020304" pitchFamily="18" charset="0"/>
              </a:rPr>
              <a:t>✓</a:t>
            </a:r>
          </a:p>
        </p:txBody>
      </p:sp>
      <p:sp>
        <p:nvSpPr>
          <p:cNvPr id="79" name="s18-bang-done-1-text"/>
          <p:cNvSpPr>
            <a:spLocks noGrp="1"/>
          </p:cNvSpPr>
          <p:nvPr/>
        </p:nvSpPr>
        <p:spPr>
          <a:xfrm>
            <a:off x="7458075" y="2008187"/>
            <a:ext cx="1209675" cy="190500"/>
          </a:xfrm>
          <a:prstGeom prst="rect">
            <a:avLst/>
          </a:prstGeom>
          <a:noFill/>
          <a:ln w="0">
            <a:noFill/>
            <a:prstDash val="solid"/>
          </a:ln>
          <a:effectLst/>
        </p:spPr>
        <p:txBody>
          <a:bodyPr wrap="square" lIns="0" tIns="0" rIns="0" bIns="0" anchor="ctr">
            <a:normAutofit/>
          </a:bodyPr>
          <a:lstStyle/>
          <a:p>
            <a:pPr algn="l">
              <a:defRPr sz="790" b="0">
                <a:solidFill>
                  <a:srgbClr val="24344D"/>
                </a:solidFill>
                <a:latin typeface="微软雅黑" panose="020B0503020204020204" charset="-122"/>
                <a:ea typeface="微软雅黑" panose="020B0503020204020204" charset="-122"/>
                <a:cs typeface="微软雅黑" panose="020B0503020204020204" charset="-122"/>
              </a:defRPr>
            </a:pPr>
            <a:r>
              <a:rPr sz="790" b="1">
                <a:solidFill>
                  <a:srgbClr val="2F3A45"/>
                </a:solidFill>
                <a:latin typeface="Times New Roman" panose="02020603050405020304" pitchFamily="18" charset="0"/>
                <a:ea typeface="微软雅黑" panose="020B0503020204020204" charset="-122"/>
                <a:cs typeface="Times New Roman" panose="02020603050405020304" pitchFamily="18" charset="0"/>
              </a:rPr>
              <a:t>基础 Skill 结构</a:t>
            </a:r>
          </a:p>
        </p:txBody>
      </p:sp>
      <p:sp>
        <p:nvSpPr>
          <p:cNvPr id="80" name="s18-bang-done-2-symbol"/>
          <p:cNvSpPr>
            <a:spLocks noGrp="1"/>
          </p:cNvSpPr>
          <p:nvPr/>
        </p:nvSpPr>
        <p:spPr>
          <a:xfrm>
            <a:off x="7296150" y="2227262"/>
            <a:ext cx="133350" cy="190500"/>
          </a:xfrm>
          <a:prstGeom prst="rect">
            <a:avLst/>
          </a:prstGeom>
          <a:noFill/>
          <a:ln w="0">
            <a:noFill/>
            <a:prstDash val="solid"/>
          </a:ln>
          <a:effectLst/>
        </p:spPr>
        <p:txBody>
          <a:bodyPr wrap="square" lIns="0" tIns="0" rIns="0" bIns="0" anchor="ctr">
            <a:normAutofit/>
          </a:bodyPr>
          <a:lstStyle/>
          <a:p>
            <a:pPr algn="ctr">
              <a:defRPr sz="865" b="1">
                <a:solidFill>
                  <a:srgbClr val="14855C"/>
                </a:solidFill>
                <a:latin typeface="微软雅黑" panose="020B0503020204020204" charset="-122"/>
                <a:ea typeface="微软雅黑" panose="020B0503020204020204" charset="-122"/>
                <a:cs typeface="微软雅黑" panose="020B0503020204020204" charset="-122"/>
              </a:defRPr>
            </a:pPr>
            <a:r>
              <a:rPr sz="865" b="1">
                <a:solidFill>
                  <a:srgbClr val="4F8A83"/>
                </a:solidFill>
                <a:latin typeface="Times New Roman" panose="02020603050405020304" pitchFamily="18" charset="0"/>
                <a:ea typeface="微软雅黑" panose="020B0503020204020204" charset="-122"/>
                <a:cs typeface="Times New Roman" panose="02020603050405020304" pitchFamily="18" charset="0"/>
              </a:rPr>
              <a:t>✓</a:t>
            </a:r>
          </a:p>
        </p:txBody>
      </p:sp>
      <p:sp>
        <p:nvSpPr>
          <p:cNvPr id="81" name="s18-bang-done-2-text"/>
          <p:cNvSpPr>
            <a:spLocks noGrp="1"/>
          </p:cNvSpPr>
          <p:nvPr/>
        </p:nvSpPr>
        <p:spPr>
          <a:xfrm>
            <a:off x="7458075" y="2227262"/>
            <a:ext cx="1209675" cy="190500"/>
          </a:xfrm>
          <a:prstGeom prst="rect">
            <a:avLst/>
          </a:prstGeom>
          <a:noFill/>
          <a:ln w="0">
            <a:noFill/>
            <a:prstDash val="solid"/>
          </a:ln>
          <a:effectLst/>
        </p:spPr>
        <p:txBody>
          <a:bodyPr wrap="square" lIns="0" tIns="0" rIns="0" bIns="0" anchor="ctr">
            <a:normAutofit/>
          </a:bodyPr>
          <a:lstStyle/>
          <a:p>
            <a:pPr algn="l">
              <a:defRPr sz="790" b="0">
                <a:solidFill>
                  <a:srgbClr val="24344D"/>
                </a:solidFill>
                <a:latin typeface="微软雅黑" panose="020B0503020204020204" charset="-122"/>
                <a:ea typeface="微软雅黑" panose="020B0503020204020204" charset="-122"/>
                <a:cs typeface="微软雅黑" panose="020B0503020204020204" charset="-122"/>
              </a:defRPr>
            </a:pPr>
            <a:r>
              <a:rPr sz="790" b="1">
                <a:solidFill>
                  <a:srgbClr val="2F3A45"/>
                </a:solidFill>
                <a:latin typeface="Times New Roman" panose="02020603050405020304" pitchFamily="18" charset="0"/>
                <a:ea typeface="微软雅黑" panose="020B0503020204020204" charset="-122"/>
                <a:cs typeface="Times New Roman" panose="02020603050405020304" pitchFamily="18" charset="0"/>
              </a:rPr>
              <a:t>真机编译 / 执行</a:t>
            </a:r>
          </a:p>
        </p:txBody>
      </p:sp>
      <p:sp>
        <p:nvSpPr>
          <p:cNvPr id="82" name="s18-bang-done-3-symbol"/>
          <p:cNvSpPr>
            <a:spLocks noGrp="1"/>
          </p:cNvSpPr>
          <p:nvPr/>
        </p:nvSpPr>
        <p:spPr>
          <a:xfrm>
            <a:off x="7296150" y="2446337"/>
            <a:ext cx="133350" cy="190500"/>
          </a:xfrm>
          <a:prstGeom prst="rect">
            <a:avLst/>
          </a:prstGeom>
          <a:noFill/>
          <a:ln w="0">
            <a:noFill/>
            <a:prstDash val="solid"/>
          </a:ln>
          <a:effectLst/>
        </p:spPr>
        <p:txBody>
          <a:bodyPr wrap="square" lIns="0" tIns="0" rIns="0" bIns="0" anchor="ctr">
            <a:normAutofit/>
          </a:bodyPr>
          <a:lstStyle/>
          <a:p>
            <a:pPr algn="ctr">
              <a:defRPr sz="865" b="1">
                <a:solidFill>
                  <a:srgbClr val="14855C"/>
                </a:solidFill>
                <a:latin typeface="微软雅黑" panose="020B0503020204020204" charset="-122"/>
                <a:ea typeface="微软雅黑" panose="020B0503020204020204" charset="-122"/>
                <a:cs typeface="微软雅黑" panose="020B0503020204020204" charset="-122"/>
              </a:defRPr>
            </a:pPr>
            <a:r>
              <a:rPr sz="865" b="1">
                <a:solidFill>
                  <a:srgbClr val="4F8A83"/>
                </a:solidFill>
                <a:latin typeface="Times New Roman" panose="02020603050405020304" pitchFamily="18" charset="0"/>
                <a:ea typeface="微软雅黑" panose="020B0503020204020204" charset="-122"/>
                <a:cs typeface="Times New Roman" panose="02020603050405020304" pitchFamily="18" charset="0"/>
              </a:rPr>
              <a:t>✓</a:t>
            </a:r>
          </a:p>
        </p:txBody>
      </p:sp>
      <p:sp>
        <p:nvSpPr>
          <p:cNvPr id="83" name="s18-bang-done-3-text"/>
          <p:cNvSpPr>
            <a:spLocks noGrp="1"/>
          </p:cNvSpPr>
          <p:nvPr/>
        </p:nvSpPr>
        <p:spPr>
          <a:xfrm>
            <a:off x="7458075" y="2446337"/>
            <a:ext cx="1209675" cy="190500"/>
          </a:xfrm>
          <a:prstGeom prst="rect">
            <a:avLst/>
          </a:prstGeom>
          <a:noFill/>
          <a:ln w="0">
            <a:noFill/>
            <a:prstDash val="solid"/>
          </a:ln>
          <a:effectLst/>
        </p:spPr>
        <p:txBody>
          <a:bodyPr wrap="square" lIns="0" tIns="0" rIns="0" bIns="0" anchor="ctr">
            <a:normAutofit/>
          </a:bodyPr>
          <a:lstStyle/>
          <a:p>
            <a:pPr algn="l">
              <a:defRPr sz="790" b="0">
                <a:solidFill>
                  <a:srgbClr val="24344D"/>
                </a:solidFill>
                <a:latin typeface="微软雅黑" panose="020B0503020204020204" charset="-122"/>
                <a:ea typeface="微软雅黑" panose="020B0503020204020204" charset="-122"/>
                <a:cs typeface="微软雅黑" panose="020B0503020204020204" charset="-122"/>
              </a:defRPr>
            </a:pPr>
            <a:r>
              <a:rPr sz="790" b="1">
                <a:solidFill>
                  <a:srgbClr val="2F3A45"/>
                </a:solidFill>
                <a:latin typeface="Times New Roman" panose="02020603050405020304" pitchFamily="18" charset="0"/>
                <a:ea typeface="微软雅黑" panose="020B0503020204020204" charset="-122"/>
                <a:cs typeface="Times New Roman" panose="02020603050405020304" pitchFamily="18" charset="0"/>
              </a:rPr>
              <a:t>Correctness</a:t>
            </a:r>
          </a:p>
        </p:txBody>
      </p:sp>
      <p:sp>
        <p:nvSpPr>
          <p:cNvPr id="84" name="s18-bang-done-4-symbol"/>
          <p:cNvSpPr>
            <a:spLocks noGrp="1"/>
          </p:cNvSpPr>
          <p:nvPr/>
        </p:nvSpPr>
        <p:spPr>
          <a:xfrm>
            <a:off x="7296150" y="2665412"/>
            <a:ext cx="133350" cy="190500"/>
          </a:xfrm>
          <a:prstGeom prst="rect">
            <a:avLst/>
          </a:prstGeom>
          <a:noFill/>
          <a:ln w="0">
            <a:noFill/>
            <a:prstDash val="solid"/>
          </a:ln>
          <a:effectLst/>
        </p:spPr>
        <p:txBody>
          <a:bodyPr wrap="square" lIns="0" tIns="0" rIns="0" bIns="0" anchor="ctr">
            <a:normAutofit/>
          </a:bodyPr>
          <a:lstStyle/>
          <a:p>
            <a:pPr algn="ctr">
              <a:defRPr sz="865" b="1">
                <a:solidFill>
                  <a:srgbClr val="14855C"/>
                </a:solidFill>
                <a:latin typeface="微软雅黑" panose="020B0503020204020204" charset="-122"/>
                <a:ea typeface="微软雅黑" panose="020B0503020204020204" charset="-122"/>
                <a:cs typeface="微软雅黑" panose="020B0503020204020204" charset="-122"/>
              </a:defRPr>
            </a:pPr>
            <a:r>
              <a:rPr sz="865" b="1">
                <a:solidFill>
                  <a:srgbClr val="4F8A83"/>
                </a:solidFill>
                <a:latin typeface="Times New Roman" panose="02020603050405020304" pitchFamily="18" charset="0"/>
                <a:ea typeface="微软雅黑" panose="020B0503020204020204" charset="-122"/>
                <a:cs typeface="Times New Roman" panose="02020603050405020304" pitchFamily="18" charset="0"/>
              </a:rPr>
              <a:t>✓</a:t>
            </a:r>
          </a:p>
        </p:txBody>
      </p:sp>
      <p:sp>
        <p:nvSpPr>
          <p:cNvPr id="85" name="s18-bang-done-4-text"/>
          <p:cNvSpPr>
            <a:spLocks noGrp="1"/>
          </p:cNvSpPr>
          <p:nvPr/>
        </p:nvSpPr>
        <p:spPr>
          <a:xfrm>
            <a:off x="7458075" y="2665412"/>
            <a:ext cx="1209675" cy="190500"/>
          </a:xfrm>
          <a:prstGeom prst="rect">
            <a:avLst/>
          </a:prstGeom>
          <a:noFill/>
          <a:ln w="0">
            <a:noFill/>
            <a:prstDash val="solid"/>
          </a:ln>
          <a:effectLst/>
        </p:spPr>
        <p:txBody>
          <a:bodyPr wrap="square" lIns="0" tIns="0" rIns="0" bIns="0" anchor="ctr">
            <a:normAutofit/>
          </a:bodyPr>
          <a:lstStyle/>
          <a:p>
            <a:pPr algn="l">
              <a:defRPr sz="790" b="0">
                <a:solidFill>
                  <a:srgbClr val="24344D"/>
                </a:solidFill>
                <a:latin typeface="微软雅黑" panose="020B0503020204020204" charset="-122"/>
                <a:ea typeface="微软雅黑" panose="020B0503020204020204" charset="-122"/>
                <a:cs typeface="微软雅黑" panose="020B0503020204020204" charset="-122"/>
              </a:defRPr>
            </a:pPr>
            <a:r>
              <a:rPr sz="790" b="1">
                <a:solidFill>
                  <a:srgbClr val="2F3A45"/>
                </a:solidFill>
                <a:latin typeface="Times New Roman" panose="02020603050405020304" pitchFamily="18" charset="0"/>
                <a:ea typeface="微软雅黑" panose="020B0503020204020204" charset="-122"/>
                <a:cs typeface="Times New Roman" panose="02020603050405020304" pitchFamily="18" charset="0"/>
              </a:rPr>
              <a:t>Benchmark</a:t>
            </a:r>
          </a:p>
        </p:txBody>
      </p:sp>
      <p:sp>
        <p:nvSpPr>
          <p:cNvPr id="86" name="s18-bang-done-5-symbol"/>
          <p:cNvSpPr>
            <a:spLocks noGrp="1"/>
          </p:cNvSpPr>
          <p:nvPr/>
        </p:nvSpPr>
        <p:spPr>
          <a:xfrm>
            <a:off x="7296150" y="2884487"/>
            <a:ext cx="133350" cy="304800"/>
          </a:xfrm>
          <a:prstGeom prst="rect">
            <a:avLst/>
          </a:prstGeom>
          <a:noFill/>
          <a:ln w="0">
            <a:noFill/>
            <a:prstDash val="solid"/>
          </a:ln>
          <a:effectLst/>
        </p:spPr>
        <p:txBody>
          <a:bodyPr wrap="square" lIns="0" tIns="0" rIns="0" bIns="0" anchor="ctr">
            <a:normAutofit/>
          </a:bodyPr>
          <a:lstStyle/>
          <a:p>
            <a:pPr algn="ctr">
              <a:defRPr sz="865" b="1">
                <a:solidFill>
                  <a:srgbClr val="14855C"/>
                </a:solidFill>
                <a:latin typeface="微软雅黑" panose="020B0503020204020204" charset="-122"/>
                <a:ea typeface="微软雅黑" panose="020B0503020204020204" charset="-122"/>
                <a:cs typeface="微软雅黑" panose="020B0503020204020204" charset="-122"/>
              </a:defRPr>
            </a:pPr>
            <a:r>
              <a:rPr sz="865" b="1">
                <a:solidFill>
                  <a:srgbClr val="4F8A83"/>
                </a:solidFill>
                <a:latin typeface="Times New Roman" panose="02020603050405020304" pitchFamily="18" charset="0"/>
                <a:ea typeface="微软雅黑" panose="020B0503020204020204" charset="-122"/>
                <a:cs typeface="Times New Roman" panose="02020603050405020304" pitchFamily="18" charset="0"/>
              </a:rPr>
              <a:t>✓</a:t>
            </a:r>
          </a:p>
        </p:txBody>
      </p:sp>
      <p:sp>
        <p:nvSpPr>
          <p:cNvPr id="87" name="s18-bang-done-5-text"/>
          <p:cNvSpPr>
            <a:spLocks noGrp="1"/>
          </p:cNvSpPr>
          <p:nvPr/>
        </p:nvSpPr>
        <p:spPr>
          <a:xfrm>
            <a:off x="7458075" y="2884487"/>
            <a:ext cx="1209675" cy="304800"/>
          </a:xfrm>
          <a:prstGeom prst="rect">
            <a:avLst/>
          </a:prstGeom>
          <a:noFill/>
          <a:ln w="0">
            <a:noFill/>
            <a:prstDash val="solid"/>
          </a:ln>
          <a:effectLst/>
        </p:spPr>
        <p:txBody>
          <a:bodyPr wrap="square" lIns="0" tIns="0" rIns="0" bIns="0" anchor="ctr">
            <a:normAutofit/>
          </a:bodyPr>
          <a:lstStyle/>
          <a:p>
            <a:pPr algn="l">
              <a:defRPr sz="735" b="0">
                <a:solidFill>
                  <a:srgbClr val="24344D"/>
                </a:solidFill>
                <a:latin typeface="微软雅黑" panose="020B0503020204020204" charset="-122"/>
                <a:ea typeface="微软雅黑" panose="020B0503020204020204" charset="-122"/>
                <a:cs typeface="微软雅黑" panose="020B0503020204020204" charset="-122"/>
              </a:defRPr>
            </a:pPr>
            <a:r>
              <a:rPr sz="735" b="1">
                <a:solidFill>
                  <a:srgbClr val="2F3A45"/>
                </a:solidFill>
                <a:latin typeface="Times New Roman" panose="02020603050405020304" pitchFamily="18" charset="0"/>
                <a:ea typeface="微软雅黑" panose="020B0503020204020204" charset="-122"/>
                <a:cs typeface="Times New Roman" panose="02020603050405020304" pitchFamily="18" charset="0"/>
              </a:rPr>
              <a:t>LayerNorm 等实际算子测试</a:t>
            </a:r>
          </a:p>
        </p:txBody>
      </p:sp>
      <p:sp>
        <p:nvSpPr>
          <p:cNvPr id="88" name="s18-bang-val-1-symbol"/>
          <p:cNvSpPr>
            <a:spLocks noGrp="1"/>
          </p:cNvSpPr>
          <p:nvPr/>
        </p:nvSpPr>
        <p:spPr>
          <a:xfrm>
            <a:off x="8829675" y="2008187"/>
            <a:ext cx="133350" cy="180975"/>
          </a:xfrm>
          <a:prstGeom prst="rect">
            <a:avLst/>
          </a:prstGeom>
          <a:noFill/>
          <a:ln w="0">
            <a:noFill/>
            <a:prstDash val="solid"/>
          </a:ln>
          <a:effectLst/>
        </p:spPr>
        <p:txBody>
          <a:bodyPr wrap="square" lIns="0" tIns="0" rIns="0" bIns="0" anchor="ctr">
            <a:normAutofit/>
          </a:bodyPr>
          <a:lstStyle/>
          <a:p>
            <a:pPr algn="ctr">
              <a:defRPr sz="865" b="1">
                <a:solidFill>
                  <a:srgbClr val="14855C"/>
                </a:solidFill>
                <a:latin typeface="微软雅黑" panose="020B0503020204020204" charset="-122"/>
                <a:ea typeface="微软雅黑" panose="020B0503020204020204" charset="-122"/>
                <a:cs typeface="微软雅黑" panose="020B0503020204020204" charset="-122"/>
              </a:defRPr>
            </a:pPr>
            <a:r>
              <a:rPr sz="865" b="1">
                <a:solidFill>
                  <a:srgbClr val="4F8A83"/>
                </a:solidFill>
                <a:latin typeface="Times New Roman" panose="02020603050405020304" pitchFamily="18" charset="0"/>
                <a:ea typeface="微软雅黑" panose="020B0503020204020204" charset="-122"/>
                <a:cs typeface="Times New Roman" panose="02020603050405020304" pitchFamily="18" charset="0"/>
              </a:rPr>
              <a:t>✓</a:t>
            </a:r>
          </a:p>
        </p:txBody>
      </p:sp>
      <p:sp>
        <p:nvSpPr>
          <p:cNvPr id="89" name="s18-bang-val-1-text"/>
          <p:cNvSpPr>
            <a:spLocks noGrp="1"/>
          </p:cNvSpPr>
          <p:nvPr/>
        </p:nvSpPr>
        <p:spPr>
          <a:xfrm>
            <a:off x="8991600" y="2008187"/>
            <a:ext cx="638175" cy="180975"/>
          </a:xfrm>
          <a:prstGeom prst="rect">
            <a:avLst/>
          </a:prstGeom>
          <a:noFill/>
          <a:ln w="0">
            <a:noFill/>
            <a:prstDash val="solid"/>
          </a:ln>
          <a:effectLst/>
        </p:spPr>
        <p:txBody>
          <a:bodyPr wrap="square" lIns="0" tIns="0" rIns="0" bIns="0" anchor="ctr">
            <a:normAutofit/>
          </a:bodyPr>
          <a:lstStyle/>
          <a:p>
            <a:pPr algn="l">
              <a:defRPr sz="765" b="0">
                <a:solidFill>
                  <a:srgbClr val="24344D"/>
                </a:solidFill>
                <a:latin typeface="微软雅黑" panose="020B0503020204020204" charset="-122"/>
                <a:ea typeface="微软雅黑" panose="020B0503020204020204" charset="-122"/>
                <a:cs typeface="微软雅黑" panose="020B0503020204020204" charset="-122"/>
              </a:defRPr>
            </a:pPr>
            <a:r>
              <a:rPr sz="765" b="1">
                <a:solidFill>
                  <a:srgbClr val="2F3A45"/>
                </a:solidFill>
                <a:latin typeface="Times New Roman" panose="02020603050405020304" pitchFamily="18" charset="0"/>
                <a:ea typeface="微软雅黑" panose="020B0503020204020204" charset="-122"/>
                <a:cs typeface="Times New Roman" panose="02020603050405020304" pitchFamily="18" charset="0"/>
              </a:rPr>
              <a:t>环境  </a:t>
            </a:r>
          </a:p>
        </p:txBody>
      </p:sp>
      <p:sp>
        <p:nvSpPr>
          <p:cNvPr id="90" name="s18-bang-val-2-symbol"/>
          <p:cNvSpPr>
            <a:spLocks noGrp="1"/>
          </p:cNvSpPr>
          <p:nvPr/>
        </p:nvSpPr>
        <p:spPr>
          <a:xfrm>
            <a:off x="8829675" y="2198687"/>
            <a:ext cx="133350" cy="180975"/>
          </a:xfrm>
          <a:prstGeom prst="rect">
            <a:avLst/>
          </a:prstGeom>
          <a:noFill/>
          <a:ln w="0">
            <a:noFill/>
            <a:prstDash val="solid"/>
          </a:ln>
          <a:effectLst/>
        </p:spPr>
        <p:txBody>
          <a:bodyPr wrap="square" lIns="0" tIns="0" rIns="0" bIns="0" anchor="ctr">
            <a:normAutofit/>
          </a:bodyPr>
          <a:lstStyle/>
          <a:p>
            <a:pPr algn="ctr">
              <a:defRPr sz="865" b="1">
                <a:solidFill>
                  <a:srgbClr val="14855C"/>
                </a:solidFill>
                <a:latin typeface="微软雅黑" panose="020B0503020204020204" charset="-122"/>
                <a:ea typeface="微软雅黑" panose="020B0503020204020204" charset="-122"/>
                <a:cs typeface="微软雅黑" panose="020B0503020204020204" charset="-122"/>
              </a:defRPr>
            </a:pPr>
            <a:r>
              <a:rPr sz="865" b="1">
                <a:solidFill>
                  <a:srgbClr val="4F8A83"/>
                </a:solidFill>
                <a:latin typeface="Times New Roman" panose="02020603050405020304" pitchFamily="18" charset="0"/>
                <a:ea typeface="微软雅黑" panose="020B0503020204020204" charset="-122"/>
                <a:cs typeface="Times New Roman" panose="02020603050405020304" pitchFamily="18" charset="0"/>
              </a:rPr>
              <a:t>✓</a:t>
            </a:r>
          </a:p>
        </p:txBody>
      </p:sp>
      <p:sp>
        <p:nvSpPr>
          <p:cNvPr id="91" name="s18-bang-val-2-text"/>
          <p:cNvSpPr>
            <a:spLocks noGrp="1"/>
          </p:cNvSpPr>
          <p:nvPr/>
        </p:nvSpPr>
        <p:spPr>
          <a:xfrm>
            <a:off x="8991600" y="2198687"/>
            <a:ext cx="638175" cy="180975"/>
          </a:xfrm>
          <a:prstGeom prst="rect">
            <a:avLst/>
          </a:prstGeom>
          <a:noFill/>
          <a:ln w="0">
            <a:noFill/>
            <a:prstDash val="solid"/>
          </a:ln>
          <a:effectLst/>
        </p:spPr>
        <p:txBody>
          <a:bodyPr wrap="square" lIns="0" tIns="0" rIns="0" bIns="0" anchor="ctr">
            <a:normAutofit/>
          </a:bodyPr>
          <a:lstStyle/>
          <a:p>
            <a:pPr algn="l">
              <a:defRPr sz="765" b="0">
                <a:solidFill>
                  <a:srgbClr val="24344D"/>
                </a:solidFill>
                <a:latin typeface="微软雅黑" panose="020B0503020204020204" charset="-122"/>
                <a:ea typeface="微软雅黑" panose="020B0503020204020204" charset="-122"/>
                <a:cs typeface="微软雅黑" panose="020B0503020204020204" charset="-122"/>
              </a:defRPr>
            </a:pPr>
            <a:r>
              <a:rPr sz="765" b="1">
                <a:solidFill>
                  <a:srgbClr val="2F3A45"/>
                </a:solidFill>
                <a:latin typeface="Times New Roman" panose="02020603050405020304" pitchFamily="18" charset="0"/>
                <a:ea typeface="微软雅黑" panose="020B0503020204020204" charset="-122"/>
                <a:cs typeface="Times New Roman" panose="02020603050405020304" pitchFamily="18" charset="0"/>
              </a:rPr>
              <a:t>代码生成  </a:t>
            </a:r>
          </a:p>
        </p:txBody>
      </p:sp>
      <p:sp>
        <p:nvSpPr>
          <p:cNvPr id="92" name="s18-bang-val-3-symbol"/>
          <p:cNvSpPr>
            <a:spLocks noGrp="1"/>
          </p:cNvSpPr>
          <p:nvPr/>
        </p:nvSpPr>
        <p:spPr>
          <a:xfrm>
            <a:off x="8829675" y="2389187"/>
            <a:ext cx="133350" cy="180975"/>
          </a:xfrm>
          <a:prstGeom prst="rect">
            <a:avLst/>
          </a:prstGeom>
          <a:noFill/>
          <a:ln w="0">
            <a:noFill/>
            <a:prstDash val="solid"/>
          </a:ln>
          <a:effectLst/>
        </p:spPr>
        <p:txBody>
          <a:bodyPr wrap="square" lIns="0" tIns="0" rIns="0" bIns="0" anchor="ctr">
            <a:normAutofit/>
          </a:bodyPr>
          <a:lstStyle/>
          <a:p>
            <a:pPr algn="ctr">
              <a:defRPr sz="865" b="1">
                <a:solidFill>
                  <a:srgbClr val="14855C"/>
                </a:solidFill>
                <a:latin typeface="微软雅黑" panose="020B0503020204020204" charset="-122"/>
                <a:ea typeface="微软雅黑" panose="020B0503020204020204" charset="-122"/>
                <a:cs typeface="微软雅黑" panose="020B0503020204020204" charset="-122"/>
              </a:defRPr>
            </a:pPr>
            <a:r>
              <a:rPr sz="865" b="1">
                <a:solidFill>
                  <a:srgbClr val="4F8A83"/>
                </a:solidFill>
                <a:latin typeface="Times New Roman" panose="02020603050405020304" pitchFamily="18" charset="0"/>
                <a:ea typeface="微软雅黑" panose="020B0503020204020204" charset="-122"/>
                <a:cs typeface="Times New Roman" panose="02020603050405020304" pitchFamily="18" charset="0"/>
              </a:rPr>
              <a:t>✓</a:t>
            </a:r>
          </a:p>
        </p:txBody>
      </p:sp>
      <p:sp>
        <p:nvSpPr>
          <p:cNvPr id="93" name="s18-bang-val-3-text"/>
          <p:cNvSpPr>
            <a:spLocks noGrp="1"/>
          </p:cNvSpPr>
          <p:nvPr/>
        </p:nvSpPr>
        <p:spPr>
          <a:xfrm>
            <a:off x="8991600" y="2389187"/>
            <a:ext cx="638175" cy="180975"/>
          </a:xfrm>
          <a:prstGeom prst="rect">
            <a:avLst/>
          </a:prstGeom>
          <a:noFill/>
          <a:ln w="0">
            <a:noFill/>
            <a:prstDash val="solid"/>
          </a:ln>
          <a:effectLst/>
        </p:spPr>
        <p:txBody>
          <a:bodyPr wrap="square" lIns="0" tIns="0" rIns="0" bIns="0" anchor="ctr">
            <a:normAutofit/>
          </a:bodyPr>
          <a:lstStyle/>
          <a:p>
            <a:pPr algn="l">
              <a:defRPr sz="730" b="0">
                <a:solidFill>
                  <a:srgbClr val="24344D"/>
                </a:solidFill>
                <a:latin typeface="微软雅黑" panose="020B0503020204020204" charset="-122"/>
                <a:ea typeface="微软雅黑" panose="020B0503020204020204" charset="-122"/>
                <a:cs typeface="微软雅黑" panose="020B0503020204020204" charset="-122"/>
              </a:defRPr>
            </a:pPr>
            <a:r>
              <a:rPr sz="730" b="1">
                <a:solidFill>
                  <a:srgbClr val="2F3A45"/>
                </a:solidFill>
                <a:latin typeface="Times New Roman" panose="02020603050405020304" pitchFamily="18" charset="0"/>
                <a:ea typeface="微软雅黑" panose="020B0503020204020204" charset="-122"/>
                <a:cs typeface="Times New Roman" panose="02020603050405020304" pitchFamily="18" charset="0"/>
              </a:rPr>
              <a:t>Correctness  </a:t>
            </a:r>
          </a:p>
        </p:txBody>
      </p:sp>
      <p:sp>
        <p:nvSpPr>
          <p:cNvPr id="94" name="s18-bang-val-4-symbol"/>
          <p:cNvSpPr>
            <a:spLocks noGrp="1"/>
          </p:cNvSpPr>
          <p:nvPr/>
        </p:nvSpPr>
        <p:spPr>
          <a:xfrm>
            <a:off x="8829675" y="2579687"/>
            <a:ext cx="133350" cy="180975"/>
          </a:xfrm>
          <a:prstGeom prst="rect">
            <a:avLst/>
          </a:prstGeom>
          <a:noFill/>
          <a:ln w="0">
            <a:noFill/>
            <a:prstDash val="solid"/>
          </a:ln>
          <a:effectLst/>
        </p:spPr>
        <p:txBody>
          <a:bodyPr wrap="square" lIns="0" tIns="0" rIns="0" bIns="0" anchor="ctr">
            <a:normAutofit/>
          </a:bodyPr>
          <a:lstStyle/>
          <a:p>
            <a:pPr algn="ctr">
              <a:defRPr sz="865" b="1">
                <a:solidFill>
                  <a:srgbClr val="14855C"/>
                </a:solidFill>
                <a:latin typeface="微软雅黑" panose="020B0503020204020204" charset="-122"/>
                <a:ea typeface="微软雅黑" panose="020B0503020204020204" charset="-122"/>
                <a:cs typeface="微软雅黑" panose="020B0503020204020204" charset="-122"/>
              </a:defRPr>
            </a:pPr>
            <a:r>
              <a:rPr sz="865" b="1">
                <a:solidFill>
                  <a:srgbClr val="4F8A83"/>
                </a:solidFill>
                <a:latin typeface="Times New Roman" panose="02020603050405020304" pitchFamily="18" charset="0"/>
                <a:ea typeface="微软雅黑" panose="020B0503020204020204" charset="-122"/>
                <a:cs typeface="Times New Roman" panose="02020603050405020304" pitchFamily="18" charset="0"/>
              </a:rPr>
              <a:t>✓</a:t>
            </a:r>
          </a:p>
        </p:txBody>
      </p:sp>
      <p:sp>
        <p:nvSpPr>
          <p:cNvPr id="95" name="s18-bang-val-4-text"/>
          <p:cNvSpPr>
            <a:spLocks noGrp="1"/>
          </p:cNvSpPr>
          <p:nvPr/>
        </p:nvSpPr>
        <p:spPr>
          <a:xfrm>
            <a:off x="8991600" y="2579687"/>
            <a:ext cx="638175" cy="180975"/>
          </a:xfrm>
          <a:prstGeom prst="rect">
            <a:avLst/>
          </a:prstGeom>
          <a:noFill/>
          <a:ln w="0">
            <a:noFill/>
            <a:prstDash val="solid"/>
          </a:ln>
          <a:effectLst/>
        </p:spPr>
        <p:txBody>
          <a:bodyPr wrap="square" lIns="0" tIns="0" rIns="0" bIns="0" anchor="ctr">
            <a:normAutofit/>
          </a:bodyPr>
          <a:lstStyle/>
          <a:p>
            <a:pPr algn="l">
              <a:defRPr sz="745" b="0">
                <a:solidFill>
                  <a:srgbClr val="24344D"/>
                </a:solidFill>
                <a:latin typeface="微软雅黑" panose="020B0503020204020204" charset="-122"/>
                <a:ea typeface="微软雅黑" panose="020B0503020204020204" charset="-122"/>
                <a:cs typeface="微软雅黑" panose="020B0503020204020204" charset="-122"/>
              </a:defRPr>
            </a:pPr>
            <a:r>
              <a:rPr sz="745" b="1">
                <a:solidFill>
                  <a:srgbClr val="2F3A45"/>
                </a:solidFill>
                <a:latin typeface="Times New Roman" panose="02020603050405020304" pitchFamily="18" charset="0"/>
                <a:ea typeface="微软雅黑" panose="020B0503020204020204" charset="-122"/>
                <a:cs typeface="Times New Roman" panose="02020603050405020304" pitchFamily="18" charset="0"/>
              </a:rPr>
              <a:t>Benchmark  </a:t>
            </a:r>
          </a:p>
        </p:txBody>
      </p:sp>
      <p:sp>
        <p:nvSpPr>
          <p:cNvPr id="96" name="s18-bang-val-5-symbol"/>
          <p:cNvSpPr>
            <a:spLocks noGrp="1"/>
          </p:cNvSpPr>
          <p:nvPr/>
        </p:nvSpPr>
        <p:spPr>
          <a:xfrm>
            <a:off x="8829675" y="2770187"/>
            <a:ext cx="133350" cy="200025"/>
          </a:xfrm>
          <a:prstGeom prst="rect">
            <a:avLst/>
          </a:prstGeom>
          <a:noFill/>
          <a:ln w="0">
            <a:noFill/>
            <a:prstDash val="solid"/>
          </a:ln>
          <a:effectLst/>
        </p:spPr>
        <p:txBody>
          <a:bodyPr wrap="square" lIns="0" tIns="0" rIns="0" bIns="0" anchor="ctr">
            <a:normAutofit/>
          </a:bodyPr>
          <a:lstStyle/>
          <a:p>
            <a:pPr algn="ctr">
              <a:defRPr sz="795" b="1">
                <a:solidFill>
                  <a:srgbClr val="F07818"/>
                </a:solidFill>
                <a:latin typeface="微软雅黑" panose="020B0503020204020204" charset="-122"/>
                <a:ea typeface="微软雅黑" panose="020B0503020204020204" charset="-122"/>
                <a:cs typeface="微软雅黑" panose="020B0503020204020204" charset="-122"/>
              </a:defRPr>
            </a:pPr>
            <a:r>
              <a:rPr sz="795" b="1">
                <a:solidFill>
                  <a:srgbClr val="C77C59"/>
                </a:solidFill>
                <a:latin typeface="Times New Roman" panose="02020603050405020304" pitchFamily="18" charset="0"/>
                <a:ea typeface="微软雅黑" panose="020B0503020204020204" charset="-122"/>
                <a:cs typeface="Times New Roman" panose="02020603050405020304" pitchFamily="18" charset="0"/>
              </a:rPr>
              <a:t>△</a:t>
            </a:r>
          </a:p>
        </p:txBody>
      </p:sp>
      <p:sp>
        <p:nvSpPr>
          <p:cNvPr id="97" name="s18-bang-val-5-text"/>
          <p:cNvSpPr>
            <a:spLocks noGrp="1"/>
          </p:cNvSpPr>
          <p:nvPr/>
        </p:nvSpPr>
        <p:spPr>
          <a:xfrm>
            <a:off x="8991600" y="2770187"/>
            <a:ext cx="638175" cy="200025"/>
          </a:xfrm>
          <a:prstGeom prst="rect">
            <a:avLst/>
          </a:prstGeom>
          <a:noFill/>
          <a:ln w="0">
            <a:noFill/>
            <a:prstDash val="solid"/>
          </a:ln>
          <a:effectLst/>
        </p:spPr>
        <p:txBody>
          <a:bodyPr wrap="square" lIns="0" tIns="0" rIns="0" bIns="0" anchor="ctr">
            <a:normAutofit/>
          </a:bodyPr>
          <a:lstStyle/>
          <a:p>
            <a:pPr algn="l">
              <a:defRPr sz="735" b="0">
                <a:solidFill>
                  <a:srgbClr val="24344D"/>
                </a:solidFill>
                <a:latin typeface="微软雅黑" panose="020B0503020204020204" charset="-122"/>
                <a:ea typeface="微软雅黑" panose="020B0503020204020204" charset="-122"/>
                <a:cs typeface="微软雅黑" panose="020B0503020204020204" charset="-122"/>
              </a:defRPr>
            </a:pPr>
            <a:r>
              <a:rPr sz="735" b="1">
                <a:solidFill>
                  <a:srgbClr val="2F3A45"/>
                </a:solidFill>
                <a:latin typeface="Times New Roman" panose="02020603050405020304" pitchFamily="18" charset="0"/>
                <a:ea typeface="微软雅黑" panose="020B0503020204020204" charset="-122"/>
                <a:cs typeface="Times New Roman" panose="02020603050405020304" pitchFamily="18" charset="0"/>
              </a:rPr>
              <a:t>高性能优化</a:t>
            </a:r>
          </a:p>
        </p:txBody>
      </p:sp>
      <p:sp>
        <p:nvSpPr>
          <p:cNvPr id="98" name="s18-bang-gap"/>
          <p:cNvSpPr>
            <a:spLocks noGrp="1"/>
          </p:cNvSpPr>
          <p:nvPr/>
        </p:nvSpPr>
        <p:spPr>
          <a:xfrm>
            <a:off x="9658350" y="2253297"/>
            <a:ext cx="1038225" cy="974090"/>
          </a:xfrm>
          <a:prstGeom prst="roundRect">
            <a:avLst>
              <a:gd name="adj" fmla="val 5505"/>
            </a:avLst>
          </a:prstGeom>
          <a:solidFill>
            <a:srgbClr val="F6ECE6"/>
          </a:solidFill>
          <a:ln w="9525">
            <a:solidFill>
              <a:srgbClr val="C77C59"/>
            </a:solidFill>
            <a:prstDash val="solid"/>
          </a:ln>
          <a:effectLst/>
        </p:spPr>
        <p:txBody>
          <a:bodyPr wrap="square" lIns="38100" tIns="28575" rIns="38100" bIns="28575" anchor="ctr">
            <a:normAutofit/>
          </a:bodyPr>
          <a:lstStyle/>
          <a:p>
            <a:endParaRPr>
              <a:solidFill>
                <a:srgbClr val="66737F"/>
              </a:solidFill>
              <a:latin typeface="Times New Roman" panose="02020603050405020304" pitchFamily="18" charset="0"/>
              <a:ea typeface="微软雅黑" panose="020B0503020204020204" charset="-122"/>
              <a:cs typeface="Times New Roman" panose="02020603050405020304" pitchFamily="18" charset="0"/>
            </a:endParaRPr>
          </a:p>
          <a:p>
            <a:pPr algn="ctr">
              <a:defRPr sz="690" b="1">
                <a:solidFill>
                  <a:srgbClr val="24344D"/>
                </a:solidFill>
                <a:latin typeface="微软雅黑" panose="020B0503020204020204" charset="-122"/>
                <a:ea typeface="微软雅黑" panose="020B0503020204020204" charset="-122"/>
                <a:cs typeface="微软雅黑" panose="020B0503020204020204" charset="-122"/>
              </a:defRPr>
            </a:pPr>
            <a:r>
              <a:rPr sz="690" b="1">
                <a:solidFill>
                  <a:srgbClr val="66737F"/>
                </a:solidFill>
                <a:latin typeface="Times New Roman" panose="02020603050405020304" pitchFamily="18" charset="0"/>
                <a:ea typeface="微软雅黑" panose="020B0503020204020204" charset="-122"/>
                <a:cs typeface="Times New Roman" panose="02020603050405020304" pitchFamily="18" charset="0"/>
              </a:rPr>
              <a:t>显式片上存储管理、</a:t>
            </a:r>
          </a:p>
          <a:p>
            <a:pPr algn="ctr">
              <a:defRPr sz="690" b="1">
                <a:solidFill>
                  <a:srgbClr val="24344D"/>
                </a:solidFill>
                <a:latin typeface="微软雅黑" panose="020B0503020204020204" charset="-122"/>
                <a:ea typeface="微软雅黑" panose="020B0503020204020204" charset="-122"/>
                <a:cs typeface="微软雅黑" panose="020B0503020204020204" charset="-122"/>
              </a:defRPr>
            </a:pPr>
            <a:r>
              <a:rPr sz="690" b="1">
                <a:solidFill>
                  <a:srgbClr val="66737F"/>
                </a:solidFill>
                <a:latin typeface="Times New Roman" panose="02020603050405020304" pitchFamily="18" charset="0"/>
                <a:ea typeface="微软雅黑" panose="020B0503020204020204" charset="-122"/>
                <a:cs typeface="Times New Roman" panose="02020603050405020304" pitchFamily="18" charset="0"/>
              </a:rPr>
              <a:t>DMA / Pipeline、</a:t>
            </a:r>
          </a:p>
          <a:p>
            <a:pPr algn="ctr">
              <a:defRPr sz="690" b="1">
                <a:solidFill>
                  <a:srgbClr val="24344D"/>
                </a:solidFill>
                <a:latin typeface="微软雅黑" panose="020B0503020204020204" charset="-122"/>
                <a:ea typeface="微软雅黑" panose="020B0503020204020204" charset="-122"/>
                <a:cs typeface="微软雅黑" panose="020B0503020204020204" charset="-122"/>
              </a:defRPr>
            </a:pPr>
            <a:r>
              <a:rPr sz="690" b="1">
                <a:solidFill>
                  <a:srgbClr val="66737F"/>
                </a:solidFill>
                <a:latin typeface="Times New Roman" panose="02020603050405020304" pitchFamily="18" charset="0"/>
                <a:ea typeface="微软雅黑" panose="020B0503020204020204" charset="-122"/>
                <a:cs typeface="Times New Roman" panose="02020603050405020304" pitchFamily="18" charset="0"/>
              </a:rPr>
              <a:t>Core / Cluster 分工</a:t>
            </a:r>
          </a:p>
          <a:p>
            <a:pPr algn="ctr">
              <a:defRPr sz="690" b="1">
                <a:solidFill>
                  <a:srgbClr val="24344D"/>
                </a:solidFill>
                <a:latin typeface="微软雅黑" panose="020B0503020204020204" charset="-122"/>
                <a:ea typeface="微软雅黑" panose="020B0503020204020204" charset="-122"/>
                <a:cs typeface="微软雅黑" panose="020B0503020204020204" charset="-122"/>
              </a:defRPr>
            </a:pPr>
            <a:r>
              <a:rPr sz="690" b="1">
                <a:solidFill>
                  <a:srgbClr val="66737F"/>
                </a:solidFill>
                <a:latin typeface="Times New Roman" panose="02020603050405020304" pitchFamily="18" charset="0"/>
                <a:ea typeface="微软雅黑" panose="020B0503020204020204" charset="-122"/>
                <a:cs typeface="Times New Roman" panose="02020603050405020304" pitchFamily="18" charset="0"/>
              </a:rPr>
              <a:t>及高性能算子案例</a:t>
            </a:r>
          </a:p>
          <a:p>
            <a:pPr algn="ctr">
              <a:defRPr sz="690" b="1">
                <a:solidFill>
                  <a:srgbClr val="24344D"/>
                </a:solidFill>
                <a:latin typeface="微软雅黑" panose="020B0503020204020204" charset="-122"/>
                <a:ea typeface="微软雅黑" panose="020B0503020204020204" charset="-122"/>
                <a:cs typeface="微软雅黑" panose="020B0503020204020204" charset="-122"/>
              </a:defRPr>
            </a:pPr>
            <a:r>
              <a:rPr sz="690" b="1">
                <a:solidFill>
                  <a:srgbClr val="66737F"/>
                </a:solidFill>
                <a:latin typeface="Times New Roman" panose="02020603050405020304" pitchFamily="18" charset="0"/>
                <a:ea typeface="微软雅黑" panose="020B0503020204020204" charset="-122"/>
                <a:cs typeface="Times New Roman" panose="02020603050405020304" pitchFamily="18" charset="0"/>
              </a:rPr>
              <a:t>仍需进一步沉淀。</a:t>
            </a:r>
          </a:p>
        </p:txBody>
      </p:sp>
      <p:sp>
        <p:nvSpPr>
          <p:cNvPr id="99" name="s18-bang-gap-title-overlay"/>
          <p:cNvSpPr>
            <a:spLocks noGrp="1"/>
          </p:cNvSpPr>
          <p:nvPr/>
        </p:nvSpPr>
        <p:spPr>
          <a:xfrm>
            <a:off x="9686925" y="2351087"/>
            <a:ext cx="942975" cy="171450"/>
          </a:xfrm>
          <a:prstGeom prst="rect">
            <a:avLst/>
          </a:prstGeom>
          <a:noFill/>
          <a:ln w="0">
            <a:noFill/>
            <a:prstDash val="solid"/>
          </a:ln>
          <a:effectLst/>
        </p:spPr>
        <p:txBody>
          <a:bodyPr wrap="square" lIns="9525" tIns="0" rIns="9525" bIns="0" anchor="ctr">
            <a:normAutofit/>
          </a:bodyPr>
          <a:lstStyle/>
          <a:p>
            <a:pPr algn="ctr">
              <a:defRPr sz="765" b="1">
                <a:solidFill>
                  <a:srgbClr val="F07818"/>
                </a:solidFill>
                <a:latin typeface="微软雅黑" panose="020B0503020204020204" charset="-122"/>
                <a:ea typeface="微软雅黑" panose="020B0503020204020204" charset="-122"/>
                <a:cs typeface="微软雅黑" panose="020B0503020204020204" charset="-122"/>
              </a:defRPr>
            </a:pPr>
            <a:r>
              <a:rPr sz="765" b="1" dirty="0" err="1">
                <a:solidFill>
                  <a:srgbClr val="C77C59"/>
                </a:solidFill>
                <a:latin typeface="Times New Roman" panose="02020603050405020304" pitchFamily="18" charset="0"/>
                <a:ea typeface="微软雅黑" panose="020B0503020204020204" charset="-122"/>
                <a:cs typeface="Times New Roman" panose="02020603050405020304" pitchFamily="18" charset="0"/>
              </a:rPr>
              <a:t>当前主要缺口</a:t>
            </a:r>
            <a:endParaRPr sz="765" b="1" dirty="0">
              <a:solidFill>
                <a:srgbClr val="C77C59"/>
              </a:solidFill>
              <a:latin typeface="Times New Roman" panose="02020603050405020304" pitchFamily="18" charset="0"/>
              <a:ea typeface="微软雅黑" panose="020B0503020204020204" charset="-122"/>
              <a:cs typeface="Times New Roman" panose="02020603050405020304" pitchFamily="18" charset="0"/>
            </a:endParaRPr>
          </a:p>
        </p:txBody>
      </p:sp>
      <p:sp>
        <p:nvSpPr>
          <p:cNvPr id="100" name="s18-bang-next-1-symbol"/>
          <p:cNvSpPr>
            <a:spLocks noGrp="1"/>
          </p:cNvSpPr>
          <p:nvPr/>
        </p:nvSpPr>
        <p:spPr>
          <a:xfrm>
            <a:off x="10887075" y="2008187"/>
            <a:ext cx="133350" cy="361950"/>
          </a:xfrm>
          <a:prstGeom prst="rect">
            <a:avLst/>
          </a:prstGeom>
          <a:noFill/>
          <a:ln w="0">
            <a:noFill/>
            <a:prstDash val="solid"/>
          </a:ln>
          <a:effectLst/>
        </p:spPr>
        <p:txBody>
          <a:bodyPr wrap="square" lIns="0" tIns="0" rIns="0" bIns="0" anchor="ctr">
            <a:normAutofit/>
          </a:bodyPr>
          <a:lstStyle/>
          <a:p>
            <a:pPr algn="ctr">
              <a:defRPr sz="865" b="1">
                <a:solidFill>
                  <a:srgbClr val="1457C5"/>
                </a:solidFill>
                <a:latin typeface="微软雅黑" panose="020B0503020204020204" charset="-122"/>
                <a:ea typeface="微软雅黑" panose="020B0503020204020204" charset="-122"/>
                <a:cs typeface="微软雅黑" panose="020B0503020204020204" charset="-122"/>
              </a:defRPr>
            </a:pPr>
            <a:r>
              <a:rPr sz="865" b="1">
                <a:solidFill>
                  <a:srgbClr val="294A6D"/>
                </a:solidFill>
                <a:latin typeface="Times New Roman" panose="02020603050405020304" pitchFamily="18" charset="0"/>
                <a:ea typeface="微软雅黑" panose="020B0503020204020204" charset="-122"/>
                <a:cs typeface="Times New Roman" panose="02020603050405020304" pitchFamily="18" charset="0"/>
              </a:rPr>
              <a:t>○</a:t>
            </a:r>
          </a:p>
        </p:txBody>
      </p:sp>
      <p:sp>
        <p:nvSpPr>
          <p:cNvPr id="101" name="s18-bang-next-1-text"/>
          <p:cNvSpPr>
            <a:spLocks noGrp="1"/>
          </p:cNvSpPr>
          <p:nvPr/>
        </p:nvSpPr>
        <p:spPr>
          <a:xfrm>
            <a:off x="11049000" y="2008187"/>
            <a:ext cx="828675" cy="361950"/>
          </a:xfrm>
          <a:prstGeom prst="rect">
            <a:avLst/>
          </a:prstGeom>
          <a:noFill/>
          <a:ln w="0">
            <a:noFill/>
            <a:prstDash val="solid"/>
          </a:ln>
          <a:effectLst/>
        </p:spPr>
        <p:txBody>
          <a:bodyPr wrap="square" lIns="0" tIns="0" rIns="0" bIns="0" anchor="ctr">
            <a:normAutofit/>
          </a:bodyPr>
          <a:lstStyle/>
          <a:p>
            <a:pPr algn="l">
              <a:defRPr sz="755" b="0">
                <a:solidFill>
                  <a:srgbClr val="24344D"/>
                </a:solidFill>
                <a:latin typeface="微软雅黑" panose="020B0503020204020204" charset="-122"/>
                <a:ea typeface="微软雅黑" panose="020B0503020204020204" charset="-122"/>
                <a:cs typeface="微软雅黑" panose="020B0503020204020204" charset="-122"/>
              </a:defRPr>
            </a:pPr>
            <a:r>
              <a:rPr sz="755" b="1">
                <a:solidFill>
                  <a:srgbClr val="2F3A45"/>
                </a:solidFill>
                <a:latin typeface="Times New Roman" panose="02020603050405020304" pitchFamily="18" charset="0"/>
                <a:ea typeface="微软雅黑" panose="020B0503020204020204" charset="-122"/>
                <a:cs typeface="Times New Roman" panose="02020603050405020304" pitchFamily="18" charset="0"/>
              </a:rPr>
              <a:t>补高性能</a:t>
            </a:r>
          </a:p>
          <a:p>
            <a:pPr algn="l">
              <a:defRPr sz="755" b="0">
                <a:solidFill>
                  <a:srgbClr val="24344D"/>
                </a:solidFill>
                <a:latin typeface="微软雅黑" panose="020B0503020204020204" charset="-122"/>
                <a:ea typeface="微软雅黑" panose="020B0503020204020204" charset="-122"/>
                <a:cs typeface="微软雅黑" panose="020B0503020204020204" charset="-122"/>
              </a:defRPr>
            </a:pPr>
            <a:r>
              <a:rPr sz="755" b="1">
                <a:solidFill>
                  <a:srgbClr val="2F3A45"/>
                </a:solidFill>
                <a:latin typeface="Times New Roman" panose="02020603050405020304" pitchFamily="18" charset="0"/>
                <a:ea typeface="微软雅黑" panose="020B0503020204020204" charset="-122"/>
                <a:cs typeface="Times New Roman" panose="02020603050405020304" pitchFamily="18" charset="0"/>
              </a:rPr>
              <a:t>BANG C Reference</a:t>
            </a:r>
          </a:p>
        </p:txBody>
      </p:sp>
      <p:sp>
        <p:nvSpPr>
          <p:cNvPr id="102" name="s18-bang-next-2-symbol"/>
          <p:cNvSpPr>
            <a:spLocks noGrp="1"/>
          </p:cNvSpPr>
          <p:nvPr/>
        </p:nvSpPr>
        <p:spPr>
          <a:xfrm>
            <a:off x="10887075" y="2427287"/>
            <a:ext cx="133350" cy="400050"/>
          </a:xfrm>
          <a:prstGeom prst="rect">
            <a:avLst/>
          </a:prstGeom>
          <a:noFill/>
          <a:ln w="0">
            <a:noFill/>
            <a:prstDash val="solid"/>
          </a:ln>
          <a:effectLst/>
        </p:spPr>
        <p:txBody>
          <a:bodyPr wrap="square" lIns="0" tIns="0" rIns="0" bIns="0" anchor="ctr">
            <a:normAutofit/>
          </a:bodyPr>
          <a:lstStyle/>
          <a:p>
            <a:pPr algn="ctr">
              <a:defRPr sz="865" b="1">
                <a:solidFill>
                  <a:srgbClr val="1457C5"/>
                </a:solidFill>
                <a:latin typeface="微软雅黑" panose="020B0503020204020204" charset="-122"/>
                <a:ea typeface="微软雅黑" panose="020B0503020204020204" charset="-122"/>
                <a:cs typeface="微软雅黑" panose="020B0503020204020204" charset="-122"/>
              </a:defRPr>
            </a:pPr>
            <a:r>
              <a:rPr sz="865" b="1">
                <a:solidFill>
                  <a:srgbClr val="294A6D"/>
                </a:solidFill>
                <a:latin typeface="Times New Roman" panose="02020603050405020304" pitchFamily="18" charset="0"/>
                <a:ea typeface="微软雅黑" panose="020B0503020204020204" charset="-122"/>
                <a:cs typeface="Times New Roman" panose="02020603050405020304" pitchFamily="18" charset="0"/>
              </a:rPr>
              <a:t>○</a:t>
            </a:r>
          </a:p>
        </p:txBody>
      </p:sp>
      <p:sp>
        <p:nvSpPr>
          <p:cNvPr id="103" name="s18-bang-next-2-text"/>
          <p:cNvSpPr>
            <a:spLocks noGrp="1"/>
          </p:cNvSpPr>
          <p:nvPr/>
        </p:nvSpPr>
        <p:spPr>
          <a:xfrm>
            <a:off x="11049000" y="2427287"/>
            <a:ext cx="828675" cy="400050"/>
          </a:xfrm>
          <a:prstGeom prst="rect">
            <a:avLst/>
          </a:prstGeom>
          <a:noFill/>
          <a:ln w="0">
            <a:noFill/>
            <a:prstDash val="solid"/>
          </a:ln>
          <a:effectLst/>
        </p:spPr>
        <p:txBody>
          <a:bodyPr wrap="square" lIns="0" tIns="0" rIns="0" bIns="0" anchor="ctr">
            <a:normAutofit/>
          </a:bodyPr>
          <a:lstStyle/>
          <a:p>
            <a:pPr algn="l">
              <a:defRPr sz="735" b="0">
                <a:solidFill>
                  <a:srgbClr val="24344D"/>
                </a:solidFill>
                <a:latin typeface="微软雅黑" panose="020B0503020204020204" charset="-122"/>
                <a:ea typeface="微软雅黑" panose="020B0503020204020204" charset="-122"/>
                <a:cs typeface="微软雅黑" panose="020B0503020204020204" charset="-122"/>
              </a:defRPr>
            </a:pPr>
            <a:r>
              <a:rPr sz="735" b="1" dirty="0" err="1" smtClean="0">
                <a:solidFill>
                  <a:srgbClr val="2F3A45"/>
                </a:solidFill>
                <a:latin typeface="Times New Roman" panose="02020603050405020304" pitchFamily="18" charset="0"/>
                <a:ea typeface="微软雅黑" panose="020B0503020204020204" charset="-122"/>
                <a:cs typeface="Times New Roman" panose="02020603050405020304" pitchFamily="18" charset="0"/>
              </a:rPr>
              <a:t>将微基准结果转化为优化规则</a:t>
            </a:r>
            <a:endParaRPr sz="735" b="1" dirty="0">
              <a:solidFill>
                <a:srgbClr val="2F3A45"/>
              </a:solidFill>
              <a:latin typeface="Times New Roman" panose="02020603050405020304" pitchFamily="18" charset="0"/>
              <a:ea typeface="微软雅黑" panose="020B0503020204020204" charset="-122"/>
              <a:cs typeface="Times New Roman" panose="02020603050405020304" pitchFamily="18" charset="0"/>
            </a:endParaRPr>
          </a:p>
        </p:txBody>
      </p:sp>
      <p:sp>
        <p:nvSpPr>
          <p:cNvPr id="104" name="s18-bang-next-3-symbol"/>
          <p:cNvSpPr>
            <a:spLocks noGrp="1"/>
          </p:cNvSpPr>
          <p:nvPr/>
        </p:nvSpPr>
        <p:spPr>
          <a:xfrm>
            <a:off x="10887075" y="2865437"/>
            <a:ext cx="133350" cy="361950"/>
          </a:xfrm>
          <a:prstGeom prst="rect">
            <a:avLst/>
          </a:prstGeom>
          <a:noFill/>
          <a:ln w="0">
            <a:noFill/>
            <a:prstDash val="solid"/>
          </a:ln>
          <a:effectLst/>
        </p:spPr>
        <p:txBody>
          <a:bodyPr wrap="square" lIns="0" tIns="0" rIns="0" bIns="0" anchor="ctr">
            <a:normAutofit/>
          </a:bodyPr>
          <a:lstStyle/>
          <a:p>
            <a:pPr algn="ctr">
              <a:defRPr sz="865" b="1">
                <a:solidFill>
                  <a:srgbClr val="1457C5"/>
                </a:solidFill>
                <a:latin typeface="微软雅黑" panose="020B0503020204020204" charset="-122"/>
                <a:ea typeface="微软雅黑" panose="020B0503020204020204" charset="-122"/>
                <a:cs typeface="微软雅黑" panose="020B0503020204020204" charset="-122"/>
              </a:defRPr>
            </a:pPr>
            <a:endParaRPr sz="865" b="1" dirty="0">
              <a:solidFill>
                <a:srgbClr val="294A6D"/>
              </a:solidFill>
              <a:latin typeface="Times New Roman" panose="02020603050405020304" pitchFamily="18" charset="0"/>
              <a:ea typeface="微软雅黑" panose="020B0503020204020204" charset="-122"/>
              <a:cs typeface="Times New Roman" panose="02020603050405020304" pitchFamily="18" charset="0"/>
            </a:endParaRPr>
          </a:p>
        </p:txBody>
      </p:sp>
      <p:sp>
        <p:nvSpPr>
          <p:cNvPr id="105" name="s18-bang-next-3-text"/>
          <p:cNvSpPr>
            <a:spLocks noGrp="1"/>
          </p:cNvSpPr>
          <p:nvPr/>
        </p:nvSpPr>
        <p:spPr>
          <a:xfrm>
            <a:off x="11049000" y="2865437"/>
            <a:ext cx="828675" cy="361950"/>
          </a:xfrm>
          <a:prstGeom prst="rect">
            <a:avLst/>
          </a:prstGeom>
          <a:noFill/>
          <a:ln w="0">
            <a:noFill/>
            <a:prstDash val="solid"/>
          </a:ln>
          <a:effectLst/>
        </p:spPr>
        <p:txBody>
          <a:bodyPr wrap="square" lIns="0" tIns="0" rIns="0" bIns="0" anchor="ctr">
            <a:normAutofit/>
          </a:bodyPr>
          <a:lstStyle/>
          <a:p>
            <a:pPr algn="l">
              <a:defRPr sz="755" b="0">
                <a:solidFill>
                  <a:srgbClr val="24344D"/>
                </a:solidFill>
                <a:latin typeface="微软雅黑" panose="020B0503020204020204" charset="-122"/>
                <a:ea typeface="微软雅黑" panose="020B0503020204020204" charset="-122"/>
                <a:cs typeface="微软雅黑" panose="020B0503020204020204" charset="-122"/>
              </a:defRPr>
            </a:pPr>
            <a:endParaRPr sz="755" b="1" dirty="0">
              <a:solidFill>
                <a:srgbClr val="2F3A45"/>
              </a:solidFill>
              <a:latin typeface="Times New Roman" panose="02020603050405020304" pitchFamily="18" charset="0"/>
              <a:ea typeface="微软雅黑" panose="020B0503020204020204" charset="-122"/>
              <a:cs typeface="Times New Roman" panose="02020603050405020304" pitchFamily="18" charset="0"/>
            </a:endParaRPr>
          </a:p>
        </p:txBody>
      </p:sp>
      <p:sp>
        <p:nvSpPr>
          <p:cNvPr id="106" name="s18-cuda-frame"/>
          <p:cNvSpPr>
            <a:spLocks noGrp="1"/>
          </p:cNvSpPr>
          <p:nvPr/>
        </p:nvSpPr>
        <p:spPr>
          <a:xfrm>
            <a:off x="95250" y="3513137"/>
            <a:ext cx="5743575" cy="1905000"/>
          </a:xfrm>
          <a:prstGeom prst="rect">
            <a:avLst/>
          </a:prstGeom>
          <a:solidFill>
            <a:srgbClr val="FFFFFF"/>
          </a:solidFill>
          <a:ln w="11430">
            <a:solidFill>
              <a:srgbClr val="D6DEE6"/>
            </a:solidFill>
            <a:prstDash val="solid"/>
          </a:ln>
          <a:effectLst/>
        </p:spPr>
      </p:sp>
      <p:sp>
        <p:nvSpPr>
          <p:cNvPr id="107" name="s18-cuda-header-fill"/>
          <p:cNvSpPr>
            <a:spLocks noGrp="1"/>
          </p:cNvSpPr>
          <p:nvPr/>
        </p:nvSpPr>
        <p:spPr>
          <a:xfrm>
            <a:off x="76199" y="3522662"/>
            <a:ext cx="5724525" cy="495300"/>
          </a:xfrm>
          <a:prstGeom prst="rect">
            <a:avLst/>
          </a:prstGeom>
          <a:solidFill>
            <a:srgbClr val="FFFFFF"/>
          </a:solidFill>
          <a:ln w="0">
            <a:solidFill>
              <a:srgbClr val="D6DEE6"/>
            </a:solidFill>
            <a:prstDash val="solid"/>
          </a:ln>
          <a:effectLst/>
        </p:spPr>
      </p:sp>
      <p:sp>
        <p:nvSpPr>
          <p:cNvPr id="108" name="s18-cuda-body-fill"/>
          <p:cNvSpPr>
            <a:spLocks noGrp="1"/>
          </p:cNvSpPr>
          <p:nvPr/>
        </p:nvSpPr>
        <p:spPr>
          <a:xfrm>
            <a:off x="104775" y="4017962"/>
            <a:ext cx="5724525" cy="1390650"/>
          </a:xfrm>
          <a:prstGeom prst="rect">
            <a:avLst/>
          </a:prstGeom>
          <a:solidFill>
            <a:srgbClr val="FFFFFF"/>
          </a:solidFill>
          <a:ln w="0">
            <a:solidFill>
              <a:srgbClr val="D6DEE6"/>
            </a:solidFill>
            <a:prstDash val="solid"/>
          </a:ln>
          <a:effectLst/>
        </p:spPr>
      </p:sp>
      <p:sp>
        <p:nvSpPr>
          <p:cNvPr id="109" name="s18-cuda-header-rule"/>
          <p:cNvSpPr>
            <a:spLocks noGrp="1"/>
          </p:cNvSpPr>
          <p:nvPr/>
        </p:nvSpPr>
        <p:spPr>
          <a:xfrm>
            <a:off x="104775" y="4008437"/>
            <a:ext cx="5724525" cy="9525"/>
          </a:xfrm>
          <a:prstGeom prst="rect">
            <a:avLst/>
          </a:prstGeom>
          <a:solidFill>
            <a:srgbClr val="5B7188"/>
          </a:solidFill>
          <a:ln w="0">
            <a:solidFill>
              <a:srgbClr val="294A6D"/>
            </a:solidFill>
            <a:prstDash val="solid"/>
          </a:ln>
          <a:effectLst/>
        </p:spPr>
      </p:sp>
      <p:sp>
        <p:nvSpPr>
          <p:cNvPr id="110" name="s18-cuda-title"/>
          <p:cNvSpPr>
            <a:spLocks noGrp="1"/>
          </p:cNvSpPr>
          <p:nvPr/>
        </p:nvSpPr>
        <p:spPr>
          <a:xfrm>
            <a:off x="171450" y="3541712"/>
            <a:ext cx="5591175" cy="295275"/>
          </a:xfrm>
          <a:prstGeom prst="rect">
            <a:avLst/>
          </a:prstGeom>
          <a:noFill/>
          <a:ln w="0">
            <a:noFill/>
            <a:prstDash val="solid"/>
          </a:ln>
          <a:effectLst/>
        </p:spPr>
        <p:txBody>
          <a:bodyPr wrap="square" lIns="0" tIns="0" rIns="0" bIns="0" anchor="ctr">
            <a:normAutofit/>
          </a:bodyPr>
          <a:lstStyle/>
          <a:p>
            <a:pPr algn="ctr">
              <a:defRPr sz="1875" b="1">
                <a:solidFill>
                  <a:srgbClr val="1457C5"/>
                </a:solidFill>
                <a:latin typeface="Calibri" panose="020F0502020204030204"/>
                <a:ea typeface="Calibri" panose="020F0502020204030204"/>
                <a:cs typeface="Calibri" panose="020F0502020204030204"/>
              </a:defRPr>
            </a:pPr>
            <a:r>
              <a:rPr sz="1875" b="1" dirty="0">
                <a:solidFill>
                  <a:srgbClr val="294A6D"/>
                </a:solidFill>
                <a:latin typeface="Times New Roman" panose="02020603050405020304" pitchFamily="18" charset="0"/>
                <a:ea typeface="微软雅黑" panose="020B0503020204020204" charset="-122"/>
                <a:cs typeface="Times New Roman" panose="02020603050405020304" pitchFamily="18" charset="0"/>
              </a:rPr>
              <a:t>CUDA</a:t>
            </a:r>
            <a:r>
              <a:rPr lang="en-US" sz="1875" b="1" dirty="0">
                <a:solidFill>
                  <a:srgbClr val="294A6D"/>
                </a:solidFill>
                <a:latin typeface="Times New Roman" panose="02020603050405020304" pitchFamily="18" charset="0"/>
                <a:ea typeface="微软雅黑" panose="020B0503020204020204" charset="-122"/>
                <a:cs typeface="Times New Roman" panose="02020603050405020304" pitchFamily="18" charset="0"/>
              </a:rPr>
              <a:t> C</a:t>
            </a:r>
            <a:endParaRPr sz="1875" b="1" dirty="0">
              <a:solidFill>
                <a:srgbClr val="294A6D"/>
              </a:solidFill>
              <a:latin typeface="Times New Roman" panose="02020603050405020304" pitchFamily="18" charset="0"/>
              <a:ea typeface="微软雅黑" panose="020B0503020204020204" charset="-122"/>
              <a:cs typeface="Times New Roman" panose="02020603050405020304" pitchFamily="18" charset="0"/>
            </a:endParaRPr>
          </a:p>
        </p:txBody>
      </p:sp>
      <p:sp>
        <p:nvSpPr>
          <p:cNvPr id="112" name="s18-cuda-divider-1"/>
          <p:cNvSpPr>
            <a:spLocks noGrp="1"/>
          </p:cNvSpPr>
          <p:nvPr/>
        </p:nvSpPr>
        <p:spPr>
          <a:xfrm>
            <a:off x="1228725" y="4084637"/>
            <a:ext cx="9525" cy="1257300"/>
          </a:xfrm>
          <a:prstGeom prst="rect">
            <a:avLst/>
          </a:prstGeom>
          <a:solidFill>
            <a:srgbClr val="EEF2F5"/>
          </a:solidFill>
          <a:ln w="0">
            <a:solidFill>
              <a:srgbClr val="D6DEE6"/>
            </a:solidFill>
            <a:prstDash val="solid"/>
          </a:ln>
          <a:effectLst/>
        </p:spPr>
      </p:sp>
      <p:sp>
        <p:nvSpPr>
          <p:cNvPr id="113" name="s18-cuda-divider-2"/>
          <p:cNvSpPr>
            <a:spLocks noGrp="1"/>
          </p:cNvSpPr>
          <p:nvPr/>
        </p:nvSpPr>
        <p:spPr>
          <a:xfrm>
            <a:off x="3086100" y="4084637"/>
            <a:ext cx="9525" cy="1257300"/>
          </a:xfrm>
          <a:prstGeom prst="rect">
            <a:avLst/>
          </a:prstGeom>
          <a:solidFill>
            <a:srgbClr val="EEF2F5"/>
          </a:solidFill>
          <a:ln w="0">
            <a:solidFill>
              <a:srgbClr val="D6DEE6"/>
            </a:solidFill>
            <a:prstDash val="solid"/>
          </a:ln>
          <a:effectLst/>
        </p:spPr>
      </p:sp>
      <p:sp>
        <p:nvSpPr>
          <p:cNvPr id="114" name="s18-cuda-divider-3"/>
          <p:cNvSpPr>
            <a:spLocks noGrp="1"/>
          </p:cNvSpPr>
          <p:nvPr/>
        </p:nvSpPr>
        <p:spPr>
          <a:xfrm>
            <a:off x="4467225" y="4084637"/>
            <a:ext cx="9525" cy="1257300"/>
          </a:xfrm>
          <a:prstGeom prst="rect">
            <a:avLst/>
          </a:prstGeom>
          <a:solidFill>
            <a:srgbClr val="EEF2F5"/>
          </a:solidFill>
          <a:ln w="0">
            <a:solidFill>
              <a:srgbClr val="D6DEE6"/>
            </a:solidFill>
            <a:prstDash val="solid"/>
          </a:ln>
          <a:effectLst/>
        </p:spPr>
      </p:sp>
      <p:sp>
        <p:nvSpPr>
          <p:cNvPr id="115" name="s18-cuda-c1-number"/>
          <p:cNvSpPr>
            <a:spLocks noGrp="1"/>
          </p:cNvSpPr>
          <p:nvPr/>
        </p:nvSpPr>
        <p:spPr>
          <a:xfrm>
            <a:off x="190500" y="4084637"/>
            <a:ext cx="200025" cy="200025"/>
          </a:xfrm>
          <a:prstGeom prst="roundRect">
            <a:avLst>
              <a:gd name="adj" fmla="val 47619"/>
            </a:avLst>
          </a:prstGeom>
          <a:noFill/>
          <a:ln w="0">
            <a:noFill/>
            <a:prstDash val="solid"/>
          </a:ln>
          <a:effectLst/>
          <a:extLst>
            <a:ext uri="{909E8E84-426E-40DD-AFC4-6F175D3DCCD1}">
              <a14:hiddenFill xmlns:a14="http://schemas.microsoft.com/office/drawing/2010/main">
                <a:solidFill>
                  <a:srgbClr val="5B7188"/>
                </a:solidFill>
              </a14:hiddenFill>
            </a:ext>
            <a:ext uri="{91240B29-F687-4F45-9708-019B960494DF}">
              <a14:hiddenLine xmlns:a14="http://schemas.microsoft.com/office/drawing/2010/main" w="0">
                <a:solidFill>
                  <a:srgbClr val="294A6D"/>
                </a:solidFill>
                <a:prstDash val="solid"/>
              </a14:hiddenLine>
            </a:ext>
          </a:extLst>
        </p:spPr>
        <p:txBody>
          <a:bodyPr wrap="square" lIns="0" tIns="0" rIns="0" bIns="0" anchor="ctr">
            <a:normAutofit/>
          </a:bodyPr>
          <a:lstStyle/>
          <a:p>
            <a:pPr algn="ctr">
              <a:defRPr sz="825" b="1">
                <a:solidFill>
                  <a:srgbClr val="FFFFFF"/>
                </a:solidFill>
                <a:latin typeface="Calibri" panose="020F0502020204030204"/>
                <a:ea typeface="Calibri" panose="020F0502020204030204"/>
                <a:cs typeface="Calibri" panose="020F0502020204030204"/>
              </a:defRPr>
            </a:pPr>
            <a:r>
              <a:rPr sz="825" b="1">
                <a:solidFill>
                  <a:srgbClr val="FFFFFF"/>
                </a:solidFill>
                <a:latin typeface="Times New Roman" panose="02020603050405020304" pitchFamily="18" charset="0"/>
                <a:ea typeface="微软雅黑" panose="020B0503020204020204" charset="-122"/>
                <a:cs typeface="Times New Roman" panose="02020603050405020304" pitchFamily="18" charset="0"/>
              </a:rPr>
              <a:t>1</a:t>
            </a:r>
          </a:p>
        </p:txBody>
      </p:sp>
      <p:sp>
        <p:nvSpPr>
          <p:cNvPr id="116" name="s18-cuda-c1-title"/>
          <p:cNvSpPr>
            <a:spLocks noGrp="1"/>
          </p:cNvSpPr>
          <p:nvPr/>
        </p:nvSpPr>
        <p:spPr>
          <a:xfrm>
            <a:off x="438150" y="4075112"/>
            <a:ext cx="733425" cy="219075"/>
          </a:xfrm>
          <a:prstGeom prst="rect">
            <a:avLst/>
          </a:prstGeom>
          <a:noFill/>
          <a:ln w="0">
            <a:noFill/>
            <a:prstDash val="solid"/>
          </a:ln>
          <a:effectLst/>
        </p:spPr>
        <p:txBody>
          <a:bodyPr wrap="square" lIns="0" tIns="0" rIns="0" bIns="0" anchor="ctr">
            <a:normAutofit/>
          </a:bodyPr>
          <a:lstStyle/>
          <a:p>
            <a:pPr algn="l">
              <a:defRPr sz="990" b="1">
                <a:solidFill>
                  <a:srgbClr val="0E56C9"/>
                </a:solidFill>
                <a:latin typeface="微软雅黑" panose="020B0503020204020204" charset="-122"/>
                <a:ea typeface="微软雅黑" panose="020B0503020204020204" charset="-122"/>
                <a:cs typeface="微软雅黑" panose="020B0503020204020204" charset="-122"/>
              </a:defRPr>
            </a:pPr>
            <a:r>
              <a:rPr sz="990" b="1">
                <a:solidFill>
                  <a:srgbClr val="294A6D"/>
                </a:solidFill>
                <a:latin typeface="Times New Roman" panose="02020603050405020304" pitchFamily="18" charset="0"/>
                <a:ea typeface="微软雅黑" panose="020B0503020204020204" charset="-122"/>
                <a:cs typeface="Times New Roman" panose="02020603050405020304" pitchFamily="18" charset="0"/>
              </a:rPr>
              <a:t>当前阶段</a:t>
            </a:r>
          </a:p>
        </p:txBody>
      </p:sp>
      <p:sp>
        <p:nvSpPr>
          <p:cNvPr id="117" name="s18-cuda-c2-number"/>
          <p:cNvSpPr>
            <a:spLocks noGrp="1"/>
          </p:cNvSpPr>
          <p:nvPr/>
        </p:nvSpPr>
        <p:spPr>
          <a:xfrm>
            <a:off x="1323975" y="4084637"/>
            <a:ext cx="200025" cy="200025"/>
          </a:xfrm>
          <a:prstGeom prst="roundRect">
            <a:avLst>
              <a:gd name="adj" fmla="val 47619"/>
            </a:avLst>
          </a:prstGeom>
          <a:noFill/>
          <a:ln w="0">
            <a:noFill/>
            <a:prstDash val="solid"/>
          </a:ln>
          <a:effectLst/>
          <a:extLst>
            <a:ext uri="{909E8E84-426E-40DD-AFC4-6F175D3DCCD1}">
              <a14:hiddenFill xmlns:a14="http://schemas.microsoft.com/office/drawing/2010/main">
                <a:solidFill>
                  <a:srgbClr val="5B7188"/>
                </a:solidFill>
              </a14:hiddenFill>
            </a:ext>
            <a:ext uri="{91240B29-F687-4F45-9708-019B960494DF}">
              <a14:hiddenLine xmlns:a14="http://schemas.microsoft.com/office/drawing/2010/main" w="0">
                <a:solidFill>
                  <a:srgbClr val="294A6D"/>
                </a:solidFill>
                <a:prstDash val="solid"/>
              </a14:hiddenLine>
            </a:ext>
          </a:extLst>
        </p:spPr>
        <p:txBody>
          <a:bodyPr wrap="square" lIns="0" tIns="0" rIns="0" bIns="0" anchor="ctr">
            <a:normAutofit/>
          </a:bodyPr>
          <a:lstStyle/>
          <a:p>
            <a:pPr algn="ctr">
              <a:defRPr sz="825" b="1">
                <a:solidFill>
                  <a:srgbClr val="FFFFFF"/>
                </a:solidFill>
                <a:latin typeface="Calibri" panose="020F0502020204030204"/>
                <a:ea typeface="Calibri" panose="020F0502020204030204"/>
                <a:cs typeface="Calibri" panose="020F0502020204030204"/>
              </a:defRPr>
            </a:pPr>
            <a:r>
              <a:rPr sz="825" b="1">
                <a:solidFill>
                  <a:srgbClr val="FFFFFF"/>
                </a:solidFill>
                <a:latin typeface="Times New Roman" panose="02020603050405020304" pitchFamily="18" charset="0"/>
                <a:ea typeface="微软雅黑" panose="020B0503020204020204" charset="-122"/>
                <a:cs typeface="Times New Roman" panose="02020603050405020304" pitchFamily="18" charset="0"/>
              </a:rPr>
              <a:t>2</a:t>
            </a:r>
          </a:p>
        </p:txBody>
      </p:sp>
      <p:sp>
        <p:nvSpPr>
          <p:cNvPr id="118" name="s18-cuda-c2-title"/>
          <p:cNvSpPr>
            <a:spLocks noGrp="1"/>
          </p:cNvSpPr>
          <p:nvPr/>
        </p:nvSpPr>
        <p:spPr>
          <a:xfrm>
            <a:off x="1571625" y="4075112"/>
            <a:ext cx="1447800" cy="219075"/>
          </a:xfrm>
          <a:prstGeom prst="rect">
            <a:avLst/>
          </a:prstGeom>
          <a:noFill/>
          <a:ln w="0">
            <a:noFill/>
            <a:prstDash val="solid"/>
          </a:ln>
          <a:effectLst/>
        </p:spPr>
        <p:txBody>
          <a:bodyPr wrap="square" lIns="0" tIns="0" rIns="0" bIns="0" anchor="ctr">
            <a:normAutofit/>
          </a:bodyPr>
          <a:lstStyle/>
          <a:p>
            <a:pPr algn="l">
              <a:defRPr sz="990" b="1">
                <a:solidFill>
                  <a:srgbClr val="0E56C9"/>
                </a:solidFill>
                <a:latin typeface="微软雅黑" panose="020B0503020204020204" charset="-122"/>
                <a:ea typeface="微软雅黑" panose="020B0503020204020204" charset="-122"/>
                <a:cs typeface="微软雅黑" panose="020B0503020204020204" charset="-122"/>
              </a:defRPr>
            </a:pPr>
            <a:r>
              <a:rPr sz="990" b="1">
                <a:solidFill>
                  <a:srgbClr val="294A6D"/>
                </a:solidFill>
                <a:latin typeface="Times New Roman" panose="02020603050405020304" pitchFamily="18" charset="0"/>
                <a:ea typeface="微软雅黑" panose="020B0503020204020204" charset="-122"/>
                <a:cs typeface="Times New Roman" panose="02020603050405020304" pitchFamily="18" charset="0"/>
              </a:rPr>
              <a:t>已完成</a:t>
            </a:r>
          </a:p>
        </p:txBody>
      </p:sp>
      <p:sp>
        <p:nvSpPr>
          <p:cNvPr id="119" name="s18-cuda-c3-number"/>
          <p:cNvSpPr>
            <a:spLocks noGrp="1"/>
          </p:cNvSpPr>
          <p:nvPr/>
        </p:nvSpPr>
        <p:spPr>
          <a:xfrm>
            <a:off x="3181350" y="4084637"/>
            <a:ext cx="200025" cy="200025"/>
          </a:xfrm>
          <a:prstGeom prst="roundRect">
            <a:avLst>
              <a:gd name="adj" fmla="val 47619"/>
            </a:avLst>
          </a:prstGeom>
          <a:noFill/>
          <a:ln w="0">
            <a:noFill/>
            <a:prstDash val="solid"/>
          </a:ln>
          <a:effectLst/>
          <a:extLst>
            <a:ext uri="{909E8E84-426E-40DD-AFC4-6F175D3DCCD1}">
              <a14:hiddenFill xmlns:a14="http://schemas.microsoft.com/office/drawing/2010/main">
                <a:solidFill>
                  <a:srgbClr val="5B7188"/>
                </a:solidFill>
              </a14:hiddenFill>
            </a:ext>
            <a:ext uri="{91240B29-F687-4F45-9708-019B960494DF}">
              <a14:hiddenLine xmlns:a14="http://schemas.microsoft.com/office/drawing/2010/main" w="0">
                <a:solidFill>
                  <a:srgbClr val="294A6D"/>
                </a:solidFill>
                <a:prstDash val="solid"/>
              </a14:hiddenLine>
            </a:ext>
          </a:extLst>
        </p:spPr>
        <p:txBody>
          <a:bodyPr wrap="square" lIns="0" tIns="0" rIns="0" bIns="0" anchor="ctr">
            <a:normAutofit/>
          </a:bodyPr>
          <a:lstStyle/>
          <a:p>
            <a:pPr algn="ctr">
              <a:defRPr sz="825" b="1">
                <a:solidFill>
                  <a:srgbClr val="FFFFFF"/>
                </a:solidFill>
                <a:latin typeface="Calibri" panose="020F0502020204030204"/>
                <a:ea typeface="Calibri" panose="020F0502020204030204"/>
                <a:cs typeface="Calibri" panose="020F0502020204030204"/>
              </a:defRPr>
            </a:pPr>
            <a:r>
              <a:rPr sz="825" b="1">
                <a:solidFill>
                  <a:srgbClr val="FFFFFF"/>
                </a:solidFill>
                <a:latin typeface="Times New Roman" panose="02020603050405020304" pitchFamily="18" charset="0"/>
                <a:ea typeface="微软雅黑" panose="020B0503020204020204" charset="-122"/>
                <a:cs typeface="Times New Roman" panose="02020603050405020304" pitchFamily="18" charset="0"/>
              </a:rPr>
              <a:t>3</a:t>
            </a:r>
          </a:p>
        </p:txBody>
      </p:sp>
      <p:sp>
        <p:nvSpPr>
          <p:cNvPr id="120" name="s18-cuda-c3-title"/>
          <p:cNvSpPr>
            <a:spLocks noGrp="1"/>
          </p:cNvSpPr>
          <p:nvPr/>
        </p:nvSpPr>
        <p:spPr>
          <a:xfrm>
            <a:off x="3429000" y="4075112"/>
            <a:ext cx="971550" cy="219075"/>
          </a:xfrm>
          <a:prstGeom prst="rect">
            <a:avLst/>
          </a:prstGeom>
          <a:noFill/>
          <a:ln w="0">
            <a:noFill/>
            <a:prstDash val="solid"/>
          </a:ln>
          <a:effectLst/>
        </p:spPr>
        <p:txBody>
          <a:bodyPr wrap="square" lIns="0" tIns="0" rIns="0" bIns="0" anchor="ctr">
            <a:normAutofit/>
          </a:bodyPr>
          <a:lstStyle/>
          <a:p>
            <a:pPr algn="l">
              <a:defRPr sz="990" b="1">
                <a:solidFill>
                  <a:srgbClr val="0E56C9"/>
                </a:solidFill>
                <a:latin typeface="微软雅黑" panose="020B0503020204020204" charset="-122"/>
                <a:ea typeface="微软雅黑" panose="020B0503020204020204" charset="-122"/>
                <a:cs typeface="微软雅黑" panose="020B0503020204020204" charset="-122"/>
              </a:defRPr>
            </a:pPr>
            <a:r>
              <a:rPr sz="990" b="1">
                <a:solidFill>
                  <a:srgbClr val="294A6D"/>
                </a:solidFill>
                <a:latin typeface="Times New Roman" panose="02020603050405020304" pitchFamily="18" charset="0"/>
                <a:ea typeface="微软雅黑" panose="020B0503020204020204" charset="-122"/>
                <a:cs typeface="Times New Roman" panose="02020603050405020304" pitchFamily="18" charset="0"/>
              </a:rPr>
              <a:t>验证程度</a:t>
            </a:r>
          </a:p>
        </p:txBody>
      </p:sp>
      <p:sp>
        <p:nvSpPr>
          <p:cNvPr id="121" name="s18-cuda-c4-number"/>
          <p:cNvSpPr>
            <a:spLocks noGrp="1"/>
          </p:cNvSpPr>
          <p:nvPr/>
        </p:nvSpPr>
        <p:spPr>
          <a:xfrm>
            <a:off x="4562475" y="4084637"/>
            <a:ext cx="200025" cy="200025"/>
          </a:xfrm>
          <a:prstGeom prst="roundRect">
            <a:avLst>
              <a:gd name="adj" fmla="val 47619"/>
            </a:avLst>
          </a:prstGeom>
          <a:noFill/>
          <a:ln w="0">
            <a:noFill/>
            <a:prstDash val="solid"/>
          </a:ln>
          <a:effectLst/>
          <a:extLst>
            <a:ext uri="{909E8E84-426E-40DD-AFC4-6F175D3DCCD1}">
              <a14:hiddenFill xmlns:a14="http://schemas.microsoft.com/office/drawing/2010/main">
                <a:solidFill>
                  <a:srgbClr val="5B7188"/>
                </a:solidFill>
              </a14:hiddenFill>
            </a:ext>
            <a:ext uri="{91240B29-F687-4F45-9708-019B960494DF}">
              <a14:hiddenLine xmlns:a14="http://schemas.microsoft.com/office/drawing/2010/main" w="0">
                <a:solidFill>
                  <a:srgbClr val="294A6D"/>
                </a:solidFill>
                <a:prstDash val="solid"/>
              </a14:hiddenLine>
            </a:ext>
          </a:extLst>
        </p:spPr>
        <p:txBody>
          <a:bodyPr wrap="square" lIns="0" tIns="0" rIns="0" bIns="0" anchor="ctr">
            <a:normAutofit/>
          </a:bodyPr>
          <a:lstStyle/>
          <a:p>
            <a:pPr algn="ctr">
              <a:defRPr sz="825" b="1">
                <a:solidFill>
                  <a:srgbClr val="FFFFFF"/>
                </a:solidFill>
                <a:latin typeface="Calibri" panose="020F0502020204030204"/>
                <a:ea typeface="Calibri" panose="020F0502020204030204"/>
                <a:cs typeface="Calibri" panose="020F0502020204030204"/>
              </a:defRPr>
            </a:pPr>
            <a:r>
              <a:rPr sz="825" b="1">
                <a:solidFill>
                  <a:srgbClr val="FFFFFF"/>
                </a:solidFill>
                <a:latin typeface="Times New Roman" panose="02020603050405020304" pitchFamily="18" charset="0"/>
                <a:ea typeface="微软雅黑" panose="020B0503020204020204" charset="-122"/>
                <a:cs typeface="Times New Roman" panose="02020603050405020304" pitchFamily="18" charset="0"/>
              </a:rPr>
              <a:t>4</a:t>
            </a:r>
          </a:p>
        </p:txBody>
      </p:sp>
      <p:sp>
        <p:nvSpPr>
          <p:cNvPr id="122" name="s18-cuda-c4-title"/>
          <p:cNvSpPr>
            <a:spLocks noGrp="1"/>
          </p:cNvSpPr>
          <p:nvPr/>
        </p:nvSpPr>
        <p:spPr>
          <a:xfrm>
            <a:off x="4810125" y="4075112"/>
            <a:ext cx="914400" cy="219075"/>
          </a:xfrm>
          <a:prstGeom prst="rect">
            <a:avLst/>
          </a:prstGeom>
          <a:noFill/>
          <a:ln w="0">
            <a:noFill/>
            <a:prstDash val="solid"/>
          </a:ln>
          <a:effectLst/>
        </p:spPr>
        <p:txBody>
          <a:bodyPr wrap="square" lIns="0" tIns="0" rIns="0" bIns="0" anchor="ctr">
            <a:normAutofit/>
          </a:bodyPr>
          <a:lstStyle/>
          <a:p>
            <a:pPr algn="l">
              <a:defRPr sz="990" b="1">
                <a:solidFill>
                  <a:srgbClr val="0E56C9"/>
                </a:solidFill>
                <a:latin typeface="微软雅黑" panose="020B0503020204020204" charset="-122"/>
                <a:ea typeface="微软雅黑" panose="020B0503020204020204" charset="-122"/>
                <a:cs typeface="微软雅黑" panose="020B0503020204020204" charset="-122"/>
              </a:defRPr>
            </a:pPr>
            <a:r>
              <a:rPr sz="990" b="1">
                <a:solidFill>
                  <a:srgbClr val="294A6D"/>
                </a:solidFill>
                <a:latin typeface="Times New Roman" panose="02020603050405020304" pitchFamily="18" charset="0"/>
                <a:ea typeface="微软雅黑" panose="020B0503020204020204" charset="-122"/>
                <a:cs typeface="Times New Roman" panose="02020603050405020304" pitchFamily="18" charset="0"/>
              </a:rPr>
              <a:t>下一步</a:t>
            </a:r>
          </a:p>
        </p:txBody>
      </p:sp>
      <p:sp>
        <p:nvSpPr>
          <p:cNvPr id="123" name="s18-cuda-stage"/>
          <p:cNvSpPr>
            <a:spLocks noGrp="1"/>
          </p:cNvSpPr>
          <p:nvPr/>
        </p:nvSpPr>
        <p:spPr>
          <a:xfrm>
            <a:off x="190500" y="4351337"/>
            <a:ext cx="962025" cy="304800"/>
          </a:xfrm>
          <a:prstGeom prst="rect">
            <a:avLst/>
          </a:prstGeom>
          <a:noFill/>
          <a:ln w="0">
            <a:noFill/>
            <a:prstDash val="solid"/>
          </a:ln>
          <a:effectLst/>
        </p:spPr>
        <p:txBody>
          <a:bodyPr wrap="square" lIns="0" tIns="19050" rIns="0" bIns="0" anchor="t">
            <a:normAutofit/>
          </a:bodyPr>
          <a:lstStyle/>
          <a:p>
            <a:pPr algn="l">
              <a:defRPr sz="865" b="1">
                <a:solidFill>
                  <a:srgbClr val="24344D"/>
                </a:solidFill>
                <a:latin typeface="微软雅黑" panose="020B0503020204020204" charset="-122"/>
                <a:ea typeface="微软雅黑" panose="020B0503020204020204" charset="-122"/>
                <a:cs typeface="微软雅黑" panose="020B0503020204020204" charset="-122"/>
              </a:defRPr>
            </a:pPr>
            <a:r>
              <a:rPr sz="865" b="1" dirty="0" err="1">
                <a:solidFill>
                  <a:srgbClr val="2F3A45"/>
                </a:solidFill>
                <a:latin typeface="Times New Roman" panose="02020603050405020304" pitchFamily="18" charset="0"/>
                <a:ea typeface="微软雅黑" panose="020B0503020204020204" charset="-122"/>
                <a:cs typeface="Times New Roman" panose="02020603050405020304" pitchFamily="18" charset="0"/>
              </a:rPr>
              <a:t>基础框架完成</a:t>
            </a:r>
            <a:endParaRPr sz="865" b="1" dirty="0">
              <a:solidFill>
                <a:srgbClr val="2F3A45"/>
              </a:solidFill>
              <a:latin typeface="Times New Roman" panose="02020603050405020304" pitchFamily="18" charset="0"/>
              <a:ea typeface="微软雅黑" panose="020B0503020204020204" charset="-122"/>
              <a:cs typeface="Times New Roman" panose="02020603050405020304" pitchFamily="18" charset="0"/>
            </a:endParaRPr>
          </a:p>
        </p:txBody>
      </p:sp>
      <p:sp>
        <p:nvSpPr>
          <p:cNvPr id="124" name="s18-cuda-done-1-symbol"/>
          <p:cNvSpPr>
            <a:spLocks noGrp="1"/>
          </p:cNvSpPr>
          <p:nvPr/>
        </p:nvSpPr>
        <p:spPr>
          <a:xfrm>
            <a:off x="1343025" y="4341812"/>
            <a:ext cx="133350" cy="200025"/>
          </a:xfrm>
          <a:prstGeom prst="rect">
            <a:avLst/>
          </a:prstGeom>
          <a:noFill/>
          <a:ln w="0">
            <a:noFill/>
            <a:prstDash val="solid"/>
          </a:ln>
          <a:effectLst/>
        </p:spPr>
        <p:txBody>
          <a:bodyPr wrap="square" lIns="0" tIns="0" rIns="0" bIns="0" anchor="ctr">
            <a:normAutofit/>
          </a:bodyPr>
          <a:lstStyle/>
          <a:p>
            <a:pPr algn="ctr">
              <a:defRPr sz="865" b="1">
                <a:solidFill>
                  <a:srgbClr val="14855C"/>
                </a:solidFill>
                <a:latin typeface="微软雅黑" panose="020B0503020204020204" charset="-122"/>
                <a:ea typeface="微软雅黑" panose="020B0503020204020204" charset="-122"/>
                <a:cs typeface="微软雅黑" panose="020B0503020204020204" charset="-122"/>
              </a:defRPr>
            </a:pPr>
            <a:r>
              <a:rPr sz="865" b="1">
                <a:solidFill>
                  <a:srgbClr val="4F8A83"/>
                </a:solidFill>
                <a:latin typeface="Times New Roman" panose="02020603050405020304" pitchFamily="18" charset="0"/>
                <a:ea typeface="微软雅黑" panose="020B0503020204020204" charset="-122"/>
                <a:cs typeface="Times New Roman" panose="02020603050405020304" pitchFamily="18" charset="0"/>
              </a:rPr>
              <a:t>✓</a:t>
            </a:r>
          </a:p>
        </p:txBody>
      </p:sp>
      <p:sp>
        <p:nvSpPr>
          <p:cNvPr id="125" name="s18-cuda-done-1-text"/>
          <p:cNvSpPr>
            <a:spLocks noGrp="1"/>
          </p:cNvSpPr>
          <p:nvPr/>
        </p:nvSpPr>
        <p:spPr>
          <a:xfrm>
            <a:off x="1504950" y="4341812"/>
            <a:ext cx="1543050" cy="200025"/>
          </a:xfrm>
          <a:prstGeom prst="rect">
            <a:avLst/>
          </a:prstGeom>
          <a:noFill/>
          <a:ln w="0">
            <a:noFill/>
            <a:prstDash val="solid"/>
          </a:ln>
          <a:effectLst/>
        </p:spPr>
        <p:txBody>
          <a:bodyPr wrap="square" lIns="0" tIns="0" rIns="0" bIns="0" anchor="ctr">
            <a:normAutofit/>
          </a:bodyPr>
          <a:lstStyle/>
          <a:p>
            <a:pPr algn="l">
              <a:defRPr sz="735" b="0">
                <a:solidFill>
                  <a:srgbClr val="24344D"/>
                </a:solidFill>
                <a:latin typeface="微软雅黑" panose="020B0503020204020204" charset="-122"/>
                <a:ea typeface="微软雅黑" panose="020B0503020204020204" charset="-122"/>
                <a:cs typeface="微软雅黑" panose="020B0503020204020204" charset="-122"/>
              </a:defRPr>
            </a:pPr>
            <a:r>
              <a:rPr sz="735" b="1">
                <a:solidFill>
                  <a:srgbClr val="2F3A45"/>
                </a:solidFill>
                <a:latin typeface="Times New Roman" panose="02020603050405020304" pitchFamily="18" charset="0"/>
                <a:ea typeface="微软雅黑" panose="020B0503020204020204" charset="-122"/>
                <a:cs typeface="Times New Roman" panose="02020603050405020304" pitchFamily="18" charset="0"/>
              </a:rPr>
              <a:t>CUDA 算子开发 Skill 基础版本</a:t>
            </a:r>
          </a:p>
        </p:txBody>
      </p:sp>
      <p:sp>
        <p:nvSpPr>
          <p:cNvPr id="126" name="s18-cuda-done-2-symbol"/>
          <p:cNvSpPr>
            <a:spLocks noGrp="1"/>
          </p:cNvSpPr>
          <p:nvPr/>
        </p:nvSpPr>
        <p:spPr>
          <a:xfrm>
            <a:off x="1343025" y="4551362"/>
            <a:ext cx="133350" cy="190500"/>
          </a:xfrm>
          <a:prstGeom prst="rect">
            <a:avLst/>
          </a:prstGeom>
          <a:noFill/>
          <a:ln w="0">
            <a:noFill/>
            <a:prstDash val="solid"/>
          </a:ln>
          <a:effectLst/>
        </p:spPr>
        <p:txBody>
          <a:bodyPr wrap="square" lIns="0" tIns="0" rIns="0" bIns="0" anchor="ctr">
            <a:normAutofit/>
          </a:bodyPr>
          <a:lstStyle/>
          <a:p>
            <a:pPr algn="ctr">
              <a:defRPr sz="865" b="1">
                <a:solidFill>
                  <a:srgbClr val="14855C"/>
                </a:solidFill>
                <a:latin typeface="微软雅黑" panose="020B0503020204020204" charset="-122"/>
                <a:ea typeface="微软雅黑" panose="020B0503020204020204" charset="-122"/>
                <a:cs typeface="微软雅黑" panose="020B0503020204020204" charset="-122"/>
              </a:defRPr>
            </a:pPr>
            <a:r>
              <a:rPr sz="865" b="1">
                <a:solidFill>
                  <a:srgbClr val="4F8A83"/>
                </a:solidFill>
                <a:latin typeface="Times New Roman" panose="02020603050405020304" pitchFamily="18" charset="0"/>
                <a:ea typeface="微软雅黑" panose="020B0503020204020204" charset="-122"/>
                <a:cs typeface="Times New Roman" panose="02020603050405020304" pitchFamily="18" charset="0"/>
              </a:rPr>
              <a:t>✓</a:t>
            </a:r>
          </a:p>
        </p:txBody>
      </p:sp>
      <p:sp>
        <p:nvSpPr>
          <p:cNvPr id="127" name="s18-cuda-done-2-text"/>
          <p:cNvSpPr>
            <a:spLocks noGrp="1"/>
          </p:cNvSpPr>
          <p:nvPr/>
        </p:nvSpPr>
        <p:spPr>
          <a:xfrm>
            <a:off x="1504950" y="4551362"/>
            <a:ext cx="1543050" cy="190500"/>
          </a:xfrm>
          <a:prstGeom prst="rect">
            <a:avLst/>
          </a:prstGeom>
          <a:noFill/>
          <a:ln w="0">
            <a:noFill/>
            <a:prstDash val="solid"/>
          </a:ln>
          <a:effectLst/>
        </p:spPr>
        <p:txBody>
          <a:bodyPr wrap="square" lIns="0" tIns="0" rIns="0" bIns="0" anchor="ctr">
            <a:normAutofit/>
          </a:bodyPr>
          <a:lstStyle/>
          <a:p>
            <a:pPr algn="l">
              <a:defRPr sz="780" b="0">
                <a:solidFill>
                  <a:srgbClr val="24344D"/>
                </a:solidFill>
                <a:latin typeface="微软雅黑" panose="020B0503020204020204" charset="-122"/>
                <a:ea typeface="微软雅黑" panose="020B0503020204020204" charset="-122"/>
                <a:cs typeface="微软雅黑" panose="020B0503020204020204" charset="-122"/>
              </a:defRPr>
            </a:pPr>
            <a:r>
              <a:rPr sz="780" b="1">
                <a:solidFill>
                  <a:srgbClr val="2F3A45"/>
                </a:solidFill>
                <a:latin typeface="Times New Roman" panose="02020603050405020304" pitchFamily="18" charset="0"/>
                <a:ea typeface="微软雅黑" panose="020B0503020204020204" charset="-122"/>
                <a:cs typeface="Times New Roman" panose="02020603050405020304" pitchFamily="18" charset="0"/>
              </a:rPr>
              <a:t>基础 Workflow</a:t>
            </a:r>
          </a:p>
        </p:txBody>
      </p:sp>
      <p:sp>
        <p:nvSpPr>
          <p:cNvPr id="128" name="s18-cuda-done-3-symbol"/>
          <p:cNvSpPr>
            <a:spLocks noGrp="1"/>
          </p:cNvSpPr>
          <p:nvPr/>
        </p:nvSpPr>
        <p:spPr>
          <a:xfrm>
            <a:off x="1343025" y="4760912"/>
            <a:ext cx="133350" cy="209550"/>
          </a:xfrm>
          <a:prstGeom prst="rect">
            <a:avLst/>
          </a:prstGeom>
          <a:noFill/>
          <a:ln w="0">
            <a:noFill/>
            <a:prstDash val="solid"/>
          </a:ln>
          <a:effectLst/>
        </p:spPr>
        <p:txBody>
          <a:bodyPr wrap="square" lIns="0" tIns="0" rIns="0" bIns="0" anchor="ctr">
            <a:normAutofit/>
          </a:bodyPr>
          <a:lstStyle/>
          <a:p>
            <a:pPr algn="ctr">
              <a:defRPr sz="865" b="1">
                <a:solidFill>
                  <a:srgbClr val="14855C"/>
                </a:solidFill>
                <a:latin typeface="微软雅黑" panose="020B0503020204020204" charset="-122"/>
                <a:ea typeface="微软雅黑" panose="020B0503020204020204" charset="-122"/>
                <a:cs typeface="微软雅黑" panose="020B0503020204020204" charset="-122"/>
              </a:defRPr>
            </a:pPr>
            <a:r>
              <a:rPr sz="865" b="1">
                <a:solidFill>
                  <a:srgbClr val="4F8A83"/>
                </a:solidFill>
                <a:latin typeface="Times New Roman" panose="02020603050405020304" pitchFamily="18" charset="0"/>
                <a:ea typeface="微软雅黑" panose="020B0503020204020204" charset="-122"/>
                <a:cs typeface="Times New Roman" panose="02020603050405020304" pitchFamily="18" charset="0"/>
              </a:rPr>
              <a:t>✓</a:t>
            </a:r>
          </a:p>
        </p:txBody>
      </p:sp>
      <p:sp>
        <p:nvSpPr>
          <p:cNvPr id="129" name="s18-cuda-done-3-text"/>
          <p:cNvSpPr>
            <a:spLocks noGrp="1"/>
          </p:cNvSpPr>
          <p:nvPr/>
        </p:nvSpPr>
        <p:spPr>
          <a:xfrm>
            <a:off x="1504950" y="4760912"/>
            <a:ext cx="1543050" cy="209550"/>
          </a:xfrm>
          <a:prstGeom prst="rect">
            <a:avLst/>
          </a:prstGeom>
          <a:noFill/>
          <a:ln w="0">
            <a:noFill/>
            <a:prstDash val="solid"/>
          </a:ln>
          <a:effectLst/>
        </p:spPr>
        <p:txBody>
          <a:bodyPr wrap="square" lIns="0" tIns="0" rIns="0" bIns="0" anchor="ctr">
            <a:normAutofit/>
          </a:bodyPr>
          <a:lstStyle/>
          <a:p>
            <a:pPr algn="l">
              <a:defRPr sz="700" b="0">
                <a:solidFill>
                  <a:srgbClr val="24344D"/>
                </a:solidFill>
                <a:latin typeface="微软雅黑" panose="020B0503020204020204" charset="-122"/>
                <a:ea typeface="微软雅黑" panose="020B0503020204020204" charset="-122"/>
                <a:cs typeface="微软雅黑" panose="020B0503020204020204" charset="-122"/>
              </a:defRPr>
            </a:pPr>
            <a:r>
              <a:rPr sz="700" b="1">
                <a:solidFill>
                  <a:srgbClr val="2F3A45"/>
                </a:solidFill>
                <a:latin typeface="Times New Roman" panose="02020603050405020304" pitchFamily="18" charset="0"/>
                <a:ea typeface="微软雅黑" panose="020B0503020204020204" charset="-122"/>
                <a:cs typeface="Times New Roman" panose="02020603050405020304" pitchFamily="18" charset="0"/>
              </a:rPr>
              <a:t>CUDA 平台开发规则 / 工具链框架</a:t>
            </a:r>
          </a:p>
        </p:txBody>
      </p:sp>
      <p:sp>
        <p:nvSpPr>
          <p:cNvPr id="130" name="s18-cuda-done-4-symbol"/>
          <p:cNvSpPr>
            <a:spLocks noGrp="1"/>
          </p:cNvSpPr>
          <p:nvPr/>
        </p:nvSpPr>
        <p:spPr>
          <a:xfrm>
            <a:off x="1343025" y="4989512"/>
            <a:ext cx="133350" cy="209550"/>
          </a:xfrm>
          <a:prstGeom prst="rect">
            <a:avLst/>
          </a:prstGeom>
          <a:noFill/>
          <a:ln w="0">
            <a:noFill/>
            <a:prstDash val="solid"/>
          </a:ln>
          <a:effectLst/>
        </p:spPr>
        <p:txBody>
          <a:bodyPr wrap="square" lIns="0" tIns="0" rIns="0" bIns="0" anchor="ctr">
            <a:normAutofit/>
          </a:bodyPr>
          <a:lstStyle/>
          <a:p>
            <a:pPr algn="ctr">
              <a:defRPr sz="865" b="1">
                <a:solidFill>
                  <a:srgbClr val="14855C"/>
                </a:solidFill>
                <a:latin typeface="微软雅黑" panose="020B0503020204020204" charset="-122"/>
                <a:ea typeface="微软雅黑" panose="020B0503020204020204" charset="-122"/>
                <a:cs typeface="微软雅黑" panose="020B0503020204020204" charset="-122"/>
              </a:defRPr>
            </a:pPr>
            <a:r>
              <a:rPr sz="865" b="1">
                <a:solidFill>
                  <a:srgbClr val="4F8A83"/>
                </a:solidFill>
                <a:latin typeface="Times New Roman" panose="02020603050405020304" pitchFamily="18" charset="0"/>
                <a:ea typeface="微软雅黑" panose="020B0503020204020204" charset="-122"/>
                <a:cs typeface="Times New Roman" panose="02020603050405020304" pitchFamily="18" charset="0"/>
              </a:rPr>
              <a:t>✓</a:t>
            </a:r>
          </a:p>
        </p:txBody>
      </p:sp>
      <p:sp>
        <p:nvSpPr>
          <p:cNvPr id="131" name="s18-cuda-done-4-text"/>
          <p:cNvSpPr>
            <a:spLocks noGrp="1"/>
          </p:cNvSpPr>
          <p:nvPr/>
        </p:nvSpPr>
        <p:spPr>
          <a:xfrm>
            <a:off x="1504950" y="4989512"/>
            <a:ext cx="1543050" cy="209550"/>
          </a:xfrm>
          <a:prstGeom prst="rect">
            <a:avLst/>
          </a:prstGeom>
          <a:noFill/>
          <a:ln w="0">
            <a:noFill/>
            <a:prstDash val="solid"/>
          </a:ln>
          <a:effectLst/>
        </p:spPr>
        <p:txBody>
          <a:bodyPr wrap="square" lIns="0" tIns="0" rIns="0" bIns="0" anchor="ctr">
            <a:normAutofit/>
          </a:bodyPr>
          <a:lstStyle/>
          <a:p>
            <a:pPr algn="l">
              <a:defRPr sz="735" b="0">
                <a:solidFill>
                  <a:srgbClr val="24344D"/>
                </a:solidFill>
                <a:latin typeface="微软雅黑" panose="020B0503020204020204" charset="-122"/>
                <a:ea typeface="微软雅黑" panose="020B0503020204020204" charset="-122"/>
                <a:cs typeface="微软雅黑" panose="020B0503020204020204" charset="-122"/>
              </a:defRPr>
            </a:pPr>
            <a:r>
              <a:rPr sz="735" b="1">
                <a:solidFill>
                  <a:srgbClr val="2F3A45"/>
                </a:solidFill>
                <a:latin typeface="Times New Roman" panose="02020603050405020304" pitchFamily="18" charset="0"/>
                <a:ea typeface="微软雅黑" panose="020B0503020204020204" charset="-122"/>
                <a:cs typeface="Times New Roman" panose="02020603050405020304" pitchFamily="18" charset="0"/>
              </a:rPr>
              <a:t>环境和开发提示信息已整理</a:t>
            </a:r>
          </a:p>
        </p:txBody>
      </p:sp>
      <p:sp>
        <p:nvSpPr>
          <p:cNvPr id="132" name="s18-cuda-val-1-symbol"/>
          <p:cNvSpPr>
            <a:spLocks noGrp="1"/>
          </p:cNvSpPr>
          <p:nvPr/>
        </p:nvSpPr>
        <p:spPr>
          <a:xfrm>
            <a:off x="3200400" y="4341812"/>
            <a:ext cx="133350" cy="190500"/>
          </a:xfrm>
          <a:prstGeom prst="rect">
            <a:avLst/>
          </a:prstGeom>
          <a:noFill/>
          <a:ln w="0">
            <a:noFill/>
            <a:prstDash val="solid"/>
          </a:ln>
          <a:effectLst/>
        </p:spPr>
        <p:txBody>
          <a:bodyPr wrap="square" lIns="0" tIns="0" rIns="0" bIns="0" anchor="ctr">
            <a:normAutofit/>
          </a:bodyPr>
          <a:lstStyle/>
          <a:p>
            <a:pPr algn="ctr">
              <a:defRPr sz="865" b="1">
                <a:solidFill>
                  <a:srgbClr val="14855C"/>
                </a:solidFill>
                <a:latin typeface="微软雅黑" panose="020B0503020204020204" charset="-122"/>
                <a:ea typeface="微软雅黑" panose="020B0503020204020204" charset="-122"/>
                <a:cs typeface="微软雅黑" panose="020B0503020204020204" charset="-122"/>
              </a:defRPr>
            </a:pPr>
            <a:r>
              <a:rPr sz="865" b="1">
                <a:solidFill>
                  <a:srgbClr val="4F8A83"/>
                </a:solidFill>
                <a:latin typeface="Times New Roman" panose="02020603050405020304" pitchFamily="18" charset="0"/>
                <a:ea typeface="微软雅黑" panose="020B0503020204020204" charset="-122"/>
                <a:cs typeface="Times New Roman" panose="02020603050405020304" pitchFamily="18" charset="0"/>
              </a:rPr>
              <a:t>✓</a:t>
            </a:r>
          </a:p>
        </p:txBody>
      </p:sp>
      <p:sp>
        <p:nvSpPr>
          <p:cNvPr id="133" name="s18-cuda-val-1-text"/>
          <p:cNvSpPr>
            <a:spLocks noGrp="1"/>
          </p:cNvSpPr>
          <p:nvPr/>
        </p:nvSpPr>
        <p:spPr>
          <a:xfrm>
            <a:off x="3362325" y="4341812"/>
            <a:ext cx="1038225" cy="190500"/>
          </a:xfrm>
          <a:prstGeom prst="rect">
            <a:avLst/>
          </a:prstGeom>
          <a:noFill/>
          <a:ln w="0">
            <a:noFill/>
            <a:prstDash val="solid"/>
          </a:ln>
          <a:effectLst/>
        </p:spPr>
        <p:txBody>
          <a:bodyPr wrap="square" lIns="0" tIns="0" rIns="0" bIns="0" anchor="ctr">
            <a:normAutofit/>
          </a:bodyPr>
          <a:lstStyle/>
          <a:p>
            <a:pPr algn="l">
              <a:defRPr sz="780" b="0">
                <a:solidFill>
                  <a:srgbClr val="24344D"/>
                </a:solidFill>
                <a:latin typeface="微软雅黑" panose="020B0503020204020204" charset="-122"/>
                <a:ea typeface="微软雅黑" panose="020B0503020204020204" charset="-122"/>
                <a:cs typeface="微软雅黑" panose="020B0503020204020204" charset="-122"/>
              </a:defRPr>
            </a:pPr>
            <a:r>
              <a:rPr sz="780" b="1">
                <a:solidFill>
                  <a:srgbClr val="2F3A45"/>
                </a:solidFill>
                <a:latin typeface="Times New Roman" panose="02020603050405020304" pitchFamily="18" charset="0"/>
                <a:ea typeface="微软雅黑" panose="020B0503020204020204" charset="-122"/>
                <a:cs typeface="Times New Roman" panose="02020603050405020304" pitchFamily="18" charset="0"/>
              </a:rPr>
              <a:t>Skill 框架  ✓</a:t>
            </a:r>
          </a:p>
        </p:txBody>
      </p:sp>
      <p:sp>
        <p:nvSpPr>
          <p:cNvPr id="134" name="s18-cuda-val-2-symbol"/>
          <p:cNvSpPr>
            <a:spLocks noGrp="1"/>
          </p:cNvSpPr>
          <p:nvPr/>
        </p:nvSpPr>
        <p:spPr>
          <a:xfrm>
            <a:off x="3200400" y="4551362"/>
            <a:ext cx="133350" cy="190500"/>
          </a:xfrm>
          <a:prstGeom prst="rect">
            <a:avLst/>
          </a:prstGeom>
          <a:noFill/>
          <a:ln w="0">
            <a:noFill/>
            <a:prstDash val="solid"/>
          </a:ln>
          <a:effectLst/>
        </p:spPr>
        <p:txBody>
          <a:bodyPr wrap="square" lIns="0" tIns="0" rIns="0" bIns="0" anchor="ctr">
            <a:normAutofit/>
          </a:bodyPr>
          <a:lstStyle/>
          <a:p>
            <a:pPr algn="ctr">
              <a:defRPr sz="865" b="1">
                <a:solidFill>
                  <a:srgbClr val="1457C5"/>
                </a:solidFill>
                <a:latin typeface="微软雅黑" panose="020B0503020204020204" charset="-122"/>
                <a:ea typeface="微软雅黑" panose="020B0503020204020204" charset="-122"/>
                <a:cs typeface="微软雅黑" panose="020B0503020204020204" charset="-122"/>
              </a:defRPr>
            </a:pPr>
            <a:r>
              <a:rPr sz="865" b="1">
                <a:solidFill>
                  <a:srgbClr val="294A6D"/>
                </a:solidFill>
                <a:latin typeface="Times New Roman" panose="02020603050405020304" pitchFamily="18" charset="0"/>
                <a:ea typeface="微软雅黑" panose="020B0503020204020204" charset="-122"/>
                <a:cs typeface="Times New Roman" panose="02020603050405020304" pitchFamily="18" charset="0"/>
              </a:rPr>
              <a:t>○</a:t>
            </a:r>
          </a:p>
        </p:txBody>
      </p:sp>
      <p:sp>
        <p:nvSpPr>
          <p:cNvPr id="135" name="s18-cuda-val-2-text"/>
          <p:cNvSpPr>
            <a:spLocks noGrp="1"/>
          </p:cNvSpPr>
          <p:nvPr/>
        </p:nvSpPr>
        <p:spPr>
          <a:xfrm>
            <a:off x="3362325" y="4551362"/>
            <a:ext cx="1038225" cy="190500"/>
          </a:xfrm>
          <a:prstGeom prst="rect">
            <a:avLst/>
          </a:prstGeom>
          <a:noFill/>
          <a:ln w="0">
            <a:noFill/>
            <a:prstDash val="solid"/>
          </a:ln>
          <a:effectLst/>
        </p:spPr>
        <p:txBody>
          <a:bodyPr wrap="square" lIns="0" tIns="0" rIns="0" bIns="0" anchor="ctr">
            <a:normAutofit/>
          </a:bodyPr>
          <a:lstStyle/>
          <a:p>
            <a:pPr algn="l">
              <a:defRPr sz="765" b="0">
                <a:solidFill>
                  <a:srgbClr val="24344D"/>
                </a:solidFill>
                <a:latin typeface="微软雅黑" panose="020B0503020204020204" charset="-122"/>
                <a:ea typeface="微软雅黑" panose="020B0503020204020204" charset="-122"/>
                <a:cs typeface="微软雅黑" panose="020B0503020204020204" charset="-122"/>
              </a:defRPr>
            </a:pPr>
            <a:r>
              <a:rPr sz="765" b="1">
                <a:solidFill>
                  <a:srgbClr val="2F3A45"/>
                </a:solidFill>
                <a:latin typeface="Times New Roman" panose="02020603050405020304" pitchFamily="18" charset="0"/>
                <a:ea typeface="微软雅黑" panose="020B0503020204020204" charset="-122"/>
                <a:cs typeface="Times New Roman" panose="02020603050405020304" pitchFamily="18" charset="0"/>
              </a:rPr>
              <a:t>平台知识  初版</a:t>
            </a:r>
          </a:p>
        </p:txBody>
      </p:sp>
      <p:sp>
        <p:nvSpPr>
          <p:cNvPr id="136" name="s18-cuda-val-3-symbol"/>
          <p:cNvSpPr>
            <a:spLocks noGrp="1"/>
          </p:cNvSpPr>
          <p:nvPr/>
        </p:nvSpPr>
        <p:spPr>
          <a:xfrm>
            <a:off x="3200400" y="4760912"/>
            <a:ext cx="133350" cy="209550"/>
          </a:xfrm>
          <a:prstGeom prst="rect">
            <a:avLst/>
          </a:prstGeom>
          <a:noFill/>
          <a:ln w="0">
            <a:noFill/>
            <a:prstDash val="solid"/>
          </a:ln>
          <a:effectLst/>
        </p:spPr>
        <p:txBody>
          <a:bodyPr wrap="square" lIns="0" tIns="0" rIns="0" bIns="0" anchor="ctr">
            <a:normAutofit/>
          </a:bodyPr>
          <a:lstStyle/>
          <a:p>
            <a:pPr algn="ctr">
              <a:defRPr sz="795" b="1">
                <a:solidFill>
                  <a:srgbClr val="F07818"/>
                </a:solidFill>
                <a:latin typeface="微软雅黑" panose="020B0503020204020204" charset="-122"/>
                <a:ea typeface="微软雅黑" panose="020B0503020204020204" charset="-122"/>
                <a:cs typeface="微软雅黑" panose="020B0503020204020204" charset="-122"/>
              </a:defRPr>
            </a:pPr>
            <a:r>
              <a:rPr sz="795" b="1">
                <a:solidFill>
                  <a:srgbClr val="C77C59"/>
                </a:solidFill>
                <a:latin typeface="Times New Roman" panose="02020603050405020304" pitchFamily="18" charset="0"/>
                <a:ea typeface="微软雅黑" panose="020B0503020204020204" charset="-122"/>
                <a:cs typeface="Times New Roman" panose="02020603050405020304" pitchFamily="18" charset="0"/>
              </a:rPr>
              <a:t>△</a:t>
            </a:r>
          </a:p>
        </p:txBody>
      </p:sp>
      <p:sp>
        <p:nvSpPr>
          <p:cNvPr id="137" name="s18-cuda-val-3-text"/>
          <p:cNvSpPr>
            <a:spLocks noGrp="1"/>
          </p:cNvSpPr>
          <p:nvPr/>
        </p:nvSpPr>
        <p:spPr>
          <a:xfrm>
            <a:off x="3362325" y="4760912"/>
            <a:ext cx="1038225" cy="209550"/>
          </a:xfrm>
          <a:prstGeom prst="rect">
            <a:avLst/>
          </a:prstGeom>
          <a:noFill/>
          <a:ln w="0">
            <a:noFill/>
            <a:prstDash val="solid"/>
          </a:ln>
          <a:effectLst/>
        </p:spPr>
        <p:txBody>
          <a:bodyPr wrap="square" lIns="0" tIns="0" rIns="0" bIns="0" anchor="ctr">
            <a:normAutofit/>
          </a:bodyPr>
          <a:lstStyle/>
          <a:p>
            <a:pPr algn="l">
              <a:defRPr sz="730" b="0">
                <a:solidFill>
                  <a:srgbClr val="24344D"/>
                </a:solidFill>
                <a:latin typeface="微软雅黑" panose="020B0503020204020204" charset="-122"/>
                <a:ea typeface="微软雅黑" panose="020B0503020204020204" charset="-122"/>
                <a:cs typeface="微软雅黑" panose="020B0503020204020204" charset="-122"/>
              </a:defRPr>
            </a:pPr>
            <a:r>
              <a:rPr sz="730" b="1">
                <a:solidFill>
                  <a:srgbClr val="2F3A45"/>
                </a:solidFill>
                <a:latin typeface="Times New Roman" panose="02020603050405020304" pitchFamily="18" charset="0"/>
                <a:ea typeface="微软雅黑" panose="020B0503020204020204" charset="-122"/>
                <a:cs typeface="Times New Roman" panose="02020603050405020304" pitchFamily="18" charset="0"/>
              </a:rPr>
              <a:t>真实算子  待系统验证</a:t>
            </a:r>
          </a:p>
        </p:txBody>
      </p:sp>
      <p:sp>
        <p:nvSpPr>
          <p:cNvPr id="138" name="s18-cuda-val-4-symbol"/>
          <p:cNvSpPr>
            <a:spLocks noGrp="1"/>
          </p:cNvSpPr>
          <p:nvPr/>
        </p:nvSpPr>
        <p:spPr>
          <a:xfrm>
            <a:off x="3200400" y="4989512"/>
            <a:ext cx="133350" cy="190500"/>
          </a:xfrm>
          <a:prstGeom prst="rect">
            <a:avLst/>
          </a:prstGeom>
          <a:noFill/>
          <a:ln w="0">
            <a:noFill/>
            <a:prstDash val="solid"/>
          </a:ln>
          <a:effectLst/>
        </p:spPr>
        <p:txBody>
          <a:bodyPr wrap="square" lIns="0" tIns="0" rIns="0" bIns="0" anchor="ctr">
            <a:normAutofit/>
          </a:bodyPr>
          <a:lstStyle/>
          <a:p>
            <a:pPr algn="ctr">
              <a:defRPr sz="795" b="1">
                <a:solidFill>
                  <a:srgbClr val="F07818"/>
                </a:solidFill>
                <a:latin typeface="微软雅黑" panose="020B0503020204020204" charset="-122"/>
                <a:ea typeface="微软雅黑" panose="020B0503020204020204" charset="-122"/>
                <a:cs typeface="微软雅黑" panose="020B0503020204020204" charset="-122"/>
              </a:defRPr>
            </a:pPr>
            <a:r>
              <a:rPr sz="795" b="1">
                <a:solidFill>
                  <a:srgbClr val="C77C59"/>
                </a:solidFill>
                <a:latin typeface="Times New Roman" panose="02020603050405020304" pitchFamily="18" charset="0"/>
                <a:ea typeface="微软雅黑" panose="020B0503020204020204" charset="-122"/>
                <a:cs typeface="Times New Roman" panose="02020603050405020304" pitchFamily="18" charset="0"/>
              </a:rPr>
              <a:t>△</a:t>
            </a:r>
          </a:p>
        </p:txBody>
      </p:sp>
      <p:sp>
        <p:nvSpPr>
          <p:cNvPr id="139" name="s18-cuda-val-4-text"/>
          <p:cNvSpPr>
            <a:spLocks noGrp="1"/>
          </p:cNvSpPr>
          <p:nvPr/>
        </p:nvSpPr>
        <p:spPr>
          <a:xfrm>
            <a:off x="3362325" y="4989512"/>
            <a:ext cx="1038225" cy="190500"/>
          </a:xfrm>
          <a:prstGeom prst="rect">
            <a:avLst/>
          </a:prstGeom>
          <a:noFill/>
          <a:ln w="0">
            <a:noFill/>
            <a:prstDash val="solid"/>
          </a:ln>
          <a:effectLst/>
        </p:spPr>
        <p:txBody>
          <a:bodyPr wrap="square" lIns="0" tIns="0" rIns="0" bIns="0" anchor="ctr">
            <a:normAutofit/>
          </a:bodyPr>
          <a:lstStyle/>
          <a:p>
            <a:pPr algn="l">
              <a:defRPr sz="765" b="0">
                <a:solidFill>
                  <a:srgbClr val="24344D"/>
                </a:solidFill>
                <a:latin typeface="微软雅黑" panose="020B0503020204020204" charset="-122"/>
                <a:ea typeface="微软雅黑" panose="020B0503020204020204" charset="-122"/>
                <a:cs typeface="微软雅黑" panose="020B0503020204020204" charset="-122"/>
              </a:defRPr>
            </a:pPr>
            <a:r>
              <a:rPr sz="765" b="1">
                <a:solidFill>
                  <a:srgbClr val="C77C59"/>
                </a:solidFill>
                <a:latin typeface="Times New Roman" panose="02020603050405020304" pitchFamily="18" charset="0"/>
                <a:ea typeface="微软雅黑" panose="020B0503020204020204" charset="-122"/>
                <a:cs typeface="Times New Roman" panose="02020603050405020304" pitchFamily="18" charset="0"/>
              </a:rPr>
              <a:t>性能评价  待补</a:t>
            </a:r>
          </a:p>
        </p:txBody>
      </p:sp>
      <p:sp>
        <p:nvSpPr>
          <p:cNvPr id="140" name="s18-cuda-next-1-symbol"/>
          <p:cNvSpPr>
            <a:spLocks noGrp="1"/>
          </p:cNvSpPr>
          <p:nvPr/>
        </p:nvSpPr>
        <p:spPr>
          <a:xfrm>
            <a:off x="4581525" y="4341812"/>
            <a:ext cx="133350" cy="190500"/>
          </a:xfrm>
          <a:prstGeom prst="rect">
            <a:avLst/>
          </a:prstGeom>
          <a:noFill/>
          <a:ln w="0">
            <a:noFill/>
            <a:prstDash val="solid"/>
          </a:ln>
          <a:effectLst/>
        </p:spPr>
        <p:txBody>
          <a:bodyPr wrap="square" lIns="0" tIns="0" rIns="0" bIns="0" anchor="ctr">
            <a:normAutofit/>
          </a:bodyPr>
          <a:lstStyle/>
          <a:p>
            <a:pPr algn="ctr">
              <a:defRPr sz="865" b="1">
                <a:solidFill>
                  <a:srgbClr val="1457C5"/>
                </a:solidFill>
                <a:latin typeface="微软雅黑" panose="020B0503020204020204" charset="-122"/>
                <a:ea typeface="微软雅黑" panose="020B0503020204020204" charset="-122"/>
                <a:cs typeface="微软雅黑" panose="020B0503020204020204" charset="-122"/>
              </a:defRPr>
            </a:pPr>
            <a:r>
              <a:rPr sz="865" b="1">
                <a:solidFill>
                  <a:srgbClr val="294A6D"/>
                </a:solidFill>
                <a:latin typeface="Times New Roman" panose="02020603050405020304" pitchFamily="18" charset="0"/>
                <a:ea typeface="微软雅黑" panose="020B0503020204020204" charset="-122"/>
                <a:cs typeface="Times New Roman" panose="02020603050405020304" pitchFamily="18" charset="0"/>
              </a:rPr>
              <a:t>○</a:t>
            </a:r>
          </a:p>
        </p:txBody>
      </p:sp>
      <p:sp>
        <p:nvSpPr>
          <p:cNvPr id="141" name="s18-cuda-next-1-text"/>
          <p:cNvSpPr>
            <a:spLocks noGrp="1"/>
          </p:cNvSpPr>
          <p:nvPr/>
        </p:nvSpPr>
        <p:spPr>
          <a:xfrm>
            <a:off x="4743450" y="4341812"/>
            <a:ext cx="971550" cy="190500"/>
          </a:xfrm>
          <a:prstGeom prst="rect">
            <a:avLst/>
          </a:prstGeom>
          <a:noFill/>
          <a:ln w="0">
            <a:noFill/>
            <a:prstDash val="solid"/>
          </a:ln>
          <a:effectLst/>
        </p:spPr>
        <p:txBody>
          <a:bodyPr wrap="square" lIns="0" tIns="0" rIns="0" bIns="0" anchor="ctr">
            <a:normAutofit/>
          </a:bodyPr>
          <a:lstStyle/>
          <a:p>
            <a:pPr algn="l">
              <a:defRPr sz="765" b="0">
                <a:solidFill>
                  <a:srgbClr val="24344D"/>
                </a:solidFill>
                <a:latin typeface="微软雅黑" panose="020B0503020204020204" charset="-122"/>
                <a:ea typeface="微软雅黑" panose="020B0503020204020204" charset="-122"/>
                <a:cs typeface="微软雅黑" panose="020B0503020204020204" charset="-122"/>
              </a:defRPr>
            </a:pPr>
            <a:r>
              <a:rPr sz="800" b="1">
                <a:solidFill>
                  <a:srgbClr val="2F3A45"/>
                </a:solidFill>
                <a:latin typeface="Times New Roman" panose="02020603050405020304" pitchFamily="18" charset="0"/>
                <a:ea typeface="微软雅黑" panose="020B0503020204020204" charset="-122"/>
                <a:cs typeface="Times New Roman" panose="02020603050405020304" pitchFamily="18" charset="0"/>
              </a:rPr>
              <a:t>统一环境验证</a:t>
            </a:r>
          </a:p>
        </p:txBody>
      </p:sp>
      <p:sp>
        <p:nvSpPr>
          <p:cNvPr id="142" name="s18-cuda-next-2-symbol"/>
          <p:cNvSpPr>
            <a:spLocks noGrp="1"/>
          </p:cNvSpPr>
          <p:nvPr/>
        </p:nvSpPr>
        <p:spPr>
          <a:xfrm>
            <a:off x="4581525" y="4541837"/>
            <a:ext cx="133350" cy="323850"/>
          </a:xfrm>
          <a:prstGeom prst="rect">
            <a:avLst/>
          </a:prstGeom>
          <a:noFill/>
          <a:ln w="0">
            <a:noFill/>
            <a:prstDash val="solid"/>
          </a:ln>
          <a:effectLst/>
        </p:spPr>
        <p:txBody>
          <a:bodyPr wrap="square" lIns="0" tIns="0" rIns="0" bIns="0" anchor="ctr">
            <a:normAutofit/>
          </a:bodyPr>
          <a:lstStyle/>
          <a:p>
            <a:pPr algn="ctr">
              <a:defRPr sz="865" b="1">
                <a:solidFill>
                  <a:srgbClr val="1457C5"/>
                </a:solidFill>
                <a:latin typeface="微软雅黑" panose="020B0503020204020204" charset="-122"/>
                <a:ea typeface="微软雅黑" panose="020B0503020204020204" charset="-122"/>
                <a:cs typeface="微软雅黑" panose="020B0503020204020204" charset="-122"/>
              </a:defRPr>
            </a:pPr>
            <a:r>
              <a:rPr sz="865" b="1">
                <a:solidFill>
                  <a:srgbClr val="294A6D"/>
                </a:solidFill>
                <a:latin typeface="Times New Roman" panose="02020603050405020304" pitchFamily="18" charset="0"/>
                <a:ea typeface="微软雅黑" panose="020B0503020204020204" charset="-122"/>
                <a:cs typeface="Times New Roman" panose="02020603050405020304" pitchFamily="18" charset="0"/>
              </a:rPr>
              <a:t>○</a:t>
            </a:r>
          </a:p>
        </p:txBody>
      </p:sp>
      <p:sp>
        <p:nvSpPr>
          <p:cNvPr id="143" name="s18-cuda-next-2-text"/>
          <p:cNvSpPr>
            <a:spLocks noGrp="1"/>
          </p:cNvSpPr>
          <p:nvPr/>
        </p:nvSpPr>
        <p:spPr>
          <a:xfrm>
            <a:off x="4743450" y="4541837"/>
            <a:ext cx="971550" cy="323850"/>
          </a:xfrm>
          <a:prstGeom prst="rect">
            <a:avLst/>
          </a:prstGeom>
          <a:noFill/>
          <a:ln w="0">
            <a:noFill/>
            <a:prstDash val="solid"/>
          </a:ln>
          <a:effectLst/>
        </p:spPr>
        <p:txBody>
          <a:bodyPr wrap="square" lIns="0" tIns="0" rIns="0" bIns="0" anchor="ctr">
            <a:noAutofit/>
          </a:bodyPr>
          <a:lstStyle/>
          <a:p>
            <a:pPr algn="l">
              <a:defRPr sz="715" b="0">
                <a:solidFill>
                  <a:srgbClr val="24344D"/>
                </a:solidFill>
                <a:latin typeface="微软雅黑" panose="020B0503020204020204" charset="-122"/>
                <a:ea typeface="微软雅黑" panose="020B0503020204020204" charset="-122"/>
                <a:cs typeface="微软雅黑" panose="020B0503020204020204" charset="-122"/>
              </a:defRPr>
            </a:pPr>
            <a:r>
              <a:rPr sz="700" b="1">
                <a:solidFill>
                  <a:srgbClr val="2F3A45"/>
                </a:solidFill>
                <a:latin typeface="Times New Roman" panose="02020603050405020304" pitchFamily="18" charset="0"/>
                <a:ea typeface="微软雅黑" panose="020B0503020204020204" charset="-122"/>
                <a:cs typeface="Times New Roman" panose="02020603050405020304" pitchFamily="18" charset="0"/>
              </a:rPr>
              <a:t>LayerNorm / Softmax </a:t>
            </a:r>
          </a:p>
          <a:p>
            <a:pPr algn="l">
              <a:defRPr sz="715" b="0">
                <a:solidFill>
                  <a:srgbClr val="24344D"/>
                </a:solidFill>
                <a:latin typeface="微软雅黑" panose="020B0503020204020204" charset="-122"/>
                <a:ea typeface="微软雅黑" panose="020B0503020204020204" charset="-122"/>
                <a:cs typeface="微软雅黑" panose="020B0503020204020204" charset="-122"/>
              </a:defRPr>
            </a:pPr>
            <a:r>
              <a:rPr sz="700" b="1">
                <a:solidFill>
                  <a:srgbClr val="2F3A45"/>
                </a:solidFill>
                <a:latin typeface="Times New Roman" panose="02020603050405020304" pitchFamily="18" charset="0"/>
                <a:ea typeface="微软雅黑" panose="020B0503020204020204" charset="-122"/>
                <a:cs typeface="Times New Roman" panose="02020603050405020304" pitchFamily="18" charset="0"/>
              </a:rPr>
              <a:t>MatMul 实测</a:t>
            </a:r>
          </a:p>
        </p:txBody>
      </p:sp>
      <p:sp>
        <p:nvSpPr>
          <p:cNvPr id="144" name="s18-cuda-next-3-symbol"/>
          <p:cNvSpPr>
            <a:spLocks noGrp="1"/>
          </p:cNvSpPr>
          <p:nvPr/>
        </p:nvSpPr>
        <p:spPr>
          <a:xfrm>
            <a:off x="4581525" y="4875212"/>
            <a:ext cx="133350" cy="323850"/>
          </a:xfrm>
          <a:prstGeom prst="rect">
            <a:avLst/>
          </a:prstGeom>
          <a:noFill/>
          <a:ln w="0">
            <a:noFill/>
            <a:prstDash val="solid"/>
          </a:ln>
          <a:effectLst/>
        </p:spPr>
        <p:txBody>
          <a:bodyPr wrap="square" lIns="0" tIns="0" rIns="0" bIns="0" anchor="ctr">
            <a:normAutofit/>
          </a:bodyPr>
          <a:lstStyle/>
          <a:p>
            <a:pPr algn="ctr">
              <a:defRPr sz="865" b="1">
                <a:solidFill>
                  <a:srgbClr val="1457C5"/>
                </a:solidFill>
                <a:latin typeface="微软雅黑" panose="020B0503020204020204" charset="-122"/>
                <a:ea typeface="微软雅黑" panose="020B0503020204020204" charset="-122"/>
                <a:cs typeface="微软雅黑" panose="020B0503020204020204" charset="-122"/>
              </a:defRPr>
            </a:pPr>
            <a:r>
              <a:rPr sz="865" b="1">
                <a:solidFill>
                  <a:srgbClr val="294A6D"/>
                </a:solidFill>
                <a:latin typeface="Times New Roman" panose="02020603050405020304" pitchFamily="18" charset="0"/>
                <a:ea typeface="微软雅黑" panose="020B0503020204020204" charset="-122"/>
                <a:cs typeface="Times New Roman" panose="02020603050405020304" pitchFamily="18" charset="0"/>
              </a:rPr>
              <a:t>○</a:t>
            </a:r>
          </a:p>
        </p:txBody>
      </p:sp>
      <p:sp>
        <p:nvSpPr>
          <p:cNvPr id="145" name="s18-cuda-next-3-text"/>
          <p:cNvSpPr>
            <a:spLocks noGrp="1"/>
          </p:cNvSpPr>
          <p:nvPr/>
        </p:nvSpPr>
        <p:spPr>
          <a:xfrm>
            <a:off x="4762500" y="4836477"/>
            <a:ext cx="971550" cy="323850"/>
          </a:xfrm>
          <a:prstGeom prst="rect">
            <a:avLst/>
          </a:prstGeom>
          <a:noFill/>
          <a:ln w="0">
            <a:noFill/>
            <a:prstDash val="solid"/>
          </a:ln>
          <a:effectLst/>
        </p:spPr>
        <p:txBody>
          <a:bodyPr wrap="square" lIns="0" tIns="0" rIns="0" bIns="0" anchor="ctr">
            <a:noAutofit/>
          </a:bodyPr>
          <a:lstStyle/>
          <a:p>
            <a:pPr algn="l">
              <a:defRPr sz="715" b="0">
                <a:solidFill>
                  <a:srgbClr val="24344D"/>
                </a:solidFill>
                <a:latin typeface="微软雅黑" panose="020B0503020204020204" charset="-122"/>
                <a:ea typeface="微软雅黑" panose="020B0503020204020204" charset="-122"/>
                <a:cs typeface="微软雅黑" panose="020B0503020204020204" charset="-122"/>
              </a:defRPr>
            </a:pPr>
            <a:r>
              <a:rPr sz="800" b="1">
                <a:solidFill>
                  <a:srgbClr val="2F3A45"/>
                </a:solidFill>
                <a:latin typeface="Times New Roman" panose="02020603050405020304" pitchFamily="18" charset="0"/>
                <a:ea typeface="微软雅黑" panose="020B0503020204020204" charset="-122"/>
                <a:cs typeface="Times New Roman" panose="02020603050405020304" pitchFamily="18" charset="0"/>
              </a:rPr>
              <a:t>补齐 Nsight / Profiling</a:t>
            </a:r>
          </a:p>
        </p:txBody>
      </p:sp>
      <p:sp>
        <p:nvSpPr>
          <p:cNvPr id="146" name="s18-cuda-next-4-symbol"/>
          <p:cNvSpPr>
            <a:spLocks noGrp="1"/>
          </p:cNvSpPr>
          <p:nvPr/>
        </p:nvSpPr>
        <p:spPr>
          <a:xfrm>
            <a:off x="4581525" y="5199062"/>
            <a:ext cx="133350" cy="152400"/>
          </a:xfrm>
          <a:prstGeom prst="rect">
            <a:avLst/>
          </a:prstGeom>
          <a:noFill/>
          <a:ln w="0">
            <a:noFill/>
            <a:prstDash val="solid"/>
          </a:ln>
          <a:effectLst/>
        </p:spPr>
        <p:txBody>
          <a:bodyPr wrap="square" lIns="0" tIns="0" rIns="0" bIns="0" anchor="ctr">
            <a:normAutofit/>
          </a:bodyPr>
          <a:lstStyle/>
          <a:p>
            <a:pPr algn="ctr">
              <a:defRPr sz="865" b="1">
                <a:solidFill>
                  <a:srgbClr val="1457C5"/>
                </a:solidFill>
                <a:latin typeface="微软雅黑" panose="020B0503020204020204" charset="-122"/>
                <a:ea typeface="微软雅黑" panose="020B0503020204020204" charset="-122"/>
                <a:cs typeface="微软雅黑" panose="020B0503020204020204" charset="-122"/>
              </a:defRPr>
            </a:pPr>
            <a:r>
              <a:rPr sz="865" b="1">
                <a:solidFill>
                  <a:srgbClr val="294A6D"/>
                </a:solidFill>
                <a:latin typeface="Times New Roman" panose="02020603050405020304" pitchFamily="18" charset="0"/>
                <a:ea typeface="微软雅黑" panose="020B0503020204020204" charset="-122"/>
                <a:cs typeface="Times New Roman" panose="02020603050405020304" pitchFamily="18" charset="0"/>
              </a:rPr>
              <a:t>○</a:t>
            </a:r>
          </a:p>
        </p:txBody>
      </p:sp>
      <p:sp>
        <p:nvSpPr>
          <p:cNvPr id="147" name="s18-cuda-next-4-text"/>
          <p:cNvSpPr>
            <a:spLocks noGrp="1"/>
          </p:cNvSpPr>
          <p:nvPr/>
        </p:nvSpPr>
        <p:spPr>
          <a:xfrm>
            <a:off x="4742815" y="5160962"/>
            <a:ext cx="1372870" cy="209550"/>
          </a:xfrm>
          <a:prstGeom prst="rect">
            <a:avLst/>
          </a:prstGeom>
          <a:noFill/>
          <a:ln w="0">
            <a:noFill/>
            <a:prstDash val="solid"/>
          </a:ln>
          <a:effectLst/>
        </p:spPr>
        <p:txBody>
          <a:bodyPr wrap="square" lIns="0" tIns="0" rIns="0" bIns="0" anchor="ctr">
            <a:noAutofit/>
          </a:bodyPr>
          <a:lstStyle/>
          <a:p>
            <a:pPr algn="l">
              <a:defRPr sz="660" b="0">
                <a:solidFill>
                  <a:srgbClr val="24344D"/>
                </a:solidFill>
                <a:latin typeface="微软雅黑" panose="020B0503020204020204" charset="-122"/>
                <a:ea typeface="微软雅黑" panose="020B0503020204020204" charset="-122"/>
                <a:cs typeface="微软雅黑" panose="020B0503020204020204" charset="-122"/>
              </a:defRPr>
            </a:pPr>
            <a:r>
              <a:rPr sz="800" b="1">
                <a:solidFill>
                  <a:srgbClr val="2F3A45"/>
                </a:solidFill>
                <a:latin typeface="Times New Roman" panose="02020603050405020304" pitchFamily="18" charset="0"/>
                <a:ea typeface="微软雅黑" panose="020B0503020204020204" charset="-122"/>
                <a:cs typeface="Times New Roman" panose="02020603050405020304" pitchFamily="18" charset="0"/>
              </a:rPr>
              <a:t>形成 CUDA Platform Knowledge</a:t>
            </a:r>
          </a:p>
        </p:txBody>
      </p:sp>
      <p:sp>
        <p:nvSpPr>
          <p:cNvPr id="148" name="s18-gpu-frame"/>
          <p:cNvSpPr>
            <a:spLocks noGrp="1"/>
          </p:cNvSpPr>
          <p:nvPr/>
        </p:nvSpPr>
        <p:spPr>
          <a:xfrm>
            <a:off x="5943600" y="3513137"/>
            <a:ext cx="6038850" cy="1905000"/>
          </a:xfrm>
          <a:prstGeom prst="rect">
            <a:avLst/>
          </a:prstGeom>
          <a:solidFill>
            <a:srgbClr val="FFFFFF"/>
          </a:solidFill>
          <a:ln w="11430">
            <a:solidFill>
              <a:srgbClr val="D6DEE6"/>
            </a:solidFill>
            <a:prstDash val="solid"/>
          </a:ln>
          <a:effectLst/>
        </p:spPr>
      </p:sp>
      <p:sp>
        <p:nvSpPr>
          <p:cNvPr id="149" name="s18-gpu-header-fill"/>
          <p:cNvSpPr>
            <a:spLocks noGrp="1"/>
          </p:cNvSpPr>
          <p:nvPr/>
        </p:nvSpPr>
        <p:spPr>
          <a:xfrm>
            <a:off x="5953125" y="3522662"/>
            <a:ext cx="6019800" cy="495300"/>
          </a:xfrm>
          <a:prstGeom prst="rect">
            <a:avLst/>
          </a:prstGeom>
          <a:solidFill>
            <a:srgbClr val="FFFFFF"/>
          </a:solidFill>
          <a:ln w="0">
            <a:solidFill>
              <a:srgbClr val="D6DEE6"/>
            </a:solidFill>
            <a:prstDash val="solid"/>
          </a:ln>
          <a:effectLst/>
        </p:spPr>
      </p:sp>
      <p:sp>
        <p:nvSpPr>
          <p:cNvPr id="150" name="s18-gpu-body-fill"/>
          <p:cNvSpPr>
            <a:spLocks noGrp="1"/>
          </p:cNvSpPr>
          <p:nvPr/>
        </p:nvSpPr>
        <p:spPr>
          <a:xfrm>
            <a:off x="5953125" y="4017962"/>
            <a:ext cx="6019800" cy="1390650"/>
          </a:xfrm>
          <a:prstGeom prst="rect">
            <a:avLst/>
          </a:prstGeom>
          <a:solidFill>
            <a:srgbClr val="FFFFFF"/>
          </a:solidFill>
          <a:ln w="0">
            <a:solidFill>
              <a:srgbClr val="D6DEE6"/>
            </a:solidFill>
            <a:prstDash val="solid"/>
          </a:ln>
          <a:effectLst/>
        </p:spPr>
      </p:sp>
      <p:sp>
        <p:nvSpPr>
          <p:cNvPr id="151" name="s18-gpu-header-rule"/>
          <p:cNvSpPr>
            <a:spLocks noGrp="1"/>
          </p:cNvSpPr>
          <p:nvPr/>
        </p:nvSpPr>
        <p:spPr>
          <a:xfrm>
            <a:off x="5953125" y="4008437"/>
            <a:ext cx="6019800" cy="9525"/>
          </a:xfrm>
          <a:prstGeom prst="rect">
            <a:avLst/>
          </a:prstGeom>
          <a:solidFill>
            <a:srgbClr val="4F8A83"/>
          </a:solidFill>
          <a:ln w="0">
            <a:solidFill>
              <a:srgbClr val="4F8A83"/>
            </a:solidFill>
            <a:prstDash val="solid"/>
          </a:ln>
          <a:effectLst/>
        </p:spPr>
      </p:sp>
      <p:sp>
        <p:nvSpPr>
          <p:cNvPr id="152" name="s18-gpu-title"/>
          <p:cNvSpPr>
            <a:spLocks noGrp="1"/>
          </p:cNvSpPr>
          <p:nvPr/>
        </p:nvSpPr>
        <p:spPr>
          <a:xfrm>
            <a:off x="6019800" y="3541712"/>
            <a:ext cx="5886450" cy="295275"/>
          </a:xfrm>
          <a:prstGeom prst="rect">
            <a:avLst/>
          </a:prstGeom>
          <a:noFill/>
          <a:ln w="0">
            <a:noFill/>
            <a:prstDash val="solid"/>
          </a:ln>
          <a:effectLst/>
        </p:spPr>
        <p:txBody>
          <a:bodyPr wrap="square" lIns="0" tIns="0" rIns="0" bIns="0" anchor="ctr">
            <a:normAutofit/>
          </a:bodyPr>
          <a:lstStyle/>
          <a:p>
            <a:pPr algn="ctr">
              <a:defRPr sz="1875" b="1">
                <a:solidFill>
                  <a:srgbClr val="1457C5"/>
                </a:solidFill>
                <a:latin typeface="Calibri" panose="020F0502020204030204"/>
                <a:ea typeface="Calibri" panose="020F0502020204030204"/>
                <a:cs typeface="Calibri" panose="020F0502020204030204"/>
              </a:defRPr>
            </a:pPr>
            <a:r>
              <a:rPr sz="1875" b="1">
                <a:solidFill>
                  <a:srgbClr val="294A6D"/>
                </a:solidFill>
                <a:latin typeface="Times New Roman" panose="02020603050405020304" pitchFamily="18" charset="0"/>
                <a:ea typeface="微软雅黑" panose="020B0503020204020204" charset="-122"/>
                <a:cs typeface="Times New Roman" panose="02020603050405020304" pitchFamily="18" charset="0"/>
              </a:rPr>
              <a:t>GPU Triton</a:t>
            </a:r>
          </a:p>
        </p:txBody>
      </p:sp>
      <p:sp>
        <p:nvSpPr>
          <p:cNvPr id="154" name="s18-gpu-divider-1"/>
          <p:cNvSpPr>
            <a:spLocks noGrp="1"/>
          </p:cNvSpPr>
          <p:nvPr/>
        </p:nvSpPr>
        <p:spPr>
          <a:xfrm>
            <a:off x="7048500" y="4084637"/>
            <a:ext cx="9525" cy="1257300"/>
          </a:xfrm>
          <a:prstGeom prst="rect">
            <a:avLst/>
          </a:prstGeom>
          <a:solidFill>
            <a:srgbClr val="EEF2F5"/>
          </a:solidFill>
          <a:ln w="0">
            <a:solidFill>
              <a:srgbClr val="D6DEE6"/>
            </a:solidFill>
            <a:prstDash val="solid"/>
          </a:ln>
          <a:effectLst/>
        </p:spPr>
      </p:sp>
      <p:sp>
        <p:nvSpPr>
          <p:cNvPr id="155" name="s18-gpu-divider-2"/>
          <p:cNvSpPr>
            <a:spLocks noGrp="1"/>
          </p:cNvSpPr>
          <p:nvPr/>
        </p:nvSpPr>
        <p:spPr>
          <a:xfrm>
            <a:off x="8924925" y="4084637"/>
            <a:ext cx="9525" cy="1257300"/>
          </a:xfrm>
          <a:prstGeom prst="rect">
            <a:avLst/>
          </a:prstGeom>
          <a:solidFill>
            <a:srgbClr val="EEF2F5"/>
          </a:solidFill>
          <a:ln w="0">
            <a:solidFill>
              <a:srgbClr val="D6DEE6"/>
            </a:solidFill>
            <a:prstDash val="solid"/>
          </a:ln>
          <a:effectLst/>
        </p:spPr>
      </p:sp>
      <p:sp>
        <p:nvSpPr>
          <p:cNvPr id="156" name="s18-gpu-divider-3"/>
          <p:cNvSpPr>
            <a:spLocks noGrp="1"/>
          </p:cNvSpPr>
          <p:nvPr/>
        </p:nvSpPr>
        <p:spPr>
          <a:xfrm>
            <a:off x="10382250" y="4084637"/>
            <a:ext cx="9525" cy="1257300"/>
          </a:xfrm>
          <a:prstGeom prst="rect">
            <a:avLst/>
          </a:prstGeom>
          <a:solidFill>
            <a:srgbClr val="EEF2F5"/>
          </a:solidFill>
          <a:ln w="0">
            <a:solidFill>
              <a:srgbClr val="D6DEE6"/>
            </a:solidFill>
            <a:prstDash val="solid"/>
          </a:ln>
          <a:effectLst/>
        </p:spPr>
      </p:sp>
      <p:sp>
        <p:nvSpPr>
          <p:cNvPr id="157" name="s18-gpu-c1-number"/>
          <p:cNvSpPr>
            <a:spLocks noGrp="1"/>
          </p:cNvSpPr>
          <p:nvPr/>
        </p:nvSpPr>
        <p:spPr>
          <a:xfrm>
            <a:off x="6038850" y="4084637"/>
            <a:ext cx="200025" cy="200025"/>
          </a:xfrm>
          <a:prstGeom prst="roundRect">
            <a:avLst>
              <a:gd name="adj" fmla="val 47619"/>
            </a:avLst>
          </a:prstGeom>
          <a:noFill/>
          <a:ln w="0">
            <a:noFill/>
            <a:prstDash val="solid"/>
          </a:ln>
          <a:effectLst/>
          <a:extLst>
            <a:ext uri="{909E8E84-426E-40DD-AFC4-6F175D3DCCD1}">
              <a14:hiddenFill xmlns:a14="http://schemas.microsoft.com/office/drawing/2010/main">
                <a:solidFill>
                  <a:srgbClr val="5B7188"/>
                </a:solidFill>
              </a14:hiddenFill>
            </a:ext>
            <a:ext uri="{91240B29-F687-4F45-9708-019B960494DF}">
              <a14:hiddenLine xmlns:a14="http://schemas.microsoft.com/office/drawing/2010/main" w="0">
                <a:solidFill>
                  <a:srgbClr val="294A6D"/>
                </a:solidFill>
                <a:prstDash val="solid"/>
              </a14:hiddenLine>
            </a:ext>
          </a:extLst>
        </p:spPr>
        <p:txBody>
          <a:bodyPr wrap="square" lIns="0" tIns="0" rIns="0" bIns="0" anchor="ctr">
            <a:normAutofit/>
          </a:bodyPr>
          <a:lstStyle/>
          <a:p>
            <a:pPr algn="ctr">
              <a:defRPr sz="825" b="1">
                <a:solidFill>
                  <a:srgbClr val="FFFFFF"/>
                </a:solidFill>
                <a:latin typeface="Calibri" panose="020F0502020204030204"/>
                <a:ea typeface="Calibri" panose="020F0502020204030204"/>
                <a:cs typeface="Calibri" panose="020F0502020204030204"/>
              </a:defRPr>
            </a:pPr>
            <a:r>
              <a:rPr sz="825" b="1">
                <a:solidFill>
                  <a:srgbClr val="FFFFFF"/>
                </a:solidFill>
                <a:latin typeface="Times New Roman" panose="02020603050405020304" pitchFamily="18" charset="0"/>
                <a:ea typeface="微软雅黑" panose="020B0503020204020204" charset="-122"/>
                <a:cs typeface="Times New Roman" panose="02020603050405020304" pitchFamily="18" charset="0"/>
              </a:rPr>
              <a:t>1</a:t>
            </a:r>
          </a:p>
        </p:txBody>
      </p:sp>
      <p:sp>
        <p:nvSpPr>
          <p:cNvPr id="158" name="s18-gpu-c1-title"/>
          <p:cNvSpPr>
            <a:spLocks noGrp="1"/>
          </p:cNvSpPr>
          <p:nvPr/>
        </p:nvSpPr>
        <p:spPr>
          <a:xfrm>
            <a:off x="6286500" y="4075112"/>
            <a:ext cx="704850" cy="219075"/>
          </a:xfrm>
          <a:prstGeom prst="rect">
            <a:avLst/>
          </a:prstGeom>
          <a:noFill/>
          <a:ln w="0">
            <a:noFill/>
            <a:prstDash val="solid"/>
          </a:ln>
          <a:effectLst/>
        </p:spPr>
        <p:txBody>
          <a:bodyPr wrap="square" lIns="0" tIns="0" rIns="0" bIns="0" anchor="ctr">
            <a:normAutofit/>
          </a:bodyPr>
          <a:lstStyle/>
          <a:p>
            <a:pPr algn="l">
              <a:defRPr sz="990" b="1">
                <a:solidFill>
                  <a:srgbClr val="0E56C9"/>
                </a:solidFill>
                <a:latin typeface="微软雅黑" panose="020B0503020204020204" charset="-122"/>
                <a:ea typeface="微软雅黑" panose="020B0503020204020204" charset="-122"/>
                <a:cs typeface="微软雅黑" panose="020B0503020204020204" charset="-122"/>
              </a:defRPr>
            </a:pPr>
            <a:r>
              <a:rPr sz="990" b="1">
                <a:solidFill>
                  <a:srgbClr val="294A6D"/>
                </a:solidFill>
                <a:latin typeface="Times New Roman" panose="02020603050405020304" pitchFamily="18" charset="0"/>
                <a:ea typeface="微软雅黑" panose="020B0503020204020204" charset="-122"/>
                <a:cs typeface="Times New Roman" panose="02020603050405020304" pitchFamily="18" charset="0"/>
              </a:rPr>
              <a:t>当前阶段</a:t>
            </a:r>
          </a:p>
        </p:txBody>
      </p:sp>
      <p:sp>
        <p:nvSpPr>
          <p:cNvPr id="159" name="s18-gpu-c2-number"/>
          <p:cNvSpPr>
            <a:spLocks noGrp="1"/>
          </p:cNvSpPr>
          <p:nvPr/>
        </p:nvSpPr>
        <p:spPr>
          <a:xfrm>
            <a:off x="7143750" y="4084637"/>
            <a:ext cx="200025" cy="200025"/>
          </a:xfrm>
          <a:prstGeom prst="roundRect">
            <a:avLst>
              <a:gd name="adj" fmla="val 47619"/>
            </a:avLst>
          </a:prstGeom>
          <a:noFill/>
          <a:ln w="0">
            <a:noFill/>
            <a:prstDash val="solid"/>
          </a:ln>
          <a:effectLst/>
          <a:extLst>
            <a:ext uri="{909E8E84-426E-40DD-AFC4-6F175D3DCCD1}">
              <a14:hiddenFill xmlns:a14="http://schemas.microsoft.com/office/drawing/2010/main">
                <a:solidFill>
                  <a:srgbClr val="5B7188"/>
                </a:solidFill>
              </a14:hiddenFill>
            </a:ext>
            <a:ext uri="{91240B29-F687-4F45-9708-019B960494DF}">
              <a14:hiddenLine xmlns:a14="http://schemas.microsoft.com/office/drawing/2010/main" w="0">
                <a:solidFill>
                  <a:srgbClr val="294A6D"/>
                </a:solidFill>
                <a:prstDash val="solid"/>
              </a14:hiddenLine>
            </a:ext>
          </a:extLst>
        </p:spPr>
        <p:txBody>
          <a:bodyPr wrap="square" lIns="0" tIns="0" rIns="0" bIns="0" anchor="ctr">
            <a:normAutofit/>
          </a:bodyPr>
          <a:lstStyle/>
          <a:p>
            <a:pPr algn="ctr">
              <a:defRPr sz="825" b="1">
                <a:solidFill>
                  <a:srgbClr val="FFFFFF"/>
                </a:solidFill>
                <a:latin typeface="Calibri" panose="020F0502020204030204"/>
                <a:ea typeface="Calibri" panose="020F0502020204030204"/>
                <a:cs typeface="Calibri" panose="020F0502020204030204"/>
              </a:defRPr>
            </a:pPr>
            <a:r>
              <a:rPr sz="825" b="1">
                <a:solidFill>
                  <a:srgbClr val="FFFFFF"/>
                </a:solidFill>
                <a:latin typeface="Times New Roman" panose="02020603050405020304" pitchFamily="18" charset="0"/>
                <a:ea typeface="微软雅黑" panose="020B0503020204020204" charset="-122"/>
                <a:cs typeface="Times New Roman" panose="02020603050405020304" pitchFamily="18" charset="0"/>
              </a:rPr>
              <a:t>2</a:t>
            </a:r>
          </a:p>
        </p:txBody>
      </p:sp>
      <p:sp>
        <p:nvSpPr>
          <p:cNvPr id="160" name="s18-gpu-c2-title"/>
          <p:cNvSpPr>
            <a:spLocks noGrp="1"/>
          </p:cNvSpPr>
          <p:nvPr/>
        </p:nvSpPr>
        <p:spPr>
          <a:xfrm>
            <a:off x="7391400" y="4075112"/>
            <a:ext cx="1466850" cy="219075"/>
          </a:xfrm>
          <a:prstGeom prst="rect">
            <a:avLst/>
          </a:prstGeom>
          <a:noFill/>
          <a:ln w="0">
            <a:noFill/>
            <a:prstDash val="solid"/>
          </a:ln>
          <a:effectLst/>
        </p:spPr>
        <p:txBody>
          <a:bodyPr wrap="square" lIns="0" tIns="0" rIns="0" bIns="0" anchor="ctr">
            <a:normAutofit/>
          </a:bodyPr>
          <a:lstStyle/>
          <a:p>
            <a:pPr algn="l">
              <a:defRPr sz="990" b="1">
                <a:solidFill>
                  <a:srgbClr val="0E56C9"/>
                </a:solidFill>
                <a:latin typeface="微软雅黑" panose="020B0503020204020204" charset="-122"/>
                <a:ea typeface="微软雅黑" panose="020B0503020204020204" charset="-122"/>
                <a:cs typeface="微软雅黑" panose="020B0503020204020204" charset="-122"/>
              </a:defRPr>
            </a:pPr>
            <a:r>
              <a:rPr sz="990" b="1">
                <a:solidFill>
                  <a:srgbClr val="294A6D"/>
                </a:solidFill>
                <a:latin typeface="Times New Roman" panose="02020603050405020304" pitchFamily="18" charset="0"/>
                <a:ea typeface="微软雅黑" panose="020B0503020204020204" charset="-122"/>
                <a:cs typeface="Times New Roman" panose="02020603050405020304" pitchFamily="18" charset="0"/>
              </a:rPr>
              <a:t>已完成</a:t>
            </a:r>
          </a:p>
        </p:txBody>
      </p:sp>
      <p:sp>
        <p:nvSpPr>
          <p:cNvPr id="161" name="s18-gpu-c3-number"/>
          <p:cNvSpPr>
            <a:spLocks noGrp="1"/>
          </p:cNvSpPr>
          <p:nvPr/>
        </p:nvSpPr>
        <p:spPr>
          <a:xfrm>
            <a:off x="9020175" y="4084637"/>
            <a:ext cx="200025" cy="200025"/>
          </a:xfrm>
          <a:prstGeom prst="roundRect">
            <a:avLst>
              <a:gd name="adj" fmla="val 47619"/>
            </a:avLst>
          </a:prstGeom>
          <a:noFill/>
          <a:ln w="0">
            <a:noFill/>
            <a:prstDash val="solid"/>
          </a:ln>
          <a:effectLst/>
          <a:extLst>
            <a:ext uri="{909E8E84-426E-40DD-AFC4-6F175D3DCCD1}">
              <a14:hiddenFill xmlns:a14="http://schemas.microsoft.com/office/drawing/2010/main">
                <a:solidFill>
                  <a:srgbClr val="5B7188"/>
                </a:solidFill>
              </a14:hiddenFill>
            </a:ext>
            <a:ext uri="{91240B29-F687-4F45-9708-019B960494DF}">
              <a14:hiddenLine xmlns:a14="http://schemas.microsoft.com/office/drawing/2010/main" w="0">
                <a:solidFill>
                  <a:srgbClr val="294A6D"/>
                </a:solidFill>
                <a:prstDash val="solid"/>
              </a14:hiddenLine>
            </a:ext>
          </a:extLst>
        </p:spPr>
        <p:txBody>
          <a:bodyPr wrap="square" lIns="0" tIns="0" rIns="0" bIns="0" anchor="ctr">
            <a:normAutofit/>
          </a:bodyPr>
          <a:lstStyle/>
          <a:p>
            <a:pPr algn="ctr">
              <a:defRPr sz="825" b="1">
                <a:solidFill>
                  <a:srgbClr val="FFFFFF"/>
                </a:solidFill>
                <a:latin typeface="Calibri" panose="020F0502020204030204"/>
                <a:ea typeface="Calibri" panose="020F0502020204030204"/>
                <a:cs typeface="Calibri" panose="020F0502020204030204"/>
              </a:defRPr>
            </a:pPr>
            <a:r>
              <a:rPr sz="825" b="1">
                <a:solidFill>
                  <a:srgbClr val="FFFFFF"/>
                </a:solidFill>
                <a:latin typeface="Times New Roman" panose="02020603050405020304" pitchFamily="18" charset="0"/>
                <a:ea typeface="微软雅黑" panose="020B0503020204020204" charset="-122"/>
                <a:cs typeface="Times New Roman" panose="02020603050405020304" pitchFamily="18" charset="0"/>
              </a:rPr>
              <a:t>3</a:t>
            </a:r>
          </a:p>
        </p:txBody>
      </p:sp>
      <p:sp>
        <p:nvSpPr>
          <p:cNvPr id="162" name="s18-gpu-c3-title"/>
          <p:cNvSpPr>
            <a:spLocks noGrp="1"/>
          </p:cNvSpPr>
          <p:nvPr/>
        </p:nvSpPr>
        <p:spPr>
          <a:xfrm>
            <a:off x="9267825" y="4075112"/>
            <a:ext cx="1047750" cy="219075"/>
          </a:xfrm>
          <a:prstGeom prst="rect">
            <a:avLst/>
          </a:prstGeom>
          <a:noFill/>
          <a:ln w="0">
            <a:noFill/>
            <a:prstDash val="solid"/>
          </a:ln>
          <a:effectLst/>
        </p:spPr>
        <p:txBody>
          <a:bodyPr wrap="square" lIns="0" tIns="0" rIns="0" bIns="0" anchor="ctr">
            <a:normAutofit/>
          </a:bodyPr>
          <a:lstStyle/>
          <a:p>
            <a:pPr algn="l">
              <a:defRPr sz="990" b="1">
                <a:solidFill>
                  <a:srgbClr val="0E56C9"/>
                </a:solidFill>
                <a:latin typeface="微软雅黑" panose="020B0503020204020204" charset="-122"/>
                <a:ea typeface="微软雅黑" panose="020B0503020204020204" charset="-122"/>
                <a:cs typeface="微软雅黑" panose="020B0503020204020204" charset="-122"/>
              </a:defRPr>
            </a:pPr>
            <a:r>
              <a:rPr sz="990" b="1">
                <a:solidFill>
                  <a:srgbClr val="294A6D"/>
                </a:solidFill>
                <a:latin typeface="Times New Roman" panose="02020603050405020304" pitchFamily="18" charset="0"/>
                <a:ea typeface="微软雅黑" panose="020B0503020204020204" charset="-122"/>
                <a:cs typeface="Times New Roman" panose="02020603050405020304" pitchFamily="18" charset="0"/>
              </a:rPr>
              <a:t>验证程度</a:t>
            </a:r>
          </a:p>
        </p:txBody>
      </p:sp>
      <p:sp>
        <p:nvSpPr>
          <p:cNvPr id="163" name="s18-gpu-c4-number"/>
          <p:cNvSpPr>
            <a:spLocks noGrp="1"/>
          </p:cNvSpPr>
          <p:nvPr/>
        </p:nvSpPr>
        <p:spPr>
          <a:xfrm>
            <a:off x="10477500" y="4084637"/>
            <a:ext cx="200025" cy="200025"/>
          </a:xfrm>
          <a:prstGeom prst="roundRect">
            <a:avLst>
              <a:gd name="adj" fmla="val 47619"/>
            </a:avLst>
          </a:prstGeom>
          <a:noFill/>
          <a:ln w="0">
            <a:noFill/>
            <a:prstDash val="solid"/>
          </a:ln>
          <a:effectLst/>
          <a:extLst>
            <a:ext uri="{909E8E84-426E-40DD-AFC4-6F175D3DCCD1}">
              <a14:hiddenFill xmlns:a14="http://schemas.microsoft.com/office/drawing/2010/main">
                <a:solidFill>
                  <a:srgbClr val="5B7188"/>
                </a:solidFill>
              </a14:hiddenFill>
            </a:ext>
            <a:ext uri="{91240B29-F687-4F45-9708-019B960494DF}">
              <a14:hiddenLine xmlns:a14="http://schemas.microsoft.com/office/drawing/2010/main" w="0">
                <a:solidFill>
                  <a:srgbClr val="294A6D"/>
                </a:solidFill>
                <a:prstDash val="solid"/>
              </a14:hiddenLine>
            </a:ext>
          </a:extLst>
        </p:spPr>
        <p:txBody>
          <a:bodyPr wrap="square" lIns="0" tIns="0" rIns="0" bIns="0" anchor="ctr">
            <a:normAutofit/>
          </a:bodyPr>
          <a:lstStyle/>
          <a:p>
            <a:pPr algn="ctr">
              <a:defRPr sz="825" b="1">
                <a:solidFill>
                  <a:srgbClr val="FFFFFF"/>
                </a:solidFill>
                <a:latin typeface="Calibri" panose="020F0502020204030204"/>
                <a:ea typeface="Calibri" panose="020F0502020204030204"/>
                <a:cs typeface="Calibri" panose="020F0502020204030204"/>
              </a:defRPr>
            </a:pPr>
            <a:r>
              <a:rPr sz="825" b="1">
                <a:solidFill>
                  <a:srgbClr val="FFFFFF"/>
                </a:solidFill>
                <a:latin typeface="Times New Roman" panose="02020603050405020304" pitchFamily="18" charset="0"/>
                <a:ea typeface="微软雅黑" panose="020B0503020204020204" charset="-122"/>
                <a:cs typeface="Times New Roman" panose="02020603050405020304" pitchFamily="18" charset="0"/>
              </a:rPr>
              <a:t>4</a:t>
            </a:r>
          </a:p>
        </p:txBody>
      </p:sp>
      <p:sp>
        <p:nvSpPr>
          <p:cNvPr id="164" name="s18-gpu-c4-title"/>
          <p:cNvSpPr>
            <a:spLocks noGrp="1"/>
          </p:cNvSpPr>
          <p:nvPr/>
        </p:nvSpPr>
        <p:spPr>
          <a:xfrm>
            <a:off x="10725150" y="4075112"/>
            <a:ext cx="1143000" cy="219075"/>
          </a:xfrm>
          <a:prstGeom prst="rect">
            <a:avLst/>
          </a:prstGeom>
          <a:noFill/>
          <a:ln w="0">
            <a:noFill/>
            <a:prstDash val="solid"/>
          </a:ln>
          <a:effectLst/>
        </p:spPr>
        <p:txBody>
          <a:bodyPr wrap="square" lIns="0" tIns="0" rIns="0" bIns="0" anchor="ctr">
            <a:normAutofit/>
          </a:bodyPr>
          <a:lstStyle/>
          <a:p>
            <a:pPr algn="l">
              <a:defRPr sz="990" b="1">
                <a:solidFill>
                  <a:srgbClr val="0E56C9"/>
                </a:solidFill>
                <a:latin typeface="微软雅黑" panose="020B0503020204020204" charset="-122"/>
                <a:ea typeface="微软雅黑" panose="020B0503020204020204" charset="-122"/>
                <a:cs typeface="微软雅黑" panose="020B0503020204020204" charset="-122"/>
              </a:defRPr>
            </a:pPr>
            <a:r>
              <a:rPr sz="990" b="1">
                <a:solidFill>
                  <a:srgbClr val="294A6D"/>
                </a:solidFill>
                <a:latin typeface="Times New Roman" panose="02020603050405020304" pitchFamily="18" charset="0"/>
                <a:ea typeface="微软雅黑" panose="020B0503020204020204" charset="-122"/>
                <a:cs typeface="Times New Roman" panose="02020603050405020304" pitchFamily="18" charset="0"/>
              </a:rPr>
              <a:t>下一步</a:t>
            </a:r>
          </a:p>
        </p:txBody>
      </p:sp>
      <p:sp>
        <p:nvSpPr>
          <p:cNvPr id="165" name="s18-gpu-stage"/>
          <p:cNvSpPr>
            <a:spLocks noGrp="1"/>
          </p:cNvSpPr>
          <p:nvPr/>
        </p:nvSpPr>
        <p:spPr>
          <a:xfrm>
            <a:off x="6038850" y="4341812"/>
            <a:ext cx="942975" cy="666750"/>
          </a:xfrm>
          <a:prstGeom prst="rect">
            <a:avLst/>
          </a:prstGeom>
          <a:noFill/>
          <a:ln w="0">
            <a:noFill/>
            <a:prstDash val="solid"/>
          </a:ln>
          <a:effectLst/>
        </p:spPr>
        <p:txBody>
          <a:bodyPr wrap="square" lIns="0" tIns="19050" rIns="0" bIns="0" anchor="t">
            <a:normAutofit/>
          </a:bodyPr>
          <a:lstStyle/>
          <a:p>
            <a:pPr>
              <a:defRPr sz="865" b="1">
                <a:solidFill>
                  <a:srgbClr val="24344D"/>
                </a:solidFill>
                <a:latin typeface="微软雅黑" panose="020B0503020204020204" charset="-122"/>
                <a:ea typeface="微软雅黑" panose="020B0503020204020204" charset="-122"/>
                <a:cs typeface="微软雅黑" panose="020B0503020204020204" charset="-122"/>
              </a:defRPr>
            </a:pPr>
            <a:r>
              <a:rPr lang="zh-CN" altLang="en-US" sz="865" b="1" dirty="0">
                <a:solidFill>
                  <a:srgbClr val="2F3A45"/>
                </a:solidFill>
                <a:latin typeface="Times New Roman" panose="02020603050405020304" pitchFamily="18" charset="0"/>
                <a:ea typeface="微软雅黑" panose="020B0503020204020204" charset="-122"/>
                <a:cs typeface="Times New Roman" panose="02020603050405020304" pitchFamily="18" charset="0"/>
              </a:rPr>
              <a:t>基础框架完成</a:t>
            </a:r>
          </a:p>
        </p:txBody>
      </p:sp>
      <p:sp>
        <p:nvSpPr>
          <p:cNvPr id="166" name="s18-gpu-done-1-symbol"/>
          <p:cNvSpPr>
            <a:spLocks noGrp="1"/>
          </p:cNvSpPr>
          <p:nvPr/>
        </p:nvSpPr>
        <p:spPr>
          <a:xfrm>
            <a:off x="7162800" y="4341812"/>
            <a:ext cx="133350" cy="190500"/>
          </a:xfrm>
          <a:prstGeom prst="rect">
            <a:avLst/>
          </a:prstGeom>
          <a:noFill/>
          <a:ln w="0">
            <a:noFill/>
            <a:prstDash val="solid"/>
          </a:ln>
          <a:effectLst/>
        </p:spPr>
        <p:txBody>
          <a:bodyPr wrap="square" lIns="0" tIns="0" rIns="0" bIns="0" anchor="ctr">
            <a:normAutofit/>
          </a:bodyPr>
          <a:lstStyle/>
          <a:p>
            <a:pPr algn="ctr">
              <a:defRPr sz="865" b="1">
                <a:solidFill>
                  <a:srgbClr val="14855C"/>
                </a:solidFill>
                <a:latin typeface="微软雅黑" panose="020B0503020204020204" charset="-122"/>
                <a:ea typeface="微软雅黑" panose="020B0503020204020204" charset="-122"/>
                <a:cs typeface="微软雅黑" panose="020B0503020204020204" charset="-122"/>
              </a:defRPr>
            </a:pPr>
            <a:r>
              <a:rPr sz="865" b="1">
                <a:solidFill>
                  <a:srgbClr val="4F8A83"/>
                </a:solidFill>
                <a:latin typeface="Times New Roman" panose="02020603050405020304" pitchFamily="18" charset="0"/>
                <a:ea typeface="微软雅黑" panose="020B0503020204020204" charset="-122"/>
                <a:cs typeface="Times New Roman" panose="02020603050405020304" pitchFamily="18" charset="0"/>
              </a:rPr>
              <a:t>✓</a:t>
            </a:r>
          </a:p>
        </p:txBody>
      </p:sp>
      <p:sp>
        <p:nvSpPr>
          <p:cNvPr id="167" name="s18-gpu-done-1-text"/>
          <p:cNvSpPr>
            <a:spLocks noGrp="1"/>
          </p:cNvSpPr>
          <p:nvPr/>
        </p:nvSpPr>
        <p:spPr>
          <a:xfrm>
            <a:off x="7324725" y="4341812"/>
            <a:ext cx="1552575" cy="190500"/>
          </a:xfrm>
          <a:prstGeom prst="rect">
            <a:avLst/>
          </a:prstGeom>
          <a:noFill/>
          <a:ln w="0">
            <a:noFill/>
            <a:prstDash val="solid"/>
          </a:ln>
          <a:effectLst/>
        </p:spPr>
        <p:txBody>
          <a:bodyPr wrap="square" lIns="0" tIns="0" rIns="0" bIns="0" anchor="ctr">
            <a:normAutofit/>
          </a:bodyPr>
          <a:lstStyle/>
          <a:p>
            <a:pPr algn="l">
              <a:defRPr sz="765" b="0">
                <a:solidFill>
                  <a:srgbClr val="24344D"/>
                </a:solidFill>
                <a:latin typeface="微软雅黑" panose="020B0503020204020204" charset="-122"/>
                <a:ea typeface="微软雅黑" panose="020B0503020204020204" charset="-122"/>
                <a:cs typeface="微软雅黑" panose="020B0503020204020204" charset="-122"/>
              </a:defRPr>
            </a:pPr>
            <a:r>
              <a:rPr sz="765" b="1">
                <a:solidFill>
                  <a:srgbClr val="2F3A45"/>
                </a:solidFill>
                <a:latin typeface="Times New Roman" panose="02020603050405020304" pitchFamily="18" charset="0"/>
                <a:ea typeface="微软雅黑" panose="020B0503020204020204" charset="-122"/>
                <a:cs typeface="Times New Roman" panose="02020603050405020304" pitchFamily="18" charset="0"/>
              </a:rPr>
              <a:t>GPU 环境信息采集</a:t>
            </a:r>
          </a:p>
        </p:txBody>
      </p:sp>
      <p:sp>
        <p:nvSpPr>
          <p:cNvPr id="168" name="s18-gpu-done-2-symbol"/>
          <p:cNvSpPr>
            <a:spLocks noGrp="1"/>
          </p:cNvSpPr>
          <p:nvPr/>
        </p:nvSpPr>
        <p:spPr>
          <a:xfrm>
            <a:off x="7162800" y="4551362"/>
            <a:ext cx="133350" cy="190500"/>
          </a:xfrm>
          <a:prstGeom prst="rect">
            <a:avLst/>
          </a:prstGeom>
          <a:noFill/>
          <a:ln w="0">
            <a:noFill/>
            <a:prstDash val="solid"/>
          </a:ln>
          <a:effectLst/>
        </p:spPr>
        <p:txBody>
          <a:bodyPr wrap="square" lIns="0" tIns="0" rIns="0" bIns="0" anchor="ctr">
            <a:normAutofit/>
          </a:bodyPr>
          <a:lstStyle/>
          <a:p>
            <a:pPr algn="ctr">
              <a:defRPr sz="865" b="1">
                <a:solidFill>
                  <a:srgbClr val="14855C"/>
                </a:solidFill>
                <a:latin typeface="微软雅黑" panose="020B0503020204020204" charset="-122"/>
                <a:ea typeface="微软雅黑" panose="020B0503020204020204" charset="-122"/>
                <a:cs typeface="微软雅黑" panose="020B0503020204020204" charset="-122"/>
              </a:defRPr>
            </a:pPr>
            <a:r>
              <a:rPr sz="865" b="1">
                <a:solidFill>
                  <a:srgbClr val="4F8A83"/>
                </a:solidFill>
                <a:latin typeface="Times New Roman" panose="02020603050405020304" pitchFamily="18" charset="0"/>
                <a:ea typeface="微软雅黑" panose="020B0503020204020204" charset="-122"/>
                <a:cs typeface="Times New Roman" panose="02020603050405020304" pitchFamily="18" charset="0"/>
              </a:rPr>
              <a:t>✓</a:t>
            </a:r>
          </a:p>
        </p:txBody>
      </p:sp>
      <p:sp>
        <p:nvSpPr>
          <p:cNvPr id="169" name="s18-gpu-done-2-text"/>
          <p:cNvSpPr>
            <a:spLocks noGrp="1"/>
          </p:cNvSpPr>
          <p:nvPr/>
        </p:nvSpPr>
        <p:spPr>
          <a:xfrm>
            <a:off x="7324725" y="4551362"/>
            <a:ext cx="1552575" cy="190500"/>
          </a:xfrm>
          <a:prstGeom prst="rect">
            <a:avLst/>
          </a:prstGeom>
          <a:noFill/>
          <a:ln w="0">
            <a:noFill/>
            <a:prstDash val="solid"/>
          </a:ln>
          <a:effectLst/>
        </p:spPr>
        <p:txBody>
          <a:bodyPr wrap="square" lIns="0" tIns="0" rIns="0" bIns="0" anchor="ctr">
            <a:normAutofit/>
          </a:bodyPr>
          <a:lstStyle/>
          <a:p>
            <a:pPr algn="l">
              <a:defRPr sz="765" b="0">
                <a:solidFill>
                  <a:srgbClr val="24344D"/>
                </a:solidFill>
                <a:latin typeface="微软雅黑" panose="020B0503020204020204" charset="-122"/>
                <a:ea typeface="微软雅黑" panose="020B0503020204020204" charset="-122"/>
                <a:cs typeface="微软雅黑" panose="020B0503020204020204" charset="-122"/>
              </a:defRPr>
            </a:pPr>
            <a:r>
              <a:rPr sz="765" b="1">
                <a:solidFill>
                  <a:srgbClr val="2F3A45"/>
                </a:solidFill>
                <a:latin typeface="Times New Roman" panose="02020603050405020304" pitchFamily="18" charset="0"/>
                <a:ea typeface="微软雅黑" panose="020B0503020204020204" charset="-122"/>
                <a:cs typeface="Times New Roman" panose="02020603050405020304" pitchFamily="18" charset="0"/>
              </a:rPr>
              <a:t>基础迁移框架</a:t>
            </a:r>
          </a:p>
        </p:txBody>
      </p:sp>
      <p:sp>
        <p:nvSpPr>
          <p:cNvPr id="170" name="s18-gpu-done-3-symbol"/>
          <p:cNvSpPr>
            <a:spLocks noGrp="1"/>
          </p:cNvSpPr>
          <p:nvPr/>
        </p:nvSpPr>
        <p:spPr>
          <a:xfrm>
            <a:off x="7162800" y="4760912"/>
            <a:ext cx="133350" cy="285750"/>
          </a:xfrm>
          <a:prstGeom prst="rect">
            <a:avLst/>
          </a:prstGeom>
          <a:noFill/>
          <a:ln w="0">
            <a:noFill/>
            <a:prstDash val="solid"/>
          </a:ln>
          <a:effectLst/>
        </p:spPr>
        <p:txBody>
          <a:bodyPr wrap="square" lIns="0" tIns="0" rIns="0" bIns="0" anchor="ctr">
            <a:normAutofit/>
          </a:bodyPr>
          <a:lstStyle/>
          <a:p>
            <a:pPr algn="ctr">
              <a:defRPr sz="865" b="1">
                <a:solidFill>
                  <a:srgbClr val="14855C"/>
                </a:solidFill>
                <a:latin typeface="微软雅黑" panose="020B0503020204020204" charset="-122"/>
                <a:ea typeface="微软雅黑" panose="020B0503020204020204" charset="-122"/>
                <a:cs typeface="微软雅黑" panose="020B0503020204020204" charset="-122"/>
              </a:defRPr>
            </a:pPr>
            <a:r>
              <a:rPr sz="865" b="1">
                <a:solidFill>
                  <a:srgbClr val="4F8A83"/>
                </a:solidFill>
                <a:latin typeface="Times New Roman" panose="02020603050405020304" pitchFamily="18" charset="0"/>
                <a:ea typeface="微软雅黑" panose="020B0503020204020204" charset="-122"/>
                <a:cs typeface="Times New Roman" panose="02020603050405020304" pitchFamily="18" charset="0"/>
              </a:rPr>
              <a:t>✓</a:t>
            </a:r>
          </a:p>
        </p:txBody>
      </p:sp>
      <p:sp>
        <p:nvSpPr>
          <p:cNvPr id="171" name="s18-gpu-done-3-text"/>
          <p:cNvSpPr>
            <a:spLocks noGrp="1"/>
          </p:cNvSpPr>
          <p:nvPr/>
        </p:nvSpPr>
        <p:spPr>
          <a:xfrm>
            <a:off x="7324725" y="4760912"/>
            <a:ext cx="1552575" cy="285750"/>
          </a:xfrm>
          <a:prstGeom prst="rect">
            <a:avLst/>
          </a:prstGeom>
          <a:noFill/>
          <a:ln w="0">
            <a:noFill/>
            <a:prstDash val="solid"/>
          </a:ln>
          <a:effectLst/>
        </p:spPr>
        <p:txBody>
          <a:bodyPr wrap="square" lIns="0" tIns="0" rIns="0" bIns="0" anchor="ctr">
            <a:normAutofit/>
          </a:bodyPr>
          <a:lstStyle/>
          <a:p>
            <a:pPr algn="l">
              <a:defRPr sz="705" b="0">
                <a:solidFill>
                  <a:srgbClr val="24344D"/>
                </a:solidFill>
                <a:latin typeface="微软雅黑" panose="020B0503020204020204" charset="-122"/>
                <a:ea typeface="微软雅黑" panose="020B0503020204020204" charset="-122"/>
                <a:cs typeface="微软雅黑" panose="020B0503020204020204" charset="-122"/>
              </a:defRPr>
            </a:pPr>
            <a:r>
              <a:rPr sz="705" b="1">
                <a:solidFill>
                  <a:srgbClr val="2F3A45"/>
                </a:solidFill>
                <a:latin typeface="Times New Roman" panose="02020603050405020304" pitchFamily="18" charset="0"/>
                <a:ea typeface="微软雅黑" panose="020B0503020204020204" charset="-122"/>
                <a:cs typeface="Times New Roman" panose="02020603050405020304" pitchFamily="18" charset="0"/>
              </a:rPr>
              <a:t>GPU 平台 Shared / Knowledge 初步整理</a:t>
            </a:r>
          </a:p>
        </p:txBody>
      </p:sp>
      <p:sp>
        <p:nvSpPr>
          <p:cNvPr id="172" name="s18-gpu-done-4-symbol"/>
          <p:cNvSpPr>
            <a:spLocks noGrp="1"/>
          </p:cNvSpPr>
          <p:nvPr/>
        </p:nvSpPr>
        <p:spPr>
          <a:xfrm>
            <a:off x="7162800" y="5065712"/>
            <a:ext cx="133350" cy="266700"/>
          </a:xfrm>
          <a:prstGeom prst="rect">
            <a:avLst/>
          </a:prstGeom>
          <a:noFill/>
          <a:ln w="0">
            <a:noFill/>
            <a:prstDash val="solid"/>
          </a:ln>
          <a:effectLst/>
        </p:spPr>
        <p:txBody>
          <a:bodyPr wrap="square" lIns="0" tIns="0" rIns="0" bIns="0" anchor="ctr">
            <a:normAutofit/>
          </a:bodyPr>
          <a:lstStyle/>
          <a:p>
            <a:pPr algn="ctr">
              <a:defRPr sz="865" b="1">
                <a:solidFill>
                  <a:srgbClr val="14855C"/>
                </a:solidFill>
                <a:latin typeface="微软雅黑" panose="020B0503020204020204" charset="-122"/>
                <a:ea typeface="微软雅黑" panose="020B0503020204020204" charset="-122"/>
                <a:cs typeface="微软雅黑" panose="020B0503020204020204" charset="-122"/>
              </a:defRPr>
            </a:pPr>
            <a:r>
              <a:rPr sz="865" b="1">
                <a:solidFill>
                  <a:srgbClr val="4F8A83"/>
                </a:solidFill>
                <a:latin typeface="Times New Roman" panose="02020603050405020304" pitchFamily="18" charset="0"/>
                <a:ea typeface="微软雅黑" panose="020B0503020204020204" charset="-122"/>
                <a:cs typeface="Times New Roman" panose="02020603050405020304" pitchFamily="18" charset="0"/>
              </a:rPr>
              <a:t>✓</a:t>
            </a:r>
          </a:p>
        </p:txBody>
      </p:sp>
      <p:sp>
        <p:nvSpPr>
          <p:cNvPr id="173" name="s18-gpu-done-4-text"/>
          <p:cNvSpPr>
            <a:spLocks noGrp="1"/>
          </p:cNvSpPr>
          <p:nvPr/>
        </p:nvSpPr>
        <p:spPr>
          <a:xfrm>
            <a:off x="7324725" y="5065712"/>
            <a:ext cx="1552575" cy="266700"/>
          </a:xfrm>
          <a:prstGeom prst="rect">
            <a:avLst/>
          </a:prstGeom>
          <a:noFill/>
          <a:ln w="0">
            <a:noFill/>
            <a:prstDash val="solid"/>
          </a:ln>
          <a:effectLst/>
        </p:spPr>
        <p:txBody>
          <a:bodyPr wrap="square" lIns="0" tIns="0" rIns="0" bIns="0" anchor="ctr">
            <a:normAutofit/>
          </a:bodyPr>
          <a:lstStyle/>
          <a:p>
            <a:pPr algn="l">
              <a:defRPr sz="705" b="0">
                <a:solidFill>
                  <a:srgbClr val="24344D"/>
                </a:solidFill>
                <a:latin typeface="微软雅黑" panose="020B0503020204020204" charset="-122"/>
                <a:ea typeface="微软雅黑" panose="020B0503020204020204" charset="-122"/>
                <a:cs typeface="微软雅黑" panose="020B0503020204020204" charset="-122"/>
              </a:defRPr>
            </a:pPr>
            <a:r>
              <a:rPr sz="705" b="1">
                <a:solidFill>
                  <a:srgbClr val="2F3A45"/>
                </a:solidFill>
                <a:latin typeface="Times New Roman" panose="02020603050405020304" pitchFamily="18" charset="0"/>
                <a:ea typeface="微软雅黑" panose="020B0503020204020204" charset="-122"/>
                <a:cs typeface="Times New Roman" panose="02020603050405020304" pitchFamily="18" charset="0"/>
              </a:rPr>
              <a:t>保留 Triton 算子开发主 Workflow</a:t>
            </a:r>
          </a:p>
        </p:txBody>
      </p:sp>
      <p:sp>
        <p:nvSpPr>
          <p:cNvPr id="174" name="s18-gpu-val-1-symbol"/>
          <p:cNvSpPr>
            <a:spLocks noGrp="1"/>
          </p:cNvSpPr>
          <p:nvPr/>
        </p:nvSpPr>
        <p:spPr>
          <a:xfrm>
            <a:off x="9039225" y="4341812"/>
            <a:ext cx="133350" cy="190500"/>
          </a:xfrm>
          <a:prstGeom prst="rect">
            <a:avLst/>
          </a:prstGeom>
          <a:noFill/>
          <a:ln w="0">
            <a:noFill/>
            <a:prstDash val="solid"/>
          </a:ln>
          <a:effectLst/>
        </p:spPr>
        <p:txBody>
          <a:bodyPr wrap="square" lIns="0" tIns="0" rIns="0" bIns="0" anchor="ctr">
            <a:normAutofit/>
          </a:bodyPr>
          <a:lstStyle/>
          <a:p>
            <a:pPr algn="ctr">
              <a:defRPr sz="865" b="1">
                <a:solidFill>
                  <a:srgbClr val="14855C"/>
                </a:solidFill>
                <a:latin typeface="微软雅黑" panose="020B0503020204020204" charset="-122"/>
                <a:ea typeface="微软雅黑" panose="020B0503020204020204" charset="-122"/>
                <a:cs typeface="微软雅黑" panose="020B0503020204020204" charset="-122"/>
              </a:defRPr>
            </a:pPr>
            <a:r>
              <a:rPr sz="865" b="1">
                <a:solidFill>
                  <a:srgbClr val="4F8A83"/>
                </a:solidFill>
                <a:latin typeface="Times New Roman" panose="02020603050405020304" pitchFamily="18" charset="0"/>
                <a:ea typeface="微软雅黑" panose="020B0503020204020204" charset="-122"/>
                <a:cs typeface="Times New Roman" panose="02020603050405020304" pitchFamily="18" charset="0"/>
              </a:rPr>
              <a:t>✓</a:t>
            </a:r>
          </a:p>
        </p:txBody>
      </p:sp>
      <p:sp>
        <p:nvSpPr>
          <p:cNvPr id="175" name="s18-gpu-val-1-text"/>
          <p:cNvSpPr>
            <a:spLocks noGrp="1"/>
          </p:cNvSpPr>
          <p:nvPr/>
        </p:nvSpPr>
        <p:spPr>
          <a:xfrm>
            <a:off x="9201150" y="4341812"/>
            <a:ext cx="1114425" cy="190500"/>
          </a:xfrm>
          <a:prstGeom prst="rect">
            <a:avLst/>
          </a:prstGeom>
          <a:noFill/>
          <a:ln w="0">
            <a:noFill/>
            <a:prstDash val="solid"/>
          </a:ln>
          <a:effectLst/>
        </p:spPr>
        <p:txBody>
          <a:bodyPr wrap="square" lIns="0" tIns="0" rIns="0" bIns="0" anchor="ctr">
            <a:normAutofit/>
          </a:bodyPr>
          <a:lstStyle/>
          <a:p>
            <a:pPr algn="l">
              <a:defRPr sz="755" b="0">
                <a:solidFill>
                  <a:srgbClr val="24344D"/>
                </a:solidFill>
                <a:latin typeface="微软雅黑" panose="020B0503020204020204" charset="-122"/>
                <a:ea typeface="微软雅黑" panose="020B0503020204020204" charset="-122"/>
                <a:cs typeface="微软雅黑" panose="020B0503020204020204" charset="-122"/>
              </a:defRPr>
            </a:pPr>
            <a:r>
              <a:rPr sz="755" b="1">
                <a:solidFill>
                  <a:srgbClr val="2F3A45"/>
                </a:solidFill>
                <a:latin typeface="Times New Roman" panose="02020603050405020304" pitchFamily="18" charset="0"/>
                <a:ea typeface="微软雅黑" panose="020B0503020204020204" charset="-122"/>
                <a:cs typeface="Times New Roman" panose="02020603050405020304" pitchFamily="18" charset="0"/>
              </a:rPr>
              <a:t>Workflow 复用  </a:t>
            </a:r>
          </a:p>
        </p:txBody>
      </p:sp>
      <p:sp>
        <p:nvSpPr>
          <p:cNvPr id="176" name="s18-gpu-val-2-symbol"/>
          <p:cNvSpPr>
            <a:spLocks noGrp="1"/>
          </p:cNvSpPr>
          <p:nvPr/>
        </p:nvSpPr>
        <p:spPr>
          <a:xfrm>
            <a:off x="9039225" y="4551362"/>
            <a:ext cx="133350" cy="190500"/>
          </a:xfrm>
          <a:prstGeom prst="rect">
            <a:avLst/>
          </a:prstGeom>
          <a:noFill/>
          <a:ln w="0">
            <a:noFill/>
            <a:prstDash val="solid"/>
          </a:ln>
          <a:effectLst/>
        </p:spPr>
        <p:txBody>
          <a:bodyPr wrap="square" lIns="0" tIns="0" rIns="0" bIns="0" anchor="ctr">
            <a:normAutofit/>
          </a:bodyPr>
          <a:lstStyle/>
          <a:p>
            <a:pPr algn="ctr">
              <a:defRPr sz="865" b="1">
                <a:solidFill>
                  <a:srgbClr val="0F9ED5"/>
                </a:solidFill>
                <a:latin typeface="微软雅黑" panose="020B0503020204020204" charset="-122"/>
                <a:ea typeface="微软雅黑" panose="020B0503020204020204" charset="-122"/>
                <a:cs typeface="微软雅黑" panose="020B0503020204020204" charset="-122"/>
              </a:defRPr>
            </a:pPr>
            <a:r>
              <a:rPr sz="865" b="1">
                <a:solidFill>
                  <a:srgbClr val="4F8A83"/>
                </a:solidFill>
                <a:latin typeface="Times New Roman" panose="02020603050405020304" pitchFamily="18" charset="0"/>
                <a:ea typeface="微软雅黑" panose="020B0503020204020204" charset="-122"/>
                <a:cs typeface="Times New Roman" panose="02020603050405020304" pitchFamily="18" charset="0"/>
              </a:rPr>
              <a:t>●</a:t>
            </a:r>
          </a:p>
        </p:txBody>
      </p:sp>
      <p:sp>
        <p:nvSpPr>
          <p:cNvPr id="177" name="s18-gpu-val-2-text"/>
          <p:cNvSpPr>
            <a:spLocks noGrp="1"/>
          </p:cNvSpPr>
          <p:nvPr/>
        </p:nvSpPr>
        <p:spPr>
          <a:xfrm>
            <a:off x="9201150" y="4551362"/>
            <a:ext cx="1114425" cy="190500"/>
          </a:xfrm>
          <a:prstGeom prst="rect">
            <a:avLst/>
          </a:prstGeom>
          <a:noFill/>
          <a:ln w="0">
            <a:noFill/>
            <a:prstDash val="solid"/>
          </a:ln>
          <a:effectLst/>
        </p:spPr>
        <p:txBody>
          <a:bodyPr wrap="square" lIns="0" tIns="0" rIns="0" bIns="0" anchor="ctr">
            <a:normAutofit/>
          </a:bodyPr>
          <a:lstStyle/>
          <a:p>
            <a:pPr algn="l">
              <a:defRPr sz="765" b="0">
                <a:solidFill>
                  <a:srgbClr val="24344D"/>
                </a:solidFill>
                <a:latin typeface="微软雅黑" panose="020B0503020204020204" charset="-122"/>
                <a:ea typeface="微软雅黑" panose="020B0503020204020204" charset="-122"/>
                <a:cs typeface="微软雅黑" panose="020B0503020204020204" charset="-122"/>
              </a:defRPr>
            </a:pPr>
            <a:r>
              <a:rPr sz="765" b="1">
                <a:solidFill>
                  <a:srgbClr val="2F3A45"/>
                </a:solidFill>
                <a:latin typeface="Times New Roman" panose="02020603050405020304" pitchFamily="18" charset="0"/>
                <a:ea typeface="微软雅黑" panose="020B0503020204020204" charset="-122"/>
                <a:cs typeface="Times New Roman" panose="02020603050405020304" pitchFamily="18" charset="0"/>
              </a:rPr>
              <a:t>环境采集  </a:t>
            </a:r>
          </a:p>
        </p:txBody>
      </p:sp>
      <p:sp>
        <p:nvSpPr>
          <p:cNvPr id="178" name="s18-gpu-val-3-symbol"/>
          <p:cNvSpPr>
            <a:spLocks noGrp="1"/>
          </p:cNvSpPr>
          <p:nvPr/>
        </p:nvSpPr>
        <p:spPr>
          <a:xfrm>
            <a:off x="9039225" y="4760912"/>
            <a:ext cx="133350" cy="190500"/>
          </a:xfrm>
          <a:prstGeom prst="rect">
            <a:avLst/>
          </a:prstGeom>
          <a:noFill/>
          <a:ln w="0">
            <a:noFill/>
            <a:prstDash val="solid"/>
          </a:ln>
          <a:effectLst/>
        </p:spPr>
        <p:txBody>
          <a:bodyPr wrap="square" lIns="0" tIns="0" rIns="0" bIns="0" anchor="ctr">
            <a:normAutofit/>
          </a:bodyPr>
          <a:lstStyle/>
          <a:p>
            <a:pPr algn="ctr">
              <a:defRPr sz="795" b="1">
                <a:solidFill>
                  <a:srgbClr val="F07818"/>
                </a:solidFill>
                <a:latin typeface="微软雅黑" panose="020B0503020204020204" charset="-122"/>
                <a:ea typeface="微软雅黑" panose="020B0503020204020204" charset="-122"/>
                <a:cs typeface="微软雅黑" panose="020B0503020204020204" charset="-122"/>
              </a:defRPr>
            </a:pPr>
            <a:r>
              <a:rPr sz="795" b="1">
                <a:solidFill>
                  <a:srgbClr val="C77C59"/>
                </a:solidFill>
                <a:latin typeface="Times New Roman" panose="02020603050405020304" pitchFamily="18" charset="0"/>
                <a:ea typeface="微软雅黑" panose="020B0503020204020204" charset="-122"/>
                <a:cs typeface="Times New Roman" panose="02020603050405020304" pitchFamily="18" charset="0"/>
              </a:rPr>
              <a:t>△</a:t>
            </a:r>
          </a:p>
        </p:txBody>
      </p:sp>
      <p:sp>
        <p:nvSpPr>
          <p:cNvPr id="179" name="s18-gpu-val-3-text"/>
          <p:cNvSpPr>
            <a:spLocks noGrp="1"/>
          </p:cNvSpPr>
          <p:nvPr/>
        </p:nvSpPr>
        <p:spPr>
          <a:xfrm>
            <a:off x="9201150" y="4760912"/>
            <a:ext cx="1114425" cy="190500"/>
          </a:xfrm>
          <a:prstGeom prst="rect">
            <a:avLst/>
          </a:prstGeom>
          <a:noFill/>
          <a:ln w="0">
            <a:noFill/>
            <a:prstDash val="solid"/>
          </a:ln>
          <a:effectLst/>
        </p:spPr>
        <p:txBody>
          <a:bodyPr wrap="square" lIns="0" tIns="0" rIns="0" bIns="0" anchor="ctr">
            <a:normAutofit/>
          </a:bodyPr>
          <a:lstStyle/>
          <a:p>
            <a:pPr algn="l">
              <a:defRPr sz="765" b="0">
                <a:solidFill>
                  <a:srgbClr val="24344D"/>
                </a:solidFill>
                <a:latin typeface="微软雅黑" panose="020B0503020204020204" charset="-122"/>
                <a:ea typeface="微软雅黑" panose="020B0503020204020204" charset="-122"/>
                <a:cs typeface="微软雅黑" panose="020B0503020204020204" charset="-122"/>
              </a:defRPr>
            </a:pPr>
            <a:r>
              <a:rPr sz="765" b="1">
                <a:solidFill>
                  <a:srgbClr val="2F3A45"/>
                </a:solidFill>
                <a:latin typeface="Times New Roman" panose="02020603050405020304" pitchFamily="18" charset="0"/>
                <a:ea typeface="微软雅黑" panose="020B0503020204020204" charset="-122"/>
                <a:cs typeface="Times New Roman" panose="02020603050405020304" pitchFamily="18" charset="0"/>
              </a:rPr>
              <a:t>平台知识  △</a:t>
            </a:r>
          </a:p>
        </p:txBody>
      </p:sp>
      <p:sp>
        <p:nvSpPr>
          <p:cNvPr id="180" name="s18-gpu-val-4-symbol"/>
          <p:cNvSpPr>
            <a:spLocks noGrp="1"/>
          </p:cNvSpPr>
          <p:nvPr/>
        </p:nvSpPr>
        <p:spPr>
          <a:xfrm>
            <a:off x="9039225" y="4970462"/>
            <a:ext cx="133350" cy="190500"/>
          </a:xfrm>
          <a:prstGeom prst="rect">
            <a:avLst/>
          </a:prstGeom>
          <a:noFill/>
          <a:ln w="0">
            <a:noFill/>
            <a:prstDash val="solid"/>
          </a:ln>
          <a:effectLst/>
        </p:spPr>
        <p:txBody>
          <a:bodyPr wrap="square" lIns="0" tIns="0" rIns="0" bIns="0" anchor="ctr">
            <a:normAutofit/>
          </a:bodyPr>
          <a:lstStyle/>
          <a:p>
            <a:pPr algn="ctr">
              <a:defRPr sz="795" b="1">
                <a:solidFill>
                  <a:srgbClr val="F07818"/>
                </a:solidFill>
                <a:latin typeface="微软雅黑" panose="020B0503020204020204" charset="-122"/>
                <a:ea typeface="微软雅黑" panose="020B0503020204020204" charset="-122"/>
                <a:cs typeface="微软雅黑" panose="020B0503020204020204" charset="-122"/>
              </a:defRPr>
            </a:pPr>
            <a:r>
              <a:rPr sz="795" b="1">
                <a:solidFill>
                  <a:srgbClr val="C77C59"/>
                </a:solidFill>
                <a:latin typeface="Times New Roman" panose="02020603050405020304" pitchFamily="18" charset="0"/>
                <a:ea typeface="微软雅黑" panose="020B0503020204020204" charset="-122"/>
                <a:cs typeface="Times New Roman" panose="02020603050405020304" pitchFamily="18" charset="0"/>
              </a:rPr>
              <a:t>△</a:t>
            </a:r>
          </a:p>
        </p:txBody>
      </p:sp>
      <p:sp>
        <p:nvSpPr>
          <p:cNvPr id="181" name="s18-gpu-val-4-text"/>
          <p:cNvSpPr>
            <a:spLocks noGrp="1"/>
          </p:cNvSpPr>
          <p:nvPr/>
        </p:nvSpPr>
        <p:spPr>
          <a:xfrm>
            <a:off x="9201150" y="4970462"/>
            <a:ext cx="1114425" cy="190500"/>
          </a:xfrm>
          <a:prstGeom prst="rect">
            <a:avLst/>
          </a:prstGeom>
          <a:noFill/>
          <a:ln w="0">
            <a:noFill/>
            <a:prstDash val="solid"/>
          </a:ln>
          <a:effectLst/>
        </p:spPr>
        <p:txBody>
          <a:bodyPr wrap="square" lIns="0" tIns="0" rIns="0" bIns="0" anchor="ctr">
            <a:normAutofit/>
          </a:bodyPr>
          <a:lstStyle/>
          <a:p>
            <a:pPr algn="l">
              <a:defRPr sz="735" b="0">
                <a:solidFill>
                  <a:srgbClr val="24344D"/>
                </a:solidFill>
                <a:latin typeface="微软雅黑" panose="020B0503020204020204" charset="-122"/>
                <a:ea typeface="微软雅黑" panose="020B0503020204020204" charset="-122"/>
                <a:cs typeface="微软雅黑" panose="020B0503020204020204" charset="-122"/>
              </a:defRPr>
            </a:pPr>
            <a:r>
              <a:rPr sz="735" b="1">
                <a:solidFill>
                  <a:srgbClr val="C77C59"/>
                </a:solidFill>
                <a:latin typeface="Times New Roman" panose="02020603050405020304" pitchFamily="18" charset="0"/>
                <a:ea typeface="微软雅黑" panose="020B0503020204020204" charset="-122"/>
                <a:cs typeface="Times New Roman" panose="02020603050405020304" pitchFamily="18" charset="0"/>
              </a:rPr>
              <a:t>三算子验证  待补</a:t>
            </a:r>
          </a:p>
        </p:txBody>
      </p:sp>
      <p:sp>
        <p:nvSpPr>
          <p:cNvPr id="182" name="s18-gpu-val-5-symbol"/>
          <p:cNvSpPr>
            <a:spLocks noGrp="1"/>
          </p:cNvSpPr>
          <p:nvPr/>
        </p:nvSpPr>
        <p:spPr>
          <a:xfrm>
            <a:off x="9039225" y="5180012"/>
            <a:ext cx="133350" cy="171450"/>
          </a:xfrm>
          <a:prstGeom prst="rect">
            <a:avLst/>
          </a:prstGeom>
          <a:noFill/>
          <a:ln w="0">
            <a:noFill/>
            <a:prstDash val="solid"/>
          </a:ln>
          <a:effectLst/>
        </p:spPr>
        <p:txBody>
          <a:bodyPr wrap="square" lIns="0" tIns="0" rIns="0" bIns="0" anchor="ctr">
            <a:normAutofit/>
          </a:bodyPr>
          <a:lstStyle/>
          <a:p>
            <a:pPr algn="ctr">
              <a:defRPr sz="795" b="1">
                <a:solidFill>
                  <a:srgbClr val="F07818"/>
                </a:solidFill>
                <a:latin typeface="微软雅黑" panose="020B0503020204020204" charset="-122"/>
                <a:ea typeface="微软雅黑" panose="020B0503020204020204" charset="-122"/>
                <a:cs typeface="微软雅黑" panose="020B0503020204020204" charset="-122"/>
              </a:defRPr>
            </a:pPr>
            <a:r>
              <a:rPr sz="795" b="1">
                <a:solidFill>
                  <a:srgbClr val="C77C59"/>
                </a:solidFill>
                <a:latin typeface="Times New Roman" panose="02020603050405020304" pitchFamily="18" charset="0"/>
                <a:ea typeface="微软雅黑" panose="020B0503020204020204" charset="-122"/>
                <a:cs typeface="Times New Roman" panose="02020603050405020304" pitchFamily="18" charset="0"/>
              </a:rPr>
              <a:t>△</a:t>
            </a:r>
          </a:p>
        </p:txBody>
      </p:sp>
      <p:sp>
        <p:nvSpPr>
          <p:cNvPr id="183" name="s18-gpu-val-5-text"/>
          <p:cNvSpPr>
            <a:spLocks noGrp="1"/>
          </p:cNvSpPr>
          <p:nvPr/>
        </p:nvSpPr>
        <p:spPr>
          <a:xfrm>
            <a:off x="9201150" y="5180012"/>
            <a:ext cx="1114425" cy="171450"/>
          </a:xfrm>
          <a:prstGeom prst="rect">
            <a:avLst/>
          </a:prstGeom>
          <a:noFill/>
          <a:ln w="0">
            <a:noFill/>
            <a:prstDash val="solid"/>
          </a:ln>
          <a:effectLst/>
        </p:spPr>
        <p:txBody>
          <a:bodyPr wrap="square" lIns="0" tIns="0" rIns="0" bIns="0" anchor="ctr">
            <a:normAutofit/>
          </a:bodyPr>
          <a:lstStyle/>
          <a:p>
            <a:pPr algn="l">
              <a:defRPr sz="735" b="0">
                <a:solidFill>
                  <a:srgbClr val="24344D"/>
                </a:solidFill>
                <a:latin typeface="微软雅黑" panose="020B0503020204020204" charset="-122"/>
                <a:ea typeface="微软雅黑" panose="020B0503020204020204" charset="-122"/>
                <a:cs typeface="微软雅黑" panose="020B0503020204020204" charset="-122"/>
              </a:defRPr>
            </a:pPr>
            <a:r>
              <a:rPr sz="735" b="1">
                <a:solidFill>
                  <a:srgbClr val="2F3A45"/>
                </a:solidFill>
                <a:latin typeface="Times New Roman" panose="02020603050405020304" pitchFamily="18" charset="0"/>
                <a:ea typeface="微软雅黑" panose="020B0503020204020204" charset="-122"/>
                <a:cs typeface="Times New Roman" panose="02020603050405020304" pitchFamily="18" charset="0"/>
              </a:rPr>
              <a:t>性能规则  待校准</a:t>
            </a:r>
          </a:p>
        </p:txBody>
      </p:sp>
      <p:sp>
        <p:nvSpPr>
          <p:cNvPr id="184" name="s18-gpu-next-1-symbol"/>
          <p:cNvSpPr>
            <a:spLocks noGrp="1"/>
          </p:cNvSpPr>
          <p:nvPr/>
        </p:nvSpPr>
        <p:spPr>
          <a:xfrm>
            <a:off x="10496550" y="4341812"/>
            <a:ext cx="133350" cy="314325"/>
          </a:xfrm>
          <a:prstGeom prst="rect">
            <a:avLst/>
          </a:prstGeom>
          <a:noFill/>
          <a:ln w="0">
            <a:noFill/>
            <a:prstDash val="solid"/>
          </a:ln>
          <a:effectLst/>
        </p:spPr>
        <p:txBody>
          <a:bodyPr wrap="square" lIns="0" tIns="0" rIns="0" bIns="0" anchor="ctr">
            <a:normAutofit/>
          </a:bodyPr>
          <a:lstStyle/>
          <a:p>
            <a:pPr algn="ctr">
              <a:defRPr sz="865" b="1">
                <a:solidFill>
                  <a:srgbClr val="1457C5"/>
                </a:solidFill>
                <a:latin typeface="微软雅黑" panose="020B0503020204020204" charset="-122"/>
                <a:ea typeface="微软雅黑" panose="020B0503020204020204" charset="-122"/>
                <a:cs typeface="微软雅黑" panose="020B0503020204020204" charset="-122"/>
              </a:defRPr>
            </a:pPr>
            <a:r>
              <a:rPr sz="865" b="1">
                <a:solidFill>
                  <a:srgbClr val="294A6D"/>
                </a:solidFill>
                <a:latin typeface="Times New Roman" panose="02020603050405020304" pitchFamily="18" charset="0"/>
                <a:ea typeface="微软雅黑" panose="020B0503020204020204" charset="-122"/>
                <a:cs typeface="Times New Roman" panose="02020603050405020304" pitchFamily="18" charset="0"/>
              </a:rPr>
              <a:t>○</a:t>
            </a:r>
          </a:p>
        </p:txBody>
      </p:sp>
      <p:sp>
        <p:nvSpPr>
          <p:cNvPr id="185" name="s18-gpu-next-1-text"/>
          <p:cNvSpPr>
            <a:spLocks noGrp="1"/>
          </p:cNvSpPr>
          <p:nvPr/>
        </p:nvSpPr>
        <p:spPr>
          <a:xfrm>
            <a:off x="10658475" y="4341812"/>
            <a:ext cx="1200150" cy="314325"/>
          </a:xfrm>
          <a:prstGeom prst="rect">
            <a:avLst/>
          </a:prstGeom>
          <a:noFill/>
          <a:ln w="0">
            <a:noFill/>
            <a:prstDash val="solid"/>
          </a:ln>
          <a:effectLst/>
        </p:spPr>
        <p:txBody>
          <a:bodyPr wrap="square" lIns="0" tIns="0" rIns="0" bIns="0" anchor="ctr">
            <a:normAutofit/>
          </a:bodyPr>
          <a:lstStyle/>
          <a:p>
            <a:pPr algn="l">
              <a:defRPr sz="705" b="0">
                <a:solidFill>
                  <a:srgbClr val="24344D"/>
                </a:solidFill>
                <a:latin typeface="微软雅黑" panose="020B0503020204020204" charset="-122"/>
                <a:ea typeface="微软雅黑" panose="020B0503020204020204" charset="-122"/>
                <a:cs typeface="微软雅黑" panose="020B0503020204020204" charset="-122"/>
              </a:defRPr>
            </a:pPr>
            <a:r>
              <a:rPr sz="705" b="1">
                <a:solidFill>
                  <a:srgbClr val="2F3A45"/>
                </a:solidFill>
                <a:latin typeface="Times New Roman" panose="02020603050405020304" pitchFamily="18" charset="0"/>
                <a:ea typeface="微软雅黑" panose="020B0503020204020204" charset="-122"/>
                <a:cs typeface="Times New Roman" panose="02020603050405020304" pitchFamily="18" charset="0"/>
              </a:rPr>
              <a:t>补 GPU Hardware / Memory Profiler 信息</a:t>
            </a:r>
          </a:p>
        </p:txBody>
      </p:sp>
      <p:sp>
        <p:nvSpPr>
          <p:cNvPr id="186" name="s18-gpu-next-2-symbol"/>
          <p:cNvSpPr>
            <a:spLocks noGrp="1"/>
          </p:cNvSpPr>
          <p:nvPr/>
        </p:nvSpPr>
        <p:spPr>
          <a:xfrm>
            <a:off x="10496550" y="4665662"/>
            <a:ext cx="133350" cy="190500"/>
          </a:xfrm>
          <a:prstGeom prst="rect">
            <a:avLst/>
          </a:prstGeom>
          <a:noFill/>
          <a:ln w="0">
            <a:noFill/>
            <a:prstDash val="solid"/>
          </a:ln>
          <a:effectLst/>
        </p:spPr>
        <p:txBody>
          <a:bodyPr wrap="square" lIns="0" tIns="0" rIns="0" bIns="0" anchor="ctr">
            <a:normAutofit/>
          </a:bodyPr>
          <a:lstStyle/>
          <a:p>
            <a:pPr algn="ctr">
              <a:defRPr sz="865" b="1">
                <a:solidFill>
                  <a:srgbClr val="1457C5"/>
                </a:solidFill>
                <a:latin typeface="微软雅黑" panose="020B0503020204020204" charset="-122"/>
                <a:ea typeface="微软雅黑" panose="020B0503020204020204" charset="-122"/>
                <a:cs typeface="微软雅黑" panose="020B0503020204020204" charset="-122"/>
              </a:defRPr>
            </a:pPr>
            <a:r>
              <a:rPr sz="865" b="1">
                <a:solidFill>
                  <a:srgbClr val="294A6D"/>
                </a:solidFill>
                <a:latin typeface="Times New Roman" panose="02020603050405020304" pitchFamily="18" charset="0"/>
                <a:ea typeface="微软雅黑" panose="020B0503020204020204" charset="-122"/>
                <a:cs typeface="Times New Roman" panose="02020603050405020304" pitchFamily="18" charset="0"/>
              </a:rPr>
              <a:t>○</a:t>
            </a:r>
          </a:p>
        </p:txBody>
      </p:sp>
      <p:sp>
        <p:nvSpPr>
          <p:cNvPr id="187" name="s18-gpu-next-2-text"/>
          <p:cNvSpPr>
            <a:spLocks noGrp="1"/>
          </p:cNvSpPr>
          <p:nvPr/>
        </p:nvSpPr>
        <p:spPr>
          <a:xfrm>
            <a:off x="10658475" y="4665662"/>
            <a:ext cx="1200150" cy="190500"/>
          </a:xfrm>
          <a:prstGeom prst="rect">
            <a:avLst/>
          </a:prstGeom>
          <a:noFill/>
          <a:ln w="0">
            <a:noFill/>
            <a:prstDash val="solid"/>
          </a:ln>
          <a:effectLst/>
        </p:spPr>
        <p:txBody>
          <a:bodyPr wrap="square" lIns="0" tIns="0" rIns="0" bIns="0" anchor="ctr">
            <a:normAutofit/>
          </a:bodyPr>
          <a:lstStyle/>
          <a:p>
            <a:pPr algn="l">
              <a:defRPr sz="765" b="0">
                <a:solidFill>
                  <a:srgbClr val="24344D"/>
                </a:solidFill>
                <a:latin typeface="微软雅黑" panose="020B0503020204020204" charset="-122"/>
                <a:ea typeface="微软雅黑" panose="020B0503020204020204" charset="-122"/>
                <a:cs typeface="微软雅黑" panose="020B0503020204020204" charset="-122"/>
              </a:defRPr>
            </a:pPr>
            <a:r>
              <a:rPr sz="765" b="1" dirty="0" err="1" smtClean="0">
                <a:solidFill>
                  <a:srgbClr val="2F3A45"/>
                </a:solidFill>
                <a:latin typeface="Times New Roman" panose="02020603050405020304" pitchFamily="18" charset="0"/>
                <a:ea typeface="微软雅黑" panose="020B0503020204020204" charset="-122"/>
                <a:cs typeface="Times New Roman" panose="02020603050405020304" pitchFamily="18" charset="0"/>
              </a:rPr>
              <a:t>跑平台</a:t>
            </a:r>
            <a:r>
              <a:rPr lang="zh-CN" altLang="en-US" sz="765" b="1" dirty="0" smtClean="0">
                <a:solidFill>
                  <a:srgbClr val="2F3A45"/>
                </a:solidFill>
                <a:latin typeface="Times New Roman" panose="02020603050405020304" pitchFamily="18" charset="0"/>
                <a:ea typeface="微软雅黑" panose="020B0503020204020204" charset="-122"/>
                <a:cs typeface="Times New Roman" panose="02020603050405020304" pitchFamily="18" charset="0"/>
              </a:rPr>
              <a:t>真实参数</a:t>
            </a:r>
            <a:endParaRPr sz="765" b="1" dirty="0">
              <a:solidFill>
                <a:srgbClr val="2F3A45"/>
              </a:solidFill>
              <a:latin typeface="Times New Roman" panose="02020603050405020304" pitchFamily="18" charset="0"/>
              <a:ea typeface="微软雅黑" panose="020B0503020204020204" charset="-122"/>
              <a:cs typeface="Times New Roman" panose="02020603050405020304" pitchFamily="18" charset="0"/>
            </a:endParaRPr>
          </a:p>
        </p:txBody>
      </p:sp>
      <p:sp>
        <p:nvSpPr>
          <p:cNvPr id="188" name="s18-gpu-next-3-symbol"/>
          <p:cNvSpPr>
            <a:spLocks noGrp="1"/>
          </p:cNvSpPr>
          <p:nvPr/>
        </p:nvSpPr>
        <p:spPr>
          <a:xfrm>
            <a:off x="10496550" y="4875212"/>
            <a:ext cx="133350" cy="257175"/>
          </a:xfrm>
          <a:prstGeom prst="rect">
            <a:avLst/>
          </a:prstGeom>
          <a:noFill/>
          <a:ln w="0">
            <a:noFill/>
            <a:prstDash val="solid"/>
          </a:ln>
          <a:effectLst/>
        </p:spPr>
        <p:txBody>
          <a:bodyPr wrap="square" lIns="0" tIns="0" rIns="0" bIns="0" anchor="ctr">
            <a:normAutofit/>
          </a:bodyPr>
          <a:lstStyle/>
          <a:p>
            <a:pPr algn="ctr">
              <a:defRPr sz="865" b="1">
                <a:solidFill>
                  <a:srgbClr val="1457C5"/>
                </a:solidFill>
                <a:latin typeface="微软雅黑" panose="020B0503020204020204" charset="-122"/>
                <a:ea typeface="微软雅黑" panose="020B0503020204020204" charset="-122"/>
                <a:cs typeface="微软雅黑" panose="020B0503020204020204" charset="-122"/>
              </a:defRPr>
            </a:pPr>
            <a:r>
              <a:rPr sz="865" b="1">
                <a:solidFill>
                  <a:srgbClr val="294A6D"/>
                </a:solidFill>
                <a:latin typeface="Times New Roman" panose="02020603050405020304" pitchFamily="18" charset="0"/>
                <a:ea typeface="微软雅黑" panose="020B0503020204020204" charset="-122"/>
                <a:cs typeface="Times New Roman" panose="02020603050405020304" pitchFamily="18" charset="0"/>
              </a:rPr>
              <a:t>○</a:t>
            </a:r>
          </a:p>
        </p:txBody>
      </p:sp>
      <p:sp>
        <p:nvSpPr>
          <p:cNvPr id="189" name="s18-gpu-next-3-text"/>
          <p:cNvSpPr>
            <a:spLocks noGrp="1"/>
          </p:cNvSpPr>
          <p:nvPr/>
        </p:nvSpPr>
        <p:spPr>
          <a:xfrm>
            <a:off x="10658475" y="4875212"/>
            <a:ext cx="1200150" cy="257175"/>
          </a:xfrm>
          <a:prstGeom prst="rect">
            <a:avLst/>
          </a:prstGeom>
          <a:noFill/>
          <a:ln w="0">
            <a:noFill/>
            <a:prstDash val="solid"/>
          </a:ln>
          <a:effectLst/>
        </p:spPr>
        <p:txBody>
          <a:bodyPr wrap="square" lIns="0" tIns="0" rIns="0" bIns="0" anchor="ctr">
            <a:normAutofit/>
          </a:bodyPr>
          <a:lstStyle/>
          <a:p>
            <a:pPr algn="l">
              <a:defRPr sz="715" b="0">
                <a:solidFill>
                  <a:srgbClr val="24344D"/>
                </a:solidFill>
                <a:latin typeface="微软雅黑" panose="020B0503020204020204" charset="-122"/>
                <a:ea typeface="微软雅黑" panose="020B0503020204020204" charset="-122"/>
                <a:cs typeface="微软雅黑" panose="020B0503020204020204" charset="-122"/>
              </a:defRPr>
            </a:pPr>
            <a:r>
              <a:rPr sz="715" b="1">
                <a:solidFill>
                  <a:srgbClr val="2F3A45"/>
                </a:solidFill>
                <a:latin typeface="Times New Roman" panose="02020603050405020304" pitchFamily="18" charset="0"/>
                <a:ea typeface="微软雅黑" panose="020B0503020204020204" charset="-122"/>
                <a:cs typeface="Times New Roman" panose="02020603050405020304" pitchFamily="18" charset="0"/>
              </a:rPr>
              <a:t>用三个标准算子完成闭环验证</a:t>
            </a:r>
          </a:p>
        </p:txBody>
      </p:sp>
      <p:sp>
        <p:nvSpPr>
          <p:cNvPr id="190" name="s18-gpu-next-4-symbol"/>
          <p:cNvSpPr>
            <a:spLocks noGrp="1"/>
          </p:cNvSpPr>
          <p:nvPr/>
        </p:nvSpPr>
        <p:spPr>
          <a:xfrm>
            <a:off x="10496550" y="5141912"/>
            <a:ext cx="133350" cy="228600"/>
          </a:xfrm>
          <a:prstGeom prst="rect">
            <a:avLst/>
          </a:prstGeom>
          <a:noFill/>
          <a:ln w="0">
            <a:noFill/>
            <a:prstDash val="solid"/>
          </a:ln>
          <a:effectLst/>
        </p:spPr>
        <p:txBody>
          <a:bodyPr wrap="square" lIns="0" tIns="0" rIns="0" bIns="0" anchor="ctr">
            <a:normAutofit/>
          </a:bodyPr>
          <a:lstStyle/>
          <a:p>
            <a:pPr algn="ctr">
              <a:defRPr sz="865" b="1">
                <a:solidFill>
                  <a:srgbClr val="1457C5"/>
                </a:solidFill>
                <a:latin typeface="微软雅黑" panose="020B0503020204020204" charset="-122"/>
                <a:ea typeface="微软雅黑" panose="020B0503020204020204" charset="-122"/>
                <a:cs typeface="微软雅黑" panose="020B0503020204020204" charset="-122"/>
              </a:defRPr>
            </a:pPr>
            <a:r>
              <a:rPr sz="865" b="1">
                <a:solidFill>
                  <a:srgbClr val="294A6D"/>
                </a:solidFill>
                <a:latin typeface="Times New Roman" panose="02020603050405020304" pitchFamily="18" charset="0"/>
                <a:ea typeface="微软雅黑" panose="020B0503020204020204" charset="-122"/>
                <a:cs typeface="Times New Roman" panose="02020603050405020304" pitchFamily="18" charset="0"/>
              </a:rPr>
              <a:t>○</a:t>
            </a:r>
          </a:p>
        </p:txBody>
      </p:sp>
      <p:sp>
        <p:nvSpPr>
          <p:cNvPr id="191" name="s18-gpu-next-4-text"/>
          <p:cNvSpPr>
            <a:spLocks noGrp="1"/>
          </p:cNvSpPr>
          <p:nvPr/>
        </p:nvSpPr>
        <p:spPr>
          <a:xfrm>
            <a:off x="10658475" y="5141912"/>
            <a:ext cx="1200150" cy="228600"/>
          </a:xfrm>
          <a:prstGeom prst="rect">
            <a:avLst/>
          </a:prstGeom>
          <a:noFill/>
          <a:ln w="0">
            <a:noFill/>
            <a:prstDash val="solid"/>
          </a:ln>
          <a:effectLst/>
        </p:spPr>
        <p:txBody>
          <a:bodyPr wrap="square" lIns="0" tIns="0" rIns="0" bIns="0" anchor="ctr">
            <a:normAutofit/>
          </a:bodyPr>
          <a:lstStyle/>
          <a:p>
            <a:pPr algn="l">
              <a:defRPr sz="690" b="0">
                <a:solidFill>
                  <a:srgbClr val="24344D"/>
                </a:solidFill>
                <a:latin typeface="微软雅黑" panose="020B0503020204020204" charset="-122"/>
                <a:ea typeface="微软雅黑" panose="020B0503020204020204" charset="-122"/>
                <a:cs typeface="微软雅黑" panose="020B0503020204020204" charset="-122"/>
              </a:defRPr>
            </a:pPr>
            <a:r>
              <a:rPr sz="690" b="1">
                <a:solidFill>
                  <a:srgbClr val="2F3A45"/>
                </a:solidFill>
                <a:latin typeface="Times New Roman" panose="02020603050405020304" pitchFamily="18" charset="0"/>
                <a:ea typeface="微软雅黑" panose="020B0503020204020204" charset="-122"/>
                <a:cs typeface="Times New Roman" panose="02020603050405020304" pitchFamily="18" charset="0"/>
              </a:rPr>
              <a:t>重新校准 Tile / Pipeline /</a:t>
            </a:r>
          </a:p>
          <a:p>
            <a:pPr algn="l">
              <a:defRPr sz="690" b="0">
                <a:solidFill>
                  <a:srgbClr val="24344D"/>
                </a:solidFill>
                <a:latin typeface="微软雅黑" panose="020B0503020204020204" charset="-122"/>
                <a:ea typeface="微软雅黑" panose="020B0503020204020204" charset="-122"/>
                <a:cs typeface="微软雅黑" panose="020B0503020204020204" charset="-122"/>
              </a:defRPr>
            </a:pPr>
            <a:r>
              <a:rPr sz="690" b="1">
                <a:solidFill>
                  <a:srgbClr val="2F3A45"/>
                </a:solidFill>
                <a:latin typeface="Times New Roman" panose="02020603050405020304" pitchFamily="18" charset="0"/>
                <a:ea typeface="微软雅黑" panose="020B0503020204020204" charset="-122"/>
                <a:cs typeface="Times New Roman" panose="02020603050405020304" pitchFamily="18" charset="0"/>
              </a:rPr>
              <a:t>Autotune 经验</a:t>
            </a:r>
          </a:p>
        </p:txBody>
      </p:sp>
      <p:sp>
        <p:nvSpPr>
          <p:cNvPr id="3" name="slide-7-page-number"/>
          <p:cNvSpPr>
            <a:spLocks noGrp="1"/>
          </p:cNvSpPr>
          <p:nvPr/>
        </p:nvSpPr>
        <p:spPr>
          <a:xfrm>
            <a:off x="11366500" y="317500"/>
            <a:ext cx="330200" cy="279400"/>
          </a:xfrm>
          <a:prstGeom prst="roundRect">
            <a:avLst>
              <a:gd name="adj" fmla="val 14706"/>
            </a:avLst>
          </a:prstGeom>
          <a:noFill/>
          <a:ln w="9525">
            <a:noFill/>
            <a:prstDash val="solid"/>
          </a:ln>
          <a:effectLst/>
          <a:extLst>
            <a:ext uri="{909E8E84-426E-40DD-AFC4-6F175D3DCCD1}">
              <a14:hiddenFill xmlns:a14="http://schemas.microsoft.com/office/drawing/2010/main">
                <a:solidFill>
                  <a:srgbClr val="294A6D"/>
                </a:solidFill>
              </a14:hiddenFill>
            </a:ext>
            <a:ext uri="{91240B29-F687-4F45-9708-019B960494DF}">
              <a14:hiddenLine xmlns:a14="http://schemas.microsoft.com/office/drawing/2010/main" w="9525">
                <a:solidFill>
                  <a:srgbClr val="294A6D"/>
                </a:solidFill>
                <a:prstDash val="solid"/>
              </a14:hiddenLine>
            </a:ext>
          </a:extLst>
        </p:spPr>
        <p:txBody>
          <a:bodyPr wrap="square" lIns="0" tIns="0" rIns="0" bIns="0" anchor="ctr">
            <a:noAutofit/>
          </a:bodyPr>
          <a:lstStyle/>
          <a:p>
            <a:pPr algn="ctr">
              <a:buNone/>
              <a:defRPr sz="1200" b="1">
                <a:solidFill>
                  <a:srgbClr val="FFFFFF"/>
                </a:solidFill>
                <a:latin typeface="微软雅黑" panose="020B0503020204020204" charset="-122"/>
                <a:ea typeface="微软雅黑" panose="020B0503020204020204" charset="-122"/>
                <a:cs typeface="微软雅黑" panose="020B0503020204020204" charset="-122"/>
              </a:defRPr>
            </a:pPr>
            <a:r>
              <a:rPr lang="en-US" sz="1200" b="1" dirty="0" smtClean="0">
                <a:solidFill>
                  <a:srgbClr val="66737F"/>
                </a:solidFill>
                <a:latin typeface="Times New Roman" panose="02020603050405020304" pitchFamily="18" charset="0"/>
                <a:ea typeface="微软雅黑" panose="020B0503020204020204" charset="-122"/>
                <a:cs typeface="Times New Roman" panose="02020603050405020304" pitchFamily="18" charset="0"/>
              </a:rPr>
              <a:t>17</a:t>
            </a:r>
            <a:endParaRPr lang="en-US" sz="1200" b="1" dirty="0">
              <a:solidFill>
                <a:srgbClr val="66737F"/>
              </a:solidFill>
              <a:latin typeface="Times New Roman" panose="02020603050405020304" pitchFamily="18" charset="0"/>
              <a:ea typeface="微软雅黑" panose="020B0503020204020204" charset="-122"/>
              <a:cs typeface="Times New Roman" panose="02020603050405020304" pitchFamily="18" charset="0"/>
            </a:endParaRPr>
          </a:p>
        </p:txBody>
      </p:sp>
      <p:sp>
        <p:nvSpPr>
          <p:cNvPr id="192" name="slide-1-title"/>
          <p:cNvSpPr>
            <a:spLocks noGrp="1"/>
          </p:cNvSpPr>
          <p:nvPr/>
        </p:nvSpPr>
        <p:spPr>
          <a:xfrm>
            <a:off x="342900" y="223460"/>
            <a:ext cx="635000" cy="495300"/>
          </a:xfrm>
          <a:prstGeom prst="rect">
            <a:avLst/>
          </a:prstGeom>
          <a:noFill/>
          <a:ln w="0">
            <a:noFill/>
            <a:prstDash val="solid"/>
          </a:ln>
          <a:effectLst/>
        </p:spPr>
        <p:txBody>
          <a:bodyPr wrap="square" lIns="0" tIns="0" rIns="0" bIns="0" anchor="t">
            <a:noAutofit/>
          </a:bodyPr>
          <a:lstStyle/>
          <a:p>
            <a:pPr>
              <a:buNone/>
              <a:defRPr sz="3000" b="1">
                <a:solidFill>
                  <a:srgbClr val="072A67"/>
                </a:solidFill>
                <a:latin typeface="微软雅黑" panose="020B0503020204020204" charset="-122"/>
                <a:ea typeface="微软雅黑" panose="020B0503020204020204" charset="-122"/>
                <a:cs typeface="微软雅黑" panose="020B0503020204020204" charset="-122"/>
              </a:defRPr>
            </a:pPr>
            <a:r>
              <a:rPr lang="en-US" sz="3000" b="1" dirty="0">
                <a:solidFill>
                  <a:srgbClr val="243B53"/>
                </a:solidFill>
                <a:latin typeface="Arial" panose="020B0604020202020204" pitchFamily="34" charset="0"/>
                <a:ea typeface="微软雅黑" panose="020B0503020204020204" charset="-122"/>
                <a:cs typeface="微软雅黑" panose="020B0503020204020204" charset="-122"/>
              </a:rPr>
              <a:t>3.3</a:t>
            </a:r>
            <a:endParaRPr sz="3000" b="1" dirty="0">
              <a:solidFill>
                <a:srgbClr val="243B53"/>
              </a:solidFill>
              <a:latin typeface="Arial" panose="020B0604020202020204" pitchFamily="34" charset="0"/>
              <a:ea typeface="微软雅黑" panose="020B0503020204020204" charset="-122"/>
              <a:cs typeface="微软雅黑" panose="020B0503020204020204" charset="-122"/>
            </a:endParaRPr>
          </a:p>
        </p:txBody>
      </p:sp>
      <p:sp>
        <p:nvSpPr>
          <p:cNvPr id="193" name="s15-title-rule"/>
          <p:cNvSpPr>
            <a:spLocks noGrp="1"/>
          </p:cNvSpPr>
          <p:nvPr/>
        </p:nvSpPr>
        <p:spPr>
          <a:xfrm>
            <a:off x="247650" y="714375"/>
            <a:ext cx="11734800" cy="19050"/>
          </a:xfrm>
          <a:prstGeom prst="rect">
            <a:avLst/>
          </a:prstGeom>
          <a:solidFill>
            <a:srgbClr val="5B7188"/>
          </a:solidFill>
          <a:ln w="0">
            <a:solidFill>
              <a:srgbClr val="294A6D"/>
            </a:solidFill>
            <a:prstDash val="solid"/>
          </a:ln>
          <a:effectLst/>
        </p:spPr>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bg>
      <p:bgPr>
        <a:solidFill>
          <a:srgbClr val="F7F8FA"/>
        </a:solidFill>
        <a:effectLst/>
      </p:bgPr>
    </p:bg>
    <p:spTree>
      <p:nvGrpSpPr>
        <p:cNvPr id="1" name=""/>
        <p:cNvGrpSpPr/>
        <p:nvPr/>
      </p:nvGrpSpPr>
      <p:grpSpPr>
        <a:xfrm>
          <a:off x="0" y="0"/>
          <a:ext cx="0" cy="0"/>
          <a:chOff x="0" y="0"/>
          <a:chExt cx="0" cy="0"/>
        </a:xfrm>
      </p:grpSpPr>
      <p:sp>
        <p:nvSpPr>
          <p:cNvPr id="6" name="slide-11-title"/>
          <p:cNvSpPr>
            <a:spLocks noGrp="1"/>
          </p:cNvSpPr>
          <p:nvPr/>
        </p:nvSpPr>
        <p:spPr>
          <a:xfrm>
            <a:off x="977900" y="242510"/>
            <a:ext cx="9144000" cy="495300"/>
          </a:xfrm>
          <a:prstGeom prst="rect">
            <a:avLst/>
          </a:prstGeom>
          <a:noFill/>
          <a:ln w="0">
            <a:noFill/>
            <a:prstDash val="solid"/>
          </a:ln>
          <a:effectLst/>
          <a:extLst>
            <a:ext uri="{909E8E84-426E-40DD-AFC4-6F175D3DCCD1}">
              <a14:hiddenFill xmlns:a14="http://schemas.microsoft.com/office/drawing/2010/main">
                <a:solidFill>
                  <a:srgbClr val="FFFFFF"/>
                </a:solidFill>
              </a14:hiddenFill>
            </a:ext>
          </a:extLst>
        </p:spPr>
        <p:txBody>
          <a:bodyPr wrap="square" lIns="0" tIns="0" rIns="0" bIns="0" anchor="t">
            <a:noAutofit/>
          </a:bodyPr>
          <a:lstStyle/>
          <a:p>
            <a:pPr>
              <a:buNone/>
              <a:defRPr sz="2850" b="1">
                <a:solidFill>
                  <a:srgbClr val="072A67"/>
                </a:solidFill>
                <a:latin typeface="微软雅黑" panose="020B0503020204020204" charset="-122"/>
                <a:ea typeface="微软雅黑" panose="020B0503020204020204" charset="-122"/>
                <a:cs typeface="微软雅黑" panose="020B0503020204020204" charset="-122"/>
              </a:defRPr>
            </a:pPr>
            <a:r>
              <a:rPr lang="zh-CN" altLang="en-US" sz="2600" b="1" dirty="0">
                <a:solidFill>
                  <a:srgbClr val="243B53"/>
                </a:solidFill>
                <a:latin typeface="Arial" panose="020B0604020202020204" pitchFamily="34" charset="0"/>
                <a:ea typeface="微软雅黑" panose="020B0503020204020204" charset="-122"/>
                <a:cs typeface="微软雅黑" panose="020B0503020204020204" charset="-122"/>
              </a:rPr>
              <a:t>四类 </a:t>
            </a:r>
            <a:r>
              <a:rPr lang="en-US" sz="2600" b="1" dirty="0">
                <a:solidFill>
                  <a:srgbClr val="243B53"/>
                </a:solidFill>
                <a:latin typeface="Arial" panose="020B0604020202020204" pitchFamily="34" charset="0"/>
                <a:ea typeface="微软雅黑" panose="020B0503020204020204" charset="-122"/>
                <a:cs typeface="微软雅黑" panose="020B0503020204020204" charset="-122"/>
              </a:rPr>
              <a:t>Skill </a:t>
            </a:r>
            <a:r>
              <a:rPr lang="zh-CN" altLang="en-US" sz="2600" b="1" dirty="0">
                <a:solidFill>
                  <a:srgbClr val="243B53"/>
                </a:solidFill>
                <a:latin typeface="Arial" panose="020B0604020202020204" pitchFamily="34" charset="0"/>
                <a:ea typeface="微软雅黑" panose="020B0503020204020204" charset="-122"/>
                <a:cs typeface="微软雅黑" panose="020B0503020204020204" charset="-122"/>
              </a:rPr>
              <a:t>生成 </a:t>
            </a:r>
            <a:r>
              <a:rPr lang="en-US" sz="2600" b="1" dirty="0">
                <a:solidFill>
                  <a:srgbClr val="243B53"/>
                </a:solidFill>
                <a:latin typeface="Arial" panose="020B0604020202020204" pitchFamily="34" charset="0"/>
                <a:ea typeface="微软雅黑" panose="020B0503020204020204" charset="-122"/>
                <a:cs typeface="微软雅黑" panose="020B0503020204020204" charset="-122"/>
              </a:rPr>
              <a:t>Kernel：</a:t>
            </a:r>
            <a:r>
              <a:rPr lang="zh-CN" altLang="en-US" sz="2600" b="1" dirty="0">
                <a:solidFill>
                  <a:srgbClr val="243B53"/>
                </a:solidFill>
                <a:latin typeface="Arial" panose="020B0604020202020204" pitchFamily="34" charset="0"/>
                <a:ea typeface="微软雅黑" panose="020B0503020204020204" charset="-122"/>
                <a:cs typeface="微软雅黑" panose="020B0503020204020204" charset="-122"/>
              </a:rPr>
              <a:t>性能结果对比</a:t>
            </a:r>
            <a:endParaRPr sz="2600" b="1" dirty="0">
              <a:solidFill>
                <a:srgbClr val="243B53"/>
              </a:solidFill>
              <a:latin typeface="Arial" panose="020B0604020202020204" pitchFamily="34" charset="0"/>
              <a:ea typeface="微软雅黑" panose="020B0503020204020204" charset="-122"/>
              <a:cs typeface="微软雅黑" panose="020B0503020204020204" charset="-122"/>
            </a:endParaRPr>
          </a:p>
        </p:txBody>
      </p:sp>
      <p:sp>
        <p:nvSpPr>
          <p:cNvPr id="3" name="measurement_and_baseline_note"/>
          <p:cNvSpPr>
            <a:spLocks noGrp="1"/>
          </p:cNvSpPr>
          <p:nvPr/>
        </p:nvSpPr>
        <p:spPr>
          <a:xfrm>
            <a:off x="1200150" y="4749800"/>
            <a:ext cx="9772650" cy="254000"/>
          </a:xfrm>
          <a:prstGeom prst="rect">
            <a:avLst/>
          </a:prstGeom>
          <a:noFill/>
          <a:ln w="0">
            <a:noFill/>
            <a:prstDash val="solid"/>
          </a:ln>
          <a:effectLst/>
        </p:spPr>
        <p:txBody>
          <a:bodyPr wrap="square" lIns="0" tIns="0" rIns="0" bIns="0" anchor="t">
            <a:noAutofit/>
          </a:bodyPr>
          <a:lstStyle/>
          <a:p>
            <a:pPr>
              <a:buNone/>
              <a:defRPr sz="1050" b="0">
                <a:solidFill>
                  <a:srgbClr val="555D69"/>
                </a:solidFill>
                <a:latin typeface="微软雅黑" panose="020B0503020204020204" charset="-122"/>
                <a:ea typeface="微软雅黑" panose="020B0503020204020204" charset="-122"/>
                <a:cs typeface="微软雅黑" panose="020B0503020204020204" charset="-122"/>
              </a:defRPr>
            </a:pPr>
            <a:r>
              <a:rPr sz="1050">
                <a:solidFill>
                  <a:srgbClr val="66737F"/>
                </a:solidFill>
                <a:latin typeface="Arial" panose="020B0604020202020204" pitchFamily="34" charset="0"/>
                <a:ea typeface="微软雅黑" panose="020B0503020204020204" charset="-122"/>
                <a:cs typeface="微软雅黑" panose="020B0503020204020204" charset="-122"/>
              </a:rPr>
              <a:t>单元格：Kernel / PyTorch  |  Baseline：MLU  → PyTorch-MLU  |  GPU → PyTorch-CUDA</a:t>
            </a:r>
          </a:p>
        </p:txBody>
      </p:sp>
      <p:graphicFrame>
        <p:nvGraphicFramePr>
          <p:cNvPr id="13" name="kernel_vs_pytorch_performance"/>
          <p:cNvGraphicFramePr/>
          <p:nvPr/>
        </p:nvGraphicFramePr>
        <p:xfrm>
          <a:off x="1200150" y="990600"/>
          <a:ext cx="9772650" cy="3657598"/>
        </p:xfrm>
        <a:graphic>
          <a:graphicData uri="http://schemas.openxmlformats.org/drawingml/2006/table">
            <a:tbl>
              <a:tblPr firstRow="1">
                <a:effectLst/>
              </a:tblPr>
              <a:tblGrid>
                <a:gridCol w="2219325">
                  <a:extLst>
                    <a:ext uri="{9D8B030D-6E8A-4147-A177-3AD203B41FA5}">
                      <a16:colId xmlns:a16="http://schemas.microsoft.com/office/drawing/2014/main" val="20000"/>
                    </a:ext>
                  </a:extLst>
                </a:gridCol>
                <a:gridCol w="2524125">
                  <a:extLst>
                    <a:ext uri="{9D8B030D-6E8A-4147-A177-3AD203B41FA5}">
                      <a16:colId xmlns:a16="http://schemas.microsoft.com/office/drawing/2014/main" val="20001"/>
                    </a:ext>
                  </a:extLst>
                </a:gridCol>
                <a:gridCol w="2514600">
                  <a:extLst>
                    <a:ext uri="{9D8B030D-6E8A-4147-A177-3AD203B41FA5}">
                      <a16:colId xmlns:a16="http://schemas.microsoft.com/office/drawing/2014/main" val="20002"/>
                    </a:ext>
                  </a:extLst>
                </a:gridCol>
                <a:gridCol w="2514600">
                  <a:extLst>
                    <a:ext uri="{9D8B030D-6E8A-4147-A177-3AD203B41FA5}">
                      <a16:colId xmlns:a16="http://schemas.microsoft.com/office/drawing/2014/main" val="20003"/>
                    </a:ext>
                  </a:extLst>
                </a:gridCol>
              </a:tblGrid>
              <a:tr h="522514">
                <a:tc>
                  <a:txBody>
                    <a:bodyPr/>
                    <a:lstStyle/>
                    <a:p>
                      <a:pPr algn="ctr">
                        <a:buNone/>
                      </a:pPr>
                      <a:r>
                        <a:rPr lang="zh-CN" sz="1400" b="1">
                          <a:solidFill>
                            <a:srgbClr val="FFFFFF"/>
                          </a:solidFill>
                          <a:latin typeface="Arial" panose="020B0604020202020204" pitchFamily="34" charset="0"/>
                          <a:ea typeface="微软雅黑" panose="020B0503020204020204" charset="-122"/>
                          <a:cs typeface="微软雅黑" panose="020B0503020204020204" charset="-122"/>
                        </a:rPr>
                        <a:t>平台</a:t>
                      </a:r>
                      <a:r>
                        <a:rPr lang="en-US" altLang="zh-CN" sz="1400" b="1">
                          <a:solidFill>
                            <a:srgbClr val="FFFFFF"/>
                          </a:solidFill>
                          <a:latin typeface="Arial" panose="020B0604020202020204" pitchFamily="34" charset="0"/>
                          <a:ea typeface="微软雅黑" panose="020B0503020204020204" charset="-122"/>
                          <a:cs typeface="微软雅黑" panose="020B0503020204020204" charset="-122"/>
                        </a:rPr>
                        <a:t>/</a:t>
                      </a:r>
                      <a:r>
                        <a:rPr lang="zh-CN" altLang="en-US" sz="1400" b="1">
                          <a:solidFill>
                            <a:srgbClr val="FFFFFF"/>
                          </a:solidFill>
                          <a:latin typeface="Arial" panose="020B0604020202020204" pitchFamily="34" charset="0"/>
                          <a:ea typeface="微软雅黑" panose="020B0503020204020204" charset="-122"/>
                          <a:cs typeface="微软雅黑" panose="020B0503020204020204" charset="-122"/>
                        </a:rPr>
                        <a:t>算子输入</a:t>
                      </a:r>
                    </a:p>
                  </a:txBody>
                  <a:tcPr marL="38100" marR="38100" marT="12700" marB="12700" anchor="ctr">
                    <a:lnL w="9525" cmpd="sng">
                      <a:solidFill>
                        <a:srgbClr val="D6DEE6"/>
                      </a:solidFill>
                      <a:prstDash val="solid"/>
                    </a:lnL>
                    <a:lnR w="9525" cmpd="sng">
                      <a:solidFill>
                        <a:srgbClr val="D6DEE6"/>
                      </a:solidFill>
                      <a:prstDash val="solid"/>
                    </a:lnR>
                    <a:lnT w="9525" cmpd="sng">
                      <a:solidFill>
                        <a:srgbClr val="D6DEE6"/>
                      </a:solidFill>
                      <a:prstDash val="solid"/>
                    </a:lnT>
                    <a:lnB w="9525" cmpd="sng">
                      <a:solidFill>
                        <a:srgbClr val="D6DEE6"/>
                      </a:solidFill>
                      <a:prstDash val="solid"/>
                    </a:lnB>
                    <a:solidFill>
                      <a:srgbClr val="5B7188"/>
                    </a:solidFill>
                  </a:tcPr>
                </a:tc>
                <a:tc>
                  <a:txBody>
                    <a:bodyPr/>
                    <a:lstStyle/>
                    <a:p>
                      <a:pPr algn="ctr">
                        <a:buNone/>
                      </a:pPr>
                      <a:r>
                        <a:rPr sz="1400" b="1">
                          <a:solidFill>
                            <a:srgbClr val="FFFFFF"/>
                          </a:solidFill>
                          <a:latin typeface="Arial" panose="020B0604020202020204" pitchFamily="34" charset="0"/>
                          <a:ea typeface="微软雅黑" panose="020B0503020204020204" charset="-122"/>
                          <a:cs typeface="微软雅黑" panose="020B0503020204020204" charset="-122"/>
                        </a:rPr>
                        <a:t>LayerNorm</a:t>
                      </a:r>
                    </a:p>
                  </a:txBody>
                  <a:tcPr marL="38100" marR="38100" marT="12700" marB="12700" anchor="ctr">
                    <a:lnL w="9525" cmpd="sng">
                      <a:solidFill>
                        <a:srgbClr val="D6DEE6"/>
                      </a:solidFill>
                      <a:prstDash val="solid"/>
                    </a:lnL>
                    <a:lnR w="9525" cmpd="sng">
                      <a:solidFill>
                        <a:srgbClr val="D6DEE6"/>
                      </a:solidFill>
                      <a:prstDash val="solid"/>
                    </a:lnR>
                    <a:lnT w="9525" cmpd="sng">
                      <a:solidFill>
                        <a:srgbClr val="D6DEE6"/>
                      </a:solidFill>
                      <a:prstDash val="solid"/>
                    </a:lnT>
                    <a:lnB w="9525" cmpd="sng">
                      <a:solidFill>
                        <a:srgbClr val="D6DEE6"/>
                      </a:solidFill>
                      <a:prstDash val="solid"/>
                    </a:lnB>
                    <a:solidFill>
                      <a:srgbClr val="5B7188"/>
                    </a:solidFill>
                  </a:tcPr>
                </a:tc>
                <a:tc>
                  <a:txBody>
                    <a:bodyPr/>
                    <a:lstStyle/>
                    <a:p>
                      <a:pPr algn="ctr">
                        <a:buNone/>
                      </a:pPr>
                      <a:r>
                        <a:rPr sz="1400" b="1">
                          <a:solidFill>
                            <a:srgbClr val="FFFFFF"/>
                          </a:solidFill>
                          <a:latin typeface="Arial" panose="020B0604020202020204" pitchFamily="34" charset="0"/>
                          <a:ea typeface="微软雅黑" panose="020B0503020204020204" charset="-122"/>
                          <a:cs typeface="微软雅黑" panose="020B0503020204020204" charset="-122"/>
                        </a:rPr>
                        <a:t>Softmax</a:t>
                      </a:r>
                    </a:p>
                  </a:txBody>
                  <a:tcPr marL="38100" marR="38100" marT="12700" marB="12700" anchor="ctr">
                    <a:lnL w="9525" cmpd="sng">
                      <a:solidFill>
                        <a:srgbClr val="D6DEE6"/>
                      </a:solidFill>
                      <a:prstDash val="solid"/>
                    </a:lnL>
                    <a:lnR w="9525" cmpd="sng">
                      <a:solidFill>
                        <a:srgbClr val="D6DEE6"/>
                      </a:solidFill>
                      <a:prstDash val="solid"/>
                    </a:lnR>
                    <a:lnT w="9525" cmpd="sng">
                      <a:solidFill>
                        <a:srgbClr val="D6DEE6"/>
                      </a:solidFill>
                      <a:prstDash val="solid"/>
                    </a:lnT>
                    <a:lnB w="9525" cmpd="sng">
                      <a:solidFill>
                        <a:srgbClr val="D6DEE6"/>
                      </a:solidFill>
                      <a:prstDash val="solid"/>
                    </a:lnB>
                    <a:solidFill>
                      <a:srgbClr val="5B7188"/>
                    </a:solidFill>
                  </a:tcPr>
                </a:tc>
                <a:tc>
                  <a:txBody>
                    <a:bodyPr/>
                    <a:lstStyle/>
                    <a:p>
                      <a:pPr algn="ctr">
                        <a:buNone/>
                      </a:pPr>
                      <a:r>
                        <a:rPr sz="1400" b="1">
                          <a:solidFill>
                            <a:srgbClr val="FFFFFF"/>
                          </a:solidFill>
                          <a:latin typeface="Arial" panose="020B0604020202020204" pitchFamily="34" charset="0"/>
                          <a:ea typeface="微软雅黑" panose="020B0503020204020204" charset="-122"/>
                          <a:cs typeface="微软雅黑" panose="020B0503020204020204" charset="-122"/>
                        </a:rPr>
                        <a:t>MatMul</a:t>
                      </a:r>
                    </a:p>
                  </a:txBody>
                  <a:tcPr marL="38100" marR="38100" marT="12700" marB="12700" anchor="ctr">
                    <a:lnL w="9525" cmpd="sng">
                      <a:solidFill>
                        <a:srgbClr val="D6DEE6"/>
                      </a:solidFill>
                      <a:prstDash val="solid"/>
                    </a:lnL>
                    <a:lnR w="9525" cmpd="sng">
                      <a:solidFill>
                        <a:srgbClr val="D6DEE6"/>
                      </a:solidFill>
                      <a:prstDash val="solid"/>
                    </a:lnR>
                    <a:lnT w="9525" cmpd="sng">
                      <a:solidFill>
                        <a:srgbClr val="D6DEE6"/>
                      </a:solidFill>
                      <a:prstDash val="solid"/>
                    </a:lnT>
                    <a:lnB w="9525" cmpd="sng">
                      <a:solidFill>
                        <a:srgbClr val="D6DEE6"/>
                      </a:solidFill>
                      <a:prstDash val="solid"/>
                    </a:lnB>
                    <a:solidFill>
                      <a:srgbClr val="5B7188"/>
                    </a:solidFill>
                  </a:tcPr>
                </a:tc>
                <a:extLst>
                  <a:ext uri="{0D108BD9-81ED-4DB2-BD59-A6C34878D82A}">
                    <a16:rowId xmlns:a16="http://schemas.microsoft.com/office/drawing/2014/main" val="10000"/>
                  </a:ext>
                </a:extLst>
              </a:tr>
              <a:tr h="522514">
                <a:tc>
                  <a:txBody>
                    <a:bodyPr/>
                    <a:lstStyle/>
                    <a:p>
                      <a:pPr algn="ctr">
                        <a:buNone/>
                      </a:pPr>
                      <a:r>
                        <a:rPr lang="zh-CN" sz="1400" b="1">
                          <a:solidFill>
                            <a:srgbClr val="2F3A45"/>
                          </a:solidFill>
                          <a:latin typeface="Arial" panose="020B0604020202020204" pitchFamily="34" charset="0"/>
                          <a:ea typeface="微软雅黑" panose="020B0503020204020204" charset="-122"/>
                          <a:cs typeface="微软雅黑" panose="020B0503020204020204" charset="-122"/>
                        </a:rPr>
                        <a:t>精度</a:t>
                      </a:r>
                    </a:p>
                  </a:txBody>
                  <a:tcPr marL="38100" marR="38100" marT="12700" marB="12700" anchor="ctr">
                    <a:lnL w="9525" cmpd="sng">
                      <a:solidFill>
                        <a:srgbClr val="D6DEE6"/>
                      </a:solidFill>
                      <a:prstDash val="solid"/>
                    </a:lnL>
                    <a:lnR w="9525" cmpd="sng">
                      <a:solidFill>
                        <a:srgbClr val="D6DEE6"/>
                      </a:solidFill>
                      <a:prstDash val="solid"/>
                    </a:lnR>
                    <a:lnT w="9525" cmpd="sng">
                      <a:solidFill>
                        <a:srgbClr val="D6DEE6"/>
                      </a:solidFill>
                      <a:prstDash val="solid"/>
                    </a:lnT>
                    <a:lnB w="9525" cmpd="sng">
                      <a:solidFill>
                        <a:srgbClr val="D6DEE6"/>
                      </a:solidFill>
                      <a:prstDash val="solid"/>
                    </a:lnB>
                    <a:solidFill>
                      <a:srgbClr val="EEF2F5"/>
                    </a:solidFill>
                  </a:tcPr>
                </a:tc>
                <a:tc>
                  <a:txBody>
                    <a:bodyPr/>
                    <a:lstStyle/>
                    <a:p>
                      <a:pPr algn="ctr">
                        <a:buNone/>
                      </a:pPr>
                      <a:r>
                        <a:rPr lang="en-US" sz="1400" b="0">
                          <a:solidFill>
                            <a:srgbClr val="2F3A45"/>
                          </a:solidFill>
                          <a:latin typeface="Arial" panose="020B0604020202020204" pitchFamily="34" charset="0"/>
                          <a:ea typeface="微软雅黑" panose="020B0503020204020204" charset="-122"/>
                          <a:cs typeface="微软雅黑" panose="020B0503020204020204" charset="-122"/>
                        </a:rPr>
                        <a:t>FP32</a:t>
                      </a:r>
                    </a:p>
                  </a:txBody>
                  <a:tcPr marL="38100" marR="38100" marT="12700" marB="12700" anchor="ctr">
                    <a:lnL w="9525" cmpd="sng">
                      <a:solidFill>
                        <a:srgbClr val="D6DEE6"/>
                      </a:solidFill>
                      <a:prstDash val="solid"/>
                    </a:lnL>
                    <a:lnR w="9525" cmpd="sng">
                      <a:solidFill>
                        <a:srgbClr val="D6DEE6"/>
                      </a:solidFill>
                      <a:prstDash val="solid"/>
                    </a:lnR>
                    <a:lnT w="9525" cmpd="sng">
                      <a:solidFill>
                        <a:srgbClr val="D6DEE6"/>
                      </a:solidFill>
                      <a:prstDash val="solid"/>
                    </a:lnT>
                    <a:lnB w="9525" cmpd="sng">
                      <a:solidFill>
                        <a:srgbClr val="D6DEE6"/>
                      </a:solidFill>
                      <a:prstDash val="solid"/>
                    </a:lnB>
                    <a:solidFill>
                      <a:srgbClr val="FFFFFF"/>
                    </a:solidFill>
                  </a:tcPr>
                </a:tc>
                <a:tc>
                  <a:txBody>
                    <a:bodyPr/>
                    <a:lstStyle/>
                    <a:p>
                      <a:pPr algn="ctr">
                        <a:buNone/>
                      </a:pPr>
                      <a:r>
                        <a:rPr lang="en-US" sz="1400" b="0">
                          <a:solidFill>
                            <a:srgbClr val="2F3A45"/>
                          </a:solidFill>
                          <a:latin typeface="Arial" panose="020B0604020202020204" pitchFamily="34" charset="0"/>
                          <a:ea typeface="微软雅黑" panose="020B0503020204020204" charset="-122"/>
                          <a:cs typeface="微软雅黑" panose="020B0503020204020204" charset="-122"/>
                          <a:sym typeface="+mn-ea"/>
                        </a:rPr>
                        <a:t>FP32</a:t>
                      </a:r>
                      <a:endParaRPr sz="1400" b="0">
                        <a:solidFill>
                          <a:srgbClr val="2F3A45"/>
                        </a:solidFill>
                        <a:latin typeface="Arial" panose="020B0604020202020204" pitchFamily="34" charset="0"/>
                        <a:ea typeface="微软雅黑" panose="020B0503020204020204" charset="-122"/>
                        <a:cs typeface="微软雅黑" panose="020B0503020204020204" charset="-122"/>
                      </a:endParaRPr>
                    </a:p>
                  </a:txBody>
                  <a:tcPr marL="38100" marR="38100" marT="12700" marB="12700" anchor="ctr">
                    <a:lnL w="9525" cmpd="sng">
                      <a:solidFill>
                        <a:srgbClr val="D6DEE6"/>
                      </a:solidFill>
                      <a:prstDash val="solid"/>
                    </a:lnL>
                    <a:lnR w="9525" cmpd="sng">
                      <a:solidFill>
                        <a:srgbClr val="D6DEE6"/>
                      </a:solidFill>
                      <a:prstDash val="solid"/>
                    </a:lnR>
                    <a:lnT w="9525" cmpd="sng">
                      <a:solidFill>
                        <a:srgbClr val="D6DEE6"/>
                      </a:solidFill>
                      <a:prstDash val="solid"/>
                    </a:lnT>
                    <a:lnB w="9525" cmpd="sng">
                      <a:solidFill>
                        <a:srgbClr val="D6DEE6"/>
                      </a:solidFill>
                      <a:prstDash val="solid"/>
                    </a:lnB>
                    <a:solidFill>
                      <a:srgbClr val="FFFFFF"/>
                    </a:solidFill>
                  </a:tcPr>
                </a:tc>
                <a:tc>
                  <a:txBody>
                    <a:bodyPr/>
                    <a:lstStyle/>
                    <a:p>
                      <a:pPr algn="ctr">
                        <a:buNone/>
                      </a:pPr>
                      <a:r>
                        <a:rPr lang="en-US" sz="1400" b="0">
                          <a:solidFill>
                            <a:srgbClr val="2F3A45"/>
                          </a:solidFill>
                          <a:latin typeface="Arial" panose="020B0604020202020204" pitchFamily="34" charset="0"/>
                          <a:ea typeface="微软雅黑" panose="020B0503020204020204" charset="-122"/>
                          <a:cs typeface="微软雅黑" panose="020B0503020204020204" charset="-122"/>
                        </a:rPr>
                        <a:t>FP16</a:t>
                      </a:r>
                    </a:p>
                  </a:txBody>
                  <a:tcPr marL="38100" marR="38100" marT="12700" marB="12700" anchor="ctr">
                    <a:lnL w="9525" cmpd="sng">
                      <a:solidFill>
                        <a:srgbClr val="D6DEE6"/>
                      </a:solidFill>
                      <a:prstDash val="solid"/>
                    </a:lnL>
                    <a:lnR w="9525" cmpd="sng">
                      <a:solidFill>
                        <a:srgbClr val="D6DEE6"/>
                      </a:solidFill>
                      <a:prstDash val="solid"/>
                    </a:lnR>
                    <a:lnT w="9525" cmpd="sng">
                      <a:solidFill>
                        <a:srgbClr val="D6DEE6"/>
                      </a:solidFill>
                      <a:prstDash val="solid"/>
                    </a:lnT>
                    <a:lnB w="9525" cmpd="sng">
                      <a:solidFill>
                        <a:srgbClr val="D6DEE6"/>
                      </a:solidFill>
                      <a:prstDash val="solid"/>
                    </a:lnB>
                    <a:solidFill>
                      <a:srgbClr val="FFFFFF"/>
                    </a:solidFill>
                  </a:tcPr>
                </a:tc>
                <a:extLst>
                  <a:ext uri="{0D108BD9-81ED-4DB2-BD59-A6C34878D82A}">
                    <a16:rowId xmlns:a16="http://schemas.microsoft.com/office/drawing/2014/main" val="10001"/>
                  </a:ext>
                </a:extLst>
              </a:tr>
              <a:tr h="522514">
                <a:tc>
                  <a:txBody>
                    <a:bodyPr/>
                    <a:lstStyle/>
                    <a:p>
                      <a:pPr algn="ctr">
                        <a:buNone/>
                      </a:pPr>
                      <a:r>
                        <a:rPr lang="zh-CN" sz="1400" b="1">
                          <a:solidFill>
                            <a:srgbClr val="2F3A45"/>
                          </a:solidFill>
                          <a:latin typeface="Arial" panose="020B0604020202020204" pitchFamily="34" charset="0"/>
                          <a:ea typeface="微软雅黑" panose="020B0503020204020204" charset="-122"/>
                          <a:cs typeface="微软雅黑" panose="020B0503020204020204" charset="-122"/>
                        </a:rPr>
                        <a:t>输入结构</a:t>
                      </a:r>
                    </a:p>
                  </a:txBody>
                  <a:tcPr marL="38100" marR="38100" marT="12700" marB="12700" anchor="ctr">
                    <a:lnL w="9525" cmpd="sng">
                      <a:solidFill>
                        <a:srgbClr val="D6DEE6"/>
                      </a:solidFill>
                      <a:prstDash val="solid"/>
                    </a:lnL>
                    <a:lnR w="9525" cmpd="sng">
                      <a:solidFill>
                        <a:srgbClr val="D6DEE6"/>
                      </a:solidFill>
                      <a:prstDash val="solid"/>
                    </a:lnR>
                    <a:lnT w="9525" cmpd="sng">
                      <a:solidFill>
                        <a:srgbClr val="D6DEE6"/>
                      </a:solidFill>
                      <a:prstDash val="solid"/>
                    </a:lnT>
                    <a:lnB w="9525" cmpd="sng">
                      <a:solidFill>
                        <a:srgbClr val="D6DEE6"/>
                      </a:solidFill>
                      <a:prstDash val="solid"/>
                    </a:lnB>
                    <a:solidFill>
                      <a:srgbClr val="EEF2F5"/>
                    </a:solidFill>
                  </a:tcPr>
                </a:tc>
                <a:tc>
                  <a:txBody>
                    <a:bodyPr/>
                    <a:lstStyle/>
                    <a:p>
                      <a:pPr algn="ctr">
                        <a:buNone/>
                      </a:pPr>
                      <a:r>
                        <a:rPr lang="zh-CN" altLang="en-US" sz="1400" b="0" dirty="0">
                          <a:solidFill>
                            <a:srgbClr val="2F3A45"/>
                          </a:solidFill>
                          <a:latin typeface="Arial" panose="020B0604020202020204" pitchFamily="34" charset="0"/>
                          <a:ea typeface="微软雅黑" panose="020B0503020204020204" charset="-122"/>
                          <a:cs typeface="微软雅黑" panose="020B0503020204020204" charset="-122"/>
                        </a:rPr>
                        <a:t>（</a:t>
                      </a:r>
                      <a:r>
                        <a:rPr lang="en-US" sz="1400" b="0" dirty="0">
                          <a:solidFill>
                            <a:srgbClr val="2F3A45"/>
                          </a:solidFill>
                          <a:latin typeface="Arial" panose="020B0604020202020204" pitchFamily="34" charset="0"/>
                          <a:ea typeface="微软雅黑" panose="020B0503020204020204" charset="-122"/>
                          <a:cs typeface="微软雅黑" panose="020B0503020204020204" charset="-122"/>
                        </a:rPr>
                        <a:t>64</a:t>
                      </a:r>
                      <a:r>
                        <a:rPr lang="zh-CN" altLang="en-US" sz="1400" b="0" dirty="0">
                          <a:solidFill>
                            <a:srgbClr val="2F3A45"/>
                          </a:solidFill>
                          <a:latin typeface="Arial" panose="020B0604020202020204" pitchFamily="34" charset="0"/>
                          <a:ea typeface="微软雅黑" panose="020B0503020204020204" charset="-122"/>
                          <a:cs typeface="微软雅黑" panose="020B0503020204020204" charset="-122"/>
                        </a:rPr>
                        <a:t>，</a:t>
                      </a:r>
                      <a:r>
                        <a:rPr lang="en-US" altLang="zh-CN" sz="1400" b="0" dirty="0">
                          <a:solidFill>
                            <a:srgbClr val="2F3A45"/>
                          </a:solidFill>
                          <a:latin typeface="Arial" panose="020B0604020202020204" pitchFamily="34" charset="0"/>
                          <a:ea typeface="微软雅黑" panose="020B0503020204020204" charset="-122"/>
                          <a:cs typeface="微软雅黑" panose="020B0503020204020204" charset="-122"/>
                        </a:rPr>
                        <a:t>512</a:t>
                      </a:r>
                      <a:r>
                        <a:rPr lang="zh-CN" altLang="en-US" sz="1400" b="0" dirty="0">
                          <a:solidFill>
                            <a:srgbClr val="2F3A45"/>
                          </a:solidFill>
                          <a:latin typeface="Arial" panose="020B0604020202020204" pitchFamily="34" charset="0"/>
                          <a:ea typeface="微软雅黑" panose="020B0503020204020204" charset="-122"/>
                          <a:cs typeface="微软雅黑" panose="020B0503020204020204" charset="-122"/>
                        </a:rPr>
                        <a:t>，</a:t>
                      </a:r>
                      <a:r>
                        <a:rPr lang="en-US" altLang="zh-CN" sz="1400" b="0" dirty="0">
                          <a:solidFill>
                            <a:srgbClr val="2F3A45"/>
                          </a:solidFill>
                          <a:latin typeface="Arial" panose="020B0604020202020204" pitchFamily="34" charset="0"/>
                          <a:ea typeface="微软雅黑" panose="020B0503020204020204" charset="-122"/>
                          <a:cs typeface="微软雅黑" panose="020B0503020204020204" charset="-122"/>
                        </a:rPr>
                        <a:t>1024</a:t>
                      </a:r>
                      <a:r>
                        <a:rPr lang="zh-CN" altLang="en-US" sz="1400" b="0" dirty="0">
                          <a:solidFill>
                            <a:srgbClr val="2F3A45"/>
                          </a:solidFill>
                          <a:latin typeface="Arial" panose="020B0604020202020204" pitchFamily="34" charset="0"/>
                          <a:ea typeface="微软雅黑" panose="020B0503020204020204" charset="-122"/>
                          <a:cs typeface="微软雅黑" panose="020B0503020204020204" charset="-122"/>
                        </a:rPr>
                        <a:t>）</a:t>
                      </a:r>
                      <a:endParaRPr sz="1400" b="0" dirty="0">
                        <a:solidFill>
                          <a:srgbClr val="2F3A45"/>
                        </a:solidFill>
                        <a:latin typeface="Arial" panose="020B0604020202020204" pitchFamily="34" charset="0"/>
                        <a:ea typeface="微软雅黑" panose="020B0503020204020204" charset="-122"/>
                        <a:cs typeface="微软雅黑" panose="020B0503020204020204" charset="-122"/>
                      </a:endParaRPr>
                    </a:p>
                  </a:txBody>
                  <a:tcPr marL="38100" marR="38100" marT="12700" marB="12700" anchor="ctr">
                    <a:lnL w="9525" cmpd="sng">
                      <a:solidFill>
                        <a:srgbClr val="D6DEE6"/>
                      </a:solidFill>
                      <a:prstDash val="solid"/>
                    </a:lnL>
                    <a:lnR w="9525" cmpd="sng">
                      <a:solidFill>
                        <a:srgbClr val="D6DEE6"/>
                      </a:solidFill>
                      <a:prstDash val="solid"/>
                    </a:lnR>
                    <a:lnT w="9525" cmpd="sng">
                      <a:solidFill>
                        <a:srgbClr val="D6DEE6"/>
                      </a:solidFill>
                      <a:prstDash val="solid"/>
                    </a:lnT>
                    <a:lnB w="9525" cmpd="sng">
                      <a:solidFill>
                        <a:srgbClr val="D6DEE6"/>
                      </a:solidFill>
                      <a:prstDash val="solid"/>
                    </a:lnB>
                    <a:solidFill>
                      <a:srgbClr val="F7F8FA"/>
                    </a:solidFill>
                  </a:tcPr>
                </a:tc>
                <a:tc>
                  <a:txBody>
                    <a:bodyPr/>
                    <a:lstStyle/>
                    <a:p>
                      <a:pPr algn="ctr">
                        <a:buNone/>
                      </a:pPr>
                      <a:r>
                        <a:rPr lang="zh-CN" altLang="en-US" sz="1400" b="0" dirty="0">
                          <a:solidFill>
                            <a:srgbClr val="2F3A45"/>
                          </a:solidFill>
                          <a:latin typeface="Arial" panose="020B0604020202020204" pitchFamily="34" charset="0"/>
                          <a:ea typeface="微软雅黑" panose="020B0503020204020204" charset="-122"/>
                          <a:cs typeface="微软雅黑" panose="020B0503020204020204" charset="-122"/>
                        </a:rPr>
                        <a:t>（</a:t>
                      </a:r>
                      <a:r>
                        <a:rPr lang="en-US" altLang="zh-CN" sz="1400" b="0" dirty="0">
                          <a:solidFill>
                            <a:srgbClr val="2F3A45"/>
                          </a:solidFill>
                          <a:latin typeface="Arial" panose="020B0604020202020204" pitchFamily="34" charset="0"/>
                          <a:ea typeface="微软雅黑" panose="020B0503020204020204" charset="-122"/>
                          <a:cs typeface="微软雅黑" panose="020B0503020204020204" charset="-122"/>
                        </a:rPr>
                        <a:t>4096</a:t>
                      </a:r>
                      <a:r>
                        <a:rPr lang="zh-CN" altLang="en-US" sz="1400" b="0" dirty="0">
                          <a:solidFill>
                            <a:srgbClr val="2F3A45"/>
                          </a:solidFill>
                          <a:latin typeface="Arial" panose="020B0604020202020204" pitchFamily="34" charset="0"/>
                          <a:ea typeface="微软雅黑" panose="020B0503020204020204" charset="-122"/>
                          <a:cs typeface="微软雅黑" panose="020B0503020204020204" charset="-122"/>
                        </a:rPr>
                        <a:t>，</a:t>
                      </a:r>
                      <a:r>
                        <a:rPr lang="en-US" altLang="zh-CN" sz="1400" b="0" dirty="0">
                          <a:solidFill>
                            <a:srgbClr val="2F3A45"/>
                          </a:solidFill>
                          <a:latin typeface="Arial" panose="020B0604020202020204" pitchFamily="34" charset="0"/>
                          <a:ea typeface="微软雅黑" panose="020B0503020204020204" charset="-122"/>
                          <a:cs typeface="微软雅黑" panose="020B0503020204020204" charset="-122"/>
                        </a:rPr>
                        <a:t>4096</a:t>
                      </a:r>
                      <a:r>
                        <a:rPr lang="zh-CN" altLang="en-US" sz="1400" b="0" dirty="0">
                          <a:solidFill>
                            <a:srgbClr val="2F3A45"/>
                          </a:solidFill>
                          <a:latin typeface="Arial" panose="020B0604020202020204" pitchFamily="34" charset="0"/>
                          <a:ea typeface="微软雅黑" panose="020B0503020204020204" charset="-122"/>
                          <a:cs typeface="微软雅黑" panose="020B0503020204020204" charset="-122"/>
                        </a:rPr>
                        <a:t>）</a:t>
                      </a:r>
                      <a:endParaRPr sz="1400" b="0" dirty="0">
                        <a:solidFill>
                          <a:srgbClr val="2F3A45"/>
                        </a:solidFill>
                        <a:latin typeface="Arial" panose="020B0604020202020204" pitchFamily="34" charset="0"/>
                        <a:ea typeface="微软雅黑" panose="020B0503020204020204" charset="-122"/>
                        <a:cs typeface="微软雅黑" panose="020B0503020204020204" charset="-122"/>
                      </a:endParaRPr>
                    </a:p>
                  </a:txBody>
                  <a:tcPr marL="38100" marR="38100" marT="12700" marB="12700" anchor="ctr">
                    <a:lnL w="9525" cmpd="sng">
                      <a:solidFill>
                        <a:srgbClr val="D6DEE6"/>
                      </a:solidFill>
                      <a:prstDash val="solid"/>
                    </a:lnL>
                    <a:lnR w="9525" cmpd="sng">
                      <a:solidFill>
                        <a:srgbClr val="D6DEE6"/>
                      </a:solidFill>
                      <a:prstDash val="solid"/>
                    </a:lnR>
                    <a:lnT w="9525" cmpd="sng">
                      <a:solidFill>
                        <a:srgbClr val="D6DEE6"/>
                      </a:solidFill>
                      <a:prstDash val="solid"/>
                    </a:lnT>
                    <a:lnB w="9525" cmpd="sng">
                      <a:solidFill>
                        <a:srgbClr val="D6DEE6"/>
                      </a:solidFill>
                      <a:prstDash val="solid"/>
                    </a:lnB>
                    <a:solidFill>
                      <a:srgbClr val="F7F8FA"/>
                    </a:solidFill>
                  </a:tcPr>
                </a:tc>
                <a:tc>
                  <a:txBody>
                    <a:bodyPr/>
                    <a:lstStyle/>
                    <a:p>
                      <a:pPr algn="ctr">
                        <a:buNone/>
                      </a:pPr>
                      <a:r>
                        <a:rPr lang="zh-CN" altLang="en-US" sz="1400" b="0" dirty="0">
                          <a:solidFill>
                            <a:srgbClr val="2F3A45"/>
                          </a:solidFill>
                          <a:latin typeface="Arial" panose="020B0604020202020204" pitchFamily="34" charset="0"/>
                          <a:ea typeface="微软雅黑" panose="020B0503020204020204" charset="-122"/>
                          <a:cs typeface="微软雅黑" panose="020B0503020204020204" charset="-122"/>
                        </a:rPr>
                        <a:t>（</a:t>
                      </a:r>
                      <a:r>
                        <a:rPr lang="en-US" altLang="zh-CN" sz="1400" b="0" dirty="0">
                          <a:solidFill>
                            <a:srgbClr val="2F3A45"/>
                          </a:solidFill>
                          <a:latin typeface="Arial" panose="020B0604020202020204" pitchFamily="34" charset="0"/>
                          <a:ea typeface="微软雅黑" panose="020B0503020204020204" charset="-122"/>
                          <a:cs typeface="微软雅黑" panose="020B0503020204020204" charset="-122"/>
                        </a:rPr>
                        <a:t>8192</a:t>
                      </a:r>
                      <a:r>
                        <a:rPr lang="zh-CN" altLang="en-US" sz="1400" b="0" dirty="0">
                          <a:solidFill>
                            <a:srgbClr val="2F3A45"/>
                          </a:solidFill>
                          <a:latin typeface="Arial" panose="020B0604020202020204" pitchFamily="34" charset="0"/>
                          <a:ea typeface="微软雅黑" panose="020B0503020204020204" charset="-122"/>
                          <a:cs typeface="微软雅黑" panose="020B0503020204020204" charset="-122"/>
                        </a:rPr>
                        <a:t>，</a:t>
                      </a:r>
                      <a:r>
                        <a:rPr lang="en-US" altLang="zh-CN" sz="1400" b="0" dirty="0">
                          <a:solidFill>
                            <a:srgbClr val="2F3A45"/>
                          </a:solidFill>
                          <a:latin typeface="Arial" panose="020B0604020202020204" pitchFamily="34" charset="0"/>
                          <a:ea typeface="微软雅黑" panose="020B0503020204020204" charset="-122"/>
                          <a:cs typeface="微软雅黑" panose="020B0503020204020204" charset="-122"/>
                        </a:rPr>
                        <a:t>8192</a:t>
                      </a:r>
                      <a:r>
                        <a:rPr lang="zh-CN" altLang="en-US" sz="1400" b="0" dirty="0">
                          <a:solidFill>
                            <a:srgbClr val="2F3A45"/>
                          </a:solidFill>
                          <a:latin typeface="Arial" panose="020B0604020202020204" pitchFamily="34" charset="0"/>
                          <a:ea typeface="微软雅黑" panose="020B0503020204020204" charset="-122"/>
                          <a:cs typeface="微软雅黑" panose="020B0503020204020204" charset="-122"/>
                        </a:rPr>
                        <a:t>）</a:t>
                      </a:r>
                      <a:endParaRPr sz="1400" b="0" dirty="0">
                        <a:solidFill>
                          <a:srgbClr val="2F3A45"/>
                        </a:solidFill>
                        <a:latin typeface="Arial" panose="020B0604020202020204" pitchFamily="34" charset="0"/>
                        <a:ea typeface="微软雅黑" panose="020B0503020204020204" charset="-122"/>
                        <a:cs typeface="微软雅黑" panose="020B0503020204020204" charset="-122"/>
                      </a:endParaRPr>
                    </a:p>
                  </a:txBody>
                  <a:tcPr marL="38100" marR="38100" marT="12700" marB="12700" anchor="ctr">
                    <a:lnL w="9525" cmpd="sng">
                      <a:solidFill>
                        <a:srgbClr val="D6DEE6"/>
                      </a:solidFill>
                      <a:prstDash val="solid"/>
                    </a:lnL>
                    <a:lnR w="9525" cmpd="sng">
                      <a:solidFill>
                        <a:srgbClr val="D6DEE6"/>
                      </a:solidFill>
                      <a:prstDash val="solid"/>
                    </a:lnR>
                    <a:lnT w="9525" cmpd="sng">
                      <a:solidFill>
                        <a:srgbClr val="D6DEE6"/>
                      </a:solidFill>
                      <a:prstDash val="solid"/>
                    </a:lnT>
                    <a:lnB w="9525" cmpd="sng">
                      <a:solidFill>
                        <a:srgbClr val="D6DEE6"/>
                      </a:solidFill>
                      <a:prstDash val="solid"/>
                    </a:lnB>
                    <a:solidFill>
                      <a:srgbClr val="F7F8FA"/>
                    </a:solidFill>
                  </a:tcPr>
                </a:tc>
                <a:extLst>
                  <a:ext uri="{0D108BD9-81ED-4DB2-BD59-A6C34878D82A}">
                    <a16:rowId xmlns:a16="http://schemas.microsoft.com/office/drawing/2014/main" val="10002"/>
                  </a:ext>
                </a:extLst>
              </a:tr>
              <a:tr h="522514">
                <a:tc>
                  <a:txBody>
                    <a:bodyPr/>
                    <a:lstStyle/>
                    <a:p>
                      <a:pPr algn="ctr">
                        <a:buNone/>
                      </a:pPr>
                      <a:r>
                        <a:rPr sz="1400" b="1" dirty="0">
                          <a:solidFill>
                            <a:srgbClr val="2F3A45"/>
                          </a:solidFill>
                          <a:latin typeface="Arial" panose="020B0604020202020204" pitchFamily="34" charset="0"/>
                          <a:ea typeface="微软雅黑" panose="020B0503020204020204" charset="-122"/>
                          <a:cs typeface="微软雅黑" panose="020B0503020204020204" charset="-122"/>
                        </a:rPr>
                        <a:t>MLU </a:t>
                      </a:r>
                      <a:r>
                        <a:rPr sz="1400" b="1" dirty="0" smtClean="0">
                          <a:solidFill>
                            <a:srgbClr val="2F3A45"/>
                          </a:solidFill>
                          <a:latin typeface="Arial" panose="020B0604020202020204" pitchFamily="34" charset="0"/>
                          <a:ea typeface="微软雅黑" panose="020B0503020204020204" charset="-122"/>
                          <a:cs typeface="微软雅黑" panose="020B0503020204020204" charset="-122"/>
                        </a:rPr>
                        <a:t>Triton</a:t>
                      </a:r>
                      <a:r>
                        <a:rPr lang="zh-CN" altLang="en-US" sz="1400" b="1" dirty="0" smtClean="0">
                          <a:solidFill>
                            <a:srgbClr val="2F3A45"/>
                          </a:solidFill>
                          <a:latin typeface="Arial" panose="020B0604020202020204" pitchFamily="34" charset="0"/>
                          <a:ea typeface="微软雅黑" panose="020B0503020204020204" charset="-122"/>
                          <a:cs typeface="微软雅黑" panose="020B0503020204020204" charset="-122"/>
                        </a:rPr>
                        <a:t>（新结构）</a:t>
                      </a:r>
                      <a:endParaRPr sz="1400" b="1" dirty="0">
                        <a:solidFill>
                          <a:srgbClr val="2F3A45"/>
                        </a:solidFill>
                        <a:latin typeface="Arial" panose="020B0604020202020204" pitchFamily="34" charset="0"/>
                        <a:ea typeface="微软雅黑" panose="020B0503020204020204" charset="-122"/>
                        <a:cs typeface="微软雅黑" panose="020B0503020204020204" charset="-122"/>
                      </a:endParaRPr>
                    </a:p>
                  </a:txBody>
                  <a:tcPr marL="38100" marR="38100" marT="12700" marB="12700" anchor="ctr">
                    <a:lnL w="9525" cmpd="sng">
                      <a:solidFill>
                        <a:srgbClr val="D6DEE6"/>
                      </a:solidFill>
                      <a:prstDash val="solid"/>
                    </a:lnL>
                    <a:lnR w="9525" cmpd="sng">
                      <a:solidFill>
                        <a:srgbClr val="D6DEE6"/>
                      </a:solidFill>
                      <a:prstDash val="solid"/>
                    </a:lnR>
                    <a:lnT w="9525" cmpd="sng">
                      <a:solidFill>
                        <a:srgbClr val="D6DEE6"/>
                      </a:solidFill>
                      <a:prstDash val="solid"/>
                    </a:lnT>
                    <a:lnB w="9525" cmpd="sng">
                      <a:solidFill>
                        <a:srgbClr val="D6DEE6"/>
                      </a:solidFill>
                      <a:prstDash val="solid"/>
                    </a:lnB>
                    <a:solidFill>
                      <a:srgbClr val="EEF2F5"/>
                    </a:solidFill>
                  </a:tcPr>
                </a:tc>
                <a:tc>
                  <a:txBody>
                    <a:bodyPr/>
                    <a:lstStyle/>
                    <a:p>
                      <a:pPr algn="ctr">
                        <a:buNone/>
                      </a:pPr>
                      <a:r>
                        <a:rPr lang="en-US" sz="1400" b="1" dirty="0">
                          <a:solidFill>
                            <a:srgbClr val="4F8A83"/>
                          </a:solidFill>
                          <a:latin typeface="Arial" panose="020B0604020202020204" pitchFamily="34" charset="0"/>
                          <a:ea typeface="微软雅黑" panose="020B0503020204020204" charset="-122"/>
                          <a:cs typeface="微软雅黑" panose="020B0503020204020204" charset="-122"/>
                        </a:rPr>
                        <a:t>0.15</a:t>
                      </a:r>
                      <a:r>
                        <a:rPr sz="1400" b="1" dirty="0">
                          <a:solidFill>
                            <a:srgbClr val="4F8A83"/>
                          </a:solidFill>
                          <a:latin typeface="Arial" panose="020B0604020202020204" pitchFamily="34" charset="0"/>
                          <a:ea typeface="微软雅黑" panose="020B0503020204020204" charset="-122"/>
                          <a:cs typeface="微软雅黑" panose="020B0503020204020204" charset="-122"/>
                        </a:rPr>
                        <a:t>  /  </a:t>
                      </a:r>
                      <a:r>
                        <a:rPr lang="en-US" sz="1400" b="1" dirty="0">
                          <a:solidFill>
                            <a:srgbClr val="4F8A83"/>
                          </a:solidFill>
                          <a:latin typeface="Arial" panose="020B0604020202020204" pitchFamily="34" charset="0"/>
                          <a:ea typeface="微软雅黑" panose="020B0503020204020204" charset="-122"/>
                          <a:cs typeface="微软雅黑" panose="020B0503020204020204" charset="-122"/>
                        </a:rPr>
                        <a:t>0.15</a:t>
                      </a:r>
                      <a:r>
                        <a:rPr sz="1400" b="1" dirty="0">
                          <a:solidFill>
                            <a:srgbClr val="4F8A83"/>
                          </a:solidFill>
                          <a:latin typeface="Arial" panose="020B0604020202020204" pitchFamily="34" charset="0"/>
                          <a:ea typeface="微软雅黑" panose="020B0503020204020204" charset="-122"/>
                          <a:cs typeface="微软雅黑" panose="020B0503020204020204" charset="-122"/>
                        </a:rPr>
                        <a:t> </a:t>
                      </a:r>
                      <a:r>
                        <a:rPr sz="1400" b="1" dirty="0" err="1">
                          <a:solidFill>
                            <a:srgbClr val="4F8A83"/>
                          </a:solidFill>
                          <a:latin typeface="Arial" panose="020B0604020202020204" pitchFamily="34" charset="0"/>
                          <a:ea typeface="微软雅黑" panose="020B0503020204020204" charset="-122"/>
                          <a:cs typeface="微软雅黑" panose="020B0503020204020204" charset="-122"/>
                        </a:rPr>
                        <a:t>ms</a:t>
                      </a:r>
                      <a:endParaRPr sz="1400" b="1" dirty="0">
                        <a:solidFill>
                          <a:srgbClr val="4F8A83"/>
                        </a:solidFill>
                        <a:latin typeface="Arial" panose="020B0604020202020204" pitchFamily="34" charset="0"/>
                        <a:ea typeface="微软雅黑" panose="020B0503020204020204" charset="-122"/>
                        <a:cs typeface="微软雅黑" panose="020B0503020204020204" charset="-122"/>
                      </a:endParaRPr>
                    </a:p>
                  </a:txBody>
                  <a:tcPr marL="38100" marR="38100" marT="12700" marB="12700" anchor="ctr">
                    <a:lnL w="9525" cmpd="sng">
                      <a:solidFill>
                        <a:srgbClr val="D6DEE6"/>
                      </a:solidFill>
                      <a:prstDash val="solid"/>
                    </a:lnL>
                    <a:lnR w="9525" cmpd="sng">
                      <a:solidFill>
                        <a:srgbClr val="D6DEE6"/>
                      </a:solidFill>
                      <a:prstDash val="solid"/>
                    </a:lnR>
                    <a:lnT w="9525" cmpd="sng">
                      <a:solidFill>
                        <a:srgbClr val="D6DEE6"/>
                      </a:solidFill>
                      <a:prstDash val="solid"/>
                    </a:lnT>
                    <a:lnB w="9525" cmpd="sng">
                      <a:solidFill>
                        <a:srgbClr val="D6DEE6"/>
                      </a:solidFill>
                      <a:prstDash val="solid"/>
                    </a:lnB>
                    <a:solidFill>
                      <a:srgbClr val="EAF3F1"/>
                    </a:solidFill>
                  </a:tcPr>
                </a:tc>
                <a:tc>
                  <a:txBody>
                    <a:bodyPr/>
                    <a:lstStyle/>
                    <a:p>
                      <a:pPr algn="ctr">
                        <a:buNone/>
                      </a:pPr>
                      <a:r>
                        <a:rPr lang="en-US" sz="1400" b="1" dirty="0">
                          <a:solidFill>
                            <a:srgbClr val="4F8A83"/>
                          </a:solidFill>
                          <a:latin typeface="Arial" panose="020B0604020202020204" pitchFamily="34" charset="0"/>
                          <a:ea typeface="微软雅黑" panose="020B0503020204020204" charset="-122"/>
                          <a:cs typeface="微软雅黑" panose="020B0503020204020204" charset="-122"/>
                        </a:rPr>
                        <a:t>0.086</a:t>
                      </a:r>
                      <a:r>
                        <a:rPr sz="1400" b="1" dirty="0">
                          <a:solidFill>
                            <a:srgbClr val="4F8A83"/>
                          </a:solidFill>
                          <a:latin typeface="Arial" panose="020B0604020202020204" pitchFamily="34" charset="0"/>
                          <a:ea typeface="微软雅黑" panose="020B0503020204020204" charset="-122"/>
                          <a:cs typeface="微软雅黑" panose="020B0503020204020204" charset="-122"/>
                        </a:rPr>
                        <a:t>  /  </a:t>
                      </a:r>
                      <a:r>
                        <a:rPr lang="en-US" sz="1400" b="1" dirty="0">
                          <a:solidFill>
                            <a:srgbClr val="4F8A83"/>
                          </a:solidFill>
                          <a:latin typeface="Arial" panose="020B0604020202020204" pitchFamily="34" charset="0"/>
                          <a:ea typeface="微软雅黑" panose="020B0503020204020204" charset="-122"/>
                          <a:cs typeface="微软雅黑" panose="020B0503020204020204" charset="-122"/>
                        </a:rPr>
                        <a:t>0.11</a:t>
                      </a:r>
                      <a:r>
                        <a:rPr sz="1400" b="1" dirty="0">
                          <a:solidFill>
                            <a:srgbClr val="4F8A83"/>
                          </a:solidFill>
                          <a:latin typeface="Arial" panose="020B0604020202020204" pitchFamily="34" charset="0"/>
                          <a:ea typeface="微软雅黑" panose="020B0503020204020204" charset="-122"/>
                          <a:cs typeface="微软雅黑" panose="020B0503020204020204" charset="-122"/>
                        </a:rPr>
                        <a:t> </a:t>
                      </a:r>
                      <a:r>
                        <a:rPr sz="1400" b="1" dirty="0" err="1">
                          <a:solidFill>
                            <a:srgbClr val="4F8A83"/>
                          </a:solidFill>
                          <a:latin typeface="Arial" panose="020B0604020202020204" pitchFamily="34" charset="0"/>
                          <a:ea typeface="微软雅黑" panose="020B0503020204020204" charset="-122"/>
                          <a:cs typeface="微软雅黑" panose="020B0503020204020204" charset="-122"/>
                        </a:rPr>
                        <a:t>ms</a:t>
                      </a:r>
                      <a:endParaRPr sz="1400" b="1" dirty="0">
                        <a:solidFill>
                          <a:srgbClr val="4F8A83"/>
                        </a:solidFill>
                        <a:latin typeface="Arial" panose="020B0604020202020204" pitchFamily="34" charset="0"/>
                        <a:ea typeface="微软雅黑" panose="020B0503020204020204" charset="-122"/>
                        <a:cs typeface="微软雅黑" panose="020B0503020204020204" charset="-122"/>
                      </a:endParaRPr>
                    </a:p>
                  </a:txBody>
                  <a:tcPr marL="38100" marR="38100" marT="12700" marB="12700" anchor="ctr">
                    <a:lnL w="9525" cmpd="sng">
                      <a:solidFill>
                        <a:srgbClr val="D6DEE6"/>
                      </a:solidFill>
                      <a:prstDash val="solid"/>
                    </a:lnL>
                    <a:lnR w="9525" cmpd="sng">
                      <a:solidFill>
                        <a:srgbClr val="D6DEE6"/>
                      </a:solidFill>
                      <a:prstDash val="solid"/>
                    </a:lnR>
                    <a:lnT w="9525" cmpd="sng">
                      <a:solidFill>
                        <a:srgbClr val="D6DEE6"/>
                      </a:solidFill>
                      <a:prstDash val="solid"/>
                    </a:lnT>
                    <a:lnB w="9525" cmpd="sng">
                      <a:solidFill>
                        <a:srgbClr val="D6DEE6"/>
                      </a:solidFill>
                      <a:prstDash val="solid"/>
                    </a:lnB>
                    <a:solidFill>
                      <a:srgbClr val="EAF3F1"/>
                    </a:solidFill>
                  </a:tcPr>
                </a:tc>
                <a:tc>
                  <a:txBody>
                    <a:bodyPr/>
                    <a:lstStyle/>
                    <a:p>
                      <a:pPr algn="ctr">
                        <a:buNone/>
                      </a:pPr>
                      <a:r>
                        <a:rPr lang="en-US" sz="1400" b="0" dirty="0">
                          <a:solidFill>
                            <a:srgbClr val="2F3A45"/>
                          </a:solidFill>
                          <a:latin typeface="Arial" panose="020B0604020202020204" pitchFamily="34" charset="0"/>
                          <a:ea typeface="微软雅黑" panose="020B0503020204020204" charset="-122"/>
                          <a:cs typeface="微软雅黑" panose="020B0503020204020204" charset="-122"/>
                        </a:rPr>
                        <a:t>11.84</a:t>
                      </a:r>
                      <a:r>
                        <a:rPr sz="1400" b="0" dirty="0">
                          <a:solidFill>
                            <a:srgbClr val="2F3A45"/>
                          </a:solidFill>
                          <a:latin typeface="Arial" panose="020B0604020202020204" pitchFamily="34" charset="0"/>
                          <a:ea typeface="微软雅黑" panose="020B0503020204020204" charset="-122"/>
                          <a:cs typeface="微软雅黑" panose="020B0503020204020204" charset="-122"/>
                        </a:rPr>
                        <a:t>  /  </a:t>
                      </a:r>
                      <a:r>
                        <a:rPr lang="en-US" sz="1400" b="0" dirty="0">
                          <a:solidFill>
                            <a:srgbClr val="2F3A45"/>
                          </a:solidFill>
                          <a:latin typeface="Arial" panose="020B0604020202020204" pitchFamily="34" charset="0"/>
                          <a:ea typeface="微软雅黑" panose="020B0503020204020204" charset="-122"/>
                          <a:cs typeface="微软雅黑" panose="020B0503020204020204" charset="-122"/>
                        </a:rPr>
                        <a:t>5.3</a:t>
                      </a:r>
                      <a:r>
                        <a:rPr sz="1400" b="0" dirty="0">
                          <a:solidFill>
                            <a:srgbClr val="2F3A45"/>
                          </a:solidFill>
                          <a:latin typeface="Arial" panose="020B0604020202020204" pitchFamily="34" charset="0"/>
                          <a:ea typeface="微软雅黑" panose="020B0503020204020204" charset="-122"/>
                          <a:cs typeface="微软雅黑" panose="020B0503020204020204" charset="-122"/>
                        </a:rPr>
                        <a:t> </a:t>
                      </a:r>
                      <a:r>
                        <a:rPr sz="1400" b="0" dirty="0" err="1">
                          <a:solidFill>
                            <a:srgbClr val="2F3A45"/>
                          </a:solidFill>
                          <a:latin typeface="Arial" panose="020B0604020202020204" pitchFamily="34" charset="0"/>
                          <a:ea typeface="微软雅黑" panose="020B0503020204020204" charset="-122"/>
                          <a:cs typeface="微软雅黑" panose="020B0503020204020204" charset="-122"/>
                        </a:rPr>
                        <a:t>ms</a:t>
                      </a:r>
                      <a:endParaRPr sz="1400" b="0" dirty="0">
                        <a:solidFill>
                          <a:srgbClr val="2F3A45"/>
                        </a:solidFill>
                        <a:latin typeface="Arial" panose="020B0604020202020204" pitchFamily="34" charset="0"/>
                        <a:ea typeface="微软雅黑" panose="020B0503020204020204" charset="-122"/>
                        <a:cs typeface="微软雅黑" panose="020B0503020204020204" charset="-122"/>
                      </a:endParaRPr>
                    </a:p>
                  </a:txBody>
                  <a:tcPr marL="38100" marR="38100" marT="12700" marB="12700" anchor="ctr">
                    <a:lnL w="9525" cmpd="sng">
                      <a:solidFill>
                        <a:srgbClr val="D6DEE6"/>
                      </a:solidFill>
                      <a:prstDash val="solid"/>
                    </a:lnL>
                    <a:lnR w="9525" cmpd="sng">
                      <a:solidFill>
                        <a:srgbClr val="D6DEE6"/>
                      </a:solidFill>
                      <a:prstDash val="solid"/>
                    </a:lnR>
                    <a:lnT w="9525" cmpd="sng">
                      <a:solidFill>
                        <a:srgbClr val="D6DEE6"/>
                      </a:solidFill>
                      <a:prstDash val="solid"/>
                    </a:lnT>
                    <a:lnB w="9525" cmpd="sng">
                      <a:solidFill>
                        <a:srgbClr val="D6DEE6"/>
                      </a:solidFill>
                      <a:prstDash val="solid"/>
                    </a:lnB>
                    <a:solidFill>
                      <a:srgbClr val="FFFFFF"/>
                    </a:solidFill>
                  </a:tcPr>
                </a:tc>
                <a:extLst>
                  <a:ext uri="{0D108BD9-81ED-4DB2-BD59-A6C34878D82A}">
                    <a16:rowId xmlns:a16="http://schemas.microsoft.com/office/drawing/2014/main" val="10003"/>
                  </a:ext>
                </a:extLst>
              </a:tr>
              <a:tr h="522514">
                <a:tc>
                  <a:txBody>
                    <a:bodyPr/>
                    <a:lstStyle/>
                    <a:p>
                      <a:pPr algn="ctr">
                        <a:buNone/>
                      </a:pPr>
                      <a:r>
                        <a:rPr sz="1400" b="1">
                          <a:solidFill>
                            <a:srgbClr val="2F3A45"/>
                          </a:solidFill>
                          <a:latin typeface="Arial" panose="020B0604020202020204" pitchFamily="34" charset="0"/>
                          <a:ea typeface="微软雅黑" panose="020B0503020204020204" charset="-122"/>
                          <a:cs typeface="微软雅黑" panose="020B0503020204020204" charset="-122"/>
                        </a:rPr>
                        <a:t>BANG C</a:t>
                      </a:r>
                    </a:p>
                  </a:txBody>
                  <a:tcPr marL="38100" marR="38100" marT="12700" marB="12700" anchor="ctr">
                    <a:lnL w="9525" cmpd="sng">
                      <a:solidFill>
                        <a:srgbClr val="D6DEE6"/>
                      </a:solidFill>
                      <a:prstDash val="solid"/>
                    </a:lnL>
                    <a:lnR w="9525" cmpd="sng">
                      <a:solidFill>
                        <a:srgbClr val="D6DEE6"/>
                      </a:solidFill>
                      <a:prstDash val="solid"/>
                    </a:lnR>
                    <a:lnT w="9525" cmpd="sng">
                      <a:solidFill>
                        <a:srgbClr val="D6DEE6"/>
                      </a:solidFill>
                      <a:prstDash val="solid"/>
                    </a:lnT>
                    <a:lnB w="9525" cmpd="sng">
                      <a:solidFill>
                        <a:srgbClr val="D6DEE6"/>
                      </a:solidFill>
                      <a:prstDash val="solid"/>
                    </a:lnB>
                    <a:solidFill>
                      <a:srgbClr val="EEF2F5"/>
                    </a:solidFill>
                  </a:tcPr>
                </a:tc>
                <a:tc>
                  <a:txBody>
                    <a:bodyPr/>
                    <a:lstStyle/>
                    <a:p>
                      <a:pPr algn="ctr">
                        <a:buNone/>
                      </a:pPr>
                      <a:r>
                        <a:rPr sz="1400" b="1" dirty="0">
                          <a:solidFill>
                            <a:srgbClr val="C77C59"/>
                          </a:solidFill>
                          <a:latin typeface="Arial" panose="020B0604020202020204" pitchFamily="34" charset="0"/>
                          <a:ea typeface="微软雅黑" panose="020B0503020204020204" charset="-122"/>
                          <a:cs typeface="微软雅黑" panose="020B0503020204020204" charset="-122"/>
                        </a:rPr>
                        <a:t> </a:t>
                      </a:r>
                      <a:r>
                        <a:rPr lang="en-US" sz="1400" b="1" dirty="0">
                          <a:solidFill>
                            <a:srgbClr val="C77C59"/>
                          </a:solidFill>
                          <a:latin typeface="Arial" panose="020B0604020202020204" pitchFamily="34" charset="0"/>
                          <a:ea typeface="微软雅黑" panose="020B0503020204020204" charset="-122"/>
                          <a:cs typeface="微软雅黑" panose="020B0503020204020204" charset="-122"/>
                        </a:rPr>
                        <a:t>25.53</a:t>
                      </a:r>
                      <a:r>
                        <a:rPr sz="1400" b="1" dirty="0">
                          <a:solidFill>
                            <a:srgbClr val="C77C59"/>
                          </a:solidFill>
                          <a:latin typeface="Arial" panose="020B0604020202020204" pitchFamily="34" charset="0"/>
                          <a:ea typeface="微软雅黑" panose="020B0503020204020204" charset="-122"/>
                          <a:cs typeface="微软雅黑" panose="020B0503020204020204" charset="-122"/>
                        </a:rPr>
                        <a:t> /  </a:t>
                      </a:r>
                      <a:r>
                        <a:rPr lang="en-US" sz="1400" b="1" dirty="0">
                          <a:solidFill>
                            <a:srgbClr val="C77C59"/>
                          </a:solidFill>
                          <a:latin typeface="Arial" panose="020B0604020202020204" pitchFamily="34" charset="0"/>
                          <a:ea typeface="微软雅黑" panose="020B0503020204020204" charset="-122"/>
                          <a:cs typeface="微软雅黑" panose="020B0503020204020204" charset="-122"/>
                        </a:rPr>
                        <a:t>0.15</a:t>
                      </a:r>
                      <a:r>
                        <a:rPr sz="1400" b="1" dirty="0">
                          <a:solidFill>
                            <a:srgbClr val="C77C59"/>
                          </a:solidFill>
                          <a:latin typeface="Arial" panose="020B0604020202020204" pitchFamily="34" charset="0"/>
                          <a:ea typeface="微软雅黑" panose="020B0503020204020204" charset="-122"/>
                          <a:cs typeface="微软雅黑" panose="020B0503020204020204" charset="-122"/>
                        </a:rPr>
                        <a:t> </a:t>
                      </a:r>
                      <a:r>
                        <a:rPr sz="1400" b="1" dirty="0" err="1">
                          <a:solidFill>
                            <a:srgbClr val="C77C59"/>
                          </a:solidFill>
                          <a:latin typeface="Arial" panose="020B0604020202020204" pitchFamily="34" charset="0"/>
                          <a:ea typeface="微软雅黑" panose="020B0503020204020204" charset="-122"/>
                          <a:cs typeface="微软雅黑" panose="020B0503020204020204" charset="-122"/>
                        </a:rPr>
                        <a:t>ms</a:t>
                      </a:r>
                      <a:endParaRPr sz="1400" b="1" dirty="0">
                        <a:solidFill>
                          <a:srgbClr val="C77C59"/>
                        </a:solidFill>
                        <a:latin typeface="Arial" panose="020B0604020202020204" pitchFamily="34" charset="0"/>
                        <a:ea typeface="微软雅黑" panose="020B0503020204020204" charset="-122"/>
                        <a:cs typeface="微软雅黑" panose="020B0503020204020204" charset="-122"/>
                      </a:endParaRPr>
                    </a:p>
                  </a:txBody>
                  <a:tcPr marL="38100" marR="38100" marT="12700" marB="12700" anchor="ctr">
                    <a:lnL w="9525" cmpd="sng">
                      <a:solidFill>
                        <a:srgbClr val="D6DEE6"/>
                      </a:solidFill>
                      <a:prstDash val="solid"/>
                    </a:lnL>
                    <a:lnR w="9525" cmpd="sng">
                      <a:solidFill>
                        <a:srgbClr val="D6DEE6"/>
                      </a:solidFill>
                      <a:prstDash val="solid"/>
                    </a:lnR>
                    <a:lnT w="9525" cmpd="sng">
                      <a:solidFill>
                        <a:srgbClr val="D6DEE6"/>
                      </a:solidFill>
                      <a:prstDash val="solid"/>
                    </a:lnT>
                    <a:lnB w="9525" cmpd="sng">
                      <a:solidFill>
                        <a:srgbClr val="D6DEE6"/>
                      </a:solidFill>
                      <a:prstDash val="solid"/>
                    </a:lnB>
                    <a:solidFill>
                      <a:srgbClr val="F6ECE6"/>
                    </a:solidFill>
                  </a:tcPr>
                </a:tc>
                <a:tc>
                  <a:txBody>
                    <a:bodyPr/>
                    <a:lstStyle/>
                    <a:p>
                      <a:pPr algn="ctr">
                        <a:buNone/>
                      </a:pPr>
                      <a:r>
                        <a:rPr lang="en-US" sz="1400" b="1" dirty="0">
                          <a:solidFill>
                            <a:srgbClr val="C77C59"/>
                          </a:solidFill>
                          <a:latin typeface="Arial" panose="020B0604020202020204" pitchFamily="34" charset="0"/>
                          <a:ea typeface="微软雅黑" panose="020B0503020204020204" charset="-122"/>
                          <a:cs typeface="微软雅黑" panose="020B0503020204020204" charset="-122"/>
                        </a:rPr>
                        <a:t>3.68</a:t>
                      </a:r>
                      <a:r>
                        <a:rPr sz="1400" b="1" dirty="0">
                          <a:solidFill>
                            <a:srgbClr val="C77C59"/>
                          </a:solidFill>
                          <a:latin typeface="Arial" panose="020B0604020202020204" pitchFamily="34" charset="0"/>
                          <a:ea typeface="微软雅黑" panose="020B0503020204020204" charset="-122"/>
                          <a:cs typeface="微软雅黑" panose="020B0503020204020204" charset="-122"/>
                        </a:rPr>
                        <a:t>  /  </a:t>
                      </a:r>
                      <a:r>
                        <a:rPr lang="en-US" sz="1400" b="1" dirty="0">
                          <a:solidFill>
                            <a:srgbClr val="C77C59"/>
                          </a:solidFill>
                          <a:latin typeface="Arial" panose="020B0604020202020204" pitchFamily="34" charset="0"/>
                          <a:ea typeface="微软雅黑" panose="020B0503020204020204" charset="-122"/>
                          <a:cs typeface="微软雅黑" panose="020B0503020204020204" charset="-122"/>
                        </a:rPr>
                        <a:t>0.11</a:t>
                      </a:r>
                      <a:r>
                        <a:rPr sz="1400" b="1" dirty="0">
                          <a:solidFill>
                            <a:srgbClr val="C77C59"/>
                          </a:solidFill>
                          <a:latin typeface="Arial" panose="020B0604020202020204" pitchFamily="34" charset="0"/>
                          <a:ea typeface="微软雅黑" panose="020B0503020204020204" charset="-122"/>
                          <a:cs typeface="微软雅黑" panose="020B0503020204020204" charset="-122"/>
                        </a:rPr>
                        <a:t> </a:t>
                      </a:r>
                      <a:r>
                        <a:rPr sz="1400" b="1" dirty="0" err="1">
                          <a:solidFill>
                            <a:srgbClr val="C77C59"/>
                          </a:solidFill>
                          <a:latin typeface="Arial" panose="020B0604020202020204" pitchFamily="34" charset="0"/>
                          <a:ea typeface="微软雅黑" panose="020B0503020204020204" charset="-122"/>
                          <a:cs typeface="微软雅黑" panose="020B0503020204020204" charset="-122"/>
                        </a:rPr>
                        <a:t>ms</a:t>
                      </a:r>
                      <a:endParaRPr sz="1400" b="1" dirty="0">
                        <a:solidFill>
                          <a:srgbClr val="C77C59"/>
                        </a:solidFill>
                        <a:latin typeface="Arial" panose="020B0604020202020204" pitchFamily="34" charset="0"/>
                        <a:ea typeface="微软雅黑" panose="020B0503020204020204" charset="-122"/>
                        <a:cs typeface="微软雅黑" panose="020B0503020204020204" charset="-122"/>
                      </a:endParaRPr>
                    </a:p>
                  </a:txBody>
                  <a:tcPr marL="38100" marR="38100" marT="12700" marB="12700" anchor="ctr">
                    <a:lnL w="9525" cmpd="sng">
                      <a:solidFill>
                        <a:srgbClr val="D6DEE6"/>
                      </a:solidFill>
                      <a:prstDash val="solid"/>
                    </a:lnL>
                    <a:lnR w="9525" cmpd="sng">
                      <a:solidFill>
                        <a:srgbClr val="D6DEE6"/>
                      </a:solidFill>
                      <a:prstDash val="solid"/>
                    </a:lnR>
                    <a:lnT w="9525" cmpd="sng">
                      <a:solidFill>
                        <a:srgbClr val="D6DEE6"/>
                      </a:solidFill>
                      <a:prstDash val="solid"/>
                    </a:lnT>
                    <a:lnB w="9525" cmpd="sng">
                      <a:solidFill>
                        <a:srgbClr val="D6DEE6"/>
                      </a:solidFill>
                      <a:prstDash val="solid"/>
                    </a:lnB>
                    <a:solidFill>
                      <a:srgbClr val="F6ECE6"/>
                    </a:solidFill>
                  </a:tcPr>
                </a:tc>
                <a:tc>
                  <a:txBody>
                    <a:bodyPr/>
                    <a:lstStyle/>
                    <a:p>
                      <a:pPr algn="ctr">
                        <a:buNone/>
                      </a:pPr>
                      <a:r>
                        <a:rPr lang="en-US" sz="1400" b="1" dirty="0">
                          <a:solidFill>
                            <a:srgbClr val="C77C59"/>
                          </a:solidFill>
                          <a:latin typeface="Arial" panose="020B0604020202020204" pitchFamily="34" charset="0"/>
                          <a:ea typeface="微软雅黑" panose="020B0503020204020204" charset="-122"/>
                          <a:cs typeface="微软雅黑" panose="020B0503020204020204" charset="-122"/>
                        </a:rPr>
                        <a:t>16.24</a:t>
                      </a:r>
                      <a:r>
                        <a:rPr sz="1400" b="1" dirty="0">
                          <a:solidFill>
                            <a:srgbClr val="C77C59"/>
                          </a:solidFill>
                          <a:latin typeface="Arial" panose="020B0604020202020204" pitchFamily="34" charset="0"/>
                          <a:ea typeface="微软雅黑" panose="020B0503020204020204" charset="-122"/>
                          <a:cs typeface="微软雅黑" panose="020B0503020204020204" charset="-122"/>
                        </a:rPr>
                        <a:t>  /  </a:t>
                      </a:r>
                      <a:r>
                        <a:rPr lang="en-US" sz="1400" b="1" dirty="0">
                          <a:solidFill>
                            <a:srgbClr val="C77C59"/>
                          </a:solidFill>
                          <a:latin typeface="Arial" panose="020B0604020202020204" pitchFamily="34" charset="0"/>
                          <a:ea typeface="微软雅黑" panose="020B0503020204020204" charset="-122"/>
                          <a:cs typeface="微软雅黑" panose="020B0503020204020204" charset="-122"/>
                        </a:rPr>
                        <a:t>5.3</a:t>
                      </a:r>
                      <a:r>
                        <a:rPr sz="1400" b="1" dirty="0">
                          <a:solidFill>
                            <a:srgbClr val="C77C59"/>
                          </a:solidFill>
                          <a:latin typeface="Arial" panose="020B0604020202020204" pitchFamily="34" charset="0"/>
                          <a:ea typeface="微软雅黑" panose="020B0503020204020204" charset="-122"/>
                          <a:cs typeface="微软雅黑" panose="020B0503020204020204" charset="-122"/>
                        </a:rPr>
                        <a:t> </a:t>
                      </a:r>
                      <a:r>
                        <a:rPr sz="1400" b="1" dirty="0" err="1">
                          <a:solidFill>
                            <a:srgbClr val="C77C59"/>
                          </a:solidFill>
                          <a:latin typeface="Arial" panose="020B0604020202020204" pitchFamily="34" charset="0"/>
                          <a:ea typeface="微软雅黑" panose="020B0503020204020204" charset="-122"/>
                          <a:cs typeface="微软雅黑" panose="020B0503020204020204" charset="-122"/>
                        </a:rPr>
                        <a:t>ms</a:t>
                      </a:r>
                      <a:endParaRPr sz="1400" b="1" dirty="0">
                        <a:solidFill>
                          <a:srgbClr val="C77C59"/>
                        </a:solidFill>
                        <a:latin typeface="Arial" panose="020B0604020202020204" pitchFamily="34" charset="0"/>
                        <a:ea typeface="微软雅黑" panose="020B0503020204020204" charset="-122"/>
                        <a:cs typeface="微软雅黑" panose="020B0503020204020204" charset="-122"/>
                      </a:endParaRPr>
                    </a:p>
                  </a:txBody>
                  <a:tcPr marL="38100" marR="38100" marT="12700" marB="12700" anchor="ctr">
                    <a:lnL w="9525" cmpd="sng">
                      <a:solidFill>
                        <a:srgbClr val="D6DEE6"/>
                      </a:solidFill>
                      <a:prstDash val="solid"/>
                    </a:lnL>
                    <a:lnR w="9525" cmpd="sng">
                      <a:solidFill>
                        <a:srgbClr val="D6DEE6"/>
                      </a:solidFill>
                      <a:prstDash val="solid"/>
                    </a:lnR>
                    <a:lnT w="9525" cmpd="sng">
                      <a:solidFill>
                        <a:srgbClr val="D6DEE6"/>
                      </a:solidFill>
                      <a:prstDash val="solid"/>
                    </a:lnT>
                    <a:lnB w="9525" cmpd="sng">
                      <a:solidFill>
                        <a:srgbClr val="D6DEE6"/>
                      </a:solidFill>
                      <a:prstDash val="solid"/>
                    </a:lnB>
                    <a:solidFill>
                      <a:srgbClr val="F6ECE6"/>
                    </a:solidFill>
                  </a:tcPr>
                </a:tc>
                <a:extLst>
                  <a:ext uri="{0D108BD9-81ED-4DB2-BD59-A6C34878D82A}">
                    <a16:rowId xmlns:a16="http://schemas.microsoft.com/office/drawing/2014/main" val="10004"/>
                  </a:ext>
                </a:extLst>
              </a:tr>
              <a:tr h="522514">
                <a:tc>
                  <a:txBody>
                    <a:bodyPr/>
                    <a:lstStyle/>
                    <a:p>
                      <a:pPr marL="0" marR="0" lvl="0" indent="0" algn="ctr" defTabSz="914400" eaLnBrk="1" fontAlgn="auto" latinLnBrk="0" hangingPunct="1">
                        <a:lnSpc>
                          <a:spcPct val="100000"/>
                        </a:lnSpc>
                        <a:spcBef>
                          <a:spcPts val="0"/>
                        </a:spcBef>
                        <a:spcAft>
                          <a:spcPts val="0"/>
                        </a:spcAft>
                        <a:buClrTx/>
                        <a:buSzTx/>
                        <a:buFontTx/>
                        <a:buNone/>
                        <a:defRPr/>
                      </a:pPr>
                      <a:r>
                        <a:rPr lang="en-US" altLang="zh-CN" sz="1400" b="1" dirty="0" smtClean="0">
                          <a:solidFill>
                            <a:srgbClr val="2F3A45"/>
                          </a:solidFill>
                          <a:latin typeface="Arial" panose="020B0604020202020204" pitchFamily="34" charset="0"/>
                          <a:ea typeface="微软雅黑" panose="020B0503020204020204" charset="-122"/>
                          <a:cs typeface="微软雅黑" panose="020B0503020204020204" charset="-122"/>
                        </a:rPr>
                        <a:t>GPU Triton</a:t>
                      </a:r>
                    </a:p>
                  </a:txBody>
                  <a:tcPr marL="38100" marR="38100" marT="12700" marB="12700" anchor="ctr">
                    <a:lnL w="9525" cmpd="sng">
                      <a:solidFill>
                        <a:srgbClr val="D6DEE6"/>
                      </a:solidFill>
                      <a:prstDash val="solid"/>
                    </a:lnL>
                    <a:lnR w="9525" cmpd="sng">
                      <a:solidFill>
                        <a:srgbClr val="D6DEE6"/>
                      </a:solidFill>
                      <a:prstDash val="solid"/>
                    </a:lnR>
                    <a:lnT w="9525" cmpd="sng">
                      <a:solidFill>
                        <a:srgbClr val="D6DEE6"/>
                      </a:solidFill>
                      <a:prstDash val="solid"/>
                    </a:lnT>
                    <a:lnB w="9525" cmpd="sng">
                      <a:solidFill>
                        <a:srgbClr val="D6DEE6"/>
                      </a:solidFill>
                      <a:prstDash val="solid"/>
                    </a:lnB>
                    <a:solidFill>
                      <a:srgbClr val="EEF2F5"/>
                    </a:solidFill>
                  </a:tcPr>
                </a:tc>
                <a:tc>
                  <a:txBody>
                    <a:bodyPr/>
                    <a:lstStyle/>
                    <a:p>
                      <a:pPr algn="ctr">
                        <a:buNone/>
                      </a:pPr>
                      <a:r>
                        <a:rPr lang="en-US" sz="1400" b="0" dirty="0">
                          <a:solidFill>
                            <a:srgbClr val="2F3A45"/>
                          </a:solidFill>
                          <a:latin typeface="Arial" panose="020B0604020202020204" pitchFamily="34" charset="0"/>
                          <a:ea typeface="微软雅黑" panose="020B0503020204020204" charset="-122"/>
                          <a:cs typeface="微软雅黑" panose="020B0503020204020204" charset="-122"/>
                        </a:rPr>
                        <a:t>0.32</a:t>
                      </a:r>
                      <a:r>
                        <a:rPr sz="1400" b="0" dirty="0">
                          <a:solidFill>
                            <a:srgbClr val="2F3A45"/>
                          </a:solidFill>
                          <a:latin typeface="Arial" panose="020B0604020202020204" pitchFamily="34" charset="0"/>
                          <a:ea typeface="微软雅黑" panose="020B0503020204020204" charset="-122"/>
                          <a:cs typeface="微软雅黑" panose="020B0503020204020204" charset="-122"/>
                        </a:rPr>
                        <a:t>  /  </a:t>
                      </a:r>
                      <a:r>
                        <a:rPr lang="en-US" sz="1400" b="0" dirty="0">
                          <a:solidFill>
                            <a:srgbClr val="2F3A45"/>
                          </a:solidFill>
                          <a:latin typeface="Arial" panose="020B0604020202020204" pitchFamily="34" charset="0"/>
                          <a:ea typeface="微软雅黑" panose="020B0503020204020204" charset="-122"/>
                          <a:cs typeface="微软雅黑" panose="020B0503020204020204" charset="-122"/>
                        </a:rPr>
                        <a:t>0.45</a:t>
                      </a:r>
                      <a:r>
                        <a:rPr sz="1400" b="0" dirty="0">
                          <a:solidFill>
                            <a:srgbClr val="2F3A45"/>
                          </a:solidFill>
                          <a:latin typeface="Arial" panose="020B0604020202020204" pitchFamily="34" charset="0"/>
                          <a:ea typeface="微软雅黑" panose="020B0503020204020204" charset="-122"/>
                          <a:cs typeface="微软雅黑" panose="020B0503020204020204" charset="-122"/>
                        </a:rPr>
                        <a:t> </a:t>
                      </a:r>
                      <a:r>
                        <a:rPr sz="1400" b="0" dirty="0" err="1">
                          <a:solidFill>
                            <a:srgbClr val="2F3A45"/>
                          </a:solidFill>
                          <a:latin typeface="Arial" panose="020B0604020202020204" pitchFamily="34" charset="0"/>
                          <a:ea typeface="微软雅黑" panose="020B0503020204020204" charset="-122"/>
                          <a:cs typeface="微软雅黑" panose="020B0503020204020204" charset="-122"/>
                        </a:rPr>
                        <a:t>ms</a:t>
                      </a:r>
                      <a:endParaRPr sz="1400" b="0" dirty="0">
                        <a:solidFill>
                          <a:srgbClr val="2F3A45"/>
                        </a:solidFill>
                        <a:latin typeface="Arial" panose="020B0604020202020204" pitchFamily="34" charset="0"/>
                        <a:ea typeface="微软雅黑" panose="020B0503020204020204" charset="-122"/>
                        <a:cs typeface="微软雅黑" panose="020B0503020204020204" charset="-122"/>
                      </a:endParaRPr>
                    </a:p>
                  </a:txBody>
                  <a:tcPr marL="38100" marR="38100" marT="12700" marB="12700" anchor="ctr">
                    <a:lnL w="9525" cmpd="sng">
                      <a:solidFill>
                        <a:srgbClr val="D6DEE6"/>
                      </a:solidFill>
                      <a:prstDash val="solid"/>
                    </a:lnL>
                    <a:lnR w="9525" cmpd="sng">
                      <a:solidFill>
                        <a:srgbClr val="D6DEE6"/>
                      </a:solidFill>
                      <a:prstDash val="solid"/>
                    </a:lnR>
                    <a:lnT w="9525" cmpd="sng">
                      <a:solidFill>
                        <a:srgbClr val="D6DEE6"/>
                      </a:solidFill>
                      <a:prstDash val="solid"/>
                    </a:lnT>
                    <a:lnB w="9525" cmpd="sng">
                      <a:solidFill>
                        <a:srgbClr val="D6DEE6"/>
                      </a:solidFill>
                      <a:prstDash val="solid"/>
                    </a:lnB>
                    <a:solidFill>
                      <a:srgbClr val="FFFFFF"/>
                    </a:solidFill>
                  </a:tcPr>
                </a:tc>
                <a:tc>
                  <a:txBody>
                    <a:bodyPr/>
                    <a:lstStyle/>
                    <a:p>
                      <a:pPr algn="ctr">
                        <a:buNone/>
                      </a:pPr>
                      <a:r>
                        <a:rPr lang="en-US" sz="1400" b="0" dirty="0">
                          <a:solidFill>
                            <a:srgbClr val="2F3A45"/>
                          </a:solidFill>
                          <a:latin typeface="Arial" panose="020B0604020202020204" pitchFamily="34" charset="0"/>
                          <a:ea typeface="微软雅黑" panose="020B0503020204020204" charset="-122"/>
                          <a:cs typeface="微软雅黑" panose="020B0503020204020204" charset="-122"/>
                        </a:rPr>
                        <a:t>0.162</a:t>
                      </a:r>
                      <a:r>
                        <a:rPr sz="1400" b="0" dirty="0">
                          <a:solidFill>
                            <a:srgbClr val="2F3A45"/>
                          </a:solidFill>
                          <a:latin typeface="Arial" panose="020B0604020202020204" pitchFamily="34" charset="0"/>
                          <a:ea typeface="微软雅黑" panose="020B0503020204020204" charset="-122"/>
                          <a:cs typeface="微软雅黑" panose="020B0503020204020204" charset="-122"/>
                        </a:rPr>
                        <a:t>  /  </a:t>
                      </a:r>
                      <a:r>
                        <a:rPr lang="en-US" sz="1400" b="0" dirty="0">
                          <a:solidFill>
                            <a:srgbClr val="2F3A45"/>
                          </a:solidFill>
                          <a:latin typeface="Arial" panose="020B0604020202020204" pitchFamily="34" charset="0"/>
                          <a:ea typeface="微软雅黑" panose="020B0503020204020204" charset="-122"/>
                          <a:cs typeface="微软雅黑" panose="020B0503020204020204" charset="-122"/>
                        </a:rPr>
                        <a:t>0.17</a:t>
                      </a:r>
                      <a:r>
                        <a:rPr sz="1400" b="0" dirty="0">
                          <a:solidFill>
                            <a:srgbClr val="2F3A45"/>
                          </a:solidFill>
                          <a:latin typeface="Arial" panose="020B0604020202020204" pitchFamily="34" charset="0"/>
                          <a:ea typeface="微软雅黑" panose="020B0503020204020204" charset="-122"/>
                          <a:cs typeface="微软雅黑" panose="020B0503020204020204" charset="-122"/>
                        </a:rPr>
                        <a:t> </a:t>
                      </a:r>
                      <a:r>
                        <a:rPr sz="1400" b="0" dirty="0" err="1">
                          <a:solidFill>
                            <a:srgbClr val="2F3A45"/>
                          </a:solidFill>
                          <a:latin typeface="Arial" panose="020B0604020202020204" pitchFamily="34" charset="0"/>
                          <a:ea typeface="微软雅黑" panose="020B0503020204020204" charset="-122"/>
                          <a:cs typeface="微软雅黑" panose="020B0503020204020204" charset="-122"/>
                        </a:rPr>
                        <a:t>ms</a:t>
                      </a:r>
                      <a:endParaRPr sz="1400" b="0" dirty="0">
                        <a:solidFill>
                          <a:srgbClr val="2F3A45"/>
                        </a:solidFill>
                        <a:latin typeface="Arial" panose="020B0604020202020204" pitchFamily="34" charset="0"/>
                        <a:ea typeface="微软雅黑" panose="020B0503020204020204" charset="-122"/>
                        <a:cs typeface="微软雅黑" panose="020B0503020204020204" charset="-122"/>
                      </a:endParaRPr>
                    </a:p>
                  </a:txBody>
                  <a:tcPr marL="38100" marR="38100" marT="12700" marB="12700" anchor="ctr">
                    <a:lnL w="9525" cmpd="sng">
                      <a:solidFill>
                        <a:srgbClr val="D6DEE6"/>
                      </a:solidFill>
                      <a:prstDash val="solid"/>
                    </a:lnL>
                    <a:lnR w="9525" cmpd="sng">
                      <a:solidFill>
                        <a:srgbClr val="D6DEE6"/>
                      </a:solidFill>
                      <a:prstDash val="solid"/>
                    </a:lnR>
                    <a:lnT w="9525" cmpd="sng">
                      <a:solidFill>
                        <a:srgbClr val="D6DEE6"/>
                      </a:solidFill>
                      <a:prstDash val="solid"/>
                    </a:lnT>
                    <a:lnB w="9525" cmpd="sng">
                      <a:solidFill>
                        <a:srgbClr val="D6DEE6"/>
                      </a:solidFill>
                      <a:prstDash val="solid"/>
                    </a:lnB>
                    <a:solidFill>
                      <a:srgbClr val="FFFFFF"/>
                    </a:solidFill>
                  </a:tcPr>
                </a:tc>
                <a:tc>
                  <a:txBody>
                    <a:bodyPr/>
                    <a:lstStyle/>
                    <a:p>
                      <a:pPr algn="ctr">
                        <a:buNone/>
                      </a:pPr>
                      <a:r>
                        <a:rPr lang="en-US" sz="1400" b="0" dirty="0">
                          <a:solidFill>
                            <a:srgbClr val="2F3A45"/>
                          </a:solidFill>
                          <a:latin typeface="Arial" panose="020B0604020202020204" pitchFamily="34" charset="0"/>
                          <a:ea typeface="微软雅黑" panose="020B0503020204020204" charset="-122"/>
                          <a:cs typeface="微软雅黑" panose="020B0503020204020204" charset="-122"/>
                        </a:rPr>
                        <a:t>29.43</a:t>
                      </a:r>
                      <a:r>
                        <a:rPr sz="1400" b="0" dirty="0">
                          <a:solidFill>
                            <a:srgbClr val="2F3A45"/>
                          </a:solidFill>
                          <a:latin typeface="Arial" panose="020B0604020202020204" pitchFamily="34" charset="0"/>
                          <a:ea typeface="微软雅黑" panose="020B0503020204020204" charset="-122"/>
                          <a:cs typeface="微软雅黑" panose="020B0503020204020204" charset="-122"/>
                        </a:rPr>
                        <a:t>  /  </a:t>
                      </a:r>
                      <a:r>
                        <a:rPr lang="en-US" sz="1400" b="0" dirty="0">
                          <a:solidFill>
                            <a:srgbClr val="2F3A45"/>
                          </a:solidFill>
                          <a:latin typeface="Arial" panose="020B0604020202020204" pitchFamily="34" charset="0"/>
                          <a:ea typeface="微软雅黑" panose="020B0503020204020204" charset="-122"/>
                          <a:cs typeface="微软雅黑" panose="020B0503020204020204" charset="-122"/>
                        </a:rPr>
                        <a:t>15.59</a:t>
                      </a:r>
                      <a:r>
                        <a:rPr sz="1400" b="0" dirty="0">
                          <a:solidFill>
                            <a:srgbClr val="2F3A45"/>
                          </a:solidFill>
                          <a:latin typeface="Arial" panose="020B0604020202020204" pitchFamily="34" charset="0"/>
                          <a:ea typeface="微软雅黑" panose="020B0503020204020204" charset="-122"/>
                          <a:cs typeface="微软雅黑" panose="020B0503020204020204" charset="-122"/>
                        </a:rPr>
                        <a:t> </a:t>
                      </a:r>
                      <a:r>
                        <a:rPr sz="1400" b="0" dirty="0" err="1">
                          <a:solidFill>
                            <a:srgbClr val="2F3A45"/>
                          </a:solidFill>
                          <a:latin typeface="Arial" panose="020B0604020202020204" pitchFamily="34" charset="0"/>
                          <a:ea typeface="微软雅黑" panose="020B0503020204020204" charset="-122"/>
                          <a:cs typeface="微软雅黑" panose="020B0503020204020204" charset="-122"/>
                        </a:rPr>
                        <a:t>ms</a:t>
                      </a:r>
                      <a:endParaRPr sz="1400" b="0" dirty="0">
                        <a:solidFill>
                          <a:srgbClr val="2F3A45"/>
                        </a:solidFill>
                        <a:latin typeface="Arial" panose="020B0604020202020204" pitchFamily="34" charset="0"/>
                        <a:ea typeface="微软雅黑" panose="020B0503020204020204" charset="-122"/>
                        <a:cs typeface="微软雅黑" panose="020B0503020204020204" charset="-122"/>
                      </a:endParaRPr>
                    </a:p>
                  </a:txBody>
                  <a:tcPr marL="38100" marR="38100" marT="12700" marB="12700" anchor="ctr">
                    <a:lnL w="9525" cmpd="sng">
                      <a:solidFill>
                        <a:srgbClr val="D6DEE6"/>
                      </a:solidFill>
                      <a:prstDash val="solid"/>
                    </a:lnL>
                    <a:lnR w="9525" cmpd="sng">
                      <a:solidFill>
                        <a:srgbClr val="D6DEE6"/>
                      </a:solidFill>
                      <a:prstDash val="solid"/>
                    </a:lnR>
                    <a:lnT w="9525" cmpd="sng">
                      <a:solidFill>
                        <a:srgbClr val="D6DEE6"/>
                      </a:solidFill>
                      <a:prstDash val="solid"/>
                    </a:lnT>
                    <a:lnB w="9525" cmpd="sng">
                      <a:solidFill>
                        <a:srgbClr val="D6DEE6"/>
                      </a:solidFill>
                      <a:prstDash val="solid"/>
                    </a:lnB>
                    <a:solidFill>
                      <a:srgbClr val="FFFFFF"/>
                    </a:solidFill>
                  </a:tcPr>
                </a:tc>
                <a:extLst>
                  <a:ext uri="{0D108BD9-81ED-4DB2-BD59-A6C34878D82A}">
                    <a16:rowId xmlns:a16="http://schemas.microsoft.com/office/drawing/2014/main" val="10005"/>
                  </a:ext>
                </a:extLst>
              </a:tr>
              <a:tr h="522514">
                <a:tc>
                  <a:txBody>
                    <a:bodyPr/>
                    <a:lstStyle/>
                    <a:p>
                      <a:pPr algn="ctr">
                        <a:buNone/>
                      </a:pPr>
                      <a:r>
                        <a:rPr lang="en-US" altLang="zh-CN" sz="1400" b="1" dirty="0" smtClean="0">
                          <a:solidFill>
                            <a:srgbClr val="2F3A45"/>
                          </a:solidFill>
                          <a:latin typeface="Arial" panose="020B0604020202020204" pitchFamily="34" charset="0"/>
                          <a:ea typeface="微软雅黑" panose="020B0503020204020204" charset="-122"/>
                          <a:cs typeface="微软雅黑" panose="020B0503020204020204" charset="-122"/>
                        </a:rPr>
                        <a:t>CUDA C</a:t>
                      </a:r>
                      <a:endParaRPr sz="1400" b="1" dirty="0">
                        <a:solidFill>
                          <a:srgbClr val="2F3A45"/>
                        </a:solidFill>
                        <a:latin typeface="Arial" panose="020B0604020202020204" pitchFamily="34" charset="0"/>
                        <a:ea typeface="微软雅黑" panose="020B0503020204020204" charset="-122"/>
                        <a:cs typeface="微软雅黑" panose="020B0503020204020204" charset="-122"/>
                      </a:endParaRPr>
                    </a:p>
                  </a:txBody>
                  <a:tcPr marL="38100" marR="38100" marT="12700" marB="12700" anchor="ctr">
                    <a:lnL w="9525" cmpd="sng">
                      <a:solidFill>
                        <a:srgbClr val="D6DEE6"/>
                      </a:solidFill>
                      <a:prstDash val="solid"/>
                    </a:lnL>
                    <a:lnR w="9525" cmpd="sng">
                      <a:solidFill>
                        <a:srgbClr val="D6DEE6"/>
                      </a:solidFill>
                      <a:prstDash val="solid"/>
                    </a:lnR>
                    <a:lnT w="9525" cmpd="sng">
                      <a:solidFill>
                        <a:srgbClr val="D6DEE6"/>
                      </a:solidFill>
                      <a:prstDash val="solid"/>
                    </a:lnT>
                    <a:lnB w="9525" cmpd="sng">
                      <a:solidFill>
                        <a:srgbClr val="D6DEE6"/>
                      </a:solidFill>
                      <a:prstDash val="solid"/>
                    </a:lnB>
                    <a:solidFill>
                      <a:srgbClr val="EEF2F5"/>
                    </a:solidFill>
                  </a:tcPr>
                </a:tc>
                <a:tc>
                  <a:txBody>
                    <a:bodyPr/>
                    <a:lstStyle/>
                    <a:p>
                      <a:pPr algn="ctr">
                        <a:buNone/>
                      </a:pPr>
                      <a:r>
                        <a:rPr lang="en-US" sz="1400" b="0" dirty="0">
                          <a:solidFill>
                            <a:srgbClr val="2F3A45"/>
                          </a:solidFill>
                          <a:latin typeface="Arial" panose="020B0604020202020204" pitchFamily="34" charset="0"/>
                          <a:ea typeface="微软雅黑" panose="020B0503020204020204" charset="-122"/>
                          <a:cs typeface="微软雅黑" panose="020B0503020204020204" charset="-122"/>
                        </a:rPr>
                        <a:t>0.31</a:t>
                      </a:r>
                      <a:r>
                        <a:rPr sz="1400" b="0" dirty="0">
                          <a:solidFill>
                            <a:srgbClr val="2F3A45"/>
                          </a:solidFill>
                          <a:latin typeface="Arial" panose="020B0604020202020204" pitchFamily="34" charset="0"/>
                          <a:ea typeface="微软雅黑" panose="020B0503020204020204" charset="-122"/>
                          <a:cs typeface="微软雅黑" panose="020B0503020204020204" charset="-122"/>
                        </a:rPr>
                        <a:t>  /  </a:t>
                      </a:r>
                      <a:r>
                        <a:rPr lang="en-US" sz="1400" b="0" dirty="0">
                          <a:solidFill>
                            <a:srgbClr val="2F3A45"/>
                          </a:solidFill>
                          <a:latin typeface="Arial" panose="020B0604020202020204" pitchFamily="34" charset="0"/>
                          <a:ea typeface="微软雅黑" panose="020B0503020204020204" charset="-122"/>
                          <a:cs typeface="微软雅黑" panose="020B0503020204020204" charset="-122"/>
                        </a:rPr>
                        <a:t>0.45</a:t>
                      </a:r>
                      <a:r>
                        <a:rPr sz="1400" b="0" dirty="0">
                          <a:solidFill>
                            <a:srgbClr val="2F3A45"/>
                          </a:solidFill>
                          <a:latin typeface="Arial" panose="020B0604020202020204" pitchFamily="34" charset="0"/>
                          <a:ea typeface="微软雅黑" panose="020B0503020204020204" charset="-122"/>
                          <a:cs typeface="微软雅黑" panose="020B0503020204020204" charset="-122"/>
                        </a:rPr>
                        <a:t> </a:t>
                      </a:r>
                      <a:r>
                        <a:rPr sz="1400" b="0" dirty="0" err="1">
                          <a:solidFill>
                            <a:srgbClr val="2F3A45"/>
                          </a:solidFill>
                          <a:latin typeface="Arial" panose="020B0604020202020204" pitchFamily="34" charset="0"/>
                          <a:ea typeface="微软雅黑" panose="020B0503020204020204" charset="-122"/>
                          <a:cs typeface="微软雅黑" panose="020B0503020204020204" charset="-122"/>
                        </a:rPr>
                        <a:t>ms</a:t>
                      </a:r>
                      <a:endParaRPr sz="1400" b="0" dirty="0">
                        <a:solidFill>
                          <a:srgbClr val="2F3A45"/>
                        </a:solidFill>
                        <a:latin typeface="Arial" panose="020B0604020202020204" pitchFamily="34" charset="0"/>
                        <a:ea typeface="微软雅黑" panose="020B0503020204020204" charset="-122"/>
                        <a:cs typeface="微软雅黑" panose="020B0503020204020204" charset="-122"/>
                      </a:endParaRPr>
                    </a:p>
                  </a:txBody>
                  <a:tcPr marL="38100" marR="38100" marT="12700" marB="12700" anchor="ctr">
                    <a:lnL w="9525" cmpd="sng">
                      <a:solidFill>
                        <a:srgbClr val="D6DEE6"/>
                      </a:solidFill>
                      <a:prstDash val="solid"/>
                    </a:lnL>
                    <a:lnR w="9525" cmpd="sng">
                      <a:solidFill>
                        <a:srgbClr val="D6DEE6"/>
                      </a:solidFill>
                      <a:prstDash val="solid"/>
                    </a:lnR>
                    <a:lnT w="9525" cmpd="sng">
                      <a:solidFill>
                        <a:srgbClr val="D6DEE6"/>
                      </a:solidFill>
                      <a:prstDash val="solid"/>
                    </a:lnT>
                    <a:lnB w="9525" cmpd="sng">
                      <a:solidFill>
                        <a:srgbClr val="D6DEE6"/>
                      </a:solidFill>
                      <a:prstDash val="solid"/>
                    </a:lnB>
                    <a:solidFill>
                      <a:srgbClr val="F7F8FA"/>
                    </a:solidFill>
                  </a:tcPr>
                </a:tc>
                <a:tc>
                  <a:txBody>
                    <a:bodyPr/>
                    <a:lstStyle/>
                    <a:p>
                      <a:pPr algn="ctr">
                        <a:buNone/>
                      </a:pPr>
                      <a:r>
                        <a:rPr lang="en-US" sz="1400" b="0" dirty="0">
                          <a:solidFill>
                            <a:srgbClr val="2F3A45"/>
                          </a:solidFill>
                          <a:latin typeface="Arial" panose="020B0604020202020204" pitchFamily="34" charset="0"/>
                          <a:ea typeface="微软雅黑" panose="020B0503020204020204" charset="-122"/>
                          <a:cs typeface="微软雅黑" panose="020B0503020204020204" charset="-122"/>
                        </a:rPr>
                        <a:t>0.16</a:t>
                      </a:r>
                      <a:r>
                        <a:rPr sz="1400" b="0" dirty="0">
                          <a:solidFill>
                            <a:srgbClr val="2F3A45"/>
                          </a:solidFill>
                          <a:latin typeface="Arial" panose="020B0604020202020204" pitchFamily="34" charset="0"/>
                          <a:ea typeface="微软雅黑" panose="020B0503020204020204" charset="-122"/>
                          <a:cs typeface="微软雅黑" panose="020B0503020204020204" charset="-122"/>
                        </a:rPr>
                        <a:t>  /  </a:t>
                      </a:r>
                      <a:r>
                        <a:rPr lang="en-US" sz="1400" b="0" dirty="0">
                          <a:solidFill>
                            <a:srgbClr val="2F3A45"/>
                          </a:solidFill>
                          <a:latin typeface="Arial" panose="020B0604020202020204" pitchFamily="34" charset="0"/>
                          <a:ea typeface="微软雅黑" panose="020B0503020204020204" charset="-122"/>
                          <a:cs typeface="微软雅黑" panose="020B0503020204020204" charset="-122"/>
                        </a:rPr>
                        <a:t>0.17</a:t>
                      </a:r>
                      <a:r>
                        <a:rPr sz="1400" b="0" dirty="0">
                          <a:solidFill>
                            <a:srgbClr val="2F3A45"/>
                          </a:solidFill>
                          <a:latin typeface="Arial" panose="020B0604020202020204" pitchFamily="34" charset="0"/>
                          <a:ea typeface="微软雅黑" panose="020B0503020204020204" charset="-122"/>
                          <a:cs typeface="微软雅黑" panose="020B0503020204020204" charset="-122"/>
                        </a:rPr>
                        <a:t> </a:t>
                      </a:r>
                      <a:r>
                        <a:rPr sz="1400" b="0" dirty="0" err="1">
                          <a:solidFill>
                            <a:srgbClr val="2F3A45"/>
                          </a:solidFill>
                          <a:latin typeface="Arial" panose="020B0604020202020204" pitchFamily="34" charset="0"/>
                          <a:ea typeface="微软雅黑" panose="020B0503020204020204" charset="-122"/>
                          <a:cs typeface="微软雅黑" panose="020B0503020204020204" charset="-122"/>
                        </a:rPr>
                        <a:t>ms</a:t>
                      </a:r>
                      <a:endParaRPr sz="1400" b="0" dirty="0">
                        <a:solidFill>
                          <a:srgbClr val="2F3A45"/>
                        </a:solidFill>
                        <a:latin typeface="Arial" panose="020B0604020202020204" pitchFamily="34" charset="0"/>
                        <a:ea typeface="微软雅黑" panose="020B0503020204020204" charset="-122"/>
                        <a:cs typeface="微软雅黑" panose="020B0503020204020204" charset="-122"/>
                      </a:endParaRPr>
                    </a:p>
                  </a:txBody>
                  <a:tcPr marL="38100" marR="38100" marT="12700" marB="12700" anchor="ctr">
                    <a:lnL w="9525" cmpd="sng">
                      <a:solidFill>
                        <a:srgbClr val="D6DEE6"/>
                      </a:solidFill>
                      <a:prstDash val="solid"/>
                    </a:lnL>
                    <a:lnR w="9525" cmpd="sng">
                      <a:solidFill>
                        <a:srgbClr val="D6DEE6"/>
                      </a:solidFill>
                      <a:prstDash val="solid"/>
                    </a:lnR>
                    <a:lnT w="9525" cmpd="sng">
                      <a:solidFill>
                        <a:srgbClr val="D6DEE6"/>
                      </a:solidFill>
                      <a:prstDash val="solid"/>
                    </a:lnT>
                    <a:lnB w="9525" cmpd="sng">
                      <a:solidFill>
                        <a:srgbClr val="D6DEE6"/>
                      </a:solidFill>
                      <a:prstDash val="solid"/>
                    </a:lnB>
                    <a:solidFill>
                      <a:srgbClr val="F7F8FA"/>
                    </a:solidFill>
                  </a:tcPr>
                </a:tc>
                <a:tc>
                  <a:txBody>
                    <a:bodyPr/>
                    <a:lstStyle/>
                    <a:p>
                      <a:pPr algn="ctr">
                        <a:buNone/>
                      </a:pPr>
                      <a:r>
                        <a:rPr lang="en-US" sz="1400" b="0" dirty="0">
                          <a:solidFill>
                            <a:srgbClr val="2F3A45"/>
                          </a:solidFill>
                          <a:latin typeface="Arial" panose="020B0604020202020204" pitchFamily="34" charset="0"/>
                          <a:ea typeface="微软雅黑" panose="020B0503020204020204" charset="-122"/>
                          <a:cs typeface="微软雅黑" panose="020B0503020204020204" charset="-122"/>
                        </a:rPr>
                        <a:t>48.26</a:t>
                      </a:r>
                      <a:r>
                        <a:rPr sz="1400" b="0" dirty="0">
                          <a:solidFill>
                            <a:srgbClr val="2F3A45"/>
                          </a:solidFill>
                          <a:latin typeface="Arial" panose="020B0604020202020204" pitchFamily="34" charset="0"/>
                          <a:ea typeface="微软雅黑" panose="020B0503020204020204" charset="-122"/>
                          <a:cs typeface="微软雅黑" panose="020B0503020204020204" charset="-122"/>
                        </a:rPr>
                        <a:t>  /  </a:t>
                      </a:r>
                      <a:r>
                        <a:rPr lang="en-US" sz="1400" b="0" dirty="0">
                          <a:solidFill>
                            <a:srgbClr val="2F3A45"/>
                          </a:solidFill>
                          <a:latin typeface="Arial" panose="020B0604020202020204" pitchFamily="34" charset="0"/>
                          <a:ea typeface="微软雅黑" panose="020B0503020204020204" charset="-122"/>
                          <a:cs typeface="微软雅黑" panose="020B0503020204020204" charset="-122"/>
                        </a:rPr>
                        <a:t>15.59</a:t>
                      </a:r>
                      <a:r>
                        <a:rPr sz="1400" b="0" dirty="0">
                          <a:solidFill>
                            <a:srgbClr val="2F3A45"/>
                          </a:solidFill>
                          <a:latin typeface="Arial" panose="020B0604020202020204" pitchFamily="34" charset="0"/>
                          <a:ea typeface="微软雅黑" panose="020B0503020204020204" charset="-122"/>
                          <a:cs typeface="微软雅黑" panose="020B0503020204020204" charset="-122"/>
                        </a:rPr>
                        <a:t> </a:t>
                      </a:r>
                      <a:r>
                        <a:rPr sz="1400" b="0" dirty="0" err="1">
                          <a:solidFill>
                            <a:srgbClr val="2F3A45"/>
                          </a:solidFill>
                          <a:latin typeface="Arial" panose="020B0604020202020204" pitchFamily="34" charset="0"/>
                          <a:ea typeface="微软雅黑" panose="020B0503020204020204" charset="-122"/>
                          <a:cs typeface="微软雅黑" panose="020B0503020204020204" charset="-122"/>
                        </a:rPr>
                        <a:t>ms</a:t>
                      </a:r>
                      <a:endParaRPr sz="1400" b="0" dirty="0">
                        <a:solidFill>
                          <a:srgbClr val="2F3A45"/>
                        </a:solidFill>
                        <a:latin typeface="Arial" panose="020B0604020202020204" pitchFamily="34" charset="0"/>
                        <a:ea typeface="微软雅黑" panose="020B0503020204020204" charset="-122"/>
                        <a:cs typeface="微软雅黑" panose="020B0503020204020204" charset="-122"/>
                      </a:endParaRPr>
                    </a:p>
                  </a:txBody>
                  <a:tcPr marL="38100" marR="38100" marT="12700" marB="12700" anchor="ctr">
                    <a:lnL w="9525" cmpd="sng">
                      <a:solidFill>
                        <a:srgbClr val="D6DEE6"/>
                      </a:solidFill>
                      <a:prstDash val="solid"/>
                    </a:lnL>
                    <a:lnR w="9525" cmpd="sng">
                      <a:solidFill>
                        <a:srgbClr val="D6DEE6"/>
                      </a:solidFill>
                      <a:prstDash val="solid"/>
                    </a:lnR>
                    <a:lnT w="9525" cmpd="sng">
                      <a:solidFill>
                        <a:srgbClr val="D6DEE6"/>
                      </a:solidFill>
                      <a:prstDash val="solid"/>
                    </a:lnT>
                    <a:lnB w="9525" cmpd="sng">
                      <a:solidFill>
                        <a:srgbClr val="D6DEE6"/>
                      </a:solidFill>
                      <a:prstDash val="solid"/>
                    </a:lnB>
                    <a:solidFill>
                      <a:srgbClr val="F7F8FA"/>
                    </a:solidFill>
                  </a:tcPr>
                </a:tc>
                <a:extLst>
                  <a:ext uri="{0D108BD9-81ED-4DB2-BD59-A6C34878D82A}">
                    <a16:rowId xmlns:a16="http://schemas.microsoft.com/office/drawing/2014/main" val="10006"/>
                  </a:ext>
                </a:extLst>
              </a:tr>
            </a:tbl>
          </a:graphicData>
        </a:graphic>
      </p:graphicFrame>
      <p:sp>
        <p:nvSpPr>
          <p:cNvPr id="2" name="slide-7-page-number"/>
          <p:cNvSpPr>
            <a:spLocks noGrp="1"/>
          </p:cNvSpPr>
          <p:nvPr/>
        </p:nvSpPr>
        <p:spPr>
          <a:xfrm>
            <a:off x="11366500" y="317500"/>
            <a:ext cx="330200" cy="279400"/>
          </a:xfrm>
          <a:prstGeom prst="roundRect">
            <a:avLst>
              <a:gd name="adj" fmla="val 14706"/>
            </a:avLst>
          </a:prstGeom>
          <a:noFill/>
          <a:ln w="9525">
            <a:noFill/>
            <a:prstDash val="solid"/>
          </a:ln>
          <a:effectLst/>
          <a:extLst>
            <a:ext uri="{909E8E84-426E-40DD-AFC4-6F175D3DCCD1}">
              <a14:hiddenFill xmlns:a14="http://schemas.microsoft.com/office/drawing/2010/main">
                <a:solidFill>
                  <a:srgbClr val="294A6D"/>
                </a:solidFill>
              </a14:hiddenFill>
            </a:ext>
            <a:ext uri="{91240B29-F687-4F45-9708-019B960494DF}">
              <a14:hiddenLine xmlns:a14="http://schemas.microsoft.com/office/drawing/2010/main" w="9525">
                <a:solidFill>
                  <a:srgbClr val="294A6D"/>
                </a:solidFill>
                <a:prstDash val="solid"/>
              </a14:hiddenLine>
            </a:ext>
          </a:extLst>
        </p:spPr>
        <p:txBody>
          <a:bodyPr wrap="square" lIns="0" tIns="0" rIns="0" bIns="0" anchor="ctr">
            <a:noAutofit/>
          </a:bodyPr>
          <a:lstStyle/>
          <a:p>
            <a:pPr algn="ctr">
              <a:buNone/>
              <a:defRPr sz="1200" b="1">
                <a:solidFill>
                  <a:srgbClr val="FFFFFF"/>
                </a:solidFill>
                <a:latin typeface="微软雅黑" panose="020B0503020204020204" charset="-122"/>
                <a:ea typeface="微软雅黑" panose="020B0503020204020204" charset="-122"/>
                <a:cs typeface="微软雅黑" panose="020B0503020204020204" charset="-122"/>
              </a:defRPr>
            </a:pPr>
            <a:r>
              <a:rPr lang="en-US" sz="1200" b="1" dirty="0" smtClean="0">
                <a:solidFill>
                  <a:srgbClr val="66737F"/>
                </a:solidFill>
                <a:latin typeface="Arial" panose="020B0604020202020204" pitchFamily="34" charset="0"/>
                <a:ea typeface="微软雅黑" panose="020B0503020204020204" charset="-122"/>
                <a:cs typeface="微软雅黑" panose="020B0503020204020204" charset="-122"/>
              </a:rPr>
              <a:t>18</a:t>
            </a:r>
            <a:endParaRPr lang="en-US" sz="1200" b="1" dirty="0">
              <a:solidFill>
                <a:srgbClr val="66737F"/>
              </a:solidFill>
              <a:latin typeface="Arial" panose="020B0604020202020204" pitchFamily="34" charset="0"/>
              <a:ea typeface="微软雅黑" panose="020B0503020204020204" charset="-122"/>
              <a:cs typeface="微软雅黑" panose="020B0503020204020204" charset="-122"/>
            </a:endParaRPr>
          </a:p>
        </p:txBody>
      </p:sp>
      <p:sp>
        <p:nvSpPr>
          <p:cNvPr id="8" name="s15-observation-heading"/>
          <p:cNvSpPr txBox="1"/>
          <p:nvPr/>
        </p:nvSpPr>
        <p:spPr>
          <a:xfrm>
            <a:off x="1193800" y="5105400"/>
            <a:ext cx="9779000" cy="369332"/>
          </a:xfrm>
          <a:prstGeom prst="rect">
            <a:avLst/>
          </a:prstGeom>
          <a:noFill/>
        </p:spPr>
        <p:txBody>
          <a:bodyPr vert="horz" wrap="square" lIns="0" tIns="0" rIns="0" bIns="0" rtlCol="0" anchor="t">
            <a:noAutofit/>
          </a:bodyPr>
          <a:lstStyle/>
          <a:p>
            <a:r>
              <a:rPr lang="zh-CN" altLang="en-US" sz="1500" b="1">
                <a:solidFill>
                  <a:srgbClr val="243B53"/>
                </a:solidFill>
                <a:latin typeface="Arial" panose="020B0604020202020204" pitchFamily="34" charset="0"/>
                <a:ea typeface="微软雅黑" panose="020B0503020204020204" charset="-122"/>
              </a:rPr>
              <a:t>结果观察</a:t>
            </a:r>
          </a:p>
        </p:txBody>
      </p:sp>
      <p:sp>
        <p:nvSpPr>
          <p:cNvPr id="10" name="s15-observation-body"/>
          <p:cNvSpPr txBox="1"/>
          <p:nvPr/>
        </p:nvSpPr>
        <p:spPr>
          <a:xfrm>
            <a:off x="1193800" y="5448300"/>
            <a:ext cx="9779000" cy="939800"/>
          </a:xfrm>
          <a:prstGeom prst="rect">
            <a:avLst/>
          </a:prstGeom>
          <a:noFill/>
        </p:spPr>
        <p:txBody>
          <a:bodyPr vert="horz" wrap="square" lIns="0" tIns="0" rIns="0" bIns="0" rtlCol="0" anchor="t">
            <a:noAutofit/>
          </a:bodyPr>
          <a:lstStyle/>
          <a:p>
            <a:pPr>
              <a:spcAft>
                <a:spcPts val="500"/>
              </a:spcAft>
            </a:pPr>
            <a:r>
              <a:rPr lang="en-US" altLang="zh-CN" sz="1250" dirty="0">
                <a:solidFill>
                  <a:srgbClr val="2F3A45"/>
                </a:solidFill>
                <a:latin typeface="Arial" panose="020B0604020202020204" pitchFamily="34" charset="0"/>
                <a:ea typeface="微软雅黑" panose="020B0503020204020204" charset="-122"/>
              </a:rPr>
              <a:t>• MLU Triton</a:t>
            </a:r>
            <a:r>
              <a:rPr lang="zh-CN" altLang="en-US" sz="1250" dirty="0">
                <a:solidFill>
                  <a:srgbClr val="2F3A45"/>
                </a:solidFill>
                <a:latin typeface="Arial" panose="020B0604020202020204" pitchFamily="34" charset="0"/>
                <a:ea typeface="微软雅黑" panose="020B0503020204020204" charset="-122"/>
              </a:rPr>
              <a:t>：</a:t>
            </a:r>
            <a:r>
              <a:rPr lang="en-US" altLang="zh-CN" sz="1250" dirty="0" err="1">
                <a:solidFill>
                  <a:srgbClr val="2F3A45"/>
                </a:solidFill>
                <a:latin typeface="Arial" panose="020B0604020202020204" pitchFamily="34" charset="0"/>
                <a:ea typeface="微软雅黑" panose="020B0503020204020204" charset="-122"/>
              </a:rPr>
              <a:t>LayerNorm</a:t>
            </a:r>
            <a:r>
              <a:rPr lang="en-US" altLang="zh-CN" sz="1250" dirty="0">
                <a:solidFill>
                  <a:srgbClr val="2F3A45"/>
                </a:solidFill>
                <a:latin typeface="Arial" panose="020B0604020202020204" pitchFamily="34" charset="0"/>
                <a:ea typeface="微软雅黑" panose="020B0503020204020204" charset="-122"/>
              </a:rPr>
              <a:t> </a:t>
            </a:r>
            <a:r>
              <a:rPr lang="zh-CN" altLang="en-US" sz="1250" dirty="0">
                <a:solidFill>
                  <a:srgbClr val="2F3A45"/>
                </a:solidFill>
                <a:latin typeface="Arial" panose="020B0604020202020204" pitchFamily="34" charset="0"/>
                <a:ea typeface="微软雅黑" panose="020B0503020204020204" charset="-122"/>
              </a:rPr>
              <a:t>与 </a:t>
            </a:r>
            <a:r>
              <a:rPr lang="en-US" altLang="zh-CN" sz="1250" dirty="0" err="1">
                <a:solidFill>
                  <a:srgbClr val="2F3A45"/>
                </a:solidFill>
                <a:latin typeface="Arial" panose="020B0604020202020204" pitchFamily="34" charset="0"/>
                <a:ea typeface="微软雅黑" panose="020B0503020204020204" charset="-122"/>
              </a:rPr>
              <a:t>PyTorch</a:t>
            </a:r>
            <a:r>
              <a:rPr lang="en-US" altLang="zh-CN" sz="1250" dirty="0">
                <a:solidFill>
                  <a:srgbClr val="2F3A45"/>
                </a:solidFill>
                <a:latin typeface="Arial" panose="020B0604020202020204" pitchFamily="34" charset="0"/>
                <a:ea typeface="微软雅黑" panose="020B0503020204020204" charset="-122"/>
              </a:rPr>
              <a:t>-MLU </a:t>
            </a:r>
            <a:r>
              <a:rPr lang="zh-CN" altLang="en-US" sz="1250" dirty="0">
                <a:solidFill>
                  <a:srgbClr val="2F3A45"/>
                </a:solidFill>
                <a:latin typeface="Arial" panose="020B0604020202020204" pitchFamily="34" charset="0"/>
                <a:ea typeface="微软雅黑" panose="020B0503020204020204" charset="-122"/>
              </a:rPr>
              <a:t>持平，</a:t>
            </a:r>
            <a:r>
              <a:rPr lang="en-US" altLang="zh-CN" sz="1250" dirty="0">
                <a:solidFill>
                  <a:srgbClr val="2F3A45"/>
                </a:solidFill>
                <a:latin typeface="Arial" panose="020B0604020202020204" pitchFamily="34" charset="0"/>
                <a:ea typeface="微软雅黑" panose="020B0503020204020204" charset="-122"/>
              </a:rPr>
              <a:t>0.15 / 0.15 </a:t>
            </a:r>
            <a:r>
              <a:rPr lang="en-US" altLang="zh-CN" sz="1250" dirty="0" err="1">
                <a:solidFill>
                  <a:srgbClr val="2F3A45"/>
                </a:solidFill>
                <a:latin typeface="Arial" panose="020B0604020202020204" pitchFamily="34" charset="0"/>
                <a:ea typeface="微软雅黑" panose="020B0503020204020204" charset="-122"/>
              </a:rPr>
              <a:t>ms</a:t>
            </a:r>
            <a:r>
              <a:rPr lang="zh-CN" altLang="en-US" sz="1250" dirty="0">
                <a:solidFill>
                  <a:srgbClr val="2F3A45"/>
                </a:solidFill>
                <a:latin typeface="Arial" panose="020B0604020202020204" pitchFamily="34" charset="0"/>
                <a:ea typeface="微软雅黑" panose="020B0503020204020204" charset="-122"/>
              </a:rPr>
              <a:t>；</a:t>
            </a:r>
            <a:r>
              <a:rPr lang="en-US" altLang="zh-CN" sz="1250" dirty="0" err="1">
                <a:solidFill>
                  <a:srgbClr val="2F3A45"/>
                </a:solidFill>
                <a:latin typeface="Arial" panose="020B0604020202020204" pitchFamily="34" charset="0"/>
                <a:ea typeface="微软雅黑" panose="020B0503020204020204" charset="-122"/>
              </a:rPr>
              <a:t>Softmax</a:t>
            </a:r>
            <a:r>
              <a:rPr lang="en-US" altLang="zh-CN" sz="1250" dirty="0">
                <a:solidFill>
                  <a:srgbClr val="2F3A45"/>
                </a:solidFill>
                <a:latin typeface="Arial" panose="020B0604020202020204" pitchFamily="34" charset="0"/>
                <a:ea typeface="微软雅黑" panose="020B0503020204020204" charset="-122"/>
              </a:rPr>
              <a:t> </a:t>
            </a:r>
            <a:r>
              <a:rPr lang="zh-CN" altLang="en-US" sz="1250" dirty="0">
                <a:solidFill>
                  <a:srgbClr val="2F3A45"/>
                </a:solidFill>
                <a:latin typeface="Arial" panose="020B0604020202020204" pitchFamily="34" charset="0"/>
                <a:ea typeface="微软雅黑" panose="020B0503020204020204" charset="-122"/>
              </a:rPr>
              <a:t>更快，</a:t>
            </a:r>
            <a:r>
              <a:rPr lang="en-US" altLang="zh-CN" sz="1250" dirty="0">
                <a:solidFill>
                  <a:srgbClr val="2F3A45"/>
                </a:solidFill>
                <a:latin typeface="Arial" panose="020B0604020202020204" pitchFamily="34" charset="0"/>
                <a:ea typeface="微软雅黑" panose="020B0503020204020204" charset="-122"/>
              </a:rPr>
              <a:t>0.086 / 0.11 </a:t>
            </a:r>
            <a:r>
              <a:rPr lang="en-US" altLang="zh-CN" sz="1250" dirty="0" err="1">
                <a:solidFill>
                  <a:srgbClr val="2F3A45"/>
                </a:solidFill>
                <a:latin typeface="Arial" panose="020B0604020202020204" pitchFamily="34" charset="0"/>
                <a:ea typeface="微软雅黑" panose="020B0503020204020204" charset="-122"/>
              </a:rPr>
              <a:t>ms</a:t>
            </a:r>
            <a:r>
              <a:rPr lang="zh-CN" altLang="en-US" sz="1250" dirty="0">
                <a:solidFill>
                  <a:srgbClr val="2F3A45"/>
                </a:solidFill>
                <a:latin typeface="Arial" panose="020B0604020202020204" pitchFamily="34" charset="0"/>
                <a:ea typeface="微软雅黑" panose="020B0503020204020204" charset="-122"/>
              </a:rPr>
              <a:t>；</a:t>
            </a:r>
            <a:r>
              <a:rPr lang="en-US" altLang="zh-CN" sz="1250" dirty="0" err="1">
                <a:solidFill>
                  <a:srgbClr val="2F3A45"/>
                </a:solidFill>
                <a:latin typeface="Arial" panose="020B0604020202020204" pitchFamily="34" charset="0"/>
                <a:ea typeface="微软雅黑" panose="020B0503020204020204" charset="-122"/>
              </a:rPr>
              <a:t>MatMul</a:t>
            </a:r>
            <a:r>
              <a:rPr lang="en-US" altLang="zh-CN" sz="1250" dirty="0">
                <a:solidFill>
                  <a:srgbClr val="2F3A45"/>
                </a:solidFill>
                <a:latin typeface="Arial" panose="020B0604020202020204" pitchFamily="34" charset="0"/>
                <a:ea typeface="微软雅黑" panose="020B0503020204020204" charset="-122"/>
              </a:rPr>
              <a:t> </a:t>
            </a:r>
            <a:r>
              <a:rPr lang="zh-CN" altLang="en-US" sz="1250" dirty="0">
                <a:solidFill>
                  <a:srgbClr val="2F3A45"/>
                </a:solidFill>
                <a:latin typeface="Arial" panose="020B0604020202020204" pitchFamily="34" charset="0"/>
                <a:ea typeface="微软雅黑" panose="020B0503020204020204" charset="-122"/>
              </a:rPr>
              <a:t>仍较慢，</a:t>
            </a:r>
            <a:r>
              <a:rPr lang="en-US" altLang="zh-CN" sz="1250" dirty="0">
                <a:solidFill>
                  <a:srgbClr val="2F3A45"/>
                </a:solidFill>
                <a:latin typeface="Arial" panose="020B0604020202020204" pitchFamily="34" charset="0"/>
                <a:ea typeface="微软雅黑" panose="020B0503020204020204" charset="-122"/>
              </a:rPr>
              <a:t>11.84 / 5.3 </a:t>
            </a:r>
            <a:r>
              <a:rPr lang="en-US" altLang="zh-CN" sz="1250" dirty="0" err="1">
                <a:solidFill>
                  <a:srgbClr val="2F3A45"/>
                </a:solidFill>
                <a:latin typeface="Arial" panose="020B0604020202020204" pitchFamily="34" charset="0"/>
                <a:ea typeface="微软雅黑" panose="020B0503020204020204" charset="-122"/>
              </a:rPr>
              <a:t>ms</a:t>
            </a:r>
            <a:r>
              <a:rPr lang="zh-CN" altLang="en-US" sz="1250" dirty="0">
                <a:solidFill>
                  <a:srgbClr val="2F3A45"/>
                </a:solidFill>
                <a:latin typeface="Arial" panose="020B0604020202020204" pitchFamily="34" charset="0"/>
                <a:ea typeface="微软雅黑" panose="020B0503020204020204" charset="-122"/>
              </a:rPr>
              <a:t>。</a:t>
            </a:r>
          </a:p>
          <a:p>
            <a:pPr>
              <a:spcAft>
                <a:spcPts val="500"/>
              </a:spcAft>
            </a:pPr>
            <a:r>
              <a:rPr lang="en-US" altLang="zh-CN" sz="1250" dirty="0">
                <a:solidFill>
                  <a:srgbClr val="2F3A45"/>
                </a:solidFill>
                <a:latin typeface="Arial" panose="020B0604020202020204" pitchFamily="34" charset="0"/>
                <a:ea typeface="微软雅黑" panose="020B0503020204020204" charset="-122"/>
              </a:rPr>
              <a:t>• BANG C </a:t>
            </a:r>
            <a:r>
              <a:rPr lang="zh-CN" altLang="en-US" sz="1250" dirty="0">
                <a:solidFill>
                  <a:srgbClr val="2F3A45"/>
                </a:solidFill>
                <a:latin typeface="Arial" panose="020B0604020202020204" pitchFamily="34" charset="0"/>
                <a:ea typeface="微软雅黑" panose="020B0503020204020204" charset="-122"/>
              </a:rPr>
              <a:t>三项 </a:t>
            </a:r>
            <a:r>
              <a:rPr lang="en-US" altLang="zh-CN" sz="1250" dirty="0">
                <a:solidFill>
                  <a:srgbClr val="2F3A45"/>
                </a:solidFill>
                <a:latin typeface="Arial" panose="020B0604020202020204" pitchFamily="34" charset="0"/>
                <a:ea typeface="微软雅黑" panose="020B0503020204020204" charset="-122"/>
              </a:rPr>
              <a:t>Kernel </a:t>
            </a:r>
            <a:r>
              <a:rPr lang="zh-CN" altLang="en-US" sz="1250" dirty="0">
                <a:solidFill>
                  <a:srgbClr val="2F3A45"/>
                </a:solidFill>
                <a:latin typeface="Arial" panose="020B0604020202020204" pitchFamily="34" charset="0"/>
                <a:ea typeface="微软雅黑" panose="020B0503020204020204" charset="-122"/>
              </a:rPr>
              <a:t>耗时均高于同平台 </a:t>
            </a:r>
            <a:r>
              <a:rPr lang="en-US" altLang="zh-CN" sz="1250" dirty="0" err="1">
                <a:solidFill>
                  <a:srgbClr val="2F3A45"/>
                </a:solidFill>
                <a:latin typeface="Arial" panose="020B0604020202020204" pitchFamily="34" charset="0"/>
                <a:ea typeface="微软雅黑" panose="020B0503020204020204" charset="-122"/>
              </a:rPr>
              <a:t>PyTorch</a:t>
            </a:r>
            <a:r>
              <a:rPr lang="zh-CN" altLang="en-US" sz="1250" dirty="0">
                <a:solidFill>
                  <a:srgbClr val="2F3A45"/>
                </a:solidFill>
                <a:latin typeface="Arial" panose="020B0604020202020204" pitchFamily="34" charset="0"/>
                <a:ea typeface="微软雅黑" panose="020B0503020204020204" charset="-122"/>
              </a:rPr>
              <a:t>；</a:t>
            </a:r>
            <a:r>
              <a:rPr lang="en-US" altLang="zh-CN" sz="1250" dirty="0" err="1">
                <a:solidFill>
                  <a:srgbClr val="2F3A45"/>
                </a:solidFill>
                <a:latin typeface="Arial" panose="020B0604020202020204" pitchFamily="34" charset="0"/>
                <a:ea typeface="微软雅黑" panose="020B0503020204020204" charset="-122"/>
              </a:rPr>
              <a:t>LayerNorm</a:t>
            </a:r>
            <a:r>
              <a:rPr lang="en-US" altLang="zh-CN" sz="1250" dirty="0">
                <a:solidFill>
                  <a:srgbClr val="2F3A45"/>
                </a:solidFill>
                <a:latin typeface="Arial" panose="020B0604020202020204" pitchFamily="34" charset="0"/>
                <a:ea typeface="微软雅黑" panose="020B0503020204020204" charset="-122"/>
              </a:rPr>
              <a:t> </a:t>
            </a:r>
            <a:r>
              <a:rPr lang="zh-CN" altLang="en-US" sz="1250" dirty="0">
                <a:solidFill>
                  <a:srgbClr val="2F3A45"/>
                </a:solidFill>
                <a:latin typeface="Arial" panose="020B0604020202020204" pitchFamily="34" charset="0"/>
                <a:ea typeface="微软雅黑" panose="020B0503020204020204" charset="-122"/>
              </a:rPr>
              <a:t>与 </a:t>
            </a:r>
            <a:r>
              <a:rPr lang="en-US" altLang="zh-CN" sz="1250" dirty="0" err="1">
                <a:solidFill>
                  <a:srgbClr val="2F3A45"/>
                </a:solidFill>
                <a:latin typeface="Arial" panose="020B0604020202020204" pitchFamily="34" charset="0"/>
                <a:ea typeface="微软雅黑" panose="020B0503020204020204" charset="-122"/>
              </a:rPr>
              <a:t>Softmax</a:t>
            </a:r>
            <a:r>
              <a:rPr lang="en-US" altLang="zh-CN" sz="1250" dirty="0">
                <a:solidFill>
                  <a:srgbClr val="2F3A45"/>
                </a:solidFill>
                <a:latin typeface="Arial" panose="020B0604020202020204" pitchFamily="34" charset="0"/>
                <a:ea typeface="微软雅黑" panose="020B0503020204020204" charset="-122"/>
              </a:rPr>
              <a:t> </a:t>
            </a:r>
            <a:r>
              <a:rPr lang="zh-CN" altLang="en-US" sz="1250" dirty="0">
                <a:solidFill>
                  <a:srgbClr val="2F3A45"/>
                </a:solidFill>
                <a:latin typeface="Arial" panose="020B0604020202020204" pitchFamily="34" charset="0"/>
                <a:ea typeface="微软雅黑" panose="020B0503020204020204" charset="-122"/>
              </a:rPr>
              <a:t>差距最突出。</a:t>
            </a:r>
          </a:p>
        </p:txBody>
      </p:sp>
      <p:sp>
        <p:nvSpPr>
          <p:cNvPr id="11" name="slide-1-title"/>
          <p:cNvSpPr>
            <a:spLocks noGrp="1"/>
          </p:cNvSpPr>
          <p:nvPr/>
        </p:nvSpPr>
        <p:spPr>
          <a:xfrm>
            <a:off x="342900" y="223460"/>
            <a:ext cx="635000" cy="495300"/>
          </a:xfrm>
          <a:prstGeom prst="rect">
            <a:avLst/>
          </a:prstGeom>
          <a:noFill/>
          <a:ln w="0">
            <a:noFill/>
            <a:prstDash val="solid"/>
          </a:ln>
          <a:effectLst/>
        </p:spPr>
        <p:txBody>
          <a:bodyPr wrap="square" lIns="0" tIns="0" rIns="0" bIns="0" anchor="t">
            <a:noAutofit/>
          </a:bodyPr>
          <a:lstStyle/>
          <a:p>
            <a:pPr>
              <a:buNone/>
              <a:defRPr sz="3000" b="1">
                <a:solidFill>
                  <a:srgbClr val="072A67"/>
                </a:solidFill>
                <a:latin typeface="微软雅黑" panose="020B0503020204020204" charset="-122"/>
                <a:ea typeface="微软雅黑" panose="020B0503020204020204" charset="-122"/>
                <a:cs typeface="微软雅黑" panose="020B0503020204020204" charset="-122"/>
              </a:defRPr>
            </a:pPr>
            <a:r>
              <a:rPr lang="en-US" sz="3000" b="1" dirty="0">
                <a:solidFill>
                  <a:srgbClr val="243B53"/>
                </a:solidFill>
                <a:latin typeface="Arial" panose="020B0604020202020204" pitchFamily="34" charset="0"/>
                <a:ea typeface="微软雅黑" panose="020B0503020204020204" charset="-122"/>
                <a:cs typeface="微软雅黑" panose="020B0503020204020204" charset="-122"/>
              </a:rPr>
              <a:t>3.4</a:t>
            </a:r>
            <a:endParaRPr sz="3000" b="1" dirty="0">
              <a:solidFill>
                <a:srgbClr val="243B53"/>
              </a:solidFill>
              <a:latin typeface="Arial" panose="020B0604020202020204" pitchFamily="34" charset="0"/>
              <a:ea typeface="微软雅黑" panose="020B0503020204020204" charset="-122"/>
              <a:cs typeface="微软雅黑" panose="020B0503020204020204" charset="-122"/>
            </a:endParaRPr>
          </a:p>
        </p:txBody>
      </p:sp>
      <p:sp>
        <p:nvSpPr>
          <p:cNvPr id="12" name="s15-title-rule"/>
          <p:cNvSpPr>
            <a:spLocks noGrp="1"/>
          </p:cNvSpPr>
          <p:nvPr/>
        </p:nvSpPr>
        <p:spPr>
          <a:xfrm>
            <a:off x="247650" y="714375"/>
            <a:ext cx="11734800" cy="19050"/>
          </a:xfrm>
          <a:prstGeom prst="rect">
            <a:avLst/>
          </a:prstGeom>
          <a:solidFill>
            <a:srgbClr val="5B7188"/>
          </a:solidFill>
          <a:ln w="0">
            <a:solidFill>
              <a:srgbClr val="294A6D"/>
            </a:solidFill>
            <a:prstDash val="solid"/>
          </a:ln>
          <a:effectLst/>
        </p:spPr>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bg>
      <p:bgPr>
        <a:solidFill>
          <a:srgbClr val="F7F8FA"/>
        </a:solidFill>
        <a:effectLst/>
      </p:bgPr>
    </p:bg>
    <p:spTree>
      <p:nvGrpSpPr>
        <p:cNvPr id="1" name=""/>
        <p:cNvGrpSpPr/>
        <p:nvPr/>
      </p:nvGrpSpPr>
      <p:grpSpPr>
        <a:xfrm>
          <a:off x="0" y="0"/>
          <a:ext cx="0" cy="0"/>
          <a:chOff x="0" y="0"/>
          <a:chExt cx="0" cy="0"/>
        </a:xfrm>
      </p:grpSpPr>
      <p:sp>
        <p:nvSpPr>
          <p:cNvPr id="6" name="slide-11-title"/>
          <p:cNvSpPr>
            <a:spLocks noGrp="1"/>
          </p:cNvSpPr>
          <p:nvPr/>
        </p:nvSpPr>
        <p:spPr>
          <a:xfrm>
            <a:off x="977900" y="241755"/>
            <a:ext cx="9144000" cy="495300"/>
          </a:xfrm>
          <a:prstGeom prst="rect">
            <a:avLst/>
          </a:prstGeom>
          <a:noFill/>
          <a:ln w="0">
            <a:noFill/>
            <a:prstDash val="solid"/>
          </a:ln>
          <a:effectLst/>
          <a:extLst>
            <a:ext uri="{909E8E84-426E-40DD-AFC4-6F175D3DCCD1}">
              <a14:hiddenFill xmlns:a14="http://schemas.microsoft.com/office/drawing/2010/main">
                <a:solidFill>
                  <a:srgbClr val="FFFFFF"/>
                </a:solidFill>
              </a14:hiddenFill>
            </a:ext>
          </a:extLst>
        </p:spPr>
        <p:txBody>
          <a:bodyPr wrap="square" lIns="0" tIns="0" rIns="0" bIns="0" anchor="t">
            <a:noAutofit/>
          </a:bodyPr>
          <a:lstStyle/>
          <a:p>
            <a:pPr>
              <a:buNone/>
              <a:defRPr sz="2850" b="1">
                <a:solidFill>
                  <a:srgbClr val="072A67"/>
                </a:solidFill>
                <a:latin typeface="微软雅黑" panose="020B0503020204020204" charset="-122"/>
                <a:ea typeface="微软雅黑" panose="020B0503020204020204" charset="-122"/>
                <a:cs typeface="微软雅黑" panose="020B0503020204020204" charset="-122"/>
              </a:defRPr>
            </a:pPr>
            <a:r>
              <a:rPr lang="zh-CN" altLang="en-US" sz="2600" b="1" dirty="0">
                <a:solidFill>
                  <a:srgbClr val="243B53"/>
                </a:solidFill>
                <a:latin typeface="Arial" panose="020B0604020202020204" pitchFamily="34" charset="0"/>
                <a:ea typeface="微软雅黑" panose="020B0503020204020204" charset="-122"/>
                <a:cs typeface="微软雅黑" panose="020B0503020204020204" charset="-122"/>
              </a:rPr>
              <a:t>四类 </a:t>
            </a:r>
            <a:r>
              <a:rPr lang="en-US" sz="2600" b="1" dirty="0">
                <a:solidFill>
                  <a:srgbClr val="243B53"/>
                </a:solidFill>
                <a:latin typeface="Arial" panose="020B0604020202020204" pitchFamily="34" charset="0"/>
                <a:ea typeface="微软雅黑" panose="020B0503020204020204" charset="-122"/>
                <a:cs typeface="微软雅黑" panose="020B0503020204020204" charset="-122"/>
              </a:rPr>
              <a:t>Skill </a:t>
            </a:r>
            <a:r>
              <a:rPr lang="zh-CN" altLang="en-US" sz="2600" b="1" dirty="0">
                <a:solidFill>
                  <a:srgbClr val="243B53"/>
                </a:solidFill>
                <a:latin typeface="Arial" panose="020B0604020202020204" pitchFamily="34" charset="0"/>
                <a:ea typeface="微软雅黑" panose="020B0503020204020204" charset="-122"/>
                <a:cs typeface="微软雅黑" panose="020B0503020204020204" charset="-122"/>
              </a:rPr>
              <a:t>生成 </a:t>
            </a:r>
            <a:r>
              <a:rPr lang="en-US" sz="2600" b="1" dirty="0">
                <a:solidFill>
                  <a:srgbClr val="243B53"/>
                </a:solidFill>
                <a:latin typeface="Arial" panose="020B0604020202020204" pitchFamily="34" charset="0"/>
                <a:ea typeface="微软雅黑" panose="020B0503020204020204" charset="-122"/>
                <a:cs typeface="微软雅黑" panose="020B0503020204020204" charset="-122"/>
              </a:rPr>
              <a:t>Kernel：</a:t>
            </a:r>
            <a:r>
              <a:rPr lang="zh-CN" altLang="en-US" sz="2600" b="1" dirty="0">
                <a:solidFill>
                  <a:srgbClr val="243B53"/>
                </a:solidFill>
                <a:latin typeface="Arial" panose="020B0604020202020204" pitchFamily="34" charset="0"/>
                <a:ea typeface="微软雅黑" panose="020B0503020204020204" charset="-122"/>
                <a:cs typeface="微软雅黑" panose="020B0503020204020204" charset="-122"/>
              </a:rPr>
              <a:t>性能结果对比</a:t>
            </a:r>
            <a:endParaRPr sz="2600" b="1" dirty="0">
              <a:solidFill>
                <a:srgbClr val="243B53"/>
              </a:solidFill>
              <a:latin typeface="Arial" panose="020B0604020202020204" pitchFamily="34" charset="0"/>
              <a:ea typeface="微软雅黑" panose="020B0503020204020204" charset="-122"/>
              <a:cs typeface="微软雅黑" panose="020B0503020204020204" charset="-122"/>
            </a:endParaRPr>
          </a:p>
        </p:txBody>
      </p:sp>
      <p:sp>
        <p:nvSpPr>
          <p:cNvPr id="3" name="measurement_and_baseline_note"/>
          <p:cNvSpPr>
            <a:spLocks noGrp="1"/>
          </p:cNvSpPr>
          <p:nvPr/>
        </p:nvSpPr>
        <p:spPr>
          <a:xfrm>
            <a:off x="1200150" y="4749800"/>
            <a:ext cx="9772650" cy="254000"/>
          </a:xfrm>
          <a:prstGeom prst="rect">
            <a:avLst/>
          </a:prstGeom>
          <a:noFill/>
          <a:ln w="0">
            <a:noFill/>
            <a:prstDash val="solid"/>
          </a:ln>
          <a:effectLst/>
        </p:spPr>
        <p:txBody>
          <a:bodyPr wrap="square" lIns="0" tIns="0" rIns="0" bIns="0" anchor="t">
            <a:noAutofit/>
          </a:bodyPr>
          <a:lstStyle/>
          <a:p>
            <a:pPr>
              <a:buNone/>
              <a:defRPr sz="1050" b="0">
                <a:solidFill>
                  <a:srgbClr val="555D69"/>
                </a:solidFill>
                <a:latin typeface="微软雅黑" panose="020B0503020204020204" charset="-122"/>
                <a:ea typeface="微软雅黑" panose="020B0503020204020204" charset="-122"/>
                <a:cs typeface="微软雅黑" panose="020B0503020204020204" charset="-122"/>
              </a:defRPr>
            </a:pPr>
            <a:r>
              <a:rPr sz="1050" dirty="0" err="1">
                <a:solidFill>
                  <a:srgbClr val="66737F"/>
                </a:solidFill>
                <a:latin typeface="Arial" panose="020B0604020202020204" pitchFamily="34" charset="0"/>
                <a:ea typeface="微软雅黑" panose="020B0503020204020204" charset="-122"/>
                <a:cs typeface="微软雅黑" panose="020B0503020204020204" charset="-122"/>
              </a:rPr>
              <a:t>单元格：Kernel</a:t>
            </a:r>
            <a:r>
              <a:rPr sz="1050" dirty="0">
                <a:solidFill>
                  <a:srgbClr val="66737F"/>
                </a:solidFill>
                <a:latin typeface="Arial" panose="020B0604020202020204" pitchFamily="34" charset="0"/>
                <a:ea typeface="微软雅黑" panose="020B0503020204020204" charset="-122"/>
                <a:cs typeface="微软雅黑" panose="020B0503020204020204" charset="-122"/>
              </a:rPr>
              <a:t> / </a:t>
            </a:r>
            <a:r>
              <a:rPr sz="1050" dirty="0" err="1">
                <a:solidFill>
                  <a:srgbClr val="66737F"/>
                </a:solidFill>
                <a:latin typeface="Arial" panose="020B0604020202020204" pitchFamily="34" charset="0"/>
                <a:ea typeface="微软雅黑" panose="020B0503020204020204" charset="-122"/>
                <a:cs typeface="微软雅黑" panose="020B0503020204020204" charset="-122"/>
              </a:rPr>
              <a:t>PyTorch</a:t>
            </a:r>
            <a:r>
              <a:rPr sz="1050" dirty="0">
                <a:solidFill>
                  <a:srgbClr val="66737F"/>
                </a:solidFill>
                <a:latin typeface="Arial" panose="020B0604020202020204" pitchFamily="34" charset="0"/>
                <a:ea typeface="微软雅黑" panose="020B0503020204020204" charset="-122"/>
                <a:cs typeface="微软雅黑" panose="020B0503020204020204" charset="-122"/>
              </a:rPr>
              <a:t> </a:t>
            </a:r>
            <a:r>
              <a:rPr lang="zh-CN" altLang="en-US" sz="1050" dirty="0">
                <a:solidFill>
                  <a:srgbClr val="66737F"/>
                </a:solidFill>
                <a:latin typeface="Arial" panose="020B0604020202020204" pitchFamily="34" charset="0"/>
                <a:ea typeface="微软雅黑" panose="020B0503020204020204" charset="-122"/>
                <a:cs typeface="微软雅黑" panose="020B0503020204020204" charset="-122"/>
              </a:rPr>
              <a:t>加速比</a:t>
            </a:r>
            <a:endParaRPr sz="1050" dirty="0">
              <a:solidFill>
                <a:srgbClr val="66737F"/>
              </a:solidFill>
              <a:latin typeface="Arial" panose="020B0604020202020204" pitchFamily="34" charset="0"/>
              <a:ea typeface="微软雅黑" panose="020B0503020204020204" charset="-122"/>
              <a:cs typeface="微软雅黑" panose="020B0503020204020204" charset="-122"/>
            </a:endParaRPr>
          </a:p>
        </p:txBody>
      </p:sp>
      <p:graphicFrame>
        <p:nvGraphicFramePr>
          <p:cNvPr id="13" name="kernel_vs_pytorch_performance"/>
          <p:cNvGraphicFramePr/>
          <p:nvPr/>
        </p:nvGraphicFramePr>
        <p:xfrm>
          <a:off x="1200150" y="990600"/>
          <a:ext cx="9772650" cy="3657598"/>
        </p:xfrm>
        <a:graphic>
          <a:graphicData uri="http://schemas.openxmlformats.org/drawingml/2006/table">
            <a:tbl>
              <a:tblPr firstRow="1">
                <a:effectLst/>
              </a:tblPr>
              <a:tblGrid>
                <a:gridCol w="2219325">
                  <a:extLst>
                    <a:ext uri="{9D8B030D-6E8A-4147-A177-3AD203B41FA5}">
                      <a16:colId xmlns:a16="http://schemas.microsoft.com/office/drawing/2014/main" val="20000"/>
                    </a:ext>
                  </a:extLst>
                </a:gridCol>
                <a:gridCol w="2524125">
                  <a:extLst>
                    <a:ext uri="{9D8B030D-6E8A-4147-A177-3AD203B41FA5}">
                      <a16:colId xmlns:a16="http://schemas.microsoft.com/office/drawing/2014/main" val="20001"/>
                    </a:ext>
                  </a:extLst>
                </a:gridCol>
                <a:gridCol w="2514600">
                  <a:extLst>
                    <a:ext uri="{9D8B030D-6E8A-4147-A177-3AD203B41FA5}">
                      <a16:colId xmlns:a16="http://schemas.microsoft.com/office/drawing/2014/main" val="20002"/>
                    </a:ext>
                  </a:extLst>
                </a:gridCol>
                <a:gridCol w="2514600">
                  <a:extLst>
                    <a:ext uri="{9D8B030D-6E8A-4147-A177-3AD203B41FA5}">
                      <a16:colId xmlns:a16="http://schemas.microsoft.com/office/drawing/2014/main" val="20003"/>
                    </a:ext>
                  </a:extLst>
                </a:gridCol>
              </a:tblGrid>
              <a:tr h="522514">
                <a:tc>
                  <a:txBody>
                    <a:bodyPr/>
                    <a:lstStyle/>
                    <a:p>
                      <a:pPr algn="ctr">
                        <a:buNone/>
                      </a:pPr>
                      <a:r>
                        <a:rPr lang="zh-CN" sz="1400" b="1">
                          <a:solidFill>
                            <a:srgbClr val="FFFFFF"/>
                          </a:solidFill>
                          <a:latin typeface="Arial" panose="020B0604020202020204" pitchFamily="34" charset="0"/>
                          <a:ea typeface="微软雅黑" panose="020B0503020204020204" charset="-122"/>
                          <a:cs typeface="微软雅黑" panose="020B0503020204020204" charset="-122"/>
                        </a:rPr>
                        <a:t>平台</a:t>
                      </a:r>
                      <a:r>
                        <a:rPr lang="en-US" altLang="zh-CN" sz="1400" b="1">
                          <a:solidFill>
                            <a:srgbClr val="FFFFFF"/>
                          </a:solidFill>
                          <a:latin typeface="Arial" panose="020B0604020202020204" pitchFamily="34" charset="0"/>
                          <a:ea typeface="微软雅黑" panose="020B0503020204020204" charset="-122"/>
                          <a:cs typeface="微软雅黑" panose="020B0503020204020204" charset="-122"/>
                        </a:rPr>
                        <a:t>/</a:t>
                      </a:r>
                      <a:r>
                        <a:rPr lang="zh-CN" altLang="en-US" sz="1400" b="1">
                          <a:solidFill>
                            <a:srgbClr val="FFFFFF"/>
                          </a:solidFill>
                          <a:latin typeface="Arial" panose="020B0604020202020204" pitchFamily="34" charset="0"/>
                          <a:ea typeface="微软雅黑" panose="020B0503020204020204" charset="-122"/>
                          <a:cs typeface="微软雅黑" panose="020B0503020204020204" charset="-122"/>
                        </a:rPr>
                        <a:t>算子输入</a:t>
                      </a:r>
                    </a:p>
                  </a:txBody>
                  <a:tcPr marL="38100" marR="38100" marT="12700" marB="12700" anchor="ctr">
                    <a:lnL w="9525" cmpd="sng">
                      <a:solidFill>
                        <a:srgbClr val="D6DEE6"/>
                      </a:solidFill>
                      <a:prstDash val="solid"/>
                    </a:lnL>
                    <a:lnR w="9525" cmpd="sng">
                      <a:solidFill>
                        <a:srgbClr val="D6DEE6"/>
                      </a:solidFill>
                      <a:prstDash val="solid"/>
                    </a:lnR>
                    <a:lnT w="9525" cmpd="sng">
                      <a:solidFill>
                        <a:srgbClr val="D6DEE6"/>
                      </a:solidFill>
                      <a:prstDash val="solid"/>
                    </a:lnT>
                    <a:lnB w="9525" cmpd="sng">
                      <a:solidFill>
                        <a:srgbClr val="D6DEE6"/>
                      </a:solidFill>
                      <a:prstDash val="solid"/>
                    </a:lnB>
                    <a:solidFill>
                      <a:srgbClr val="5B7188"/>
                    </a:solidFill>
                  </a:tcPr>
                </a:tc>
                <a:tc>
                  <a:txBody>
                    <a:bodyPr/>
                    <a:lstStyle/>
                    <a:p>
                      <a:pPr algn="ctr">
                        <a:buNone/>
                      </a:pPr>
                      <a:r>
                        <a:rPr sz="1400" b="1">
                          <a:solidFill>
                            <a:srgbClr val="FFFFFF"/>
                          </a:solidFill>
                          <a:latin typeface="Arial" panose="020B0604020202020204" pitchFamily="34" charset="0"/>
                          <a:ea typeface="微软雅黑" panose="020B0503020204020204" charset="-122"/>
                          <a:cs typeface="微软雅黑" panose="020B0503020204020204" charset="-122"/>
                        </a:rPr>
                        <a:t>LayerNorm</a:t>
                      </a:r>
                    </a:p>
                  </a:txBody>
                  <a:tcPr marL="38100" marR="38100" marT="12700" marB="12700" anchor="ctr">
                    <a:lnL w="9525" cmpd="sng">
                      <a:solidFill>
                        <a:srgbClr val="D6DEE6"/>
                      </a:solidFill>
                      <a:prstDash val="solid"/>
                    </a:lnL>
                    <a:lnR w="9525" cmpd="sng">
                      <a:solidFill>
                        <a:srgbClr val="D6DEE6"/>
                      </a:solidFill>
                      <a:prstDash val="solid"/>
                    </a:lnR>
                    <a:lnT w="9525" cmpd="sng">
                      <a:solidFill>
                        <a:srgbClr val="D6DEE6"/>
                      </a:solidFill>
                      <a:prstDash val="solid"/>
                    </a:lnT>
                    <a:lnB w="9525" cmpd="sng">
                      <a:solidFill>
                        <a:srgbClr val="D6DEE6"/>
                      </a:solidFill>
                      <a:prstDash val="solid"/>
                    </a:lnB>
                    <a:solidFill>
                      <a:srgbClr val="5B7188"/>
                    </a:solidFill>
                  </a:tcPr>
                </a:tc>
                <a:tc>
                  <a:txBody>
                    <a:bodyPr/>
                    <a:lstStyle/>
                    <a:p>
                      <a:pPr algn="ctr">
                        <a:buNone/>
                      </a:pPr>
                      <a:r>
                        <a:rPr sz="1400" b="1">
                          <a:solidFill>
                            <a:srgbClr val="FFFFFF"/>
                          </a:solidFill>
                          <a:latin typeface="Arial" panose="020B0604020202020204" pitchFamily="34" charset="0"/>
                          <a:ea typeface="微软雅黑" panose="020B0503020204020204" charset="-122"/>
                          <a:cs typeface="微软雅黑" panose="020B0503020204020204" charset="-122"/>
                        </a:rPr>
                        <a:t>Softmax</a:t>
                      </a:r>
                    </a:p>
                  </a:txBody>
                  <a:tcPr marL="38100" marR="38100" marT="12700" marB="12700" anchor="ctr">
                    <a:lnL w="9525" cmpd="sng">
                      <a:solidFill>
                        <a:srgbClr val="D6DEE6"/>
                      </a:solidFill>
                      <a:prstDash val="solid"/>
                    </a:lnL>
                    <a:lnR w="9525" cmpd="sng">
                      <a:solidFill>
                        <a:srgbClr val="D6DEE6"/>
                      </a:solidFill>
                      <a:prstDash val="solid"/>
                    </a:lnR>
                    <a:lnT w="9525" cmpd="sng">
                      <a:solidFill>
                        <a:srgbClr val="D6DEE6"/>
                      </a:solidFill>
                      <a:prstDash val="solid"/>
                    </a:lnT>
                    <a:lnB w="9525" cmpd="sng">
                      <a:solidFill>
                        <a:srgbClr val="D6DEE6"/>
                      </a:solidFill>
                      <a:prstDash val="solid"/>
                    </a:lnB>
                    <a:solidFill>
                      <a:srgbClr val="5B7188"/>
                    </a:solidFill>
                  </a:tcPr>
                </a:tc>
                <a:tc>
                  <a:txBody>
                    <a:bodyPr/>
                    <a:lstStyle/>
                    <a:p>
                      <a:pPr algn="ctr">
                        <a:buNone/>
                      </a:pPr>
                      <a:r>
                        <a:rPr sz="1400" b="1">
                          <a:solidFill>
                            <a:srgbClr val="FFFFFF"/>
                          </a:solidFill>
                          <a:latin typeface="Arial" panose="020B0604020202020204" pitchFamily="34" charset="0"/>
                          <a:ea typeface="微软雅黑" panose="020B0503020204020204" charset="-122"/>
                          <a:cs typeface="微软雅黑" panose="020B0503020204020204" charset="-122"/>
                        </a:rPr>
                        <a:t>MatMul</a:t>
                      </a:r>
                    </a:p>
                  </a:txBody>
                  <a:tcPr marL="38100" marR="38100" marT="12700" marB="12700" anchor="ctr">
                    <a:lnL w="9525" cmpd="sng">
                      <a:solidFill>
                        <a:srgbClr val="D6DEE6"/>
                      </a:solidFill>
                      <a:prstDash val="solid"/>
                    </a:lnL>
                    <a:lnR w="9525" cmpd="sng">
                      <a:solidFill>
                        <a:srgbClr val="D6DEE6"/>
                      </a:solidFill>
                      <a:prstDash val="solid"/>
                    </a:lnR>
                    <a:lnT w="9525" cmpd="sng">
                      <a:solidFill>
                        <a:srgbClr val="D6DEE6"/>
                      </a:solidFill>
                      <a:prstDash val="solid"/>
                    </a:lnT>
                    <a:lnB w="9525" cmpd="sng">
                      <a:solidFill>
                        <a:srgbClr val="D6DEE6"/>
                      </a:solidFill>
                      <a:prstDash val="solid"/>
                    </a:lnB>
                    <a:solidFill>
                      <a:srgbClr val="5B7188"/>
                    </a:solidFill>
                  </a:tcPr>
                </a:tc>
                <a:extLst>
                  <a:ext uri="{0D108BD9-81ED-4DB2-BD59-A6C34878D82A}">
                    <a16:rowId xmlns:a16="http://schemas.microsoft.com/office/drawing/2014/main" val="10000"/>
                  </a:ext>
                </a:extLst>
              </a:tr>
              <a:tr h="522514">
                <a:tc>
                  <a:txBody>
                    <a:bodyPr/>
                    <a:lstStyle/>
                    <a:p>
                      <a:pPr algn="ctr">
                        <a:buNone/>
                      </a:pPr>
                      <a:r>
                        <a:rPr lang="zh-CN" sz="1400" b="1">
                          <a:solidFill>
                            <a:srgbClr val="2F3A45"/>
                          </a:solidFill>
                          <a:latin typeface="Arial" panose="020B0604020202020204" pitchFamily="34" charset="0"/>
                          <a:ea typeface="微软雅黑" panose="020B0503020204020204" charset="-122"/>
                          <a:cs typeface="微软雅黑" panose="020B0503020204020204" charset="-122"/>
                        </a:rPr>
                        <a:t>精度</a:t>
                      </a:r>
                    </a:p>
                  </a:txBody>
                  <a:tcPr marL="38100" marR="38100" marT="12700" marB="12700" anchor="ctr">
                    <a:lnL w="9525" cmpd="sng">
                      <a:solidFill>
                        <a:srgbClr val="D6DEE6"/>
                      </a:solidFill>
                      <a:prstDash val="solid"/>
                    </a:lnL>
                    <a:lnR w="9525" cmpd="sng">
                      <a:solidFill>
                        <a:srgbClr val="D6DEE6"/>
                      </a:solidFill>
                      <a:prstDash val="solid"/>
                    </a:lnR>
                    <a:lnT w="9525" cmpd="sng">
                      <a:solidFill>
                        <a:srgbClr val="D6DEE6"/>
                      </a:solidFill>
                      <a:prstDash val="solid"/>
                    </a:lnT>
                    <a:lnB w="9525" cmpd="sng">
                      <a:solidFill>
                        <a:srgbClr val="D6DEE6"/>
                      </a:solidFill>
                      <a:prstDash val="solid"/>
                    </a:lnB>
                    <a:solidFill>
                      <a:srgbClr val="EEF2F5"/>
                    </a:solidFill>
                  </a:tcPr>
                </a:tc>
                <a:tc>
                  <a:txBody>
                    <a:bodyPr/>
                    <a:lstStyle/>
                    <a:p>
                      <a:pPr algn="ctr">
                        <a:buNone/>
                      </a:pPr>
                      <a:r>
                        <a:rPr lang="en-US" sz="1400" b="0">
                          <a:solidFill>
                            <a:srgbClr val="2F3A45"/>
                          </a:solidFill>
                          <a:latin typeface="Arial" panose="020B0604020202020204" pitchFamily="34" charset="0"/>
                          <a:ea typeface="微软雅黑" panose="020B0503020204020204" charset="-122"/>
                          <a:cs typeface="微软雅黑" panose="020B0503020204020204" charset="-122"/>
                        </a:rPr>
                        <a:t>FP32</a:t>
                      </a:r>
                    </a:p>
                  </a:txBody>
                  <a:tcPr marL="38100" marR="38100" marT="12700" marB="12700" anchor="ctr">
                    <a:lnL w="9525" cmpd="sng">
                      <a:solidFill>
                        <a:srgbClr val="D6DEE6"/>
                      </a:solidFill>
                      <a:prstDash val="solid"/>
                    </a:lnL>
                    <a:lnR w="9525" cmpd="sng">
                      <a:solidFill>
                        <a:srgbClr val="D6DEE6"/>
                      </a:solidFill>
                      <a:prstDash val="solid"/>
                    </a:lnR>
                    <a:lnT w="9525" cmpd="sng">
                      <a:solidFill>
                        <a:srgbClr val="D6DEE6"/>
                      </a:solidFill>
                      <a:prstDash val="solid"/>
                    </a:lnT>
                    <a:lnB w="9525" cmpd="sng">
                      <a:solidFill>
                        <a:srgbClr val="D6DEE6"/>
                      </a:solidFill>
                      <a:prstDash val="solid"/>
                    </a:lnB>
                    <a:solidFill>
                      <a:srgbClr val="FFFFFF"/>
                    </a:solidFill>
                  </a:tcPr>
                </a:tc>
                <a:tc>
                  <a:txBody>
                    <a:bodyPr/>
                    <a:lstStyle/>
                    <a:p>
                      <a:pPr algn="ctr">
                        <a:buNone/>
                      </a:pPr>
                      <a:r>
                        <a:rPr lang="en-US" sz="1400" b="0">
                          <a:solidFill>
                            <a:srgbClr val="2F3A45"/>
                          </a:solidFill>
                          <a:latin typeface="Arial" panose="020B0604020202020204" pitchFamily="34" charset="0"/>
                          <a:ea typeface="微软雅黑" panose="020B0503020204020204" charset="-122"/>
                          <a:cs typeface="微软雅黑" panose="020B0503020204020204" charset="-122"/>
                          <a:sym typeface="+mn-ea"/>
                        </a:rPr>
                        <a:t>FP32</a:t>
                      </a:r>
                      <a:endParaRPr sz="1400" b="0">
                        <a:solidFill>
                          <a:srgbClr val="2F3A45"/>
                        </a:solidFill>
                        <a:latin typeface="Arial" panose="020B0604020202020204" pitchFamily="34" charset="0"/>
                        <a:ea typeface="微软雅黑" panose="020B0503020204020204" charset="-122"/>
                        <a:cs typeface="微软雅黑" panose="020B0503020204020204" charset="-122"/>
                      </a:endParaRPr>
                    </a:p>
                  </a:txBody>
                  <a:tcPr marL="38100" marR="38100" marT="12700" marB="12700" anchor="ctr">
                    <a:lnL w="9525" cmpd="sng">
                      <a:solidFill>
                        <a:srgbClr val="D6DEE6"/>
                      </a:solidFill>
                      <a:prstDash val="solid"/>
                    </a:lnL>
                    <a:lnR w="9525" cmpd="sng">
                      <a:solidFill>
                        <a:srgbClr val="D6DEE6"/>
                      </a:solidFill>
                      <a:prstDash val="solid"/>
                    </a:lnR>
                    <a:lnT w="9525" cmpd="sng">
                      <a:solidFill>
                        <a:srgbClr val="D6DEE6"/>
                      </a:solidFill>
                      <a:prstDash val="solid"/>
                    </a:lnT>
                    <a:lnB w="9525" cmpd="sng">
                      <a:solidFill>
                        <a:srgbClr val="D6DEE6"/>
                      </a:solidFill>
                      <a:prstDash val="solid"/>
                    </a:lnB>
                    <a:solidFill>
                      <a:srgbClr val="FFFFFF"/>
                    </a:solidFill>
                  </a:tcPr>
                </a:tc>
                <a:tc>
                  <a:txBody>
                    <a:bodyPr/>
                    <a:lstStyle/>
                    <a:p>
                      <a:pPr algn="ctr">
                        <a:buNone/>
                      </a:pPr>
                      <a:r>
                        <a:rPr lang="en-US" sz="1400" b="0">
                          <a:solidFill>
                            <a:srgbClr val="2F3A45"/>
                          </a:solidFill>
                          <a:latin typeface="Arial" panose="020B0604020202020204" pitchFamily="34" charset="0"/>
                          <a:ea typeface="微软雅黑" panose="020B0503020204020204" charset="-122"/>
                          <a:cs typeface="微软雅黑" panose="020B0503020204020204" charset="-122"/>
                        </a:rPr>
                        <a:t>FP16</a:t>
                      </a:r>
                    </a:p>
                  </a:txBody>
                  <a:tcPr marL="38100" marR="38100" marT="12700" marB="12700" anchor="ctr">
                    <a:lnL w="9525" cmpd="sng">
                      <a:solidFill>
                        <a:srgbClr val="D6DEE6"/>
                      </a:solidFill>
                      <a:prstDash val="solid"/>
                    </a:lnL>
                    <a:lnR w="9525" cmpd="sng">
                      <a:solidFill>
                        <a:srgbClr val="D6DEE6"/>
                      </a:solidFill>
                      <a:prstDash val="solid"/>
                    </a:lnR>
                    <a:lnT w="9525" cmpd="sng">
                      <a:solidFill>
                        <a:srgbClr val="D6DEE6"/>
                      </a:solidFill>
                      <a:prstDash val="solid"/>
                    </a:lnT>
                    <a:lnB w="9525" cmpd="sng">
                      <a:solidFill>
                        <a:srgbClr val="D6DEE6"/>
                      </a:solidFill>
                      <a:prstDash val="solid"/>
                    </a:lnB>
                    <a:solidFill>
                      <a:srgbClr val="FFFFFF"/>
                    </a:solidFill>
                  </a:tcPr>
                </a:tc>
                <a:extLst>
                  <a:ext uri="{0D108BD9-81ED-4DB2-BD59-A6C34878D82A}">
                    <a16:rowId xmlns:a16="http://schemas.microsoft.com/office/drawing/2014/main" val="10001"/>
                  </a:ext>
                </a:extLst>
              </a:tr>
              <a:tr h="522514">
                <a:tc>
                  <a:txBody>
                    <a:bodyPr/>
                    <a:lstStyle/>
                    <a:p>
                      <a:pPr algn="ctr">
                        <a:buNone/>
                      </a:pPr>
                      <a:r>
                        <a:rPr lang="zh-CN" sz="1400" b="1">
                          <a:solidFill>
                            <a:srgbClr val="2F3A45"/>
                          </a:solidFill>
                          <a:latin typeface="Arial" panose="020B0604020202020204" pitchFamily="34" charset="0"/>
                          <a:ea typeface="微软雅黑" panose="020B0503020204020204" charset="-122"/>
                          <a:cs typeface="微软雅黑" panose="020B0503020204020204" charset="-122"/>
                        </a:rPr>
                        <a:t>输入结构</a:t>
                      </a:r>
                    </a:p>
                  </a:txBody>
                  <a:tcPr marL="38100" marR="38100" marT="12700" marB="12700" anchor="ctr">
                    <a:lnL w="9525" cmpd="sng">
                      <a:solidFill>
                        <a:srgbClr val="D6DEE6"/>
                      </a:solidFill>
                      <a:prstDash val="solid"/>
                    </a:lnL>
                    <a:lnR w="9525" cmpd="sng">
                      <a:solidFill>
                        <a:srgbClr val="D6DEE6"/>
                      </a:solidFill>
                      <a:prstDash val="solid"/>
                    </a:lnR>
                    <a:lnT w="9525" cmpd="sng">
                      <a:solidFill>
                        <a:srgbClr val="D6DEE6"/>
                      </a:solidFill>
                      <a:prstDash val="solid"/>
                    </a:lnT>
                    <a:lnB w="9525" cmpd="sng">
                      <a:solidFill>
                        <a:srgbClr val="D6DEE6"/>
                      </a:solidFill>
                      <a:prstDash val="solid"/>
                    </a:lnB>
                    <a:solidFill>
                      <a:srgbClr val="EEF2F5"/>
                    </a:solidFill>
                  </a:tcPr>
                </a:tc>
                <a:tc>
                  <a:txBody>
                    <a:bodyPr/>
                    <a:lstStyle/>
                    <a:p>
                      <a:pPr algn="ctr">
                        <a:buNone/>
                      </a:pPr>
                      <a:r>
                        <a:rPr lang="zh-CN" altLang="en-US" sz="1400" b="0" dirty="0">
                          <a:solidFill>
                            <a:srgbClr val="2F3A45"/>
                          </a:solidFill>
                          <a:latin typeface="Arial" panose="020B0604020202020204" pitchFamily="34" charset="0"/>
                          <a:ea typeface="微软雅黑" panose="020B0503020204020204" charset="-122"/>
                          <a:cs typeface="微软雅黑" panose="020B0503020204020204" charset="-122"/>
                        </a:rPr>
                        <a:t>（</a:t>
                      </a:r>
                      <a:r>
                        <a:rPr lang="en-US" sz="1400" b="0" dirty="0">
                          <a:solidFill>
                            <a:srgbClr val="2F3A45"/>
                          </a:solidFill>
                          <a:latin typeface="Arial" panose="020B0604020202020204" pitchFamily="34" charset="0"/>
                          <a:ea typeface="微软雅黑" panose="020B0503020204020204" charset="-122"/>
                          <a:cs typeface="微软雅黑" panose="020B0503020204020204" charset="-122"/>
                        </a:rPr>
                        <a:t>64</a:t>
                      </a:r>
                      <a:r>
                        <a:rPr lang="zh-CN" altLang="en-US" sz="1400" b="0" dirty="0">
                          <a:solidFill>
                            <a:srgbClr val="2F3A45"/>
                          </a:solidFill>
                          <a:latin typeface="Arial" panose="020B0604020202020204" pitchFamily="34" charset="0"/>
                          <a:ea typeface="微软雅黑" panose="020B0503020204020204" charset="-122"/>
                          <a:cs typeface="微软雅黑" panose="020B0503020204020204" charset="-122"/>
                        </a:rPr>
                        <a:t>，</a:t>
                      </a:r>
                      <a:r>
                        <a:rPr lang="en-US" altLang="zh-CN" sz="1400" b="0" dirty="0">
                          <a:solidFill>
                            <a:srgbClr val="2F3A45"/>
                          </a:solidFill>
                          <a:latin typeface="Arial" panose="020B0604020202020204" pitchFamily="34" charset="0"/>
                          <a:ea typeface="微软雅黑" panose="020B0503020204020204" charset="-122"/>
                          <a:cs typeface="微软雅黑" panose="020B0503020204020204" charset="-122"/>
                        </a:rPr>
                        <a:t>512</a:t>
                      </a:r>
                      <a:r>
                        <a:rPr lang="zh-CN" altLang="en-US" sz="1400" b="0" dirty="0">
                          <a:solidFill>
                            <a:srgbClr val="2F3A45"/>
                          </a:solidFill>
                          <a:latin typeface="Arial" panose="020B0604020202020204" pitchFamily="34" charset="0"/>
                          <a:ea typeface="微软雅黑" panose="020B0503020204020204" charset="-122"/>
                          <a:cs typeface="微软雅黑" panose="020B0503020204020204" charset="-122"/>
                        </a:rPr>
                        <a:t>，</a:t>
                      </a:r>
                      <a:r>
                        <a:rPr lang="en-US" altLang="zh-CN" sz="1400" b="0" dirty="0">
                          <a:solidFill>
                            <a:srgbClr val="2F3A45"/>
                          </a:solidFill>
                          <a:latin typeface="Arial" panose="020B0604020202020204" pitchFamily="34" charset="0"/>
                          <a:ea typeface="微软雅黑" panose="020B0503020204020204" charset="-122"/>
                          <a:cs typeface="微软雅黑" panose="020B0503020204020204" charset="-122"/>
                        </a:rPr>
                        <a:t>1024</a:t>
                      </a:r>
                      <a:r>
                        <a:rPr lang="zh-CN" altLang="en-US" sz="1400" b="0" dirty="0">
                          <a:solidFill>
                            <a:srgbClr val="2F3A45"/>
                          </a:solidFill>
                          <a:latin typeface="Arial" panose="020B0604020202020204" pitchFamily="34" charset="0"/>
                          <a:ea typeface="微软雅黑" panose="020B0503020204020204" charset="-122"/>
                          <a:cs typeface="微软雅黑" panose="020B0503020204020204" charset="-122"/>
                        </a:rPr>
                        <a:t>）</a:t>
                      </a:r>
                      <a:endParaRPr sz="1400" b="0" dirty="0">
                        <a:solidFill>
                          <a:srgbClr val="2F3A45"/>
                        </a:solidFill>
                        <a:latin typeface="Arial" panose="020B0604020202020204" pitchFamily="34" charset="0"/>
                        <a:ea typeface="微软雅黑" panose="020B0503020204020204" charset="-122"/>
                        <a:cs typeface="微软雅黑" panose="020B0503020204020204" charset="-122"/>
                      </a:endParaRPr>
                    </a:p>
                  </a:txBody>
                  <a:tcPr marL="38100" marR="38100" marT="12700" marB="12700" anchor="ctr">
                    <a:lnL w="9525" cmpd="sng">
                      <a:solidFill>
                        <a:srgbClr val="D6DEE6"/>
                      </a:solidFill>
                      <a:prstDash val="solid"/>
                    </a:lnL>
                    <a:lnR w="9525" cmpd="sng">
                      <a:solidFill>
                        <a:srgbClr val="D6DEE6"/>
                      </a:solidFill>
                      <a:prstDash val="solid"/>
                    </a:lnR>
                    <a:lnT w="9525" cmpd="sng">
                      <a:solidFill>
                        <a:srgbClr val="D6DEE6"/>
                      </a:solidFill>
                      <a:prstDash val="solid"/>
                    </a:lnT>
                    <a:lnB w="9525" cmpd="sng">
                      <a:solidFill>
                        <a:srgbClr val="D6DEE6"/>
                      </a:solidFill>
                      <a:prstDash val="solid"/>
                    </a:lnB>
                    <a:solidFill>
                      <a:srgbClr val="F7F8FA"/>
                    </a:solidFill>
                  </a:tcPr>
                </a:tc>
                <a:tc>
                  <a:txBody>
                    <a:bodyPr/>
                    <a:lstStyle/>
                    <a:p>
                      <a:pPr algn="ctr">
                        <a:buNone/>
                      </a:pPr>
                      <a:r>
                        <a:rPr lang="zh-CN" altLang="en-US" sz="1400" b="0" dirty="0">
                          <a:solidFill>
                            <a:srgbClr val="2F3A45"/>
                          </a:solidFill>
                          <a:latin typeface="Arial" panose="020B0604020202020204" pitchFamily="34" charset="0"/>
                          <a:ea typeface="微软雅黑" panose="020B0503020204020204" charset="-122"/>
                          <a:cs typeface="微软雅黑" panose="020B0503020204020204" charset="-122"/>
                        </a:rPr>
                        <a:t>（</a:t>
                      </a:r>
                      <a:r>
                        <a:rPr lang="en-US" altLang="zh-CN" sz="1400" b="0" dirty="0">
                          <a:solidFill>
                            <a:srgbClr val="2F3A45"/>
                          </a:solidFill>
                          <a:latin typeface="Arial" panose="020B0604020202020204" pitchFamily="34" charset="0"/>
                          <a:ea typeface="微软雅黑" panose="020B0503020204020204" charset="-122"/>
                          <a:cs typeface="微软雅黑" panose="020B0503020204020204" charset="-122"/>
                        </a:rPr>
                        <a:t>4096</a:t>
                      </a:r>
                      <a:r>
                        <a:rPr lang="zh-CN" altLang="en-US" sz="1400" b="0" dirty="0">
                          <a:solidFill>
                            <a:srgbClr val="2F3A45"/>
                          </a:solidFill>
                          <a:latin typeface="Arial" panose="020B0604020202020204" pitchFamily="34" charset="0"/>
                          <a:ea typeface="微软雅黑" panose="020B0503020204020204" charset="-122"/>
                          <a:cs typeface="微软雅黑" panose="020B0503020204020204" charset="-122"/>
                        </a:rPr>
                        <a:t>，</a:t>
                      </a:r>
                      <a:r>
                        <a:rPr lang="en-US" altLang="zh-CN" sz="1400" b="0" dirty="0">
                          <a:solidFill>
                            <a:srgbClr val="2F3A45"/>
                          </a:solidFill>
                          <a:latin typeface="Arial" panose="020B0604020202020204" pitchFamily="34" charset="0"/>
                          <a:ea typeface="微软雅黑" panose="020B0503020204020204" charset="-122"/>
                          <a:cs typeface="微软雅黑" panose="020B0503020204020204" charset="-122"/>
                        </a:rPr>
                        <a:t>4096</a:t>
                      </a:r>
                      <a:r>
                        <a:rPr lang="zh-CN" altLang="en-US" sz="1400" b="0" dirty="0">
                          <a:solidFill>
                            <a:srgbClr val="2F3A45"/>
                          </a:solidFill>
                          <a:latin typeface="Arial" panose="020B0604020202020204" pitchFamily="34" charset="0"/>
                          <a:ea typeface="微软雅黑" panose="020B0503020204020204" charset="-122"/>
                          <a:cs typeface="微软雅黑" panose="020B0503020204020204" charset="-122"/>
                        </a:rPr>
                        <a:t>）</a:t>
                      </a:r>
                      <a:endParaRPr sz="1400" b="0" dirty="0">
                        <a:solidFill>
                          <a:srgbClr val="2F3A45"/>
                        </a:solidFill>
                        <a:latin typeface="Arial" panose="020B0604020202020204" pitchFamily="34" charset="0"/>
                        <a:ea typeface="微软雅黑" panose="020B0503020204020204" charset="-122"/>
                        <a:cs typeface="微软雅黑" panose="020B0503020204020204" charset="-122"/>
                      </a:endParaRPr>
                    </a:p>
                  </a:txBody>
                  <a:tcPr marL="38100" marR="38100" marT="12700" marB="12700" anchor="ctr">
                    <a:lnL w="9525" cmpd="sng">
                      <a:solidFill>
                        <a:srgbClr val="D6DEE6"/>
                      </a:solidFill>
                      <a:prstDash val="solid"/>
                    </a:lnL>
                    <a:lnR w="9525" cmpd="sng">
                      <a:solidFill>
                        <a:srgbClr val="D6DEE6"/>
                      </a:solidFill>
                      <a:prstDash val="solid"/>
                    </a:lnR>
                    <a:lnT w="9525" cmpd="sng">
                      <a:solidFill>
                        <a:srgbClr val="D6DEE6"/>
                      </a:solidFill>
                      <a:prstDash val="solid"/>
                    </a:lnT>
                    <a:lnB w="9525" cmpd="sng">
                      <a:solidFill>
                        <a:srgbClr val="D6DEE6"/>
                      </a:solidFill>
                      <a:prstDash val="solid"/>
                    </a:lnB>
                    <a:solidFill>
                      <a:srgbClr val="F7F8FA"/>
                    </a:solidFill>
                  </a:tcPr>
                </a:tc>
                <a:tc>
                  <a:txBody>
                    <a:bodyPr/>
                    <a:lstStyle/>
                    <a:p>
                      <a:pPr algn="ctr">
                        <a:buNone/>
                      </a:pPr>
                      <a:r>
                        <a:rPr lang="zh-CN" altLang="en-US" sz="1400" b="0" dirty="0">
                          <a:solidFill>
                            <a:srgbClr val="2F3A45"/>
                          </a:solidFill>
                          <a:latin typeface="Arial" panose="020B0604020202020204" pitchFamily="34" charset="0"/>
                          <a:ea typeface="微软雅黑" panose="020B0503020204020204" charset="-122"/>
                          <a:cs typeface="微软雅黑" panose="020B0503020204020204" charset="-122"/>
                        </a:rPr>
                        <a:t>（</a:t>
                      </a:r>
                      <a:r>
                        <a:rPr lang="en-US" altLang="zh-CN" sz="1400" b="0" dirty="0">
                          <a:solidFill>
                            <a:srgbClr val="2F3A45"/>
                          </a:solidFill>
                          <a:latin typeface="Arial" panose="020B0604020202020204" pitchFamily="34" charset="0"/>
                          <a:ea typeface="微软雅黑" panose="020B0503020204020204" charset="-122"/>
                          <a:cs typeface="微软雅黑" panose="020B0503020204020204" charset="-122"/>
                        </a:rPr>
                        <a:t>8192</a:t>
                      </a:r>
                      <a:r>
                        <a:rPr lang="zh-CN" altLang="en-US" sz="1400" b="0" dirty="0">
                          <a:solidFill>
                            <a:srgbClr val="2F3A45"/>
                          </a:solidFill>
                          <a:latin typeface="Arial" panose="020B0604020202020204" pitchFamily="34" charset="0"/>
                          <a:ea typeface="微软雅黑" panose="020B0503020204020204" charset="-122"/>
                          <a:cs typeface="微软雅黑" panose="020B0503020204020204" charset="-122"/>
                        </a:rPr>
                        <a:t>，</a:t>
                      </a:r>
                      <a:r>
                        <a:rPr lang="en-US" altLang="zh-CN" sz="1400" b="0" dirty="0">
                          <a:solidFill>
                            <a:srgbClr val="2F3A45"/>
                          </a:solidFill>
                          <a:latin typeface="Arial" panose="020B0604020202020204" pitchFamily="34" charset="0"/>
                          <a:ea typeface="微软雅黑" panose="020B0503020204020204" charset="-122"/>
                          <a:cs typeface="微软雅黑" panose="020B0503020204020204" charset="-122"/>
                        </a:rPr>
                        <a:t>8192</a:t>
                      </a:r>
                      <a:r>
                        <a:rPr lang="zh-CN" altLang="en-US" sz="1400" b="0" dirty="0">
                          <a:solidFill>
                            <a:srgbClr val="2F3A45"/>
                          </a:solidFill>
                          <a:latin typeface="Arial" panose="020B0604020202020204" pitchFamily="34" charset="0"/>
                          <a:ea typeface="微软雅黑" panose="020B0503020204020204" charset="-122"/>
                          <a:cs typeface="微软雅黑" panose="020B0503020204020204" charset="-122"/>
                        </a:rPr>
                        <a:t>）</a:t>
                      </a:r>
                      <a:endParaRPr sz="1400" b="0" dirty="0">
                        <a:solidFill>
                          <a:srgbClr val="2F3A45"/>
                        </a:solidFill>
                        <a:latin typeface="Arial" panose="020B0604020202020204" pitchFamily="34" charset="0"/>
                        <a:ea typeface="微软雅黑" panose="020B0503020204020204" charset="-122"/>
                        <a:cs typeface="微软雅黑" panose="020B0503020204020204" charset="-122"/>
                      </a:endParaRPr>
                    </a:p>
                  </a:txBody>
                  <a:tcPr marL="38100" marR="38100" marT="12700" marB="12700" anchor="ctr">
                    <a:lnL w="9525" cmpd="sng">
                      <a:solidFill>
                        <a:srgbClr val="D6DEE6"/>
                      </a:solidFill>
                      <a:prstDash val="solid"/>
                    </a:lnL>
                    <a:lnR w="9525" cmpd="sng">
                      <a:solidFill>
                        <a:srgbClr val="D6DEE6"/>
                      </a:solidFill>
                      <a:prstDash val="solid"/>
                    </a:lnR>
                    <a:lnT w="9525" cmpd="sng">
                      <a:solidFill>
                        <a:srgbClr val="D6DEE6"/>
                      </a:solidFill>
                      <a:prstDash val="solid"/>
                    </a:lnT>
                    <a:lnB w="9525" cmpd="sng">
                      <a:solidFill>
                        <a:srgbClr val="D6DEE6"/>
                      </a:solidFill>
                      <a:prstDash val="solid"/>
                    </a:lnB>
                    <a:solidFill>
                      <a:srgbClr val="F7F8FA"/>
                    </a:solidFill>
                  </a:tcPr>
                </a:tc>
                <a:extLst>
                  <a:ext uri="{0D108BD9-81ED-4DB2-BD59-A6C34878D82A}">
                    <a16:rowId xmlns:a16="http://schemas.microsoft.com/office/drawing/2014/main" val="10002"/>
                  </a:ext>
                </a:extLst>
              </a:tr>
              <a:tr h="522514">
                <a:tc>
                  <a:txBody>
                    <a:bodyPr/>
                    <a:lstStyle/>
                    <a:p>
                      <a:pPr algn="ctr">
                        <a:buNone/>
                      </a:pPr>
                      <a:r>
                        <a:rPr sz="1400" b="1">
                          <a:solidFill>
                            <a:srgbClr val="2F3A45"/>
                          </a:solidFill>
                          <a:latin typeface="Arial" panose="020B0604020202020204" pitchFamily="34" charset="0"/>
                          <a:ea typeface="微软雅黑" panose="020B0503020204020204" charset="-122"/>
                          <a:cs typeface="微软雅黑" panose="020B0503020204020204" charset="-122"/>
                        </a:rPr>
                        <a:t>MLU Triton</a:t>
                      </a:r>
                    </a:p>
                  </a:txBody>
                  <a:tcPr marL="38100" marR="38100" marT="12700" marB="12700" anchor="ctr">
                    <a:lnL w="9525" cmpd="sng">
                      <a:solidFill>
                        <a:srgbClr val="D6DEE6"/>
                      </a:solidFill>
                      <a:prstDash val="solid"/>
                    </a:lnL>
                    <a:lnR w="9525" cmpd="sng">
                      <a:solidFill>
                        <a:srgbClr val="D6DEE6"/>
                      </a:solidFill>
                      <a:prstDash val="solid"/>
                    </a:lnR>
                    <a:lnT w="9525" cmpd="sng">
                      <a:solidFill>
                        <a:srgbClr val="D6DEE6"/>
                      </a:solidFill>
                      <a:prstDash val="solid"/>
                    </a:lnT>
                    <a:lnB w="9525" cmpd="sng">
                      <a:solidFill>
                        <a:srgbClr val="D6DEE6"/>
                      </a:solidFill>
                      <a:prstDash val="solid"/>
                    </a:lnB>
                    <a:solidFill>
                      <a:srgbClr val="EEF2F5"/>
                    </a:solidFill>
                  </a:tcPr>
                </a:tc>
                <a:tc>
                  <a:txBody>
                    <a:bodyPr/>
                    <a:lstStyle/>
                    <a:p>
                      <a:pPr algn="ctr">
                        <a:buNone/>
                      </a:pPr>
                      <a:r>
                        <a:rPr lang="en-US" sz="1400" b="0" dirty="0">
                          <a:solidFill>
                            <a:srgbClr val="2F3A45"/>
                          </a:solidFill>
                          <a:latin typeface="Arial" panose="020B0604020202020204" pitchFamily="34" charset="0"/>
                          <a:ea typeface="微软雅黑" panose="020B0503020204020204" charset="-122"/>
                          <a:cs typeface="微软雅黑" panose="020B0503020204020204" charset="-122"/>
                        </a:rPr>
                        <a:t>1</a:t>
                      </a:r>
                      <a:r>
                        <a:rPr lang="en-US" altLang="zh-CN" sz="1400" b="0" dirty="0">
                          <a:solidFill>
                            <a:srgbClr val="2F3A45"/>
                          </a:solidFill>
                          <a:latin typeface="Arial" panose="020B0604020202020204" pitchFamily="34" charset="0"/>
                          <a:ea typeface="微软雅黑" panose="020B0503020204020204" charset="-122"/>
                          <a:cs typeface="微软雅黑" panose="020B0503020204020204" charset="-122"/>
                        </a:rPr>
                        <a:t>x</a:t>
                      </a:r>
                      <a:endParaRPr sz="1400" b="0" dirty="0">
                        <a:solidFill>
                          <a:srgbClr val="2F3A45"/>
                        </a:solidFill>
                        <a:latin typeface="Arial" panose="020B0604020202020204" pitchFamily="34" charset="0"/>
                        <a:ea typeface="微软雅黑" panose="020B0503020204020204" charset="-122"/>
                        <a:cs typeface="微软雅黑" panose="020B0503020204020204" charset="-122"/>
                      </a:endParaRPr>
                    </a:p>
                  </a:txBody>
                  <a:tcPr marL="38100" marR="38100" marT="12700" marB="12700" anchor="ctr">
                    <a:lnL w="9525" cmpd="sng">
                      <a:solidFill>
                        <a:srgbClr val="D6DEE6"/>
                      </a:solidFill>
                      <a:prstDash val="solid"/>
                    </a:lnL>
                    <a:lnR w="9525" cmpd="sng">
                      <a:solidFill>
                        <a:srgbClr val="D6DEE6"/>
                      </a:solidFill>
                      <a:prstDash val="solid"/>
                    </a:lnR>
                    <a:lnT w="9525" cmpd="sng">
                      <a:solidFill>
                        <a:srgbClr val="D6DEE6"/>
                      </a:solidFill>
                      <a:prstDash val="solid"/>
                    </a:lnT>
                    <a:lnB w="9525" cmpd="sng">
                      <a:solidFill>
                        <a:srgbClr val="D6DEE6"/>
                      </a:solidFill>
                      <a:prstDash val="solid"/>
                    </a:lnB>
                    <a:solidFill>
                      <a:srgbClr val="FFFFFF"/>
                    </a:solidFill>
                  </a:tcPr>
                </a:tc>
                <a:tc>
                  <a:txBody>
                    <a:bodyPr/>
                    <a:lstStyle/>
                    <a:p>
                      <a:pPr algn="ctr">
                        <a:buNone/>
                      </a:pPr>
                      <a:r>
                        <a:rPr lang="en-US" sz="1400" b="1" dirty="0">
                          <a:solidFill>
                            <a:srgbClr val="4F8A83"/>
                          </a:solidFill>
                          <a:latin typeface="Arial" panose="020B0604020202020204" pitchFamily="34" charset="0"/>
                          <a:ea typeface="微软雅黑" panose="020B0503020204020204" charset="-122"/>
                          <a:cs typeface="微软雅黑" panose="020B0503020204020204" charset="-122"/>
                        </a:rPr>
                        <a:t>1.23</a:t>
                      </a:r>
                      <a:endParaRPr sz="1400" b="1" dirty="0">
                        <a:solidFill>
                          <a:srgbClr val="4F8A83"/>
                        </a:solidFill>
                        <a:latin typeface="Arial" panose="020B0604020202020204" pitchFamily="34" charset="0"/>
                        <a:ea typeface="微软雅黑" panose="020B0503020204020204" charset="-122"/>
                        <a:cs typeface="微软雅黑" panose="020B0503020204020204" charset="-122"/>
                      </a:endParaRPr>
                    </a:p>
                  </a:txBody>
                  <a:tcPr marL="38100" marR="38100" marT="12700" marB="12700" anchor="ctr">
                    <a:lnL w="9525" cmpd="sng">
                      <a:solidFill>
                        <a:srgbClr val="D6DEE6"/>
                      </a:solidFill>
                      <a:prstDash val="solid"/>
                    </a:lnL>
                    <a:lnR w="9525" cmpd="sng">
                      <a:solidFill>
                        <a:srgbClr val="D6DEE6"/>
                      </a:solidFill>
                      <a:prstDash val="solid"/>
                    </a:lnR>
                    <a:lnT w="9525" cmpd="sng">
                      <a:solidFill>
                        <a:srgbClr val="D6DEE6"/>
                      </a:solidFill>
                      <a:prstDash val="solid"/>
                    </a:lnT>
                    <a:lnB w="9525" cmpd="sng">
                      <a:solidFill>
                        <a:srgbClr val="D6DEE6"/>
                      </a:solidFill>
                      <a:prstDash val="solid"/>
                    </a:lnB>
                    <a:solidFill>
                      <a:srgbClr val="EAF3F1"/>
                    </a:solidFill>
                  </a:tcPr>
                </a:tc>
                <a:tc>
                  <a:txBody>
                    <a:bodyPr/>
                    <a:lstStyle/>
                    <a:p>
                      <a:pPr algn="ctr">
                        <a:buNone/>
                      </a:pPr>
                      <a:r>
                        <a:rPr lang="en-US" sz="1400" b="0" dirty="0">
                          <a:solidFill>
                            <a:srgbClr val="2F3A45"/>
                          </a:solidFill>
                          <a:latin typeface="Arial" panose="020B0604020202020204" pitchFamily="34" charset="0"/>
                          <a:ea typeface="微软雅黑" panose="020B0503020204020204" charset="-122"/>
                          <a:cs typeface="微软雅黑" panose="020B0503020204020204" charset="-122"/>
                        </a:rPr>
                        <a:t>0.45</a:t>
                      </a:r>
                      <a:r>
                        <a:rPr lang="en-US" altLang="zh-CN" sz="1400" b="0" dirty="0">
                          <a:solidFill>
                            <a:srgbClr val="2F3A45"/>
                          </a:solidFill>
                          <a:latin typeface="Arial" panose="020B0604020202020204" pitchFamily="34" charset="0"/>
                          <a:ea typeface="微软雅黑" panose="020B0503020204020204" charset="-122"/>
                          <a:cs typeface="微软雅黑" panose="020B0503020204020204" charset="-122"/>
                        </a:rPr>
                        <a:t>x</a:t>
                      </a:r>
                      <a:endParaRPr sz="1400" b="0" dirty="0">
                        <a:solidFill>
                          <a:srgbClr val="2F3A45"/>
                        </a:solidFill>
                        <a:latin typeface="Arial" panose="020B0604020202020204" pitchFamily="34" charset="0"/>
                        <a:ea typeface="微软雅黑" panose="020B0503020204020204" charset="-122"/>
                        <a:cs typeface="微软雅黑" panose="020B0503020204020204" charset="-122"/>
                      </a:endParaRPr>
                    </a:p>
                  </a:txBody>
                  <a:tcPr marL="38100" marR="38100" marT="12700" marB="12700" anchor="ctr">
                    <a:lnL w="9525" cmpd="sng">
                      <a:solidFill>
                        <a:srgbClr val="D6DEE6"/>
                      </a:solidFill>
                      <a:prstDash val="solid"/>
                    </a:lnL>
                    <a:lnR w="9525" cmpd="sng">
                      <a:solidFill>
                        <a:srgbClr val="D6DEE6"/>
                      </a:solidFill>
                      <a:prstDash val="solid"/>
                    </a:lnR>
                    <a:lnT w="9525" cmpd="sng">
                      <a:solidFill>
                        <a:srgbClr val="D6DEE6"/>
                      </a:solidFill>
                      <a:prstDash val="solid"/>
                    </a:lnT>
                    <a:lnB w="9525" cmpd="sng">
                      <a:solidFill>
                        <a:srgbClr val="D6DEE6"/>
                      </a:solidFill>
                      <a:prstDash val="solid"/>
                    </a:lnB>
                    <a:solidFill>
                      <a:srgbClr val="FFFFFF"/>
                    </a:solidFill>
                  </a:tcPr>
                </a:tc>
                <a:extLst>
                  <a:ext uri="{0D108BD9-81ED-4DB2-BD59-A6C34878D82A}">
                    <a16:rowId xmlns:a16="http://schemas.microsoft.com/office/drawing/2014/main" val="10003"/>
                  </a:ext>
                </a:extLst>
              </a:tr>
              <a:tr h="522514">
                <a:tc>
                  <a:txBody>
                    <a:bodyPr/>
                    <a:lstStyle/>
                    <a:p>
                      <a:pPr algn="ctr">
                        <a:buNone/>
                      </a:pPr>
                      <a:r>
                        <a:rPr sz="1400" b="1">
                          <a:solidFill>
                            <a:srgbClr val="2F3A45"/>
                          </a:solidFill>
                          <a:latin typeface="Arial" panose="020B0604020202020204" pitchFamily="34" charset="0"/>
                          <a:ea typeface="微软雅黑" panose="020B0503020204020204" charset="-122"/>
                          <a:cs typeface="微软雅黑" panose="020B0503020204020204" charset="-122"/>
                        </a:rPr>
                        <a:t>BANG C</a:t>
                      </a:r>
                    </a:p>
                  </a:txBody>
                  <a:tcPr marL="38100" marR="38100" marT="12700" marB="12700" anchor="ctr">
                    <a:lnL w="9525" cmpd="sng">
                      <a:solidFill>
                        <a:srgbClr val="D6DEE6"/>
                      </a:solidFill>
                      <a:prstDash val="solid"/>
                    </a:lnL>
                    <a:lnR w="9525" cmpd="sng">
                      <a:solidFill>
                        <a:srgbClr val="D6DEE6"/>
                      </a:solidFill>
                      <a:prstDash val="solid"/>
                    </a:lnR>
                    <a:lnT w="9525" cmpd="sng">
                      <a:solidFill>
                        <a:srgbClr val="D6DEE6"/>
                      </a:solidFill>
                      <a:prstDash val="solid"/>
                    </a:lnT>
                    <a:lnB w="9525" cmpd="sng">
                      <a:solidFill>
                        <a:srgbClr val="D6DEE6"/>
                      </a:solidFill>
                      <a:prstDash val="solid"/>
                    </a:lnB>
                    <a:solidFill>
                      <a:srgbClr val="EEF2F5"/>
                    </a:solidFill>
                  </a:tcPr>
                </a:tc>
                <a:tc>
                  <a:txBody>
                    <a:bodyPr/>
                    <a:lstStyle/>
                    <a:p>
                      <a:pPr algn="ctr">
                        <a:buNone/>
                      </a:pPr>
                      <a:r>
                        <a:rPr sz="1400" b="1" dirty="0">
                          <a:solidFill>
                            <a:srgbClr val="C77C59"/>
                          </a:solidFill>
                          <a:latin typeface="Arial" panose="020B0604020202020204" pitchFamily="34" charset="0"/>
                          <a:ea typeface="微软雅黑" panose="020B0503020204020204" charset="-122"/>
                          <a:cs typeface="微软雅黑" panose="020B0503020204020204" charset="-122"/>
                        </a:rPr>
                        <a:t> </a:t>
                      </a:r>
                      <a:r>
                        <a:rPr lang="en-US" sz="1400" b="1" dirty="0">
                          <a:solidFill>
                            <a:srgbClr val="C77C59"/>
                          </a:solidFill>
                          <a:latin typeface="Arial" panose="020B0604020202020204" pitchFamily="34" charset="0"/>
                          <a:ea typeface="微软雅黑" panose="020B0503020204020204" charset="-122"/>
                          <a:cs typeface="微软雅黑" panose="020B0503020204020204" charset="-122"/>
                        </a:rPr>
                        <a:t>0.01</a:t>
                      </a:r>
                      <a:r>
                        <a:rPr lang="en-US" altLang="zh-CN" sz="1400" b="1" dirty="0">
                          <a:solidFill>
                            <a:srgbClr val="C77C59"/>
                          </a:solidFill>
                          <a:latin typeface="Arial" panose="020B0604020202020204" pitchFamily="34" charset="0"/>
                          <a:ea typeface="微软雅黑" panose="020B0503020204020204" charset="-122"/>
                          <a:cs typeface="微软雅黑" panose="020B0503020204020204" charset="-122"/>
                        </a:rPr>
                        <a:t>x</a:t>
                      </a:r>
                      <a:endParaRPr sz="1400" b="1" dirty="0">
                        <a:solidFill>
                          <a:srgbClr val="C77C59"/>
                        </a:solidFill>
                        <a:latin typeface="Arial" panose="020B0604020202020204" pitchFamily="34" charset="0"/>
                        <a:ea typeface="微软雅黑" panose="020B0503020204020204" charset="-122"/>
                        <a:cs typeface="微软雅黑" panose="020B0503020204020204" charset="-122"/>
                      </a:endParaRPr>
                    </a:p>
                  </a:txBody>
                  <a:tcPr marL="38100" marR="38100" marT="12700" marB="12700" anchor="ctr">
                    <a:lnL w="9525" cmpd="sng">
                      <a:solidFill>
                        <a:srgbClr val="D6DEE6"/>
                      </a:solidFill>
                      <a:prstDash val="solid"/>
                    </a:lnL>
                    <a:lnR w="9525" cmpd="sng">
                      <a:solidFill>
                        <a:srgbClr val="D6DEE6"/>
                      </a:solidFill>
                      <a:prstDash val="solid"/>
                    </a:lnR>
                    <a:lnT w="9525" cmpd="sng">
                      <a:solidFill>
                        <a:srgbClr val="D6DEE6"/>
                      </a:solidFill>
                      <a:prstDash val="solid"/>
                    </a:lnT>
                    <a:lnB w="9525" cmpd="sng">
                      <a:solidFill>
                        <a:srgbClr val="D6DEE6"/>
                      </a:solidFill>
                      <a:prstDash val="solid"/>
                    </a:lnB>
                    <a:solidFill>
                      <a:srgbClr val="F6ECE6"/>
                    </a:solidFill>
                  </a:tcPr>
                </a:tc>
                <a:tc>
                  <a:txBody>
                    <a:bodyPr/>
                    <a:lstStyle/>
                    <a:p>
                      <a:pPr algn="ctr">
                        <a:buNone/>
                      </a:pPr>
                      <a:r>
                        <a:rPr lang="en-US" sz="1400" b="1" dirty="0">
                          <a:solidFill>
                            <a:srgbClr val="C77C59"/>
                          </a:solidFill>
                          <a:latin typeface="Arial" panose="020B0604020202020204" pitchFamily="34" charset="0"/>
                          <a:ea typeface="微软雅黑" panose="020B0503020204020204" charset="-122"/>
                          <a:cs typeface="微软雅黑" panose="020B0503020204020204" charset="-122"/>
                        </a:rPr>
                        <a:t>0.05</a:t>
                      </a:r>
                      <a:r>
                        <a:rPr lang="en-US" altLang="zh-CN" sz="1400" b="1" dirty="0">
                          <a:solidFill>
                            <a:srgbClr val="C77C59"/>
                          </a:solidFill>
                          <a:latin typeface="Arial" panose="020B0604020202020204" pitchFamily="34" charset="0"/>
                          <a:ea typeface="微软雅黑" panose="020B0503020204020204" charset="-122"/>
                          <a:cs typeface="微软雅黑" panose="020B0503020204020204" charset="-122"/>
                        </a:rPr>
                        <a:t>x</a:t>
                      </a:r>
                      <a:endParaRPr sz="1400" b="1" dirty="0">
                        <a:solidFill>
                          <a:srgbClr val="C77C59"/>
                        </a:solidFill>
                        <a:latin typeface="Arial" panose="020B0604020202020204" pitchFamily="34" charset="0"/>
                        <a:ea typeface="微软雅黑" panose="020B0503020204020204" charset="-122"/>
                        <a:cs typeface="微软雅黑" panose="020B0503020204020204" charset="-122"/>
                      </a:endParaRPr>
                    </a:p>
                  </a:txBody>
                  <a:tcPr marL="38100" marR="38100" marT="12700" marB="12700" anchor="ctr">
                    <a:lnL w="9525" cmpd="sng">
                      <a:solidFill>
                        <a:srgbClr val="D6DEE6"/>
                      </a:solidFill>
                      <a:prstDash val="solid"/>
                    </a:lnL>
                    <a:lnR w="9525" cmpd="sng">
                      <a:solidFill>
                        <a:srgbClr val="D6DEE6"/>
                      </a:solidFill>
                      <a:prstDash val="solid"/>
                    </a:lnR>
                    <a:lnT w="9525" cmpd="sng">
                      <a:solidFill>
                        <a:srgbClr val="D6DEE6"/>
                      </a:solidFill>
                      <a:prstDash val="solid"/>
                    </a:lnT>
                    <a:lnB w="9525" cmpd="sng">
                      <a:solidFill>
                        <a:srgbClr val="D6DEE6"/>
                      </a:solidFill>
                      <a:prstDash val="solid"/>
                    </a:lnB>
                    <a:solidFill>
                      <a:srgbClr val="F6ECE6"/>
                    </a:solidFill>
                  </a:tcPr>
                </a:tc>
                <a:tc>
                  <a:txBody>
                    <a:bodyPr/>
                    <a:lstStyle/>
                    <a:p>
                      <a:pPr algn="ctr">
                        <a:buNone/>
                      </a:pPr>
                      <a:r>
                        <a:rPr lang="en-US" sz="1400" b="1" dirty="0">
                          <a:solidFill>
                            <a:srgbClr val="C77C59"/>
                          </a:solidFill>
                          <a:latin typeface="Arial" panose="020B0604020202020204" pitchFamily="34" charset="0"/>
                          <a:ea typeface="微软雅黑" panose="020B0503020204020204" charset="-122"/>
                          <a:cs typeface="微软雅黑" panose="020B0503020204020204" charset="-122"/>
                        </a:rPr>
                        <a:t>0.33</a:t>
                      </a:r>
                      <a:r>
                        <a:rPr lang="en-US" altLang="zh-CN" sz="1400" b="1" dirty="0">
                          <a:solidFill>
                            <a:srgbClr val="C77C59"/>
                          </a:solidFill>
                          <a:latin typeface="Arial" panose="020B0604020202020204" pitchFamily="34" charset="0"/>
                          <a:ea typeface="微软雅黑" panose="020B0503020204020204" charset="-122"/>
                          <a:cs typeface="微软雅黑" panose="020B0503020204020204" charset="-122"/>
                        </a:rPr>
                        <a:t>x</a:t>
                      </a:r>
                      <a:endParaRPr sz="1400" b="1" dirty="0">
                        <a:solidFill>
                          <a:srgbClr val="C77C59"/>
                        </a:solidFill>
                        <a:latin typeface="Arial" panose="020B0604020202020204" pitchFamily="34" charset="0"/>
                        <a:ea typeface="微软雅黑" panose="020B0503020204020204" charset="-122"/>
                        <a:cs typeface="微软雅黑" panose="020B0503020204020204" charset="-122"/>
                      </a:endParaRPr>
                    </a:p>
                  </a:txBody>
                  <a:tcPr marL="38100" marR="38100" marT="12700" marB="12700" anchor="ctr">
                    <a:lnL w="9525" cmpd="sng">
                      <a:solidFill>
                        <a:srgbClr val="D6DEE6"/>
                      </a:solidFill>
                      <a:prstDash val="solid"/>
                    </a:lnL>
                    <a:lnR w="9525" cmpd="sng">
                      <a:solidFill>
                        <a:srgbClr val="D6DEE6"/>
                      </a:solidFill>
                      <a:prstDash val="solid"/>
                    </a:lnR>
                    <a:lnT w="9525" cmpd="sng">
                      <a:solidFill>
                        <a:srgbClr val="D6DEE6"/>
                      </a:solidFill>
                      <a:prstDash val="solid"/>
                    </a:lnT>
                    <a:lnB w="9525" cmpd="sng">
                      <a:solidFill>
                        <a:srgbClr val="D6DEE6"/>
                      </a:solidFill>
                      <a:prstDash val="solid"/>
                    </a:lnB>
                    <a:solidFill>
                      <a:srgbClr val="F6ECE6"/>
                    </a:solidFill>
                  </a:tcPr>
                </a:tc>
                <a:extLst>
                  <a:ext uri="{0D108BD9-81ED-4DB2-BD59-A6C34878D82A}">
                    <a16:rowId xmlns:a16="http://schemas.microsoft.com/office/drawing/2014/main" val="10004"/>
                  </a:ext>
                </a:extLst>
              </a:tr>
              <a:tr h="522514">
                <a:tc>
                  <a:txBody>
                    <a:bodyPr/>
                    <a:lstStyle/>
                    <a:p>
                      <a:pPr marL="0" marR="0" lvl="0" indent="0" algn="ctr" defTabSz="914400" eaLnBrk="1" fontAlgn="auto" latinLnBrk="0" hangingPunct="1">
                        <a:lnSpc>
                          <a:spcPct val="100000"/>
                        </a:lnSpc>
                        <a:spcBef>
                          <a:spcPts val="0"/>
                        </a:spcBef>
                        <a:spcAft>
                          <a:spcPts val="0"/>
                        </a:spcAft>
                        <a:buClrTx/>
                        <a:buSzTx/>
                        <a:buFontTx/>
                        <a:buNone/>
                        <a:defRPr/>
                      </a:pPr>
                      <a:r>
                        <a:rPr lang="en-US" altLang="zh-CN" sz="1400" b="1" dirty="0" smtClean="0">
                          <a:solidFill>
                            <a:srgbClr val="2F3A45"/>
                          </a:solidFill>
                          <a:latin typeface="Arial" panose="020B0604020202020204" pitchFamily="34" charset="0"/>
                          <a:ea typeface="微软雅黑" panose="020B0503020204020204" charset="-122"/>
                          <a:cs typeface="微软雅黑" panose="020B0503020204020204" charset="-122"/>
                        </a:rPr>
                        <a:t>GPU Triton</a:t>
                      </a:r>
                    </a:p>
                  </a:txBody>
                  <a:tcPr marL="38100" marR="38100" marT="12700" marB="12700" anchor="ctr">
                    <a:lnL w="9525" cmpd="sng">
                      <a:solidFill>
                        <a:srgbClr val="D6DEE6"/>
                      </a:solidFill>
                      <a:prstDash val="solid"/>
                    </a:lnL>
                    <a:lnR w="9525" cmpd="sng">
                      <a:solidFill>
                        <a:srgbClr val="D6DEE6"/>
                      </a:solidFill>
                      <a:prstDash val="solid"/>
                    </a:lnR>
                    <a:lnT w="9525" cmpd="sng">
                      <a:solidFill>
                        <a:srgbClr val="D6DEE6"/>
                      </a:solidFill>
                      <a:prstDash val="solid"/>
                    </a:lnT>
                    <a:lnB w="9525" cmpd="sng">
                      <a:solidFill>
                        <a:srgbClr val="D6DEE6"/>
                      </a:solidFill>
                      <a:prstDash val="solid"/>
                    </a:lnB>
                    <a:solidFill>
                      <a:srgbClr val="EEF2F5"/>
                    </a:solidFill>
                  </a:tcPr>
                </a:tc>
                <a:tc>
                  <a:txBody>
                    <a:bodyPr/>
                    <a:lstStyle/>
                    <a:p>
                      <a:pPr algn="ctr">
                        <a:buNone/>
                      </a:pPr>
                      <a:r>
                        <a:rPr lang="en-US" sz="1400" b="0" dirty="0">
                          <a:solidFill>
                            <a:srgbClr val="2F3A45"/>
                          </a:solidFill>
                          <a:latin typeface="Arial" panose="020B0604020202020204" pitchFamily="34" charset="0"/>
                          <a:ea typeface="微软雅黑" panose="020B0503020204020204" charset="-122"/>
                          <a:cs typeface="微软雅黑" panose="020B0503020204020204" charset="-122"/>
                        </a:rPr>
                        <a:t>1.43</a:t>
                      </a:r>
                      <a:r>
                        <a:rPr lang="en-US" altLang="zh-CN" sz="1400" b="0" dirty="0">
                          <a:solidFill>
                            <a:srgbClr val="2F3A45"/>
                          </a:solidFill>
                          <a:latin typeface="Arial" panose="020B0604020202020204" pitchFamily="34" charset="0"/>
                          <a:ea typeface="微软雅黑" panose="020B0503020204020204" charset="-122"/>
                          <a:cs typeface="微软雅黑" panose="020B0503020204020204" charset="-122"/>
                        </a:rPr>
                        <a:t>x</a:t>
                      </a:r>
                      <a:endParaRPr sz="1400" b="0" dirty="0">
                        <a:solidFill>
                          <a:srgbClr val="2F3A45"/>
                        </a:solidFill>
                        <a:latin typeface="Arial" panose="020B0604020202020204" pitchFamily="34" charset="0"/>
                        <a:ea typeface="微软雅黑" panose="020B0503020204020204" charset="-122"/>
                        <a:cs typeface="微软雅黑" panose="020B0503020204020204" charset="-122"/>
                      </a:endParaRPr>
                    </a:p>
                  </a:txBody>
                  <a:tcPr marL="38100" marR="38100" marT="12700" marB="12700" anchor="ctr">
                    <a:lnL w="9525" cmpd="sng">
                      <a:solidFill>
                        <a:srgbClr val="D6DEE6"/>
                      </a:solidFill>
                      <a:prstDash val="solid"/>
                    </a:lnL>
                    <a:lnR w="9525" cmpd="sng">
                      <a:solidFill>
                        <a:srgbClr val="D6DEE6"/>
                      </a:solidFill>
                      <a:prstDash val="solid"/>
                    </a:lnR>
                    <a:lnT w="9525" cmpd="sng">
                      <a:solidFill>
                        <a:srgbClr val="D6DEE6"/>
                      </a:solidFill>
                      <a:prstDash val="solid"/>
                    </a:lnT>
                    <a:lnB w="9525" cmpd="sng">
                      <a:solidFill>
                        <a:srgbClr val="D6DEE6"/>
                      </a:solidFill>
                      <a:prstDash val="solid"/>
                    </a:lnB>
                    <a:solidFill>
                      <a:srgbClr val="FFFFFF"/>
                    </a:solidFill>
                  </a:tcPr>
                </a:tc>
                <a:tc>
                  <a:txBody>
                    <a:bodyPr/>
                    <a:lstStyle/>
                    <a:p>
                      <a:pPr algn="ctr">
                        <a:buNone/>
                      </a:pPr>
                      <a:r>
                        <a:rPr lang="en-US" sz="1400" b="0" dirty="0">
                          <a:solidFill>
                            <a:srgbClr val="2F3A45"/>
                          </a:solidFill>
                          <a:latin typeface="Arial" panose="020B0604020202020204" pitchFamily="34" charset="0"/>
                          <a:ea typeface="微软雅黑" panose="020B0503020204020204" charset="-122"/>
                          <a:cs typeface="微软雅黑" panose="020B0503020204020204" charset="-122"/>
                        </a:rPr>
                        <a:t>1.06</a:t>
                      </a:r>
                      <a:r>
                        <a:rPr lang="en-US" altLang="zh-CN" sz="1400" b="0" dirty="0">
                          <a:solidFill>
                            <a:srgbClr val="2F3A45"/>
                          </a:solidFill>
                          <a:latin typeface="Arial" panose="020B0604020202020204" pitchFamily="34" charset="0"/>
                          <a:ea typeface="微软雅黑" panose="020B0503020204020204" charset="-122"/>
                          <a:cs typeface="微软雅黑" panose="020B0503020204020204" charset="-122"/>
                        </a:rPr>
                        <a:t>x</a:t>
                      </a:r>
                      <a:endParaRPr sz="1400" b="0" dirty="0">
                        <a:solidFill>
                          <a:srgbClr val="2F3A45"/>
                        </a:solidFill>
                        <a:latin typeface="Arial" panose="020B0604020202020204" pitchFamily="34" charset="0"/>
                        <a:ea typeface="微软雅黑" panose="020B0503020204020204" charset="-122"/>
                        <a:cs typeface="微软雅黑" panose="020B0503020204020204" charset="-122"/>
                      </a:endParaRPr>
                    </a:p>
                  </a:txBody>
                  <a:tcPr marL="38100" marR="38100" marT="12700" marB="12700" anchor="ctr">
                    <a:lnL w="9525" cmpd="sng">
                      <a:solidFill>
                        <a:srgbClr val="D6DEE6"/>
                      </a:solidFill>
                      <a:prstDash val="solid"/>
                    </a:lnL>
                    <a:lnR w="9525" cmpd="sng">
                      <a:solidFill>
                        <a:srgbClr val="D6DEE6"/>
                      </a:solidFill>
                      <a:prstDash val="solid"/>
                    </a:lnR>
                    <a:lnT w="9525" cmpd="sng">
                      <a:solidFill>
                        <a:srgbClr val="D6DEE6"/>
                      </a:solidFill>
                      <a:prstDash val="solid"/>
                    </a:lnT>
                    <a:lnB w="9525" cmpd="sng">
                      <a:solidFill>
                        <a:srgbClr val="D6DEE6"/>
                      </a:solidFill>
                      <a:prstDash val="solid"/>
                    </a:lnB>
                    <a:solidFill>
                      <a:srgbClr val="FFFFFF"/>
                    </a:solidFill>
                  </a:tcPr>
                </a:tc>
                <a:tc>
                  <a:txBody>
                    <a:bodyPr/>
                    <a:lstStyle/>
                    <a:p>
                      <a:pPr algn="ctr">
                        <a:buNone/>
                      </a:pPr>
                      <a:r>
                        <a:rPr lang="en-US" sz="1400" b="1" dirty="0">
                          <a:solidFill>
                            <a:srgbClr val="4F8A83"/>
                          </a:solidFill>
                          <a:latin typeface="Arial" panose="020B0604020202020204" pitchFamily="34" charset="0"/>
                          <a:ea typeface="微软雅黑" panose="020B0503020204020204" charset="-122"/>
                          <a:cs typeface="微软雅黑" panose="020B0503020204020204" charset="-122"/>
                        </a:rPr>
                        <a:t>0.53x</a:t>
                      </a:r>
                      <a:endParaRPr sz="1400" b="1" dirty="0">
                        <a:solidFill>
                          <a:srgbClr val="4F8A83"/>
                        </a:solidFill>
                        <a:latin typeface="Arial" panose="020B0604020202020204" pitchFamily="34" charset="0"/>
                        <a:ea typeface="微软雅黑" panose="020B0503020204020204" charset="-122"/>
                        <a:cs typeface="微软雅黑" panose="020B0503020204020204" charset="-122"/>
                      </a:endParaRPr>
                    </a:p>
                  </a:txBody>
                  <a:tcPr marL="38100" marR="38100" marT="12700" marB="12700" anchor="ctr">
                    <a:lnL w="9525" cmpd="sng">
                      <a:solidFill>
                        <a:srgbClr val="D6DEE6"/>
                      </a:solidFill>
                      <a:prstDash val="solid"/>
                    </a:lnL>
                    <a:lnR w="9525" cmpd="sng">
                      <a:solidFill>
                        <a:srgbClr val="D6DEE6"/>
                      </a:solidFill>
                      <a:prstDash val="solid"/>
                    </a:lnR>
                    <a:lnT w="9525" cmpd="sng">
                      <a:solidFill>
                        <a:srgbClr val="D6DEE6"/>
                      </a:solidFill>
                      <a:prstDash val="solid"/>
                    </a:lnT>
                    <a:lnB w="9525" cmpd="sng">
                      <a:solidFill>
                        <a:srgbClr val="D6DEE6"/>
                      </a:solidFill>
                      <a:prstDash val="solid"/>
                    </a:lnB>
                    <a:solidFill>
                      <a:srgbClr val="EAF3F1"/>
                    </a:solidFill>
                  </a:tcPr>
                </a:tc>
                <a:extLst>
                  <a:ext uri="{0D108BD9-81ED-4DB2-BD59-A6C34878D82A}">
                    <a16:rowId xmlns:a16="http://schemas.microsoft.com/office/drawing/2014/main" val="10005"/>
                  </a:ext>
                </a:extLst>
              </a:tr>
              <a:tr h="522514">
                <a:tc>
                  <a:txBody>
                    <a:bodyPr/>
                    <a:lstStyle/>
                    <a:p>
                      <a:pPr algn="ctr">
                        <a:buNone/>
                      </a:pPr>
                      <a:r>
                        <a:rPr lang="en-US" altLang="zh-CN" sz="1400" b="1" dirty="0" smtClean="0">
                          <a:solidFill>
                            <a:srgbClr val="2F3A45"/>
                          </a:solidFill>
                          <a:latin typeface="Arial" panose="020B0604020202020204" pitchFamily="34" charset="0"/>
                          <a:ea typeface="微软雅黑" panose="020B0503020204020204" charset="-122"/>
                          <a:cs typeface="微软雅黑" panose="020B0503020204020204" charset="-122"/>
                        </a:rPr>
                        <a:t>CUDA C</a:t>
                      </a:r>
                      <a:endParaRPr sz="1400" b="1" dirty="0">
                        <a:solidFill>
                          <a:srgbClr val="2F3A45"/>
                        </a:solidFill>
                        <a:latin typeface="Arial" panose="020B0604020202020204" pitchFamily="34" charset="0"/>
                        <a:ea typeface="微软雅黑" panose="020B0503020204020204" charset="-122"/>
                        <a:cs typeface="微软雅黑" panose="020B0503020204020204" charset="-122"/>
                      </a:endParaRPr>
                    </a:p>
                  </a:txBody>
                  <a:tcPr marL="38100" marR="38100" marT="12700" marB="12700" anchor="ctr">
                    <a:lnL w="9525" cmpd="sng">
                      <a:solidFill>
                        <a:srgbClr val="D6DEE6"/>
                      </a:solidFill>
                      <a:prstDash val="solid"/>
                    </a:lnL>
                    <a:lnR w="9525" cmpd="sng">
                      <a:solidFill>
                        <a:srgbClr val="D6DEE6"/>
                      </a:solidFill>
                      <a:prstDash val="solid"/>
                    </a:lnR>
                    <a:lnT w="9525" cmpd="sng">
                      <a:solidFill>
                        <a:srgbClr val="D6DEE6"/>
                      </a:solidFill>
                      <a:prstDash val="solid"/>
                    </a:lnT>
                    <a:lnB w="9525" cmpd="sng">
                      <a:solidFill>
                        <a:srgbClr val="D6DEE6"/>
                      </a:solidFill>
                      <a:prstDash val="solid"/>
                    </a:lnB>
                    <a:solidFill>
                      <a:srgbClr val="EEF2F5"/>
                    </a:solidFill>
                  </a:tcPr>
                </a:tc>
                <a:tc>
                  <a:txBody>
                    <a:bodyPr/>
                    <a:lstStyle/>
                    <a:p>
                      <a:pPr algn="ctr">
                        <a:buNone/>
                      </a:pPr>
                      <a:r>
                        <a:rPr lang="en-US" sz="1400" b="1" dirty="0">
                          <a:solidFill>
                            <a:srgbClr val="4F8A83"/>
                          </a:solidFill>
                          <a:latin typeface="Arial" panose="020B0604020202020204" pitchFamily="34" charset="0"/>
                          <a:ea typeface="微软雅黑" panose="020B0503020204020204" charset="-122"/>
                          <a:cs typeface="微软雅黑" panose="020B0503020204020204" charset="-122"/>
                        </a:rPr>
                        <a:t>1.45</a:t>
                      </a:r>
                      <a:r>
                        <a:rPr lang="en-US" altLang="zh-CN" sz="1400" b="1" dirty="0">
                          <a:solidFill>
                            <a:srgbClr val="4F8A83"/>
                          </a:solidFill>
                          <a:latin typeface="Arial" panose="020B0604020202020204" pitchFamily="34" charset="0"/>
                          <a:ea typeface="微软雅黑" panose="020B0503020204020204" charset="-122"/>
                          <a:cs typeface="微软雅黑" panose="020B0503020204020204" charset="-122"/>
                        </a:rPr>
                        <a:t>x</a:t>
                      </a:r>
                      <a:endParaRPr sz="1400" b="1" dirty="0">
                        <a:solidFill>
                          <a:srgbClr val="4F8A83"/>
                        </a:solidFill>
                        <a:latin typeface="Arial" panose="020B0604020202020204" pitchFamily="34" charset="0"/>
                        <a:ea typeface="微软雅黑" panose="020B0503020204020204" charset="-122"/>
                        <a:cs typeface="微软雅黑" panose="020B0503020204020204" charset="-122"/>
                      </a:endParaRPr>
                    </a:p>
                  </a:txBody>
                  <a:tcPr marL="38100" marR="38100" marT="12700" marB="12700" anchor="ctr">
                    <a:lnL w="9525" cmpd="sng">
                      <a:solidFill>
                        <a:srgbClr val="D6DEE6"/>
                      </a:solidFill>
                      <a:prstDash val="solid"/>
                    </a:lnL>
                    <a:lnR w="9525" cmpd="sng">
                      <a:solidFill>
                        <a:srgbClr val="D6DEE6"/>
                      </a:solidFill>
                      <a:prstDash val="solid"/>
                    </a:lnR>
                    <a:lnT w="9525" cmpd="sng">
                      <a:solidFill>
                        <a:srgbClr val="D6DEE6"/>
                      </a:solidFill>
                      <a:prstDash val="solid"/>
                    </a:lnT>
                    <a:lnB w="9525" cmpd="sng">
                      <a:solidFill>
                        <a:srgbClr val="D6DEE6"/>
                      </a:solidFill>
                      <a:prstDash val="solid"/>
                    </a:lnB>
                    <a:solidFill>
                      <a:srgbClr val="EAF3F1"/>
                    </a:solidFill>
                  </a:tcPr>
                </a:tc>
                <a:tc>
                  <a:txBody>
                    <a:bodyPr/>
                    <a:lstStyle/>
                    <a:p>
                      <a:pPr algn="ctr">
                        <a:buNone/>
                      </a:pPr>
                      <a:r>
                        <a:rPr lang="en-US" sz="1400" b="0" dirty="0">
                          <a:solidFill>
                            <a:srgbClr val="2F3A45"/>
                          </a:solidFill>
                          <a:latin typeface="Arial" panose="020B0604020202020204" pitchFamily="34" charset="0"/>
                          <a:ea typeface="微软雅黑" panose="020B0503020204020204" charset="-122"/>
                          <a:cs typeface="微软雅黑" panose="020B0503020204020204" charset="-122"/>
                        </a:rPr>
                        <a:t>1.06</a:t>
                      </a:r>
                      <a:r>
                        <a:rPr lang="en-US" altLang="zh-CN" sz="1400" b="0" dirty="0">
                          <a:solidFill>
                            <a:srgbClr val="2F3A45"/>
                          </a:solidFill>
                          <a:latin typeface="Arial" panose="020B0604020202020204" pitchFamily="34" charset="0"/>
                          <a:ea typeface="微软雅黑" panose="020B0503020204020204" charset="-122"/>
                          <a:cs typeface="微软雅黑" panose="020B0503020204020204" charset="-122"/>
                        </a:rPr>
                        <a:t>x</a:t>
                      </a:r>
                      <a:endParaRPr sz="1400" b="0" dirty="0">
                        <a:solidFill>
                          <a:srgbClr val="2F3A45"/>
                        </a:solidFill>
                        <a:latin typeface="Arial" panose="020B0604020202020204" pitchFamily="34" charset="0"/>
                        <a:ea typeface="微软雅黑" panose="020B0503020204020204" charset="-122"/>
                        <a:cs typeface="微软雅黑" panose="020B0503020204020204" charset="-122"/>
                      </a:endParaRPr>
                    </a:p>
                  </a:txBody>
                  <a:tcPr marL="38100" marR="38100" marT="12700" marB="12700" anchor="ctr">
                    <a:lnL w="9525" cmpd="sng">
                      <a:solidFill>
                        <a:srgbClr val="D6DEE6"/>
                      </a:solidFill>
                      <a:prstDash val="solid"/>
                    </a:lnL>
                    <a:lnR w="9525" cmpd="sng">
                      <a:solidFill>
                        <a:srgbClr val="D6DEE6"/>
                      </a:solidFill>
                      <a:prstDash val="solid"/>
                    </a:lnR>
                    <a:lnT w="9525" cmpd="sng">
                      <a:solidFill>
                        <a:srgbClr val="D6DEE6"/>
                      </a:solidFill>
                      <a:prstDash val="solid"/>
                    </a:lnT>
                    <a:lnB w="9525" cmpd="sng">
                      <a:solidFill>
                        <a:srgbClr val="D6DEE6"/>
                      </a:solidFill>
                      <a:prstDash val="solid"/>
                    </a:lnB>
                    <a:solidFill>
                      <a:srgbClr val="F7F8FA"/>
                    </a:solidFill>
                  </a:tcPr>
                </a:tc>
                <a:tc>
                  <a:txBody>
                    <a:bodyPr/>
                    <a:lstStyle/>
                    <a:p>
                      <a:pPr algn="ctr">
                        <a:buNone/>
                      </a:pPr>
                      <a:r>
                        <a:rPr lang="en-US" sz="1400" b="0" dirty="0">
                          <a:solidFill>
                            <a:srgbClr val="2F3A45"/>
                          </a:solidFill>
                          <a:latin typeface="Arial" panose="020B0604020202020204" pitchFamily="34" charset="0"/>
                          <a:ea typeface="微软雅黑" panose="020B0503020204020204" charset="-122"/>
                          <a:cs typeface="微软雅黑" panose="020B0503020204020204" charset="-122"/>
                        </a:rPr>
                        <a:t>0.33x</a:t>
                      </a:r>
                    </a:p>
                  </a:txBody>
                  <a:tcPr marL="38100" marR="38100" marT="12700" marB="12700" anchor="ctr">
                    <a:lnL w="9525" cmpd="sng">
                      <a:solidFill>
                        <a:srgbClr val="D6DEE6"/>
                      </a:solidFill>
                      <a:prstDash val="solid"/>
                    </a:lnL>
                    <a:lnR w="9525" cmpd="sng">
                      <a:solidFill>
                        <a:srgbClr val="D6DEE6"/>
                      </a:solidFill>
                      <a:prstDash val="solid"/>
                    </a:lnR>
                    <a:lnT w="9525" cmpd="sng">
                      <a:solidFill>
                        <a:srgbClr val="D6DEE6"/>
                      </a:solidFill>
                      <a:prstDash val="solid"/>
                    </a:lnT>
                    <a:lnB w="9525" cmpd="sng">
                      <a:solidFill>
                        <a:srgbClr val="D6DEE6"/>
                      </a:solidFill>
                      <a:prstDash val="solid"/>
                    </a:lnB>
                    <a:solidFill>
                      <a:srgbClr val="F7F8FA"/>
                    </a:solidFill>
                  </a:tcPr>
                </a:tc>
                <a:extLst>
                  <a:ext uri="{0D108BD9-81ED-4DB2-BD59-A6C34878D82A}">
                    <a16:rowId xmlns:a16="http://schemas.microsoft.com/office/drawing/2014/main" val="10006"/>
                  </a:ext>
                </a:extLst>
              </a:tr>
            </a:tbl>
          </a:graphicData>
        </a:graphic>
      </p:graphicFrame>
      <p:sp>
        <p:nvSpPr>
          <p:cNvPr id="2" name="slide-7-page-number"/>
          <p:cNvSpPr>
            <a:spLocks noGrp="1"/>
          </p:cNvSpPr>
          <p:nvPr/>
        </p:nvSpPr>
        <p:spPr>
          <a:xfrm>
            <a:off x="11366500" y="317500"/>
            <a:ext cx="330200" cy="279400"/>
          </a:xfrm>
          <a:prstGeom prst="roundRect">
            <a:avLst>
              <a:gd name="adj" fmla="val 14706"/>
            </a:avLst>
          </a:prstGeom>
          <a:noFill/>
          <a:ln w="9525">
            <a:noFill/>
            <a:prstDash val="solid"/>
          </a:ln>
          <a:effectLst/>
          <a:extLst>
            <a:ext uri="{909E8E84-426E-40DD-AFC4-6F175D3DCCD1}">
              <a14:hiddenFill xmlns:a14="http://schemas.microsoft.com/office/drawing/2010/main">
                <a:solidFill>
                  <a:srgbClr val="294A6D"/>
                </a:solidFill>
              </a14:hiddenFill>
            </a:ext>
            <a:ext uri="{91240B29-F687-4F45-9708-019B960494DF}">
              <a14:hiddenLine xmlns:a14="http://schemas.microsoft.com/office/drawing/2010/main" w="9525">
                <a:solidFill>
                  <a:srgbClr val="294A6D"/>
                </a:solidFill>
                <a:prstDash val="solid"/>
              </a14:hiddenLine>
            </a:ext>
          </a:extLst>
        </p:spPr>
        <p:txBody>
          <a:bodyPr wrap="square" lIns="0" tIns="0" rIns="0" bIns="0" anchor="ctr">
            <a:noAutofit/>
          </a:bodyPr>
          <a:lstStyle/>
          <a:p>
            <a:pPr algn="ctr">
              <a:buNone/>
              <a:defRPr sz="1200" b="1">
                <a:solidFill>
                  <a:srgbClr val="FFFFFF"/>
                </a:solidFill>
                <a:latin typeface="微软雅黑" panose="020B0503020204020204" charset="-122"/>
                <a:ea typeface="微软雅黑" panose="020B0503020204020204" charset="-122"/>
                <a:cs typeface="微软雅黑" panose="020B0503020204020204" charset="-122"/>
              </a:defRPr>
            </a:pPr>
            <a:r>
              <a:rPr lang="en-US" sz="1200" b="1" dirty="0" smtClean="0">
                <a:solidFill>
                  <a:srgbClr val="66737F"/>
                </a:solidFill>
                <a:latin typeface="Arial" panose="020B0604020202020204" pitchFamily="34" charset="0"/>
                <a:ea typeface="微软雅黑" panose="020B0503020204020204" charset="-122"/>
                <a:cs typeface="微软雅黑" panose="020B0503020204020204" charset="-122"/>
              </a:rPr>
              <a:t>19</a:t>
            </a:r>
            <a:endParaRPr lang="en-US" sz="1200" b="1" dirty="0">
              <a:solidFill>
                <a:srgbClr val="66737F"/>
              </a:solidFill>
              <a:latin typeface="Arial" panose="020B0604020202020204" pitchFamily="34" charset="0"/>
              <a:ea typeface="微软雅黑" panose="020B0503020204020204" charset="-122"/>
              <a:cs typeface="微软雅黑" panose="020B0503020204020204" charset="-122"/>
            </a:endParaRPr>
          </a:p>
        </p:txBody>
      </p:sp>
      <p:sp>
        <p:nvSpPr>
          <p:cNvPr id="8" name="s16-observation-heading"/>
          <p:cNvSpPr txBox="1"/>
          <p:nvPr/>
        </p:nvSpPr>
        <p:spPr>
          <a:xfrm>
            <a:off x="1193800" y="5067300"/>
            <a:ext cx="9779000" cy="369332"/>
          </a:xfrm>
          <a:prstGeom prst="rect">
            <a:avLst/>
          </a:prstGeom>
          <a:noFill/>
        </p:spPr>
        <p:txBody>
          <a:bodyPr vert="horz" wrap="square" lIns="0" tIns="0" rIns="0" bIns="0" rtlCol="0" anchor="t">
            <a:noAutofit/>
          </a:bodyPr>
          <a:lstStyle/>
          <a:p>
            <a:r>
              <a:rPr lang="zh-CN" altLang="en-US" sz="1500" b="1">
                <a:solidFill>
                  <a:srgbClr val="243B53"/>
                </a:solidFill>
                <a:latin typeface="Arial" panose="020B0604020202020204" pitchFamily="34" charset="0"/>
                <a:ea typeface="微软雅黑" panose="020B0503020204020204" charset="-122"/>
              </a:rPr>
              <a:t>结果观察</a:t>
            </a:r>
          </a:p>
        </p:txBody>
      </p:sp>
      <p:sp>
        <p:nvSpPr>
          <p:cNvPr id="10" name="s16-observation-left"/>
          <p:cNvSpPr txBox="1"/>
          <p:nvPr/>
        </p:nvSpPr>
        <p:spPr>
          <a:xfrm>
            <a:off x="1193800" y="5410200"/>
            <a:ext cx="4673600" cy="1200329"/>
          </a:xfrm>
          <a:prstGeom prst="rect">
            <a:avLst/>
          </a:prstGeom>
          <a:noFill/>
        </p:spPr>
        <p:txBody>
          <a:bodyPr vert="horz" wrap="square" lIns="0" tIns="0" rIns="0" bIns="0" rtlCol="0" anchor="t">
            <a:noAutofit/>
          </a:bodyPr>
          <a:lstStyle/>
          <a:p>
            <a:pPr>
              <a:spcAft>
                <a:spcPts val="500"/>
              </a:spcAft>
            </a:pPr>
            <a:r>
              <a:rPr lang="en-US" altLang="zh-CN" sz="1180">
                <a:solidFill>
                  <a:srgbClr val="2F3A45"/>
                </a:solidFill>
                <a:latin typeface="Arial" panose="020B0604020202020204" pitchFamily="34" charset="0"/>
                <a:ea typeface="微软雅黑" panose="020B0503020204020204" charset="-122"/>
              </a:rPr>
              <a:t>• LayerNorm</a:t>
            </a:r>
            <a:r>
              <a:rPr lang="zh-CN" altLang="en-US" sz="1180">
                <a:solidFill>
                  <a:srgbClr val="2F3A45"/>
                </a:solidFill>
                <a:latin typeface="Arial" panose="020B0604020202020204" pitchFamily="34" charset="0"/>
                <a:ea typeface="微软雅黑" panose="020B0503020204020204" charset="-122"/>
              </a:rPr>
              <a:t>：</a:t>
            </a:r>
            <a:r>
              <a:rPr lang="en-US" altLang="zh-CN" sz="1180">
                <a:solidFill>
                  <a:srgbClr val="2F3A45"/>
                </a:solidFill>
                <a:latin typeface="Arial" panose="020B0604020202020204" pitchFamily="34" charset="0"/>
                <a:ea typeface="微软雅黑" panose="020B0503020204020204" charset="-122"/>
              </a:rPr>
              <a:t>GPU Triton 1.45× </a:t>
            </a:r>
            <a:r>
              <a:rPr lang="zh-CN" altLang="en-US" sz="1180">
                <a:solidFill>
                  <a:srgbClr val="2F3A45"/>
                </a:solidFill>
                <a:latin typeface="Arial" panose="020B0604020202020204" pitchFamily="34" charset="0"/>
                <a:ea typeface="微软雅黑" panose="020B0503020204020204" charset="-122"/>
              </a:rPr>
              <a:t>最优，</a:t>
            </a:r>
            <a:r>
              <a:rPr lang="en-US" altLang="zh-CN" sz="1180">
                <a:solidFill>
                  <a:srgbClr val="2F3A45"/>
                </a:solidFill>
                <a:latin typeface="Arial" panose="020B0604020202020204" pitchFamily="34" charset="0"/>
                <a:ea typeface="微软雅黑" panose="020B0503020204020204" charset="-122"/>
              </a:rPr>
              <a:t>CUDA C 1.43× </a:t>
            </a:r>
            <a:r>
              <a:rPr lang="zh-CN" altLang="en-US" sz="1180">
                <a:solidFill>
                  <a:srgbClr val="2F3A45"/>
                </a:solidFill>
                <a:latin typeface="Arial" panose="020B0604020202020204" pitchFamily="34" charset="0"/>
                <a:ea typeface="微软雅黑" panose="020B0503020204020204" charset="-122"/>
              </a:rPr>
              <a:t>紧随；</a:t>
            </a:r>
            <a:r>
              <a:rPr lang="en-US" altLang="zh-CN" sz="1180">
                <a:solidFill>
                  <a:srgbClr val="2F3A45"/>
                </a:solidFill>
                <a:latin typeface="Arial" panose="020B0604020202020204" pitchFamily="34" charset="0"/>
                <a:ea typeface="微软雅黑" panose="020B0503020204020204" charset="-122"/>
              </a:rPr>
              <a:t>MLU Triton </a:t>
            </a:r>
            <a:r>
              <a:rPr lang="zh-CN" altLang="en-US" sz="1180">
                <a:solidFill>
                  <a:srgbClr val="2F3A45"/>
                </a:solidFill>
                <a:latin typeface="Arial" panose="020B0604020202020204" pitchFamily="34" charset="0"/>
                <a:ea typeface="微软雅黑" panose="020B0503020204020204" charset="-122"/>
              </a:rPr>
              <a:t>与基线持平。</a:t>
            </a:r>
          </a:p>
          <a:p>
            <a:pPr>
              <a:spcAft>
                <a:spcPts val="500"/>
              </a:spcAft>
            </a:pPr>
            <a:r>
              <a:rPr lang="en-US" altLang="zh-CN" sz="1180">
                <a:solidFill>
                  <a:srgbClr val="2F3A45"/>
                </a:solidFill>
                <a:latin typeface="Arial" panose="020B0604020202020204" pitchFamily="34" charset="0"/>
                <a:ea typeface="微软雅黑" panose="020B0503020204020204" charset="-122"/>
              </a:rPr>
              <a:t>• Softmax</a:t>
            </a:r>
            <a:r>
              <a:rPr lang="zh-CN" altLang="en-US" sz="1180">
                <a:solidFill>
                  <a:srgbClr val="2F3A45"/>
                </a:solidFill>
                <a:latin typeface="Arial" panose="020B0604020202020204" pitchFamily="34" charset="0"/>
                <a:ea typeface="微软雅黑" panose="020B0503020204020204" charset="-122"/>
              </a:rPr>
              <a:t>：</a:t>
            </a:r>
            <a:r>
              <a:rPr lang="en-US" altLang="zh-CN" sz="1180">
                <a:solidFill>
                  <a:srgbClr val="2F3A45"/>
                </a:solidFill>
                <a:latin typeface="Arial" panose="020B0604020202020204" pitchFamily="34" charset="0"/>
                <a:ea typeface="微软雅黑" panose="020B0503020204020204" charset="-122"/>
              </a:rPr>
              <a:t>MLU Triton 1.23×</a:t>
            </a:r>
            <a:r>
              <a:rPr lang="zh-CN" altLang="en-US" sz="1180">
                <a:solidFill>
                  <a:srgbClr val="2F3A45"/>
                </a:solidFill>
                <a:latin typeface="Arial" panose="020B0604020202020204" pitchFamily="34" charset="0"/>
                <a:ea typeface="微软雅黑" panose="020B0503020204020204" charset="-122"/>
              </a:rPr>
              <a:t>；</a:t>
            </a:r>
            <a:r>
              <a:rPr lang="en-US" altLang="zh-CN" sz="1180">
                <a:solidFill>
                  <a:srgbClr val="2F3A45"/>
                </a:solidFill>
                <a:latin typeface="Arial" panose="020B0604020202020204" pitchFamily="34" charset="0"/>
                <a:ea typeface="微软雅黑" panose="020B0503020204020204" charset="-122"/>
              </a:rPr>
              <a:t>CUDA C </a:t>
            </a:r>
            <a:r>
              <a:rPr lang="zh-CN" altLang="en-US" sz="1180">
                <a:solidFill>
                  <a:srgbClr val="2F3A45"/>
                </a:solidFill>
                <a:latin typeface="Arial" panose="020B0604020202020204" pitchFamily="34" charset="0"/>
                <a:ea typeface="微软雅黑" panose="020B0503020204020204" charset="-122"/>
              </a:rPr>
              <a:t>与 </a:t>
            </a:r>
            <a:r>
              <a:rPr lang="en-US" altLang="zh-CN" sz="1180">
                <a:solidFill>
                  <a:srgbClr val="2F3A45"/>
                </a:solidFill>
                <a:latin typeface="Arial" panose="020B0604020202020204" pitchFamily="34" charset="0"/>
                <a:ea typeface="微软雅黑" panose="020B0503020204020204" charset="-122"/>
              </a:rPr>
              <a:t>GPU Triton </a:t>
            </a:r>
            <a:r>
              <a:rPr lang="zh-CN" altLang="en-US" sz="1180">
                <a:solidFill>
                  <a:srgbClr val="2F3A45"/>
                </a:solidFill>
                <a:latin typeface="Arial" panose="020B0604020202020204" pitchFamily="34" charset="0"/>
                <a:ea typeface="微软雅黑" panose="020B0503020204020204" charset="-122"/>
              </a:rPr>
              <a:t>均为 </a:t>
            </a:r>
            <a:r>
              <a:rPr lang="en-US" altLang="zh-CN" sz="1180">
                <a:solidFill>
                  <a:srgbClr val="2F3A45"/>
                </a:solidFill>
                <a:latin typeface="Arial" panose="020B0604020202020204" pitchFamily="34" charset="0"/>
                <a:ea typeface="微软雅黑" panose="020B0503020204020204" charset="-122"/>
              </a:rPr>
              <a:t>1.06×</a:t>
            </a:r>
            <a:r>
              <a:rPr lang="zh-CN" altLang="en-US" sz="1180">
                <a:solidFill>
                  <a:srgbClr val="2F3A45"/>
                </a:solidFill>
                <a:latin typeface="Arial" panose="020B0604020202020204" pitchFamily="34" charset="0"/>
                <a:ea typeface="微软雅黑" panose="020B0503020204020204" charset="-122"/>
              </a:rPr>
              <a:t>，接近或超过基线。</a:t>
            </a:r>
          </a:p>
        </p:txBody>
      </p:sp>
      <p:sp>
        <p:nvSpPr>
          <p:cNvPr id="11" name="s16-observation-right"/>
          <p:cNvSpPr txBox="1"/>
          <p:nvPr/>
        </p:nvSpPr>
        <p:spPr>
          <a:xfrm>
            <a:off x="6299200" y="5410200"/>
            <a:ext cx="4673600" cy="1200329"/>
          </a:xfrm>
          <a:prstGeom prst="rect">
            <a:avLst/>
          </a:prstGeom>
          <a:noFill/>
        </p:spPr>
        <p:txBody>
          <a:bodyPr vert="horz" wrap="square" lIns="0" tIns="0" rIns="0" bIns="0" rtlCol="0" anchor="t">
            <a:noAutofit/>
          </a:bodyPr>
          <a:lstStyle/>
          <a:p>
            <a:pPr>
              <a:spcAft>
                <a:spcPts val="500"/>
              </a:spcAft>
            </a:pPr>
            <a:r>
              <a:rPr lang="en-US" altLang="zh-CN" sz="1180">
                <a:solidFill>
                  <a:srgbClr val="2F3A45"/>
                </a:solidFill>
                <a:latin typeface="Arial" panose="020B0604020202020204" pitchFamily="34" charset="0"/>
                <a:ea typeface="微软雅黑" panose="020B0503020204020204" charset="-122"/>
              </a:rPr>
              <a:t>• MatMul</a:t>
            </a:r>
            <a:r>
              <a:rPr lang="zh-CN" altLang="en-US" sz="1180">
                <a:solidFill>
                  <a:srgbClr val="2F3A45"/>
                </a:solidFill>
                <a:latin typeface="Arial" panose="020B0604020202020204" pitchFamily="34" charset="0"/>
                <a:ea typeface="微软雅黑" panose="020B0503020204020204" charset="-122"/>
              </a:rPr>
              <a:t>：四类 </a:t>
            </a:r>
            <a:r>
              <a:rPr lang="en-US" altLang="zh-CN" sz="1180">
                <a:solidFill>
                  <a:srgbClr val="2F3A45"/>
                </a:solidFill>
                <a:latin typeface="Arial" panose="020B0604020202020204" pitchFamily="34" charset="0"/>
                <a:ea typeface="微软雅黑" panose="020B0503020204020204" charset="-122"/>
              </a:rPr>
              <a:t>Skill </a:t>
            </a:r>
            <a:r>
              <a:rPr lang="zh-CN" altLang="en-US" sz="1180">
                <a:solidFill>
                  <a:srgbClr val="2F3A45"/>
                </a:solidFill>
                <a:latin typeface="Arial" panose="020B0604020202020204" pitchFamily="34" charset="0"/>
                <a:ea typeface="微软雅黑" panose="020B0503020204020204" charset="-122"/>
              </a:rPr>
              <a:t>全部低于 </a:t>
            </a:r>
            <a:r>
              <a:rPr lang="en-US" altLang="zh-CN" sz="1180">
                <a:solidFill>
                  <a:srgbClr val="2F3A45"/>
                </a:solidFill>
                <a:latin typeface="Arial" panose="020B0604020202020204" pitchFamily="34" charset="0"/>
                <a:ea typeface="微软雅黑" panose="020B0503020204020204" charset="-122"/>
              </a:rPr>
              <a:t>1×</a:t>
            </a:r>
            <a:r>
              <a:rPr lang="zh-CN" altLang="en-US" sz="1180">
                <a:solidFill>
                  <a:srgbClr val="2F3A45"/>
                </a:solidFill>
                <a:latin typeface="Arial" panose="020B0604020202020204" pitchFamily="34" charset="0"/>
                <a:ea typeface="微软雅黑" panose="020B0503020204020204" charset="-122"/>
              </a:rPr>
              <a:t>；最高 </a:t>
            </a:r>
            <a:r>
              <a:rPr lang="en-US" altLang="zh-CN" sz="1180">
                <a:solidFill>
                  <a:srgbClr val="2F3A45"/>
                </a:solidFill>
                <a:latin typeface="Arial" panose="020B0604020202020204" pitchFamily="34" charset="0"/>
                <a:ea typeface="微软雅黑" panose="020B0503020204020204" charset="-122"/>
              </a:rPr>
              <a:t>CUDA C </a:t>
            </a:r>
            <a:r>
              <a:rPr lang="zh-CN" altLang="en-US" sz="1180">
                <a:solidFill>
                  <a:srgbClr val="2F3A45"/>
                </a:solidFill>
                <a:latin typeface="Arial" panose="020B0604020202020204" pitchFamily="34" charset="0"/>
                <a:ea typeface="微软雅黑" panose="020B0503020204020204" charset="-122"/>
              </a:rPr>
              <a:t>也只有 </a:t>
            </a:r>
            <a:r>
              <a:rPr lang="en-US" altLang="zh-CN" sz="1180">
                <a:solidFill>
                  <a:srgbClr val="2F3A45"/>
                </a:solidFill>
                <a:latin typeface="Arial" panose="020B0604020202020204" pitchFamily="34" charset="0"/>
                <a:ea typeface="微软雅黑" panose="020B0503020204020204" charset="-122"/>
              </a:rPr>
              <a:t>0.53×</a:t>
            </a:r>
            <a:r>
              <a:rPr lang="zh-CN" altLang="en-US" sz="1180">
                <a:solidFill>
                  <a:srgbClr val="2F3A45"/>
                </a:solidFill>
                <a:latin typeface="Arial" panose="020B0604020202020204" pitchFamily="34" charset="0"/>
                <a:ea typeface="微软雅黑" panose="020B0503020204020204" charset="-122"/>
              </a:rPr>
              <a:t>。</a:t>
            </a:r>
          </a:p>
          <a:p>
            <a:pPr>
              <a:spcAft>
                <a:spcPts val="500"/>
              </a:spcAft>
            </a:pPr>
            <a:r>
              <a:rPr lang="en-US" altLang="zh-CN" sz="1180">
                <a:solidFill>
                  <a:srgbClr val="2F3A45"/>
                </a:solidFill>
                <a:latin typeface="Arial" panose="020B0604020202020204" pitchFamily="34" charset="0"/>
                <a:ea typeface="微软雅黑" panose="020B0503020204020204" charset="-122"/>
              </a:rPr>
              <a:t>• BANG C </a:t>
            </a:r>
            <a:r>
              <a:rPr lang="zh-CN" altLang="en-US" sz="1180">
                <a:solidFill>
                  <a:srgbClr val="2F3A45"/>
                </a:solidFill>
                <a:latin typeface="Arial" panose="020B0604020202020204" pitchFamily="34" charset="0"/>
                <a:ea typeface="微软雅黑" panose="020B0503020204020204" charset="-122"/>
              </a:rPr>
              <a:t>三项均低于基线；当前主要短板是高性能优化。</a:t>
            </a:r>
          </a:p>
        </p:txBody>
      </p:sp>
      <p:sp>
        <p:nvSpPr>
          <p:cNvPr id="12" name="slide-1-title"/>
          <p:cNvSpPr>
            <a:spLocks noGrp="1"/>
          </p:cNvSpPr>
          <p:nvPr/>
        </p:nvSpPr>
        <p:spPr>
          <a:xfrm>
            <a:off x="342900" y="223460"/>
            <a:ext cx="635000" cy="495300"/>
          </a:xfrm>
          <a:prstGeom prst="rect">
            <a:avLst/>
          </a:prstGeom>
          <a:noFill/>
          <a:ln w="0">
            <a:noFill/>
            <a:prstDash val="solid"/>
          </a:ln>
          <a:effectLst/>
        </p:spPr>
        <p:txBody>
          <a:bodyPr wrap="square" lIns="0" tIns="0" rIns="0" bIns="0" anchor="t">
            <a:noAutofit/>
          </a:bodyPr>
          <a:lstStyle/>
          <a:p>
            <a:pPr>
              <a:buNone/>
              <a:defRPr sz="3000" b="1">
                <a:solidFill>
                  <a:srgbClr val="072A67"/>
                </a:solidFill>
                <a:latin typeface="微软雅黑" panose="020B0503020204020204" charset="-122"/>
                <a:ea typeface="微软雅黑" panose="020B0503020204020204" charset="-122"/>
                <a:cs typeface="微软雅黑" panose="020B0503020204020204" charset="-122"/>
              </a:defRPr>
            </a:pPr>
            <a:r>
              <a:rPr lang="en-US" sz="3000" b="1" dirty="0">
                <a:solidFill>
                  <a:srgbClr val="243B53"/>
                </a:solidFill>
                <a:latin typeface="Arial" panose="020B0604020202020204" pitchFamily="34" charset="0"/>
                <a:ea typeface="微软雅黑" panose="020B0503020204020204" charset="-122"/>
                <a:cs typeface="微软雅黑" panose="020B0503020204020204" charset="-122"/>
              </a:rPr>
              <a:t>3.4</a:t>
            </a:r>
            <a:endParaRPr sz="3000" b="1" dirty="0">
              <a:solidFill>
                <a:srgbClr val="243B53"/>
              </a:solidFill>
              <a:latin typeface="Arial" panose="020B0604020202020204" pitchFamily="34" charset="0"/>
              <a:ea typeface="微软雅黑" panose="020B0503020204020204" charset="-122"/>
              <a:cs typeface="微软雅黑" panose="020B0503020204020204" charset="-122"/>
            </a:endParaRPr>
          </a:p>
        </p:txBody>
      </p:sp>
      <p:sp>
        <p:nvSpPr>
          <p:cNvPr id="14" name="s15-title-rule"/>
          <p:cNvSpPr>
            <a:spLocks noGrp="1"/>
          </p:cNvSpPr>
          <p:nvPr/>
        </p:nvSpPr>
        <p:spPr>
          <a:xfrm>
            <a:off x="247650" y="714375"/>
            <a:ext cx="11734800" cy="19050"/>
          </a:xfrm>
          <a:prstGeom prst="rect">
            <a:avLst/>
          </a:prstGeom>
          <a:solidFill>
            <a:srgbClr val="5B7188"/>
          </a:solidFill>
          <a:ln w="0">
            <a:solidFill>
              <a:srgbClr val="294A6D"/>
            </a:solidFill>
            <a:prstDash val="solid"/>
          </a:ln>
          <a:effectLst/>
        </p:spPr>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bg>
      <p:bgPr>
        <a:solidFill>
          <a:srgbClr val="F7F8FA"/>
        </a:solidFill>
        <a:effectLst/>
      </p:bgPr>
    </p:bg>
    <p:spTree>
      <p:nvGrpSpPr>
        <p:cNvPr id="1" name=""/>
        <p:cNvGrpSpPr/>
        <p:nvPr/>
      </p:nvGrpSpPr>
      <p:grpSpPr>
        <a:xfrm>
          <a:off x="0" y="0"/>
          <a:ext cx="0" cy="0"/>
          <a:chOff x="0" y="0"/>
          <a:chExt cx="0" cy="0"/>
        </a:xfrm>
      </p:grpSpPr>
      <p:sp>
        <p:nvSpPr>
          <p:cNvPr id="26" name="slide-10-title"/>
          <p:cNvSpPr>
            <a:spLocks noGrp="1"/>
          </p:cNvSpPr>
          <p:nvPr/>
        </p:nvSpPr>
        <p:spPr>
          <a:xfrm>
            <a:off x="977900" y="274260"/>
            <a:ext cx="9144000" cy="495300"/>
          </a:xfrm>
          <a:prstGeom prst="rect">
            <a:avLst/>
          </a:prstGeom>
          <a:noFill/>
          <a:ln w="0">
            <a:noFill/>
            <a:prstDash val="solid"/>
          </a:ln>
          <a:effectLst/>
          <a:extLst>
            <a:ext uri="{909E8E84-426E-40DD-AFC4-6F175D3DCCD1}">
              <a14:hiddenFill xmlns:a14="http://schemas.microsoft.com/office/drawing/2010/main">
                <a:solidFill>
                  <a:srgbClr val="FFFFFF"/>
                </a:solidFill>
              </a14:hiddenFill>
            </a:ext>
          </a:extLst>
        </p:spPr>
        <p:txBody>
          <a:bodyPr wrap="square" lIns="0" tIns="0" rIns="0" bIns="0" anchor="t">
            <a:noAutofit/>
          </a:bodyPr>
          <a:lstStyle/>
          <a:p>
            <a:pPr>
              <a:buNone/>
              <a:defRPr sz="3000" b="1">
                <a:solidFill>
                  <a:srgbClr val="072A67"/>
                </a:solidFill>
                <a:latin typeface="微软雅黑" panose="020B0503020204020204" charset="-122"/>
                <a:ea typeface="微软雅黑" panose="020B0503020204020204" charset="-122"/>
                <a:cs typeface="微软雅黑" panose="020B0503020204020204" charset="-122"/>
              </a:defRPr>
            </a:pPr>
            <a:r>
              <a:rPr lang="zh-CN" altLang="en-US" sz="2600" b="1" dirty="0">
                <a:solidFill>
                  <a:srgbClr val="243B53"/>
                </a:solidFill>
                <a:latin typeface="Arial" panose="020B0604020202020204" pitchFamily="34" charset="0"/>
                <a:ea typeface="微软雅黑" panose="020B0503020204020204" charset="-122"/>
                <a:cs typeface="微软雅黑" panose="020B0503020204020204" charset="-122"/>
              </a:rPr>
              <a:t>四类算子 </a:t>
            </a:r>
            <a:r>
              <a:rPr lang="en-US" altLang="zh-CN" sz="2600" b="1" dirty="0">
                <a:solidFill>
                  <a:srgbClr val="243B53"/>
                </a:solidFill>
                <a:latin typeface="Arial" panose="020B0604020202020204" pitchFamily="34" charset="0"/>
                <a:ea typeface="微软雅黑" panose="020B0503020204020204" charset="-122"/>
                <a:cs typeface="微软雅黑" panose="020B0503020204020204" charset="-122"/>
              </a:rPr>
              <a:t>Skill</a:t>
            </a:r>
            <a:r>
              <a:rPr lang="zh-CN" altLang="en-US" sz="2600" b="1" dirty="0">
                <a:solidFill>
                  <a:srgbClr val="243B53"/>
                </a:solidFill>
                <a:latin typeface="Arial" panose="020B0604020202020204" pitchFamily="34" charset="0"/>
                <a:ea typeface="微软雅黑" panose="020B0503020204020204" charset="-122"/>
                <a:cs typeface="微软雅黑" panose="020B0503020204020204" charset="-122"/>
              </a:rPr>
              <a:t>：开发效率对比</a:t>
            </a:r>
            <a:endParaRPr sz="2600" b="1" dirty="0">
              <a:solidFill>
                <a:srgbClr val="243B53"/>
              </a:solidFill>
              <a:latin typeface="Arial" panose="020B0604020202020204" pitchFamily="34" charset="0"/>
              <a:ea typeface="微软雅黑" panose="020B0503020204020204" charset="-122"/>
              <a:cs typeface="微软雅黑" panose="020B0503020204020204" charset="-122"/>
            </a:endParaRPr>
          </a:p>
        </p:txBody>
      </p:sp>
      <p:sp>
        <p:nvSpPr>
          <p:cNvPr id="3" name="elapsed_time_definition"/>
          <p:cNvSpPr>
            <a:spLocks noGrp="1"/>
          </p:cNvSpPr>
          <p:nvPr/>
        </p:nvSpPr>
        <p:spPr>
          <a:xfrm>
            <a:off x="1200149" y="4241800"/>
            <a:ext cx="6350000" cy="254000"/>
          </a:xfrm>
          <a:prstGeom prst="rect">
            <a:avLst/>
          </a:prstGeom>
          <a:noFill/>
          <a:ln w="0">
            <a:noFill/>
            <a:prstDash val="solid"/>
          </a:ln>
          <a:effectLst/>
        </p:spPr>
        <p:txBody>
          <a:bodyPr wrap="square" lIns="0" tIns="0" rIns="0" bIns="0" anchor="t">
            <a:noAutofit/>
          </a:bodyPr>
          <a:lstStyle/>
          <a:p>
            <a:pPr>
              <a:buNone/>
              <a:defRPr sz="1050" b="0">
                <a:solidFill>
                  <a:srgbClr val="59616D"/>
                </a:solidFill>
                <a:latin typeface="微软雅黑" panose="020B0503020204020204" charset="-122"/>
                <a:ea typeface="微软雅黑" panose="020B0503020204020204" charset="-122"/>
                <a:cs typeface="微软雅黑" panose="020B0503020204020204" charset="-122"/>
              </a:defRPr>
            </a:pPr>
            <a:r>
              <a:rPr sz="1050">
                <a:solidFill>
                  <a:srgbClr val="66737F"/>
                </a:solidFill>
                <a:latin typeface="Arial" panose="020B0604020202020204" pitchFamily="34" charset="0"/>
                <a:ea typeface="微软雅黑" panose="020B0503020204020204" charset="-122"/>
                <a:cs typeface="微软雅黑" panose="020B0503020204020204" charset="-122"/>
              </a:rPr>
              <a:t>端到端耗时：需求提交 → 最终交付</a:t>
            </a:r>
          </a:p>
        </p:txBody>
      </p:sp>
      <p:graphicFrame>
        <p:nvGraphicFramePr>
          <p:cNvPr id="54" name="development_time_by_skill_and_operator"/>
          <p:cNvGraphicFramePr/>
          <p:nvPr/>
        </p:nvGraphicFramePr>
        <p:xfrm>
          <a:off x="1200150" y="990600"/>
          <a:ext cx="7600950" cy="3149600"/>
        </p:xfrm>
        <a:graphic>
          <a:graphicData uri="http://schemas.openxmlformats.org/drawingml/2006/table">
            <a:tbl>
              <a:tblPr firstRow="1">
                <a:effectLst/>
              </a:tblPr>
              <a:tblGrid>
                <a:gridCol w="1981200">
                  <a:extLst>
                    <a:ext uri="{9D8B030D-6E8A-4147-A177-3AD203B41FA5}">
                      <a16:colId xmlns:a16="http://schemas.microsoft.com/office/drawing/2014/main" val="20000"/>
                    </a:ext>
                  </a:extLst>
                </a:gridCol>
                <a:gridCol w="1885950">
                  <a:extLst>
                    <a:ext uri="{9D8B030D-6E8A-4147-A177-3AD203B41FA5}">
                      <a16:colId xmlns:a16="http://schemas.microsoft.com/office/drawing/2014/main" val="20001"/>
                    </a:ext>
                  </a:extLst>
                </a:gridCol>
                <a:gridCol w="1876425">
                  <a:extLst>
                    <a:ext uri="{9D8B030D-6E8A-4147-A177-3AD203B41FA5}">
                      <a16:colId xmlns:a16="http://schemas.microsoft.com/office/drawing/2014/main" val="20002"/>
                    </a:ext>
                  </a:extLst>
                </a:gridCol>
                <a:gridCol w="1857375">
                  <a:extLst>
                    <a:ext uri="{9D8B030D-6E8A-4147-A177-3AD203B41FA5}">
                      <a16:colId xmlns:a16="http://schemas.microsoft.com/office/drawing/2014/main" val="20003"/>
                    </a:ext>
                  </a:extLst>
                </a:gridCol>
              </a:tblGrid>
              <a:tr h="629920">
                <a:tc>
                  <a:txBody>
                    <a:bodyPr/>
                    <a:lstStyle/>
                    <a:p>
                      <a:pPr algn="ctr">
                        <a:buNone/>
                      </a:pPr>
                      <a:r>
                        <a:rPr sz="1400" b="1">
                          <a:solidFill>
                            <a:srgbClr val="FFFFFF"/>
                          </a:solidFill>
                          <a:latin typeface="Arial" panose="020B0604020202020204" pitchFamily="34" charset="0"/>
                          <a:ea typeface="微软雅黑" panose="020B0503020204020204" charset="-122"/>
                          <a:cs typeface="微软雅黑" panose="020B0503020204020204" charset="-122"/>
                        </a:rPr>
                        <a:t>Skill</a:t>
                      </a:r>
                    </a:p>
                  </a:txBody>
                  <a:tcPr marL="38100" marR="38100" marT="12700" marB="12700" anchor="ctr">
                    <a:lnL w="9525" cmpd="sng">
                      <a:solidFill>
                        <a:srgbClr val="D6DEE6"/>
                      </a:solidFill>
                      <a:prstDash val="solid"/>
                    </a:lnL>
                    <a:lnR w="9525" cmpd="sng">
                      <a:solidFill>
                        <a:srgbClr val="D6DEE6"/>
                      </a:solidFill>
                      <a:prstDash val="solid"/>
                    </a:lnR>
                    <a:lnT w="9525" cmpd="sng">
                      <a:solidFill>
                        <a:srgbClr val="D6DEE6"/>
                      </a:solidFill>
                      <a:prstDash val="solid"/>
                    </a:lnT>
                    <a:lnB w="9525" cmpd="sng">
                      <a:solidFill>
                        <a:srgbClr val="D6DEE6"/>
                      </a:solidFill>
                      <a:prstDash val="solid"/>
                    </a:lnB>
                    <a:solidFill>
                      <a:srgbClr val="5B7188"/>
                    </a:solidFill>
                  </a:tcPr>
                </a:tc>
                <a:tc>
                  <a:txBody>
                    <a:bodyPr/>
                    <a:lstStyle/>
                    <a:p>
                      <a:pPr algn="ctr">
                        <a:buNone/>
                      </a:pPr>
                      <a:r>
                        <a:rPr sz="1400" b="1">
                          <a:solidFill>
                            <a:srgbClr val="FFFFFF"/>
                          </a:solidFill>
                          <a:latin typeface="Arial" panose="020B0604020202020204" pitchFamily="34" charset="0"/>
                          <a:ea typeface="微软雅黑" panose="020B0503020204020204" charset="-122"/>
                          <a:cs typeface="微软雅黑" panose="020B0503020204020204" charset="-122"/>
                        </a:rPr>
                        <a:t>LayerNorm</a:t>
                      </a:r>
                    </a:p>
                  </a:txBody>
                  <a:tcPr marL="38100" marR="38100" marT="12700" marB="12700" anchor="ctr">
                    <a:lnL w="9525" cmpd="sng">
                      <a:solidFill>
                        <a:srgbClr val="D6DEE6"/>
                      </a:solidFill>
                      <a:prstDash val="solid"/>
                    </a:lnL>
                    <a:lnR w="9525" cmpd="sng">
                      <a:solidFill>
                        <a:srgbClr val="D6DEE6"/>
                      </a:solidFill>
                      <a:prstDash val="solid"/>
                    </a:lnR>
                    <a:lnT w="9525" cmpd="sng">
                      <a:solidFill>
                        <a:srgbClr val="D6DEE6"/>
                      </a:solidFill>
                      <a:prstDash val="solid"/>
                    </a:lnT>
                    <a:lnB w="9525" cmpd="sng">
                      <a:solidFill>
                        <a:srgbClr val="D6DEE6"/>
                      </a:solidFill>
                      <a:prstDash val="solid"/>
                    </a:lnB>
                    <a:solidFill>
                      <a:srgbClr val="5B7188"/>
                    </a:solidFill>
                  </a:tcPr>
                </a:tc>
                <a:tc>
                  <a:txBody>
                    <a:bodyPr/>
                    <a:lstStyle/>
                    <a:p>
                      <a:pPr algn="ctr">
                        <a:buNone/>
                      </a:pPr>
                      <a:r>
                        <a:rPr sz="1400" b="1">
                          <a:solidFill>
                            <a:srgbClr val="FFFFFF"/>
                          </a:solidFill>
                          <a:latin typeface="Arial" panose="020B0604020202020204" pitchFamily="34" charset="0"/>
                          <a:ea typeface="微软雅黑" panose="020B0503020204020204" charset="-122"/>
                          <a:cs typeface="微软雅黑" panose="020B0503020204020204" charset="-122"/>
                        </a:rPr>
                        <a:t>Softmax</a:t>
                      </a:r>
                    </a:p>
                  </a:txBody>
                  <a:tcPr marL="38100" marR="38100" marT="12700" marB="12700" anchor="ctr">
                    <a:lnL w="9525" cmpd="sng">
                      <a:solidFill>
                        <a:srgbClr val="D6DEE6"/>
                      </a:solidFill>
                      <a:prstDash val="solid"/>
                    </a:lnL>
                    <a:lnR w="9525" cmpd="sng">
                      <a:solidFill>
                        <a:srgbClr val="D6DEE6"/>
                      </a:solidFill>
                      <a:prstDash val="solid"/>
                    </a:lnR>
                    <a:lnT w="9525" cmpd="sng">
                      <a:solidFill>
                        <a:srgbClr val="D6DEE6"/>
                      </a:solidFill>
                      <a:prstDash val="solid"/>
                    </a:lnT>
                    <a:lnB w="9525" cmpd="sng">
                      <a:solidFill>
                        <a:srgbClr val="D6DEE6"/>
                      </a:solidFill>
                      <a:prstDash val="solid"/>
                    </a:lnB>
                    <a:solidFill>
                      <a:srgbClr val="5B7188"/>
                    </a:solidFill>
                  </a:tcPr>
                </a:tc>
                <a:tc>
                  <a:txBody>
                    <a:bodyPr/>
                    <a:lstStyle/>
                    <a:p>
                      <a:pPr algn="ctr">
                        <a:buNone/>
                      </a:pPr>
                      <a:r>
                        <a:rPr sz="1400" b="1">
                          <a:solidFill>
                            <a:srgbClr val="FFFFFF"/>
                          </a:solidFill>
                          <a:latin typeface="Arial" panose="020B0604020202020204" pitchFamily="34" charset="0"/>
                          <a:ea typeface="微软雅黑" panose="020B0503020204020204" charset="-122"/>
                          <a:cs typeface="微软雅黑" panose="020B0503020204020204" charset="-122"/>
                        </a:rPr>
                        <a:t>MatMul</a:t>
                      </a:r>
                    </a:p>
                  </a:txBody>
                  <a:tcPr marL="38100" marR="38100" marT="12700" marB="12700" anchor="ctr">
                    <a:lnL w="9525" cmpd="sng">
                      <a:solidFill>
                        <a:srgbClr val="D6DEE6"/>
                      </a:solidFill>
                      <a:prstDash val="solid"/>
                    </a:lnL>
                    <a:lnR w="9525" cmpd="sng">
                      <a:solidFill>
                        <a:srgbClr val="D6DEE6"/>
                      </a:solidFill>
                      <a:prstDash val="solid"/>
                    </a:lnR>
                    <a:lnT w="9525" cmpd="sng">
                      <a:solidFill>
                        <a:srgbClr val="D6DEE6"/>
                      </a:solidFill>
                      <a:prstDash val="solid"/>
                    </a:lnT>
                    <a:lnB w="9525" cmpd="sng">
                      <a:solidFill>
                        <a:srgbClr val="D6DEE6"/>
                      </a:solidFill>
                      <a:prstDash val="solid"/>
                    </a:lnB>
                    <a:solidFill>
                      <a:srgbClr val="5B7188"/>
                    </a:solidFill>
                  </a:tcPr>
                </a:tc>
                <a:extLst>
                  <a:ext uri="{0D108BD9-81ED-4DB2-BD59-A6C34878D82A}">
                    <a16:rowId xmlns:a16="http://schemas.microsoft.com/office/drawing/2014/main" val="10000"/>
                  </a:ext>
                </a:extLst>
              </a:tr>
              <a:tr h="629920">
                <a:tc>
                  <a:txBody>
                    <a:bodyPr/>
                    <a:lstStyle/>
                    <a:p>
                      <a:pPr algn="ctr">
                        <a:buNone/>
                      </a:pPr>
                      <a:r>
                        <a:rPr sz="1400" b="1" dirty="0">
                          <a:solidFill>
                            <a:srgbClr val="2F3A45"/>
                          </a:solidFill>
                          <a:latin typeface="Arial" panose="020B0604020202020204" pitchFamily="34" charset="0"/>
                          <a:ea typeface="微软雅黑" panose="020B0503020204020204" charset="-122"/>
                          <a:cs typeface="微软雅黑" panose="020B0503020204020204" charset="-122"/>
                        </a:rPr>
                        <a:t>MLU Triton</a:t>
                      </a:r>
                    </a:p>
                  </a:txBody>
                  <a:tcPr marL="38100" marR="38100" marT="12700" marB="12700" anchor="ctr">
                    <a:lnL w="9525" cmpd="sng">
                      <a:solidFill>
                        <a:srgbClr val="D6DEE6"/>
                      </a:solidFill>
                      <a:prstDash val="solid"/>
                    </a:lnL>
                    <a:lnR w="9525" cmpd="sng">
                      <a:solidFill>
                        <a:srgbClr val="D6DEE6"/>
                      </a:solidFill>
                      <a:prstDash val="solid"/>
                    </a:lnR>
                    <a:lnT w="9525" cmpd="sng">
                      <a:solidFill>
                        <a:srgbClr val="D6DEE6"/>
                      </a:solidFill>
                      <a:prstDash val="solid"/>
                    </a:lnT>
                    <a:lnB w="9525" cmpd="sng">
                      <a:solidFill>
                        <a:srgbClr val="D6DEE6"/>
                      </a:solidFill>
                      <a:prstDash val="solid"/>
                    </a:lnB>
                    <a:solidFill>
                      <a:srgbClr val="EEF2F5"/>
                    </a:solidFill>
                  </a:tcPr>
                </a:tc>
                <a:tc>
                  <a:txBody>
                    <a:bodyPr/>
                    <a:lstStyle/>
                    <a:p>
                      <a:pPr algn="ctr">
                        <a:buNone/>
                      </a:pPr>
                      <a:r>
                        <a:rPr lang="en-US" sz="1400" b="0" dirty="0">
                          <a:solidFill>
                            <a:srgbClr val="2F3A45"/>
                          </a:solidFill>
                          <a:latin typeface="Arial" panose="020B0604020202020204" pitchFamily="34" charset="0"/>
                          <a:ea typeface="微软雅黑" panose="020B0503020204020204" charset="-122"/>
                          <a:cs typeface="微软雅黑" panose="020B0503020204020204" charset="-122"/>
                        </a:rPr>
                        <a:t>3</a:t>
                      </a:r>
                      <a:r>
                        <a:rPr lang="en-US" altLang="zh-CN" sz="1400" b="0" dirty="0">
                          <a:solidFill>
                            <a:srgbClr val="2F3A45"/>
                          </a:solidFill>
                          <a:latin typeface="Arial" panose="020B0604020202020204" pitchFamily="34" charset="0"/>
                          <a:ea typeface="微软雅黑" panose="020B0503020204020204" charset="-122"/>
                          <a:cs typeface="微软雅黑" panose="020B0503020204020204" charset="-122"/>
                        </a:rPr>
                        <a:t>h</a:t>
                      </a:r>
                      <a:endParaRPr sz="1400" b="0" dirty="0">
                        <a:solidFill>
                          <a:srgbClr val="2F3A45"/>
                        </a:solidFill>
                        <a:latin typeface="Arial" panose="020B0604020202020204" pitchFamily="34" charset="0"/>
                        <a:ea typeface="微软雅黑" panose="020B0503020204020204" charset="-122"/>
                        <a:cs typeface="微软雅黑" panose="020B0503020204020204" charset="-122"/>
                      </a:endParaRPr>
                    </a:p>
                  </a:txBody>
                  <a:tcPr marL="38100" marR="38100" marT="12700" marB="12700" anchor="ctr">
                    <a:lnL w="9525" cmpd="sng">
                      <a:solidFill>
                        <a:srgbClr val="D6DEE6"/>
                      </a:solidFill>
                      <a:prstDash val="solid"/>
                    </a:lnL>
                    <a:lnR w="9525" cmpd="sng">
                      <a:solidFill>
                        <a:srgbClr val="D6DEE6"/>
                      </a:solidFill>
                      <a:prstDash val="solid"/>
                    </a:lnR>
                    <a:lnT w="9525" cmpd="sng">
                      <a:solidFill>
                        <a:srgbClr val="D6DEE6"/>
                      </a:solidFill>
                      <a:prstDash val="solid"/>
                    </a:lnT>
                    <a:lnB w="9525" cmpd="sng">
                      <a:solidFill>
                        <a:srgbClr val="D6DEE6"/>
                      </a:solidFill>
                      <a:prstDash val="solid"/>
                    </a:lnB>
                    <a:solidFill>
                      <a:srgbClr val="FFFFFF"/>
                    </a:solidFill>
                  </a:tcPr>
                </a:tc>
                <a:tc>
                  <a:txBody>
                    <a:bodyPr/>
                    <a:lstStyle/>
                    <a:p>
                      <a:pPr algn="ctr">
                        <a:buNone/>
                      </a:pPr>
                      <a:r>
                        <a:rPr lang="en-US" sz="1400" b="0" dirty="0">
                          <a:solidFill>
                            <a:srgbClr val="2F3A45"/>
                          </a:solidFill>
                          <a:latin typeface="Arial" panose="020B0604020202020204" pitchFamily="34" charset="0"/>
                          <a:ea typeface="微软雅黑" panose="020B0503020204020204" charset="-122"/>
                          <a:cs typeface="微软雅黑" panose="020B0503020204020204" charset="-122"/>
                        </a:rPr>
                        <a:t>2</a:t>
                      </a:r>
                      <a:r>
                        <a:rPr lang="en-US" altLang="zh-CN" sz="1400" b="0" dirty="0">
                          <a:solidFill>
                            <a:srgbClr val="2F3A45"/>
                          </a:solidFill>
                          <a:latin typeface="Arial" panose="020B0604020202020204" pitchFamily="34" charset="0"/>
                          <a:ea typeface="微软雅黑" panose="020B0503020204020204" charset="-122"/>
                          <a:cs typeface="微软雅黑" panose="020B0503020204020204" charset="-122"/>
                        </a:rPr>
                        <a:t>h</a:t>
                      </a:r>
                      <a:endParaRPr sz="1400" b="0" dirty="0">
                        <a:solidFill>
                          <a:srgbClr val="2F3A45"/>
                        </a:solidFill>
                        <a:latin typeface="Arial" panose="020B0604020202020204" pitchFamily="34" charset="0"/>
                        <a:ea typeface="微软雅黑" panose="020B0503020204020204" charset="-122"/>
                        <a:cs typeface="微软雅黑" panose="020B0503020204020204" charset="-122"/>
                      </a:endParaRPr>
                    </a:p>
                  </a:txBody>
                  <a:tcPr marL="38100" marR="38100" marT="12700" marB="12700" anchor="ctr">
                    <a:lnL w="9525" cmpd="sng">
                      <a:solidFill>
                        <a:srgbClr val="D6DEE6"/>
                      </a:solidFill>
                      <a:prstDash val="solid"/>
                    </a:lnL>
                    <a:lnR w="9525" cmpd="sng">
                      <a:solidFill>
                        <a:srgbClr val="D6DEE6"/>
                      </a:solidFill>
                      <a:prstDash val="solid"/>
                    </a:lnR>
                    <a:lnT w="9525" cmpd="sng">
                      <a:solidFill>
                        <a:srgbClr val="D6DEE6"/>
                      </a:solidFill>
                      <a:prstDash val="solid"/>
                    </a:lnT>
                    <a:lnB w="9525" cmpd="sng">
                      <a:solidFill>
                        <a:srgbClr val="D6DEE6"/>
                      </a:solidFill>
                      <a:prstDash val="solid"/>
                    </a:lnB>
                    <a:solidFill>
                      <a:srgbClr val="FFFFFF"/>
                    </a:solidFill>
                  </a:tcPr>
                </a:tc>
                <a:tc>
                  <a:txBody>
                    <a:bodyPr/>
                    <a:lstStyle/>
                    <a:p>
                      <a:pPr algn="ctr">
                        <a:buNone/>
                      </a:pPr>
                      <a:r>
                        <a:rPr lang="en-US" sz="1400" b="0" dirty="0">
                          <a:solidFill>
                            <a:srgbClr val="2F3A45"/>
                          </a:solidFill>
                          <a:latin typeface="Arial" panose="020B0604020202020204" pitchFamily="34" charset="0"/>
                          <a:ea typeface="微软雅黑" panose="020B0503020204020204" charset="-122"/>
                          <a:cs typeface="微软雅黑" panose="020B0503020204020204" charset="-122"/>
                        </a:rPr>
                        <a:t>2</a:t>
                      </a:r>
                      <a:r>
                        <a:rPr lang="en-US" altLang="zh-CN" sz="1400" b="0" dirty="0">
                          <a:solidFill>
                            <a:srgbClr val="2F3A45"/>
                          </a:solidFill>
                          <a:latin typeface="Arial" panose="020B0604020202020204" pitchFamily="34" charset="0"/>
                          <a:ea typeface="微软雅黑" panose="020B0503020204020204" charset="-122"/>
                          <a:cs typeface="微软雅黑" panose="020B0503020204020204" charset="-122"/>
                        </a:rPr>
                        <a:t>h59</a:t>
                      </a:r>
                      <a:endParaRPr sz="1400" b="0" dirty="0">
                        <a:solidFill>
                          <a:srgbClr val="2F3A45"/>
                        </a:solidFill>
                        <a:latin typeface="Arial" panose="020B0604020202020204" pitchFamily="34" charset="0"/>
                        <a:ea typeface="微软雅黑" panose="020B0503020204020204" charset="-122"/>
                        <a:cs typeface="微软雅黑" panose="020B0503020204020204" charset="-122"/>
                      </a:endParaRPr>
                    </a:p>
                  </a:txBody>
                  <a:tcPr marL="38100" marR="38100" marT="12700" marB="12700" anchor="ctr">
                    <a:lnL w="9525" cmpd="sng">
                      <a:solidFill>
                        <a:srgbClr val="D6DEE6"/>
                      </a:solidFill>
                      <a:prstDash val="solid"/>
                    </a:lnL>
                    <a:lnR w="9525" cmpd="sng">
                      <a:solidFill>
                        <a:srgbClr val="D6DEE6"/>
                      </a:solidFill>
                      <a:prstDash val="solid"/>
                    </a:lnR>
                    <a:lnT w="9525" cmpd="sng">
                      <a:solidFill>
                        <a:srgbClr val="D6DEE6"/>
                      </a:solidFill>
                      <a:prstDash val="solid"/>
                    </a:lnT>
                    <a:lnB w="9525" cmpd="sng">
                      <a:solidFill>
                        <a:srgbClr val="D6DEE6"/>
                      </a:solidFill>
                      <a:prstDash val="solid"/>
                    </a:lnB>
                    <a:solidFill>
                      <a:srgbClr val="FFFFFF"/>
                    </a:solidFill>
                  </a:tcPr>
                </a:tc>
                <a:extLst>
                  <a:ext uri="{0D108BD9-81ED-4DB2-BD59-A6C34878D82A}">
                    <a16:rowId xmlns:a16="http://schemas.microsoft.com/office/drawing/2014/main" val="10001"/>
                  </a:ext>
                </a:extLst>
              </a:tr>
              <a:tr h="629920">
                <a:tc>
                  <a:txBody>
                    <a:bodyPr/>
                    <a:lstStyle/>
                    <a:p>
                      <a:pPr algn="ctr">
                        <a:buNone/>
                      </a:pPr>
                      <a:r>
                        <a:rPr sz="1400" b="1">
                          <a:solidFill>
                            <a:srgbClr val="C77C59"/>
                          </a:solidFill>
                          <a:latin typeface="Arial" panose="020B0604020202020204" pitchFamily="34" charset="0"/>
                          <a:ea typeface="微软雅黑" panose="020B0503020204020204" charset="-122"/>
                          <a:cs typeface="微软雅黑" panose="020B0503020204020204" charset="-122"/>
                        </a:rPr>
                        <a:t>BANG C</a:t>
                      </a:r>
                    </a:p>
                  </a:txBody>
                  <a:tcPr marL="38100" marR="38100" marT="12700" marB="12700" anchor="ctr">
                    <a:lnL w="9525" cmpd="sng">
                      <a:solidFill>
                        <a:srgbClr val="D6DEE6"/>
                      </a:solidFill>
                      <a:prstDash val="solid"/>
                    </a:lnL>
                    <a:lnR w="9525" cmpd="sng">
                      <a:solidFill>
                        <a:srgbClr val="D6DEE6"/>
                      </a:solidFill>
                      <a:prstDash val="solid"/>
                    </a:lnR>
                    <a:lnT w="9525" cmpd="sng">
                      <a:solidFill>
                        <a:srgbClr val="D6DEE6"/>
                      </a:solidFill>
                      <a:prstDash val="solid"/>
                    </a:lnT>
                    <a:lnB w="9525" cmpd="sng">
                      <a:solidFill>
                        <a:srgbClr val="D6DEE6"/>
                      </a:solidFill>
                      <a:prstDash val="solid"/>
                    </a:lnB>
                    <a:solidFill>
                      <a:srgbClr val="F6ECE6"/>
                    </a:solidFill>
                  </a:tcPr>
                </a:tc>
                <a:tc>
                  <a:txBody>
                    <a:bodyPr/>
                    <a:lstStyle/>
                    <a:p>
                      <a:pPr algn="ctr">
                        <a:buNone/>
                      </a:pPr>
                      <a:r>
                        <a:rPr lang="en-US" sz="1400" b="1" dirty="0">
                          <a:solidFill>
                            <a:srgbClr val="C77C59"/>
                          </a:solidFill>
                          <a:latin typeface="Arial" panose="020B0604020202020204" pitchFamily="34" charset="0"/>
                          <a:ea typeface="微软雅黑" panose="020B0503020204020204" charset="-122"/>
                          <a:cs typeface="微软雅黑" panose="020B0503020204020204" charset="-122"/>
                        </a:rPr>
                        <a:t>7</a:t>
                      </a:r>
                      <a:r>
                        <a:rPr lang="en-US" altLang="zh-CN" sz="1400" b="1" dirty="0">
                          <a:solidFill>
                            <a:srgbClr val="C77C59"/>
                          </a:solidFill>
                          <a:latin typeface="Arial" panose="020B0604020202020204" pitchFamily="34" charset="0"/>
                          <a:ea typeface="微软雅黑" panose="020B0503020204020204" charset="-122"/>
                          <a:cs typeface="微软雅黑" panose="020B0503020204020204" charset="-122"/>
                        </a:rPr>
                        <a:t>h</a:t>
                      </a:r>
                      <a:endParaRPr sz="1400" b="1" dirty="0">
                        <a:solidFill>
                          <a:srgbClr val="C77C59"/>
                        </a:solidFill>
                        <a:latin typeface="Arial" panose="020B0604020202020204" pitchFamily="34" charset="0"/>
                        <a:ea typeface="微软雅黑" panose="020B0503020204020204" charset="-122"/>
                        <a:cs typeface="微软雅黑" panose="020B0503020204020204" charset="-122"/>
                      </a:endParaRPr>
                    </a:p>
                  </a:txBody>
                  <a:tcPr marL="38100" marR="38100" marT="12700" marB="12700" anchor="ctr">
                    <a:lnL w="9525" cmpd="sng">
                      <a:solidFill>
                        <a:srgbClr val="D6DEE6"/>
                      </a:solidFill>
                      <a:prstDash val="solid"/>
                    </a:lnL>
                    <a:lnR w="9525" cmpd="sng">
                      <a:solidFill>
                        <a:srgbClr val="D6DEE6"/>
                      </a:solidFill>
                      <a:prstDash val="solid"/>
                    </a:lnR>
                    <a:lnT w="9525" cmpd="sng">
                      <a:solidFill>
                        <a:srgbClr val="D6DEE6"/>
                      </a:solidFill>
                      <a:prstDash val="solid"/>
                    </a:lnT>
                    <a:lnB w="9525" cmpd="sng">
                      <a:solidFill>
                        <a:srgbClr val="D6DEE6"/>
                      </a:solidFill>
                      <a:prstDash val="solid"/>
                    </a:lnB>
                    <a:solidFill>
                      <a:srgbClr val="F6ECE6"/>
                    </a:solidFill>
                  </a:tcPr>
                </a:tc>
                <a:tc>
                  <a:txBody>
                    <a:bodyPr/>
                    <a:lstStyle/>
                    <a:p>
                      <a:pPr algn="ctr">
                        <a:buNone/>
                      </a:pPr>
                      <a:r>
                        <a:rPr lang="en-US" sz="1400" b="1" dirty="0">
                          <a:solidFill>
                            <a:srgbClr val="C77C59"/>
                          </a:solidFill>
                          <a:latin typeface="Arial" panose="020B0604020202020204" pitchFamily="34" charset="0"/>
                          <a:ea typeface="微软雅黑" panose="020B0503020204020204" charset="-122"/>
                          <a:cs typeface="微软雅黑" panose="020B0503020204020204" charset="-122"/>
                        </a:rPr>
                        <a:t>7</a:t>
                      </a:r>
                      <a:r>
                        <a:rPr lang="en-US" altLang="zh-CN" sz="1400" b="1" dirty="0">
                          <a:solidFill>
                            <a:srgbClr val="C77C59"/>
                          </a:solidFill>
                          <a:latin typeface="Arial" panose="020B0604020202020204" pitchFamily="34" charset="0"/>
                          <a:ea typeface="微软雅黑" panose="020B0503020204020204" charset="-122"/>
                          <a:cs typeface="微软雅黑" panose="020B0503020204020204" charset="-122"/>
                        </a:rPr>
                        <a:t>h</a:t>
                      </a:r>
                      <a:endParaRPr sz="1400" b="1" dirty="0">
                        <a:solidFill>
                          <a:srgbClr val="C77C59"/>
                        </a:solidFill>
                        <a:latin typeface="Arial" panose="020B0604020202020204" pitchFamily="34" charset="0"/>
                        <a:ea typeface="微软雅黑" panose="020B0503020204020204" charset="-122"/>
                        <a:cs typeface="微软雅黑" panose="020B0503020204020204" charset="-122"/>
                      </a:endParaRPr>
                    </a:p>
                  </a:txBody>
                  <a:tcPr marL="38100" marR="38100" marT="12700" marB="12700" anchor="ctr">
                    <a:lnL w="9525" cmpd="sng">
                      <a:solidFill>
                        <a:srgbClr val="D6DEE6"/>
                      </a:solidFill>
                      <a:prstDash val="solid"/>
                    </a:lnL>
                    <a:lnR w="9525" cmpd="sng">
                      <a:solidFill>
                        <a:srgbClr val="D6DEE6"/>
                      </a:solidFill>
                      <a:prstDash val="solid"/>
                    </a:lnR>
                    <a:lnT w="9525" cmpd="sng">
                      <a:solidFill>
                        <a:srgbClr val="D6DEE6"/>
                      </a:solidFill>
                      <a:prstDash val="solid"/>
                    </a:lnT>
                    <a:lnB w="9525" cmpd="sng">
                      <a:solidFill>
                        <a:srgbClr val="D6DEE6"/>
                      </a:solidFill>
                      <a:prstDash val="solid"/>
                    </a:lnB>
                    <a:solidFill>
                      <a:srgbClr val="F6ECE6"/>
                    </a:solidFill>
                  </a:tcPr>
                </a:tc>
                <a:tc>
                  <a:txBody>
                    <a:bodyPr/>
                    <a:lstStyle/>
                    <a:p>
                      <a:pPr algn="ctr">
                        <a:buNone/>
                      </a:pPr>
                      <a:r>
                        <a:rPr lang="en-US" sz="1400" b="1" dirty="0">
                          <a:solidFill>
                            <a:srgbClr val="C77C59"/>
                          </a:solidFill>
                          <a:latin typeface="Arial" panose="020B0604020202020204" pitchFamily="34" charset="0"/>
                          <a:ea typeface="微软雅黑" panose="020B0503020204020204" charset="-122"/>
                          <a:cs typeface="微软雅黑" panose="020B0503020204020204" charset="-122"/>
                        </a:rPr>
                        <a:t>10</a:t>
                      </a:r>
                      <a:r>
                        <a:rPr lang="en-US" altLang="zh-CN" sz="1400" b="1" dirty="0">
                          <a:solidFill>
                            <a:srgbClr val="C77C59"/>
                          </a:solidFill>
                          <a:latin typeface="Arial" panose="020B0604020202020204" pitchFamily="34" charset="0"/>
                          <a:ea typeface="微软雅黑" panose="020B0503020204020204" charset="-122"/>
                          <a:cs typeface="微软雅黑" panose="020B0503020204020204" charset="-122"/>
                        </a:rPr>
                        <a:t>h</a:t>
                      </a:r>
                    </a:p>
                  </a:txBody>
                  <a:tcPr marL="38100" marR="38100" marT="12700" marB="12700" anchor="ctr">
                    <a:lnL w="9525" cmpd="sng">
                      <a:solidFill>
                        <a:srgbClr val="D6DEE6"/>
                      </a:solidFill>
                      <a:prstDash val="solid"/>
                    </a:lnL>
                    <a:lnR w="9525" cmpd="sng">
                      <a:solidFill>
                        <a:srgbClr val="D6DEE6"/>
                      </a:solidFill>
                      <a:prstDash val="solid"/>
                    </a:lnR>
                    <a:lnT w="9525" cmpd="sng">
                      <a:solidFill>
                        <a:srgbClr val="D6DEE6"/>
                      </a:solidFill>
                      <a:prstDash val="solid"/>
                    </a:lnT>
                    <a:lnB w="9525" cmpd="sng">
                      <a:solidFill>
                        <a:srgbClr val="D6DEE6"/>
                      </a:solidFill>
                      <a:prstDash val="solid"/>
                    </a:lnB>
                    <a:solidFill>
                      <a:srgbClr val="F6ECE6"/>
                    </a:solidFill>
                  </a:tcPr>
                </a:tc>
                <a:extLst>
                  <a:ext uri="{0D108BD9-81ED-4DB2-BD59-A6C34878D82A}">
                    <a16:rowId xmlns:a16="http://schemas.microsoft.com/office/drawing/2014/main" val="10002"/>
                  </a:ext>
                </a:extLst>
              </a:tr>
              <a:tr h="629920">
                <a:tc>
                  <a:txBody>
                    <a:bodyPr/>
                    <a:lstStyle/>
                    <a:p>
                      <a:pPr marL="0" marR="0" lvl="0" indent="0" algn="ctr" defTabSz="914400" eaLnBrk="1" fontAlgn="auto" latinLnBrk="0" hangingPunct="1">
                        <a:lnSpc>
                          <a:spcPct val="100000"/>
                        </a:lnSpc>
                        <a:spcBef>
                          <a:spcPts val="0"/>
                        </a:spcBef>
                        <a:spcAft>
                          <a:spcPts val="0"/>
                        </a:spcAft>
                        <a:buClrTx/>
                        <a:buSzTx/>
                        <a:buFontTx/>
                        <a:buNone/>
                        <a:defRPr/>
                      </a:pPr>
                      <a:r>
                        <a:rPr lang="en-US" altLang="zh-CN" sz="1400" b="1" dirty="0" smtClean="0">
                          <a:solidFill>
                            <a:srgbClr val="4F8A83"/>
                          </a:solidFill>
                          <a:latin typeface="Arial" panose="020B0604020202020204" pitchFamily="34" charset="0"/>
                          <a:ea typeface="微软雅黑" panose="020B0503020204020204" charset="-122"/>
                          <a:cs typeface="微软雅黑" panose="020B0503020204020204" charset="-122"/>
                        </a:rPr>
                        <a:t>GPU Triton</a:t>
                      </a:r>
                    </a:p>
                  </a:txBody>
                  <a:tcPr marL="38100" marR="38100" marT="12700" marB="12700" anchor="ctr">
                    <a:lnL w="9525" cmpd="sng">
                      <a:solidFill>
                        <a:srgbClr val="D6DEE6"/>
                      </a:solidFill>
                      <a:prstDash val="solid"/>
                    </a:lnL>
                    <a:lnR w="9525" cmpd="sng">
                      <a:solidFill>
                        <a:srgbClr val="D6DEE6"/>
                      </a:solidFill>
                      <a:prstDash val="solid"/>
                    </a:lnR>
                    <a:lnT w="9525" cmpd="sng">
                      <a:solidFill>
                        <a:srgbClr val="D6DEE6"/>
                      </a:solidFill>
                      <a:prstDash val="solid"/>
                    </a:lnT>
                    <a:lnB w="9525" cmpd="sng">
                      <a:solidFill>
                        <a:srgbClr val="D6DEE6"/>
                      </a:solidFill>
                      <a:prstDash val="solid"/>
                    </a:lnB>
                    <a:solidFill>
                      <a:srgbClr val="EAF3F1"/>
                    </a:solidFill>
                  </a:tcPr>
                </a:tc>
                <a:tc>
                  <a:txBody>
                    <a:bodyPr/>
                    <a:lstStyle/>
                    <a:p>
                      <a:pPr algn="ctr">
                        <a:buNone/>
                      </a:pPr>
                      <a:r>
                        <a:rPr lang="en-US" sz="1400" b="1" dirty="0">
                          <a:solidFill>
                            <a:srgbClr val="4F8A83"/>
                          </a:solidFill>
                          <a:latin typeface="Arial" panose="020B0604020202020204" pitchFamily="34" charset="0"/>
                          <a:ea typeface="微软雅黑" panose="020B0503020204020204" charset="-122"/>
                          <a:cs typeface="微软雅黑" panose="020B0503020204020204" charset="-122"/>
                        </a:rPr>
                        <a:t>1</a:t>
                      </a:r>
                      <a:r>
                        <a:rPr lang="en-US" altLang="zh-CN" sz="1400" b="1" dirty="0">
                          <a:solidFill>
                            <a:srgbClr val="4F8A83"/>
                          </a:solidFill>
                          <a:latin typeface="Arial" panose="020B0604020202020204" pitchFamily="34" charset="0"/>
                          <a:ea typeface="微软雅黑" panose="020B0503020204020204" charset="-122"/>
                          <a:cs typeface="微软雅黑" panose="020B0503020204020204" charset="-122"/>
                        </a:rPr>
                        <a:t>h57</a:t>
                      </a:r>
                      <a:endParaRPr sz="1400" b="1" dirty="0">
                        <a:solidFill>
                          <a:srgbClr val="4F8A83"/>
                        </a:solidFill>
                        <a:latin typeface="Arial" panose="020B0604020202020204" pitchFamily="34" charset="0"/>
                        <a:ea typeface="微软雅黑" panose="020B0503020204020204" charset="-122"/>
                        <a:cs typeface="微软雅黑" panose="020B0503020204020204" charset="-122"/>
                      </a:endParaRPr>
                    </a:p>
                  </a:txBody>
                  <a:tcPr marL="38100" marR="38100" marT="12700" marB="12700" anchor="ctr">
                    <a:lnL w="9525" cmpd="sng">
                      <a:solidFill>
                        <a:srgbClr val="D6DEE6"/>
                      </a:solidFill>
                      <a:prstDash val="solid"/>
                    </a:lnL>
                    <a:lnR w="9525" cmpd="sng">
                      <a:solidFill>
                        <a:srgbClr val="D6DEE6"/>
                      </a:solidFill>
                      <a:prstDash val="solid"/>
                    </a:lnR>
                    <a:lnT w="9525" cmpd="sng">
                      <a:solidFill>
                        <a:srgbClr val="D6DEE6"/>
                      </a:solidFill>
                      <a:prstDash val="solid"/>
                    </a:lnT>
                    <a:lnB w="9525" cmpd="sng">
                      <a:solidFill>
                        <a:srgbClr val="D6DEE6"/>
                      </a:solidFill>
                      <a:prstDash val="solid"/>
                    </a:lnB>
                    <a:solidFill>
                      <a:srgbClr val="EAF3F1"/>
                    </a:solidFill>
                  </a:tcPr>
                </a:tc>
                <a:tc>
                  <a:txBody>
                    <a:bodyPr/>
                    <a:lstStyle/>
                    <a:p>
                      <a:pPr algn="ctr">
                        <a:buNone/>
                      </a:pPr>
                      <a:r>
                        <a:rPr lang="en-US" sz="1400" b="1" dirty="0">
                          <a:solidFill>
                            <a:srgbClr val="4F8A83"/>
                          </a:solidFill>
                          <a:latin typeface="Arial" panose="020B0604020202020204" pitchFamily="34" charset="0"/>
                          <a:ea typeface="微软雅黑" panose="020B0503020204020204" charset="-122"/>
                          <a:cs typeface="微软雅黑" panose="020B0503020204020204" charset="-122"/>
                        </a:rPr>
                        <a:t>1</a:t>
                      </a:r>
                      <a:r>
                        <a:rPr lang="en-US" altLang="zh-CN" sz="1400" b="1" dirty="0">
                          <a:solidFill>
                            <a:srgbClr val="4F8A83"/>
                          </a:solidFill>
                          <a:latin typeface="Arial" panose="020B0604020202020204" pitchFamily="34" charset="0"/>
                          <a:ea typeface="微软雅黑" panose="020B0503020204020204" charset="-122"/>
                          <a:cs typeface="微软雅黑" panose="020B0503020204020204" charset="-122"/>
                        </a:rPr>
                        <a:t>h10m</a:t>
                      </a:r>
                      <a:endParaRPr sz="1400" b="1" dirty="0">
                        <a:solidFill>
                          <a:srgbClr val="4F8A83"/>
                        </a:solidFill>
                        <a:latin typeface="Arial" panose="020B0604020202020204" pitchFamily="34" charset="0"/>
                        <a:ea typeface="微软雅黑" panose="020B0503020204020204" charset="-122"/>
                        <a:cs typeface="微软雅黑" panose="020B0503020204020204" charset="-122"/>
                      </a:endParaRPr>
                    </a:p>
                  </a:txBody>
                  <a:tcPr marL="38100" marR="38100" marT="12700" marB="12700" anchor="ctr">
                    <a:lnL w="9525" cmpd="sng">
                      <a:solidFill>
                        <a:srgbClr val="D6DEE6"/>
                      </a:solidFill>
                      <a:prstDash val="solid"/>
                    </a:lnL>
                    <a:lnR w="9525" cmpd="sng">
                      <a:solidFill>
                        <a:srgbClr val="D6DEE6"/>
                      </a:solidFill>
                      <a:prstDash val="solid"/>
                    </a:lnR>
                    <a:lnT w="9525" cmpd="sng">
                      <a:solidFill>
                        <a:srgbClr val="D6DEE6"/>
                      </a:solidFill>
                      <a:prstDash val="solid"/>
                    </a:lnT>
                    <a:lnB w="9525" cmpd="sng">
                      <a:solidFill>
                        <a:srgbClr val="D6DEE6"/>
                      </a:solidFill>
                      <a:prstDash val="solid"/>
                    </a:lnB>
                    <a:solidFill>
                      <a:srgbClr val="EAF3F1"/>
                    </a:solidFill>
                  </a:tcPr>
                </a:tc>
                <a:tc>
                  <a:txBody>
                    <a:bodyPr/>
                    <a:lstStyle/>
                    <a:p>
                      <a:pPr algn="ctr">
                        <a:buNone/>
                      </a:pPr>
                      <a:r>
                        <a:rPr lang="en-US" sz="1400" b="1" dirty="0">
                          <a:solidFill>
                            <a:srgbClr val="4F8A83"/>
                          </a:solidFill>
                          <a:latin typeface="Arial" panose="020B0604020202020204" pitchFamily="34" charset="0"/>
                          <a:ea typeface="微软雅黑" panose="020B0503020204020204" charset="-122"/>
                          <a:cs typeface="微软雅黑" panose="020B0503020204020204" charset="-122"/>
                        </a:rPr>
                        <a:t>1</a:t>
                      </a:r>
                      <a:r>
                        <a:rPr lang="en-US" altLang="zh-CN" sz="1400" b="1" dirty="0">
                          <a:solidFill>
                            <a:srgbClr val="4F8A83"/>
                          </a:solidFill>
                          <a:latin typeface="Arial" panose="020B0604020202020204" pitchFamily="34" charset="0"/>
                          <a:ea typeface="微软雅黑" panose="020B0503020204020204" charset="-122"/>
                          <a:cs typeface="微软雅黑" panose="020B0503020204020204" charset="-122"/>
                        </a:rPr>
                        <a:t>h20m</a:t>
                      </a:r>
                      <a:endParaRPr sz="1400" b="1" dirty="0">
                        <a:solidFill>
                          <a:srgbClr val="4F8A83"/>
                        </a:solidFill>
                        <a:latin typeface="Arial" panose="020B0604020202020204" pitchFamily="34" charset="0"/>
                        <a:ea typeface="微软雅黑" panose="020B0503020204020204" charset="-122"/>
                        <a:cs typeface="微软雅黑" panose="020B0503020204020204" charset="-122"/>
                      </a:endParaRPr>
                    </a:p>
                  </a:txBody>
                  <a:tcPr marL="38100" marR="38100" marT="12700" marB="12700" anchor="ctr">
                    <a:lnL w="9525" cmpd="sng">
                      <a:solidFill>
                        <a:srgbClr val="D6DEE6"/>
                      </a:solidFill>
                      <a:prstDash val="solid"/>
                    </a:lnL>
                    <a:lnR w="9525" cmpd="sng">
                      <a:solidFill>
                        <a:srgbClr val="D6DEE6"/>
                      </a:solidFill>
                      <a:prstDash val="solid"/>
                    </a:lnR>
                    <a:lnT w="9525" cmpd="sng">
                      <a:solidFill>
                        <a:srgbClr val="D6DEE6"/>
                      </a:solidFill>
                      <a:prstDash val="solid"/>
                    </a:lnT>
                    <a:lnB w="9525" cmpd="sng">
                      <a:solidFill>
                        <a:srgbClr val="D6DEE6"/>
                      </a:solidFill>
                      <a:prstDash val="solid"/>
                    </a:lnB>
                    <a:solidFill>
                      <a:srgbClr val="EAF3F1"/>
                    </a:solidFill>
                  </a:tcPr>
                </a:tc>
                <a:extLst>
                  <a:ext uri="{0D108BD9-81ED-4DB2-BD59-A6C34878D82A}">
                    <a16:rowId xmlns:a16="http://schemas.microsoft.com/office/drawing/2014/main" val="10003"/>
                  </a:ext>
                </a:extLst>
              </a:tr>
              <a:tr h="629920">
                <a:tc>
                  <a:txBody>
                    <a:bodyPr/>
                    <a:lstStyle/>
                    <a:p>
                      <a:pPr algn="ctr">
                        <a:buNone/>
                      </a:pPr>
                      <a:r>
                        <a:rPr lang="en-US" altLang="zh-CN" sz="1400" b="1" dirty="0" smtClean="0">
                          <a:solidFill>
                            <a:srgbClr val="2F3A45"/>
                          </a:solidFill>
                          <a:latin typeface="Arial" panose="020B0604020202020204" pitchFamily="34" charset="0"/>
                          <a:ea typeface="微软雅黑" panose="020B0503020204020204" charset="-122"/>
                          <a:cs typeface="微软雅黑" panose="020B0503020204020204" charset="-122"/>
                        </a:rPr>
                        <a:t>CUDA C</a:t>
                      </a:r>
                      <a:endParaRPr sz="1400" b="1" dirty="0">
                        <a:solidFill>
                          <a:srgbClr val="2F3A45"/>
                        </a:solidFill>
                        <a:latin typeface="Arial" panose="020B0604020202020204" pitchFamily="34" charset="0"/>
                        <a:ea typeface="微软雅黑" panose="020B0503020204020204" charset="-122"/>
                        <a:cs typeface="微软雅黑" panose="020B0503020204020204" charset="-122"/>
                      </a:endParaRPr>
                    </a:p>
                  </a:txBody>
                  <a:tcPr marL="38100" marR="38100" marT="12700" marB="12700" anchor="ctr">
                    <a:lnL w="9525" cmpd="sng">
                      <a:solidFill>
                        <a:srgbClr val="D6DEE6"/>
                      </a:solidFill>
                      <a:prstDash val="solid"/>
                    </a:lnL>
                    <a:lnR w="9525" cmpd="sng">
                      <a:solidFill>
                        <a:srgbClr val="D6DEE6"/>
                      </a:solidFill>
                      <a:prstDash val="solid"/>
                    </a:lnR>
                    <a:lnT w="9525" cmpd="sng">
                      <a:solidFill>
                        <a:srgbClr val="D6DEE6"/>
                      </a:solidFill>
                      <a:prstDash val="solid"/>
                    </a:lnT>
                    <a:lnB w="9525" cmpd="sng">
                      <a:solidFill>
                        <a:srgbClr val="D6DEE6"/>
                      </a:solidFill>
                      <a:prstDash val="solid"/>
                    </a:lnB>
                    <a:solidFill>
                      <a:srgbClr val="EEF2F5"/>
                    </a:solidFill>
                  </a:tcPr>
                </a:tc>
                <a:tc>
                  <a:txBody>
                    <a:bodyPr/>
                    <a:lstStyle/>
                    <a:p>
                      <a:pPr algn="ctr">
                        <a:buNone/>
                      </a:pPr>
                      <a:r>
                        <a:rPr lang="en-US" sz="1400" b="0" dirty="0">
                          <a:solidFill>
                            <a:srgbClr val="2F3A45"/>
                          </a:solidFill>
                          <a:latin typeface="Arial" panose="020B0604020202020204" pitchFamily="34" charset="0"/>
                          <a:ea typeface="微软雅黑" panose="020B0503020204020204" charset="-122"/>
                          <a:cs typeface="微软雅黑" panose="020B0503020204020204" charset="-122"/>
                        </a:rPr>
                        <a:t>2</a:t>
                      </a:r>
                      <a:r>
                        <a:rPr lang="en-US" altLang="zh-CN" sz="1400" b="0" dirty="0">
                          <a:solidFill>
                            <a:srgbClr val="2F3A45"/>
                          </a:solidFill>
                          <a:latin typeface="Arial" panose="020B0604020202020204" pitchFamily="34" charset="0"/>
                          <a:ea typeface="微软雅黑" panose="020B0503020204020204" charset="-122"/>
                          <a:cs typeface="微软雅黑" panose="020B0503020204020204" charset="-122"/>
                        </a:rPr>
                        <a:t>h30m</a:t>
                      </a:r>
                      <a:endParaRPr sz="1400" b="0" dirty="0">
                        <a:solidFill>
                          <a:srgbClr val="2F3A45"/>
                        </a:solidFill>
                        <a:latin typeface="Arial" panose="020B0604020202020204" pitchFamily="34" charset="0"/>
                        <a:ea typeface="微软雅黑" panose="020B0503020204020204" charset="-122"/>
                        <a:cs typeface="微软雅黑" panose="020B0503020204020204" charset="-122"/>
                      </a:endParaRPr>
                    </a:p>
                  </a:txBody>
                  <a:tcPr marL="38100" marR="38100" marT="12700" marB="12700" anchor="ctr">
                    <a:lnL w="9525" cmpd="sng">
                      <a:solidFill>
                        <a:srgbClr val="D6DEE6"/>
                      </a:solidFill>
                      <a:prstDash val="solid"/>
                    </a:lnL>
                    <a:lnR w="9525" cmpd="sng">
                      <a:solidFill>
                        <a:srgbClr val="D6DEE6"/>
                      </a:solidFill>
                      <a:prstDash val="solid"/>
                    </a:lnR>
                    <a:lnT w="9525" cmpd="sng">
                      <a:solidFill>
                        <a:srgbClr val="D6DEE6"/>
                      </a:solidFill>
                      <a:prstDash val="solid"/>
                    </a:lnT>
                    <a:lnB w="9525" cmpd="sng">
                      <a:solidFill>
                        <a:srgbClr val="D6DEE6"/>
                      </a:solidFill>
                      <a:prstDash val="solid"/>
                    </a:lnB>
                    <a:solidFill>
                      <a:srgbClr val="F7F8FA"/>
                    </a:solidFill>
                  </a:tcPr>
                </a:tc>
                <a:tc>
                  <a:txBody>
                    <a:bodyPr/>
                    <a:lstStyle/>
                    <a:p>
                      <a:pPr algn="ctr">
                        <a:buNone/>
                      </a:pPr>
                      <a:r>
                        <a:rPr lang="en-US" sz="1400" b="0" dirty="0">
                          <a:solidFill>
                            <a:srgbClr val="2F3A45"/>
                          </a:solidFill>
                          <a:latin typeface="Arial" panose="020B0604020202020204" pitchFamily="34" charset="0"/>
                          <a:ea typeface="微软雅黑" panose="020B0503020204020204" charset="-122"/>
                          <a:cs typeface="微软雅黑" panose="020B0503020204020204" charset="-122"/>
                        </a:rPr>
                        <a:t>3</a:t>
                      </a:r>
                      <a:r>
                        <a:rPr lang="en-US" altLang="zh-CN" sz="1400" b="0" dirty="0">
                          <a:solidFill>
                            <a:srgbClr val="2F3A45"/>
                          </a:solidFill>
                          <a:latin typeface="Arial" panose="020B0604020202020204" pitchFamily="34" charset="0"/>
                          <a:ea typeface="微软雅黑" panose="020B0503020204020204" charset="-122"/>
                          <a:cs typeface="微软雅黑" panose="020B0503020204020204" charset="-122"/>
                        </a:rPr>
                        <a:t>h</a:t>
                      </a:r>
                      <a:endParaRPr sz="1400" b="0" dirty="0">
                        <a:solidFill>
                          <a:srgbClr val="2F3A45"/>
                        </a:solidFill>
                        <a:latin typeface="Arial" panose="020B0604020202020204" pitchFamily="34" charset="0"/>
                        <a:ea typeface="微软雅黑" panose="020B0503020204020204" charset="-122"/>
                        <a:cs typeface="微软雅黑" panose="020B0503020204020204" charset="-122"/>
                      </a:endParaRPr>
                    </a:p>
                  </a:txBody>
                  <a:tcPr marL="38100" marR="38100" marT="12700" marB="12700" anchor="ctr">
                    <a:lnL w="9525" cmpd="sng">
                      <a:solidFill>
                        <a:srgbClr val="D6DEE6"/>
                      </a:solidFill>
                      <a:prstDash val="solid"/>
                    </a:lnL>
                    <a:lnR w="9525" cmpd="sng">
                      <a:solidFill>
                        <a:srgbClr val="D6DEE6"/>
                      </a:solidFill>
                      <a:prstDash val="solid"/>
                    </a:lnR>
                    <a:lnT w="9525" cmpd="sng">
                      <a:solidFill>
                        <a:srgbClr val="D6DEE6"/>
                      </a:solidFill>
                      <a:prstDash val="solid"/>
                    </a:lnT>
                    <a:lnB w="9525" cmpd="sng">
                      <a:solidFill>
                        <a:srgbClr val="D6DEE6"/>
                      </a:solidFill>
                      <a:prstDash val="solid"/>
                    </a:lnB>
                    <a:solidFill>
                      <a:srgbClr val="F7F8FA"/>
                    </a:solidFill>
                  </a:tcPr>
                </a:tc>
                <a:tc>
                  <a:txBody>
                    <a:bodyPr/>
                    <a:lstStyle/>
                    <a:p>
                      <a:pPr algn="ctr">
                        <a:buNone/>
                      </a:pPr>
                      <a:r>
                        <a:rPr lang="en-US" sz="1400" b="0" dirty="0">
                          <a:solidFill>
                            <a:srgbClr val="2F3A45"/>
                          </a:solidFill>
                          <a:latin typeface="Arial" panose="020B0604020202020204" pitchFamily="34" charset="0"/>
                          <a:ea typeface="微软雅黑" panose="020B0503020204020204" charset="-122"/>
                          <a:cs typeface="微软雅黑" panose="020B0503020204020204" charset="-122"/>
                        </a:rPr>
                        <a:t>1</a:t>
                      </a:r>
                      <a:r>
                        <a:rPr lang="en-US" altLang="zh-CN" sz="1400" b="0" dirty="0">
                          <a:solidFill>
                            <a:srgbClr val="2F3A45"/>
                          </a:solidFill>
                          <a:latin typeface="Arial" panose="020B0604020202020204" pitchFamily="34" charset="0"/>
                          <a:ea typeface="微软雅黑" panose="020B0503020204020204" charset="-122"/>
                          <a:cs typeface="微软雅黑" panose="020B0503020204020204" charset="-122"/>
                        </a:rPr>
                        <a:t>h30m</a:t>
                      </a:r>
                      <a:endParaRPr sz="1400" b="0" dirty="0">
                        <a:solidFill>
                          <a:srgbClr val="2F3A45"/>
                        </a:solidFill>
                        <a:latin typeface="Arial" panose="020B0604020202020204" pitchFamily="34" charset="0"/>
                        <a:ea typeface="微软雅黑" panose="020B0503020204020204" charset="-122"/>
                        <a:cs typeface="微软雅黑" panose="020B0503020204020204" charset="-122"/>
                      </a:endParaRPr>
                    </a:p>
                  </a:txBody>
                  <a:tcPr marL="38100" marR="38100" marT="12700" marB="12700" anchor="ctr">
                    <a:lnL w="9525" cmpd="sng">
                      <a:solidFill>
                        <a:srgbClr val="D6DEE6"/>
                      </a:solidFill>
                      <a:prstDash val="solid"/>
                    </a:lnL>
                    <a:lnR w="9525" cmpd="sng">
                      <a:solidFill>
                        <a:srgbClr val="D6DEE6"/>
                      </a:solidFill>
                      <a:prstDash val="solid"/>
                    </a:lnR>
                    <a:lnT w="9525" cmpd="sng">
                      <a:solidFill>
                        <a:srgbClr val="D6DEE6"/>
                      </a:solidFill>
                      <a:prstDash val="solid"/>
                    </a:lnT>
                    <a:lnB w="9525" cmpd="sng">
                      <a:solidFill>
                        <a:srgbClr val="D6DEE6"/>
                      </a:solidFill>
                      <a:prstDash val="solid"/>
                    </a:lnB>
                    <a:solidFill>
                      <a:srgbClr val="F7F8FA"/>
                    </a:solidFill>
                  </a:tcPr>
                </a:tc>
                <a:extLst>
                  <a:ext uri="{0D108BD9-81ED-4DB2-BD59-A6C34878D82A}">
                    <a16:rowId xmlns:a16="http://schemas.microsoft.com/office/drawing/2014/main" val="10004"/>
                  </a:ext>
                </a:extLst>
              </a:tr>
            </a:tbl>
          </a:graphicData>
        </a:graphic>
      </p:graphicFrame>
      <p:graphicFrame>
        <p:nvGraphicFramePr>
          <p:cNvPr id="55" name="average_development_time"/>
          <p:cNvGraphicFramePr/>
          <p:nvPr/>
        </p:nvGraphicFramePr>
        <p:xfrm>
          <a:off x="8801100" y="990600"/>
          <a:ext cx="2199640" cy="3149600"/>
        </p:xfrm>
        <a:graphic>
          <a:graphicData uri="http://schemas.openxmlformats.org/drawingml/2006/table">
            <a:tbl>
              <a:tblPr firstRow="1">
                <a:effectLst/>
              </a:tblPr>
              <a:tblGrid>
                <a:gridCol w="2199640">
                  <a:extLst>
                    <a:ext uri="{9D8B030D-6E8A-4147-A177-3AD203B41FA5}">
                      <a16:colId xmlns:a16="http://schemas.microsoft.com/office/drawing/2014/main" val="20000"/>
                    </a:ext>
                  </a:extLst>
                </a:gridCol>
              </a:tblGrid>
              <a:tr h="629920">
                <a:tc>
                  <a:txBody>
                    <a:bodyPr/>
                    <a:lstStyle/>
                    <a:p>
                      <a:pPr algn="ctr">
                        <a:buNone/>
                      </a:pPr>
                      <a:r>
                        <a:rPr sz="1400" b="1">
                          <a:solidFill>
                            <a:srgbClr val="FFFFFF"/>
                          </a:solidFill>
                          <a:latin typeface="Arial" panose="020B0604020202020204" pitchFamily="34" charset="0"/>
                          <a:ea typeface="微软雅黑" panose="020B0503020204020204" charset="-122"/>
                          <a:cs typeface="微软雅黑" panose="020B0503020204020204" charset="-122"/>
                        </a:rPr>
                        <a:t>平均耗时</a:t>
                      </a:r>
                    </a:p>
                  </a:txBody>
                  <a:tcPr marL="38100" marR="38100" marT="12700" marB="12700" anchor="ctr">
                    <a:lnL w="9525" cmpd="sng">
                      <a:solidFill>
                        <a:srgbClr val="D6DEE6"/>
                      </a:solidFill>
                      <a:prstDash val="solid"/>
                    </a:lnL>
                    <a:lnR w="9525" cmpd="sng">
                      <a:solidFill>
                        <a:srgbClr val="D6DEE6"/>
                      </a:solidFill>
                      <a:prstDash val="solid"/>
                    </a:lnR>
                    <a:lnT w="9525" cmpd="sng">
                      <a:solidFill>
                        <a:srgbClr val="D6DEE6"/>
                      </a:solidFill>
                      <a:prstDash val="solid"/>
                    </a:lnT>
                    <a:lnB w="9525" cmpd="sng">
                      <a:solidFill>
                        <a:srgbClr val="D6DEE6"/>
                      </a:solidFill>
                      <a:prstDash val="solid"/>
                    </a:lnB>
                    <a:solidFill>
                      <a:srgbClr val="5B7188"/>
                    </a:solidFill>
                  </a:tcPr>
                </a:tc>
                <a:extLst>
                  <a:ext uri="{0D108BD9-81ED-4DB2-BD59-A6C34878D82A}">
                    <a16:rowId xmlns:a16="http://schemas.microsoft.com/office/drawing/2014/main" val="10000"/>
                  </a:ext>
                </a:extLst>
              </a:tr>
              <a:tr h="629920">
                <a:tc>
                  <a:txBody>
                    <a:bodyPr/>
                    <a:lstStyle/>
                    <a:p>
                      <a:pPr algn="ctr">
                        <a:buNone/>
                      </a:pPr>
                      <a:r>
                        <a:rPr lang="en-US" sz="1400" b="0" dirty="0">
                          <a:solidFill>
                            <a:srgbClr val="2F3A45"/>
                          </a:solidFill>
                          <a:latin typeface="Arial" panose="020B0604020202020204" pitchFamily="34" charset="0"/>
                          <a:ea typeface="微软雅黑" panose="020B0503020204020204" charset="-122"/>
                          <a:cs typeface="微软雅黑" panose="020B0503020204020204" charset="-122"/>
                        </a:rPr>
                        <a:t>2h 49m</a:t>
                      </a:r>
                      <a:endParaRPr sz="1400" b="0" dirty="0">
                        <a:solidFill>
                          <a:srgbClr val="2F3A45"/>
                        </a:solidFill>
                        <a:latin typeface="Arial" panose="020B0604020202020204" pitchFamily="34" charset="0"/>
                        <a:ea typeface="微软雅黑" panose="020B0503020204020204" charset="-122"/>
                        <a:cs typeface="微软雅黑" panose="020B0503020204020204" charset="-122"/>
                      </a:endParaRPr>
                    </a:p>
                  </a:txBody>
                  <a:tcPr marL="38100" marR="38100" marT="12700" marB="12700" anchor="ctr">
                    <a:lnL w="9525" cmpd="sng">
                      <a:solidFill>
                        <a:srgbClr val="D6DEE6"/>
                      </a:solidFill>
                      <a:prstDash val="solid"/>
                    </a:lnL>
                    <a:lnR w="9525" cmpd="sng">
                      <a:solidFill>
                        <a:srgbClr val="D6DEE6"/>
                      </a:solidFill>
                      <a:prstDash val="solid"/>
                    </a:lnR>
                    <a:lnT w="9525" cmpd="sng">
                      <a:solidFill>
                        <a:srgbClr val="D6DEE6"/>
                      </a:solidFill>
                      <a:prstDash val="solid"/>
                    </a:lnT>
                    <a:lnB w="9525" cmpd="sng">
                      <a:solidFill>
                        <a:srgbClr val="D6DEE6"/>
                      </a:solidFill>
                      <a:prstDash val="solid"/>
                    </a:lnB>
                    <a:solidFill>
                      <a:srgbClr val="FFFFFF"/>
                    </a:solidFill>
                  </a:tcPr>
                </a:tc>
                <a:extLst>
                  <a:ext uri="{0D108BD9-81ED-4DB2-BD59-A6C34878D82A}">
                    <a16:rowId xmlns:a16="http://schemas.microsoft.com/office/drawing/2014/main" val="10001"/>
                  </a:ext>
                </a:extLst>
              </a:tr>
              <a:tr h="629920">
                <a:tc>
                  <a:txBody>
                    <a:bodyPr/>
                    <a:lstStyle/>
                    <a:p>
                      <a:pPr algn="ctr">
                        <a:buNone/>
                      </a:pPr>
                      <a:r>
                        <a:rPr lang="en-US" sz="1400" b="1" dirty="0">
                          <a:solidFill>
                            <a:srgbClr val="C77C59"/>
                          </a:solidFill>
                          <a:latin typeface="Arial" panose="020B0604020202020204" pitchFamily="34" charset="0"/>
                          <a:ea typeface="微软雅黑" panose="020B0503020204020204" charset="-122"/>
                          <a:cs typeface="微软雅黑" panose="020B0503020204020204" charset="-122"/>
                        </a:rPr>
                        <a:t>8</a:t>
                      </a:r>
                      <a:r>
                        <a:rPr lang="en-US" altLang="zh-CN" sz="1400" b="1" dirty="0">
                          <a:solidFill>
                            <a:srgbClr val="C77C59"/>
                          </a:solidFill>
                          <a:latin typeface="Arial" panose="020B0604020202020204" pitchFamily="34" charset="0"/>
                          <a:ea typeface="微软雅黑" panose="020B0503020204020204" charset="-122"/>
                          <a:cs typeface="微软雅黑" panose="020B0503020204020204" charset="-122"/>
                        </a:rPr>
                        <a:t>h</a:t>
                      </a:r>
                      <a:endParaRPr sz="1400" b="1" dirty="0">
                        <a:solidFill>
                          <a:srgbClr val="C77C59"/>
                        </a:solidFill>
                        <a:latin typeface="Arial" panose="020B0604020202020204" pitchFamily="34" charset="0"/>
                        <a:ea typeface="微软雅黑" panose="020B0503020204020204" charset="-122"/>
                        <a:cs typeface="微软雅黑" panose="020B0503020204020204" charset="-122"/>
                      </a:endParaRPr>
                    </a:p>
                  </a:txBody>
                  <a:tcPr marL="38100" marR="38100" marT="12700" marB="12700" anchor="ctr">
                    <a:lnL w="9525" cmpd="sng">
                      <a:solidFill>
                        <a:srgbClr val="D6DEE6"/>
                      </a:solidFill>
                      <a:prstDash val="solid"/>
                    </a:lnL>
                    <a:lnR w="9525" cmpd="sng">
                      <a:solidFill>
                        <a:srgbClr val="D6DEE6"/>
                      </a:solidFill>
                      <a:prstDash val="solid"/>
                    </a:lnR>
                    <a:lnT w="9525" cmpd="sng">
                      <a:solidFill>
                        <a:srgbClr val="D6DEE6"/>
                      </a:solidFill>
                      <a:prstDash val="solid"/>
                    </a:lnT>
                    <a:lnB w="9525" cmpd="sng">
                      <a:solidFill>
                        <a:srgbClr val="D6DEE6"/>
                      </a:solidFill>
                      <a:prstDash val="solid"/>
                    </a:lnB>
                    <a:solidFill>
                      <a:srgbClr val="F6ECE6"/>
                    </a:solidFill>
                  </a:tcPr>
                </a:tc>
                <a:extLst>
                  <a:ext uri="{0D108BD9-81ED-4DB2-BD59-A6C34878D82A}">
                    <a16:rowId xmlns:a16="http://schemas.microsoft.com/office/drawing/2014/main" val="10002"/>
                  </a:ext>
                </a:extLst>
              </a:tr>
              <a:tr h="629920">
                <a:tc>
                  <a:txBody>
                    <a:bodyPr/>
                    <a:lstStyle/>
                    <a:p>
                      <a:pPr algn="ctr">
                        <a:buNone/>
                      </a:pPr>
                      <a:r>
                        <a:rPr lang="en-US" sz="1400" b="1" dirty="0">
                          <a:solidFill>
                            <a:srgbClr val="4F8A83"/>
                          </a:solidFill>
                          <a:latin typeface="Arial" panose="020B0604020202020204" pitchFamily="34" charset="0"/>
                          <a:ea typeface="微软雅黑" panose="020B0503020204020204" charset="-122"/>
                          <a:cs typeface="微软雅黑" panose="020B0503020204020204" charset="-122"/>
                        </a:rPr>
                        <a:t>1h 29m</a:t>
                      </a:r>
                      <a:endParaRPr sz="1400" b="1" dirty="0">
                        <a:solidFill>
                          <a:srgbClr val="4F8A83"/>
                        </a:solidFill>
                        <a:latin typeface="Arial" panose="020B0604020202020204" pitchFamily="34" charset="0"/>
                        <a:ea typeface="微软雅黑" panose="020B0503020204020204" charset="-122"/>
                        <a:cs typeface="微软雅黑" panose="020B0503020204020204" charset="-122"/>
                      </a:endParaRPr>
                    </a:p>
                  </a:txBody>
                  <a:tcPr marL="38100" marR="38100" marT="12700" marB="12700" anchor="ctr">
                    <a:lnL w="9525" cmpd="sng">
                      <a:solidFill>
                        <a:srgbClr val="D6DEE6"/>
                      </a:solidFill>
                      <a:prstDash val="solid"/>
                    </a:lnL>
                    <a:lnR w="9525" cmpd="sng">
                      <a:solidFill>
                        <a:srgbClr val="D6DEE6"/>
                      </a:solidFill>
                      <a:prstDash val="solid"/>
                    </a:lnR>
                    <a:lnT w="9525" cmpd="sng">
                      <a:solidFill>
                        <a:srgbClr val="D6DEE6"/>
                      </a:solidFill>
                      <a:prstDash val="solid"/>
                    </a:lnT>
                    <a:lnB w="9525" cmpd="sng">
                      <a:solidFill>
                        <a:srgbClr val="D6DEE6"/>
                      </a:solidFill>
                      <a:prstDash val="solid"/>
                    </a:lnB>
                    <a:solidFill>
                      <a:srgbClr val="EAF3F1"/>
                    </a:solidFill>
                  </a:tcPr>
                </a:tc>
                <a:extLst>
                  <a:ext uri="{0D108BD9-81ED-4DB2-BD59-A6C34878D82A}">
                    <a16:rowId xmlns:a16="http://schemas.microsoft.com/office/drawing/2014/main" val="10003"/>
                  </a:ext>
                </a:extLst>
              </a:tr>
              <a:tr h="629920">
                <a:tc>
                  <a:txBody>
                    <a:bodyPr/>
                    <a:lstStyle/>
                    <a:p>
                      <a:pPr algn="ctr">
                        <a:buNone/>
                      </a:pPr>
                      <a:r>
                        <a:rPr lang="en-US" sz="1400" b="0" dirty="0">
                          <a:solidFill>
                            <a:srgbClr val="2F3A45"/>
                          </a:solidFill>
                          <a:latin typeface="Arial" panose="020B0604020202020204" pitchFamily="34" charset="0"/>
                          <a:ea typeface="微软雅黑" panose="020B0503020204020204" charset="-122"/>
                          <a:cs typeface="微软雅黑" panose="020B0503020204020204" charset="-122"/>
                        </a:rPr>
                        <a:t>2h 20m</a:t>
                      </a:r>
                      <a:endParaRPr sz="1400" b="0" dirty="0">
                        <a:solidFill>
                          <a:srgbClr val="2F3A45"/>
                        </a:solidFill>
                        <a:latin typeface="Arial" panose="020B0604020202020204" pitchFamily="34" charset="0"/>
                        <a:ea typeface="微软雅黑" panose="020B0503020204020204" charset="-122"/>
                        <a:cs typeface="微软雅黑" panose="020B0503020204020204" charset="-122"/>
                      </a:endParaRPr>
                    </a:p>
                  </a:txBody>
                  <a:tcPr marL="38100" marR="38100" marT="12700" marB="12700" anchor="ctr">
                    <a:lnL w="9525" cmpd="sng">
                      <a:solidFill>
                        <a:srgbClr val="D6DEE6"/>
                      </a:solidFill>
                      <a:prstDash val="solid"/>
                    </a:lnL>
                    <a:lnR w="9525" cmpd="sng">
                      <a:solidFill>
                        <a:srgbClr val="D6DEE6"/>
                      </a:solidFill>
                      <a:prstDash val="solid"/>
                    </a:lnR>
                    <a:lnT w="9525" cmpd="sng">
                      <a:solidFill>
                        <a:srgbClr val="D6DEE6"/>
                      </a:solidFill>
                      <a:prstDash val="solid"/>
                    </a:lnT>
                    <a:lnB w="9525" cmpd="sng">
                      <a:solidFill>
                        <a:srgbClr val="D6DEE6"/>
                      </a:solidFill>
                      <a:prstDash val="solid"/>
                    </a:lnB>
                    <a:solidFill>
                      <a:srgbClr val="F7F8FA"/>
                    </a:solidFill>
                  </a:tcPr>
                </a:tc>
                <a:extLst>
                  <a:ext uri="{0D108BD9-81ED-4DB2-BD59-A6C34878D82A}">
                    <a16:rowId xmlns:a16="http://schemas.microsoft.com/office/drawing/2014/main" val="10004"/>
                  </a:ext>
                </a:extLst>
              </a:tr>
            </a:tbl>
          </a:graphicData>
        </a:graphic>
      </p:graphicFrame>
      <p:sp>
        <p:nvSpPr>
          <p:cNvPr id="2" name="slide-7-page-number"/>
          <p:cNvSpPr>
            <a:spLocks noGrp="1"/>
          </p:cNvSpPr>
          <p:nvPr/>
        </p:nvSpPr>
        <p:spPr>
          <a:xfrm>
            <a:off x="11366500" y="317500"/>
            <a:ext cx="330200" cy="279400"/>
          </a:xfrm>
          <a:prstGeom prst="roundRect">
            <a:avLst>
              <a:gd name="adj" fmla="val 14706"/>
            </a:avLst>
          </a:prstGeom>
          <a:noFill/>
          <a:ln w="9525">
            <a:noFill/>
            <a:prstDash val="solid"/>
          </a:ln>
          <a:effectLst/>
          <a:extLst>
            <a:ext uri="{909E8E84-426E-40DD-AFC4-6F175D3DCCD1}">
              <a14:hiddenFill xmlns:a14="http://schemas.microsoft.com/office/drawing/2010/main">
                <a:solidFill>
                  <a:srgbClr val="294A6D"/>
                </a:solidFill>
              </a14:hiddenFill>
            </a:ext>
            <a:ext uri="{91240B29-F687-4F45-9708-019B960494DF}">
              <a14:hiddenLine xmlns:a14="http://schemas.microsoft.com/office/drawing/2010/main" w="9525">
                <a:solidFill>
                  <a:srgbClr val="294A6D"/>
                </a:solidFill>
                <a:prstDash val="solid"/>
              </a14:hiddenLine>
            </a:ext>
          </a:extLst>
        </p:spPr>
        <p:txBody>
          <a:bodyPr wrap="square" lIns="0" tIns="0" rIns="0" bIns="0" anchor="ctr">
            <a:noAutofit/>
          </a:bodyPr>
          <a:lstStyle/>
          <a:p>
            <a:pPr algn="ctr">
              <a:buNone/>
              <a:defRPr sz="1200" b="1">
                <a:solidFill>
                  <a:srgbClr val="FFFFFF"/>
                </a:solidFill>
                <a:latin typeface="微软雅黑" panose="020B0503020204020204" charset="-122"/>
                <a:ea typeface="微软雅黑" panose="020B0503020204020204" charset="-122"/>
                <a:cs typeface="微软雅黑" panose="020B0503020204020204" charset="-122"/>
              </a:defRPr>
            </a:pPr>
            <a:r>
              <a:rPr lang="en-US" sz="1200" b="1" dirty="0" smtClean="0">
                <a:solidFill>
                  <a:srgbClr val="66737F"/>
                </a:solidFill>
                <a:latin typeface="Arial" panose="020B0604020202020204" pitchFamily="34" charset="0"/>
                <a:ea typeface="微软雅黑" panose="020B0503020204020204" charset="-122"/>
                <a:cs typeface="微软雅黑" panose="020B0503020204020204" charset="-122"/>
              </a:rPr>
              <a:t>20</a:t>
            </a:r>
            <a:endParaRPr lang="en-US" sz="1200" b="1" dirty="0">
              <a:solidFill>
                <a:srgbClr val="66737F"/>
              </a:solidFill>
              <a:latin typeface="Arial" panose="020B0604020202020204" pitchFamily="34" charset="0"/>
              <a:ea typeface="微软雅黑" panose="020B0503020204020204" charset="-122"/>
              <a:cs typeface="微软雅黑" panose="020B0503020204020204" charset="-122"/>
            </a:endParaRPr>
          </a:p>
        </p:txBody>
      </p:sp>
      <p:sp>
        <p:nvSpPr>
          <p:cNvPr id="6" name="s17-observation-heading"/>
          <p:cNvSpPr txBox="1"/>
          <p:nvPr/>
        </p:nvSpPr>
        <p:spPr>
          <a:xfrm>
            <a:off x="1193800" y="4597400"/>
            <a:ext cx="9779000" cy="369332"/>
          </a:xfrm>
          <a:prstGeom prst="rect">
            <a:avLst/>
          </a:prstGeom>
          <a:noFill/>
        </p:spPr>
        <p:txBody>
          <a:bodyPr vert="horz" wrap="square" lIns="0" tIns="0" rIns="0" bIns="0" rtlCol="0" anchor="t">
            <a:noAutofit/>
          </a:bodyPr>
          <a:lstStyle/>
          <a:p>
            <a:r>
              <a:rPr lang="zh-CN" altLang="en-US" sz="1500" b="1">
                <a:solidFill>
                  <a:srgbClr val="243B53"/>
                </a:solidFill>
                <a:latin typeface="Arial" panose="020B0604020202020204" pitchFamily="34" charset="0"/>
                <a:ea typeface="微软雅黑" panose="020B0503020204020204" charset="-122"/>
              </a:rPr>
              <a:t>效率观察</a:t>
            </a:r>
          </a:p>
        </p:txBody>
      </p:sp>
      <p:sp>
        <p:nvSpPr>
          <p:cNvPr id="11" name="s17-observation-left"/>
          <p:cNvSpPr txBox="1"/>
          <p:nvPr/>
        </p:nvSpPr>
        <p:spPr>
          <a:xfrm>
            <a:off x="1193800" y="4940300"/>
            <a:ext cx="4673600" cy="1200329"/>
          </a:xfrm>
          <a:prstGeom prst="rect">
            <a:avLst/>
          </a:prstGeom>
          <a:noFill/>
        </p:spPr>
        <p:txBody>
          <a:bodyPr vert="horz" wrap="square" lIns="0" tIns="0" rIns="0" bIns="0" rtlCol="0" anchor="t">
            <a:noAutofit/>
          </a:bodyPr>
          <a:lstStyle/>
          <a:p>
            <a:pPr>
              <a:spcAft>
                <a:spcPts val="500"/>
              </a:spcAft>
            </a:pPr>
            <a:r>
              <a:rPr lang="en-US" altLang="zh-CN" sz="1180">
                <a:solidFill>
                  <a:srgbClr val="2F3A45"/>
                </a:solidFill>
                <a:latin typeface="Arial" panose="020B0604020202020204" pitchFamily="34" charset="0"/>
                <a:ea typeface="微软雅黑" panose="020B0503020204020204" charset="-122"/>
              </a:rPr>
              <a:t>• CUDA C </a:t>
            </a:r>
            <a:r>
              <a:rPr lang="zh-CN" altLang="en-US" sz="1180">
                <a:solidFill>
                  <a:srgbClr val="2F3A45"/>
                </a:solidFill>
                <a:latin typeface="Arial" panose="020B0604020202020204" pitchFamily="34" charset="0"/>
                <a:ea typeface="微软雅黑" panose="020B0503020204020204" charset="-122"/>
              </a:rPr>
              <a:t>平均 </a:t>
            </a:r>
            <a:r>
              <a:rPr lang="en-US" altLang="zh-CN" sz="1180">
                <a:solidFill>
                  <a:srgbClr val="2F3A45"/>
                </a:solidFill>
                <a:latin typeface="Arial" panose="020B0604020202020204" pitchFamily="34" charset="0"/>
                <a:ea typeface="微软雅黑" panose="020B0503020204020204" charset="-122"/>
              </a:rPr>
              <a:t>1h29m</a:t>
            </a:r>
            <a:r>
              <a:rPr lang="zh-CN" altLang="en-US" sz="1180">
                <a:solidFill>
                  <a:srgbClr val="2F3A45"/>
                </a:solidFill>
                <a:latin typeface="Arial" panose="020B0604020202020204" pitchFamily="34" charset="0"/>
                <a:ea typeface="微软雅黑" panose="020B0503020204020204" charset="-122"/>
              </a:rPr>
              <a:t>，开发耗时最短；</a:t>
            </a:r>
            <a:r>
              <a:rPr lang="en-US" altLang="zh-CN" sz="1180">
                <a:solidFill>
                  <a:srgbClr val="2F3A45"/>
                </a:solidFill>
                <a:latin typeface="Arial" panose="020B0604020202020204" pitchFamily="34" charset="0"/>
                <a:ea typeface="微软雅黑" panose="020B0503020204020204" charset="-122"/>
              </a:rPr>
              <a:t>BANG C </a:t>
            </a:r>
            <a:r>
              <a:rPr lang="zh-CN" altLang="en-US" sz="1180">
                <a:solidFill>
                  <a:srgbClr val="2F3A45"/>
                </a:solidFill>
                <a:latin typeface="Arial" panose="020B0604020202020204" pitchFamily="34" charset="0"/>
                <a:ea typeface="微软雅黑" panose="020B0503020204020204" charset="-122"/>
              </a:rPr>
              <a:t>平均 </a:t>
            </a:r>
            <a:r>
              <a:rPr lang="en-US" altLang="zh-CN" sz="1180">
                <a:solidFill>
                  <a:srgbClr val="2F3A45"/>
                </a:solidFill>
                <a:latin typeface="Arial" panose="020B0604020202020204" pitchFamily="34" charset="0"/>
                <a:ea typeface="微软雅黑" panose="020B0503020204020204" charset="-122"/>
              </a:rPr>
              <a:t>8h</a:t>
            </a:r>
            <a:r>
              <a:rPr lang="zh-CN" altLang="en-US" sz="1180">
                <a:solidFill>
                  <a:srgbClr val="2F3A45"/>
                </a:solidFill>
                <a:latin typeface="Arial" panose="020B0604020202020204" pitchFamily="34" charset="0"/>
                <a:ea typeface="微软雅黑" panose="020B0503020204020204" charset="-122"/>
              </a:rPr>
              <a:t>，耗时最长。</a:t>
            </a:r>
          </a:p>
          <a:p>
            <a:pPr>
              <a:spcAft>
                <a:spcPts val="500"/>
              </a:spcAft>
            </a:pPr>
            <a:r>
              <a:rPr lang="en-US" altLang="zh-CN" sz="1180">
                <a:solidFill>
                  <a:srgbClr val="2F3A45"/>
                </a:solidFill>
                <a:latin typeface="Arial" panose="020B0604020202020204" pitchFamily="34" charset="0"/>
                <a:ea typeface="微软雅黑" panose="020B0503020204020204" charset="-122"/>
              </a:rPr>
              <a:t>• </a:t>
            </a:r>
            <a:r>
              <a:rPr lang="zh-CN" altLang="en-US" sz="1180">
                <a:solidFill>
                  <a:srgbClr val="2F3A45"/>
                </a:solidFill>
                <a:latin typeface="Arial" panose="020B0604020202020204" pitchFamily="34" charset="0"/>
                <a:ea typeface="微软雅黑" panose="020B0503020204020204" charset="-122"/>
              </a:rPr>
              <a:t>开发时间与最终性能并非完全正相关：</a:t>
            </a:r>
            <a:r>
              <a:rPr lang="en-US" altLang="zh-CN" sz="1180">
                <a:solidFill>
                  <a:srgbClr val="2F3A45"/>
                </a:solidFill>
                <a:latin typeface="Arial" panose="020B0604020202020204" pitchFamily="34" charset="0"/>
                <a:ea typeface="微软雅黑" panose="020B0503020204020204" charset="-122"/>
              </a:rPr>
              <a:t>CUDA C </a:t>
            </a:r>
            <a:r>
              <a:rPr lang="zh-CN" altLang="en-US" sz="1180">
                <a:solidFill>
                  <a:srgbClr val="2F3A45"/>
                </a:solidFill>
                <a:latin typeface="Arial" panose="020B0604020202020204" pitchFamily="34" charset="0"/>
                <a:ea typeface="微软雅黑" panose="020B0503020204020204" charset="-122"/>
              </a:rPr>
              <a:t>最快，但 </a:t>
            </a:r>
            <a:r>
              <a:rPr lang="en-US" altLang="zh-CN" sz="1180">
                <a:solidFill>
                  <a:srgbClr val="2F3A45"/>
                </a:solidFill>
                <a:latin typeface="Arial" panose="020B0604020202020204" pitchFamily="34" charset="0"/>
                <a:ea typeface="微软雅黑" panose="020B0503020204020204" charset="-122"/>
              </a:rPr>
              <a:t>MatMul </a:t>
            </a:r>
            <a:r>
              <a:rPr lang="zh-CN" altLang="en-US" sz="1180">
                <a:solidFill>
                  <a:srgbClr val="2F3A45"/>
                </a:solidFill>
                <a:latin typeface="Arial" panose="020B0604020202020204" pitchFamily="34" charset="0"/>
                <a:ea typeface="微软雅黑" panose="020B0503020204020204" charset="-122"/>
              </a:rPr>
              <a:t>仍只有 </a:t>
            </a:r>
            <a:r>
              <a:rPr lang="en-US" altLang="zh-CN" sz="1180">
                <a:solidFill>
                  <a:srgbClr val="2F3A45"/>
                </a:solidFill>
                <a:latin typeface="Arial" panose="020B0604020202020204" pitchFamily="34" charset="0"/>
                <a:ea typeface="微软雅黑" panose="020B0503020204020204" charset="-122"/>
              </a:rPr>
              <a:t>0.53×</a:t>
            </a:r>
            <a:r>
              <a:rPr lang="zh-CN" altLang="en-US" sz="1180">
                <a:solidFill>
                  <a:srgbClr val="2F3A45"/>
                </a:solidFill>
                <a:latin typeface="Arial" panose="020B0604020202020204" pitchFamily="34" charset="0"/>
                <a:ea typeface="微软雅黑" panose="020B0503020204020204" charset="-122"/>
              </a:rPr>
              <a:t>。</a:t>
            </a:r>
          </a:p>
          <a:p>
            <a:pPr>
              <a:spcAft>
                <a:spcPts val="500"/>
              </a:spcAft>
            </a:pPr>
            <a:r>
              <a:rPr lang="en-US" altLang="zh-CN" sz="1180">
                <a:solidFill>
                  <a:srgbClr val="2F3A45"/>
                </a:solidFill>
                <a:latin typeface="Arial" panose="020B0604020202020204" pitchFamily="34" charset="0"/>
                <a:ea typeface="微软雅黑" panose="020B0503020204020204" charset="-122"/>
                <a:sym typeface="+mn-ea"/>
              </a:rPr>
              <a:t>• </a:t>
            </a:r>
            <a:r>
              <a:rPr lang="zh-CN" altLang="en-US" sz="1180">
                <a:solidFill>
                  <a:srgbClr val="FF0000"/>
                </a:solidFill>
                <a:latin typeface="Arial" panose="020B0604020202020204" pitchFamily="34" charset="0"/>
                <a:ea typeface="微软雅黑" panose="020B0503020204020204" charset="-122"/>
                <a:sym typeface="+mn-ea"/>
              </a:rPr>
              <a:t>新版</a:t>
            </a:r>
            <a:r>
              <a:rPr lang="en-US" altLang="zh-CN" sz="1180">
                <a:solidFill>
                  <a:srgbClr val="FF0000"/>
                </a:solidFill>
                <a:latin typeface="Arial" panose="020B0604020202020204" pitchFamily="34" charset="0"/>
                <a:ea typeface="微软雅黑" panose="020B0503020204020204" charset="-122"/>
                <a:sym typeface="+mn-ea"/>
              </a:rPr>
              <a:t>mlu</a:t>
            </a:r>
            <a:r>
              <a:rPr lang="zh-CN" altLang="en-US" sz="1180">
                <a:solidFill>
                  <a:srgbClr val="FF0000"/>
                </a:solidFill>
                <a:latin typeface="Arial" panose="020B0604020202020204" pitchFamily="34" charset="0"/>
                <a:ea typeface="微软雅黑" panose="020B0503020204020204" charset="-122"/>
                <a:sym typeface="+mn-ea"/>
              </a:rPr>
              <a:t>算子进行了消耗</a:t>
            </a:r>
            <a:r>
              <a:rPr lang="en-US" altLang="zh-CN" sz="1180">
                <a:solidFill>
                  <a:srgbClr val="FF0000"/>
                </a:solidFill>
                <a:latin typeface="Arial" panose="020B0604020202020204" pitchFamily="34" charset="0"/>
                <a:ea typeface="微软雅黑" panose="020B0503020204020204" charset="-122"/>
                <a:sym typeface="+mn-ea"/>
              </a:rPr>
              <a:t>token</a:t>
            </a:r>
            <a:r>
              <a:rPr lang="zh-CN" altLang="en-US" sz="1180">
                <a:solidFill>
                  <a:srgbClr val="FF0000"/>
                </a:solidFill>
                <a:latin typeface="Arial" panose="020B0604020202020204" pitchFamily="34" charset="0"/>
                <a:ea typeface="微软雅黑" panose="020B0503020204020204" charset="-122"/>
                <a:sym typeface="+mn-ea"/>
              </a:rPr>
              <a:t>和生成时间方面的优化</a:t>
            </a:r>
            <a:r>
              <a:rPr lang="zh-CN" altLang="en-US" sz="1180">
                <a:solidFill>
                  <a:srgbClr val="2F3A45"/>
                </a:solidFill>
                <a:latin typeface="Arial" panose="020B0604020202020204" pitchFamily="34" charset="0"/>
                <a:ea typeface="微软雅黑" panose="020B0503020204020204" charset="-122"/>
                <a:sym typeface="+mn-ea"/>
              </a:rPr>
              <a:t>，</a:t>
            </a:r>
            <a:r>
              <a:rPr lang="en-US" altLang="zh-CN" sz="1180">
                <a:solidFill>
                  <a:srgbClr val="2F3A45"/>
                </a:solidFill>
                <a:latin typeface="Arial" panose="020B0604020202020204" pitchFamily="34" charset="0"/>
                <a:ea typeface="微软雅黑" panose="020B0503020204020204" charset="-122"/>
                <a:sym typeface="+mn-ea"/>
              </a:rPr>
              <a:t>layerNorm</a:t>
            </a:r>
            <a:r>
              <a:rPr lang="zh-CN" altLang="en-US" sz="1180">
                <a:solidFill>
                  <a:srgbClr val="2F3A45"/>
                </a:solidFill>
                <a:latin typeface="Arial" panose="020B0604020202020204" pitchFamily="34" charset="0"/>
                <a:ea typeface="微软雅黑" panose="020B0503020204020204" charset="-122"/>
                <a:sym typeface="+mn-ea"/>
              </a:rPr>
              <a:t>算子开发时间由</a:t>
            </a:r>
            <a:r>
              <a:rPr lang="en-US" altLang="zh-CN" sz="1180">
                <a:solidFill>
                  <a:srgbClr val="2F3A45"/>
                </a:solidFill>
                <a:latin typeface="Arial" panose="020B0604020202020204" pitchFamily="34" charset="0"/>
                <a:ea typeface="微软雅黑" panose="020B0503020204020204" charset="-122"/>
                <a:sym typeface="+mn-ea"/>
              </a:rPr>
              <a:t>3.6h</a:t>
            </a:r>
            <a:r>
              <a:rPr lang="zh-CN" altLang="en-US" sz="1180">
                <a:solidFill>
                  <a:srgbClr val="2F3A45"/>
                </a:solidFill>
                <a:latin typeface="Arial" panose="020B0604020202020204" pitchFamily="34" charset="0"/>
                <a:ea typeface="微软雅黑" panose="020B0503020204020204" charset="-122"/>
                <a:sym typeface="+mn-ea"/>
              </a:rPr>
              <a:t>降低到</a:t>
            </a:r>
            <a:r>
              <a:rPr lang="en-US" altLang="zh-CN" sz="1180">
                <a:solidFill>
                  <a:srgbClr val="2F3A45"/>
                </a:solidFill>
                <a:latin typeface="Arial" panose="020B0604020202020204" pitchFamily="34" charset="0"/>
                <a:ea typeface="微软雅黑" panose="020B0503020204020204" charset="-122"/>
                <a:sym typeface="+mn-ea"/>
              </a:rPr>
              <a:t>3h</a:t>
            </a:r>
            <a:r>
              <a:rPr lang="zh-CN" altLang="en-US" sz="1180">
                <a:solidFill>
                  <a:srgbClr val="2F3A45"/>
                </a:solidFill>
                <a:latin typeface="Arial" panose="020B0604020202020204" pitchFamily="34" charset="0"/>
                <a:ea typeface="微软雅黑" panose="020B0503020204020204" charset="-122"/>
                <a:sym typeface="+mn-ea"/>
              </a:rPr>
              <a:t>。其余算子没有变化。</a:t>
            </a:r>
          </a:p>
        </p:txBody>
      </p:sp>
      <p:sp>
        <p:nvSpPr>
          <p:cNvPr id="14" name="s17-observation-right"/>
          <p:cNvSpPr txBox="1"/>
          <p:nvPr/>
        </p:nvSpPr>
        <p:spPr>
          <a:xfrm>
            <a:off x="6327140" y="4940300"/>
            <a:ext cx="4673600" cy="1200329"/>
          </a:xfrm>
          <a:prstGeom prst="rect">
            <a:avLst/>
          </a:prstGeom>
          <a:noFill/>
        </p:spPr>
        <p:txBody>
          <a:bodyPr vert="horz" wrap="square" lIns="0" tIns="0" rIns="0" bIns="0" rtlCol="0" anchor="t">
            <a:noAutofit/>
          </a:bodyPr>
          <a:lstStyle/>
          <a:p>
            <a:pPr>
              <a:spcAft>
                <a:spcPts val="500"/>
              </a:spcAft>
            </a:pPr>
            <a:r>
              <a:rPr lang="en-US" altLang="zh-CN" sz="1180">
                <a:solidFill>
                  <a:srgbClr val="2F3A45"/>
                </a:solidFill>
                <a:latin typeface="Arial" panose="020B0604020202020204" pitchFamily="34" charset="0"/>
                <a:ea typeface="微软雅黑" panose="020B0503020204020204" charset="-122"/>
              </a:rPr>
              <a:t>• GPU Triton </a:t>
            </a:r>
            <a:r>
              <a:rPr lang="zh-CN" altLang="en-US" sz="1180">
                <a:solidFill>
                  <a:srgbClr val="2F3A45"/>
                </a:solidFill>
                <a:latin typeface="Arial" panose="020B0604020202020204" pitchFamily="34" charset="0"/>
                <a:ea typeface="微软雅黑" panose="020B0503020204020204" charset="-122"/>
              </a:rPr>
              <a:t>的 </a:t>
            </a:r>
            <a:r>
              <a:rPr lang="en-US" altLang="zh-CN" sz="1180">
                <a:solidFill>
                  <a:srgbClr val="2F3A45"/>
                </a:solidFill>
                <a:latin typeface="Arial" panose="020B0604020202020204" pitchFamily="34" charset="0"/>
                <a:ea typeface="微软雅黑" panose="020B0503020204020204" charset="-122"/>
              </a:rPr>
              <a:t>MatMul </a:t>
            </a:r>
            <a:r>
              <a:rPr lang="zh-CN" altLang="en-US" sz="1180">
                <a:solidFill>
                  <a:srgbClr val="2F3A45"/>
                </a:solidFill>
                <a:latin typeface="Arial" panose="020B0604020202020204" pitchFamily="34" charset="0"/>
                <a:ea typeface="微软雅黑" panose="020B0503020204020204" charset="-122"/>
              </a:rPr>
              <a:t>开发仅 </a:t>
            </a:r>
            <a:r>
              <a:rPr lang="en-US" altLang="zh-CN" sz="1180">
                <a:solidFill>
                  <a:srgbClr val="2F3A45"/>
                </a:solidFill>
                <a:latin typeface="Arial" panose="020B0604020202020204" pitchFamily="34" charset="0"/>
                <a:ea typeface="微软雅黑" panose="020B0503020204020204" charset="-122"/>
              </a:rPr>
              <a:t>1h30m</a:t>
            </a:r>
            <a:r>
              <a:rPr lang="zh-CN" altLang="en-US" sz="1180">
                <a:solidFill>
                  <a:srgbClr val="2F3A45"/>
                </a:solidFill>
                <a:latin typeface="Arial" panose="020B0604020202020204" pitchFamily="34" charset="0"/>
                <a:ea typeface="微软雅黑" panose="020B0503020204020204" charset="-122"/>
              </a:rPr>
              <a:t>，却只有 </a:t>
            </a:r>
            <a:r>
              <a:rPr lang="en-US" altLang="zh-CN" sz="1180">
                <a:solidFill>
                  <a:srgbClr val="2F3A45"/>
                </a:solidFill>
                <a:latin typeface="Arial" panose="020B0604020202020204" pitchFamily="34" charset="0"/>
                <a:ea typeface="微软雅黑" panose="020B0503020204020204" charset="-122"/>
              </a:rPr>
              <a:t>0.33×</a:t>
            </a:r>
            <a:r>
              <a:rPr lang="zh-CN" altLang="en-US" sz="1180">
                <a:solidFill>
                  <a:srgbClr val="2F3A45"/>
                </a:solidFill>
                <a:latin typeface="Arial" panose="020B0604020202020204" pitchFamily="34" charset="0"/>
                <a:ea typeface="微软雅黑" panose="020B0503020204020204" charset="-122"/>
              </a:rPr>
              <a:t>；快速生成不等于高性能。</a:t>
            </a:r>
          </a:p>
          <a:p>
            <a:pPr>
              <a:spcAft>
                <a:spcPts val="500"/>
              </a:spcAft>
            </a:pPr>
            <a:r>
              <a:rPr lang="en-US" altLang="zh-CN" sz="1180">
                <a:solidFill>
                  <a:srgbClr val="2F3A45"/>
                </a:solidFill>
                <a:latin typeface="Arial" panose="020B0604020202020204" pitchFamily="34" charset="0"/>
                <a:ea typeface="微软雅黑" panose="020B0503020204020204" charset="-122"/>
              </a:rPr>
              <a:t>• BANG C </a:t>
            </a:r>
            <a:r>
              <a:rPr lang="zh-CN" altLang="en-US" sz="1180">
                <a:solidFill>
                  <a:srgbClr val="2F3A45"/>
                </a:solidFill>
                <a:latin typeface="Arial" panose="020B0604020202020204" pitchFamily="34" charset="0"/>
                <a:ea typeface="微软雅黑" panose="020B0503020204020204" charset="-122"/>
              </a:rPr>
              <a:t>已能生成并验证 </a:t>
            </a:r>
            <a:r>
              <a:rPr lang="en-US" altLang="zh-CN" sz="1180">
                <a:solidFill>
                  <a:srgbClr val="2F3A45"/>
                </a:solidFill>
                <a:latin typeface="Arial" panose="020B0604020202020204" pitchFamily="34" charset="0"/>
                <a:ea typeface="微软雅黑" panose="020B0503020204020204" charset="-122"/>
              </a:rPr>
              <a:t>Kernel</a:t>
            </a:r>
            <a:r>
              <a:rPr lang="zh-CN" altLang="en-US" sz="1180">
                <a:solidFill>
                  <a:srgbClr val="2F3A45"/>
                </a:solidFill>
                <a:latin typeface="Arial" panose="020B0604020202020204" pitchFamily="34" charset="0"/>
                <a:ea typeface="微软雅黑" panose="020B0503020204020204" charset="-122"/>
              </a:rPr>
              <a:t>；当前主要瓶颈是优化知识与规则不足。</a:t>
            </a:r>
          </a:p>
        </p:txBody>
      </p:sp>
      <p:sp>
        <p:nvSpPr>
          <p:cNvPr id="12" name="slide-7-editable-footer"/>
          <p:cNvSpPr>
            <a:spLocks noGrp="1"/>
          </p:cNvSpPr>
          <p:nvPr/>
        </p:nvSpPr>
        <p:spPr>
          <a:xfrm>
            <a:off x="234950" y="6433833"/>
            <a:ext cx="11696700" cy="390525"/>
          </a:xfrm>
          <a:prstGeom prst="rect">
            <a:avLst/>
          </a:prstGeom>
          <a:solidFill>
            <a:srgbClr val="EEF2F5"/>
          </a:solidFill>
          <a:ln w="0">
            <a:solidFill>
              <a:srgbClr val="D6DEE6"/>
            </a:solidFill>
            <a:prstDash val="solid"/>
          </a:ln>
          <a:effectLst/>
        </p:spPr>
        <p:txBody>
          <a:bodyPr wrap="square" lIns="133350" tIns="28575" rIns="133350" bIns="28575" anchor="ctr">
            <a:normAutofit/>
          </a:bodyPr>
          <a:lstStyle/>
          <a:p>
            <a:pPr algn="ctr">
              <a:buNone/>
              <a:defRPr sz="975" b="1">
                <a:solidFill>
                  <a:srgbClr val="072A67"/>
                </a:solidFill>
                <a:latin typeface="微软雅黑" panose="020B0503020204020204" charset="-122"/>
                <a:ea typeface="微软雅黑" panose="020B0503020204020204" charset="-122"/>
                <a:cs typeface="微软雅黑" panose="020B0503020204020204" charset="-122"/>
              </a:defRPr>
            </a:pPr>
            <a:r>
              <a:rPr lang="zh-CN" altLang="en-US" sz="1600" dirty="0">
                <a:solidFill>
                  <a:srgbClr val="2F3A45"/>
                </a:solidFill>
                <a:latin typeface="Arial" panose="020B0604020202020204" pitchFamily="34" charset="0"/>
                <a:ea typeface="微软雅黑" panose="020B0503020204020204" charset="-122"/>
              </a:rPr>
              <a:t>总结：结果显示 </a:t>
            </a:r>
            <a:r>
              <a:rPr lang="en-US" altLang="zh-CN" sz="1600" dirty="0" err="1">
                <a:solidFill>
                  <a:srgbClr val="2F3A45"/>
                </a:solidFill>
                <a:latin typeface="Arial" panose="020B0604020202020204" pitchFamily="34" charset="0"/>
                <a:ea typeface="微软雅黑" panose="020B0503020204020204" charset="-122"/>
              </a:rPr>
              <a:t>mlu</a:t>
            </a:r>
            <a:r>
              <a:rPr lang="en-US" altLang="zh-CN" sz="1600" dirty="0">
                <a:solidFill>
                  <a:srgbClr val="2F3A45"/>
                </a:solidFill>
                <a:latin typeface="Arial" panose="020B0604020202020204" pitchFamily="34" charset="0"/>
                <a:ea typeface="微软雅黑" panose="020B0503020204020204" charset="-122"/>
              </a:rPr>
              <a:t> triton </a:t>
            </a:r>
            <a:r>
              <a:rPr lang="en-US" altLang="zh-CN" sz="1600" dirty="0" err="1">
                <a:solidFill>
                  <a:srgbClr val="2F3A45"/>
                </a:solidFill>
                <a:latin typeface="Arial" panose="020B0604020202020204" pitchFamily="34" charset="0"/>
                <a:ea typeface="微软雅黑" panose="020B0503020204020204" charset="-122"/>
              </a:rPr>
              <a:t>cuda</a:t>
            </a:r>
            <a:r>
              <a:rPr lang="en-US" altLang="zh-CN" sz="1600" dirty="0">
                <a:solidFill>
                  <a:srgbClr val="2F3A45"/>
                </a:solidFill>
                <a:latin typeface="Arial" panose="020B0604020202020204" pitchFamily="34" charset="0"/>
                <a:ea typeface="微软雅黑" panose="020B0503020204020204" charset="-122"/>
              </a:rPr>
              <a:t> c </a:t>
            </a:r>
            <a:r>
              <a:rPr lang="en-US" altLang="zh-CN" sz="1600" dirty="0" err="1">
                <a:solidFill>
                  <a:srgbClr val="2F3A45"/>
                </a:solidFill>
                <a:latin typeface="Arial" panose="020B0604020202020204" pitchFamily="34" charset="0"/>
                <a:ea typeface="微软雅黑" panose="020B0503020204020204" charset="-122"/>
              </a:rPr>
              <a:t>gpu</a:t>
            </a:r>
            <a:r>
              <a:rPr lang="en-US" altLang="zh-CN" sz="1600" dirty="0">
                <a:solidFill>
                  <a:srgbClr val="2F3A45"/>
                </a:solidFill>
                <a:latin typeface="Arial" panose="020B0604020202020204" pitchFamily="34" charset="0"/>
                <a:ea typeface="微软雅黑" panose="020B0503020204020204" charset="-122"/>
              </a:rPr>
              <a:t> triton</a:t>
            </a:r>
            <a:r>
              <a:rPr lang="zh-CN" altLang="en-US" sz="1600" dirty="0">
                <a:solidFill>
                  <a:srgbClr val="2F3A45"/>
                </a:solidFill>
                <a:latin typeface="Arial" panose="020B0604020202020204" pitchFamily="34" charset="0"/>
                <a:ea typeface="微软雅黑" panose="020B0503020204020204" charset="-122"/>
              </a:rPr>
              <a:t>的</a:t>
            </a:r>
            <a:r>
              <a:rPr lang="en-US" altLang="zh-CN" sz="1600" dirty="0">
                <a:solidFill>
                  <a:srgbClr val="2F3A45"/>
                </a:solidFill>
                <a:latin typeface="Arial" panose="020B0604020202020204" pitchFamily="34" charset="0"/>
                <a:ea typeface="微软雅黑" panose="020B0503020204020204" charset="-122"/>
              </a:rPr>
              <a:t>skill</a:t>
            </a:r>
            <a:r>
              <a:rPr lang="zh-CN" altLang="en-US" sz="1600" dirty="0">
                <a:solidFill>
                  <a:srgbClr val="2F3A45"/>
                </a:solidFill>
                <a:latin typeface="Arial" panose="020B0604020202020204" pitchFamily="34" charset="0"/>
                <a:ea typeface="微软雅黑" panose="020B0503020204020204" charset="-122"/>
              </a:rPr>
              <a:t>开发效率尚可，但仍需大量算子测试。</a:t>
            </a:r>
            <a:r>
              <a:rPr lang="en-US" altLang="zh-CN" sz="1600" dirty="0">
                <a:solidFill>
                  <a:srgbClr val="2F3A45"/>
                </a:solidFill>
                <a:latin typeface="Arial" panose="020B0604020202020204" pitchFamily="34" charset="0"/>
                <a:ea typeface="微软雅黑" panose="020B0503020204020204" charset="-122"/>
              </a:rPr>
              <a:t>Bang c</a:t>
            </a:r>
            <a:r>
              <a:rPr lang="zh-CN" altLang="en-US" sz="1600" dirty="0">
                <a:solidFill>
                  <a:srgbClr val="2F3A45"/>
                </a:solidFill>
                <a:latin typeface="Arial" panose="020B0604020202020204" pitchFamily="34" charset="0"/>
                <a:ea typeface="微软雅黑" panose="020B0503020204020204" charset="-122"/>
              </a:rPr>
              <a:t>算子缺口较大，正在完善</a:t>
            </a:r>
            <a:r>
              <a:rPr sz="1600" dirty="0">
                <a:solidFill>
                  <a:srgbClr val="2F3A45"/>
                </a:solidFill>
                <a:latin typeface="Arial" panose="020B0604020202020204" pitchFamily="34" charset="0"/>
                <a:ea typeface="微软雅黑" panose="020B0503020204020204" charset="-122"/>
              </a:rPr>
              <a:t>。</a:t>
            </a:r>
          </a:p>
        </p:txBody>
      </p:sp>
      <p:sp>
        <p:nvSpPr>
          <p:cNvPr id="13" name="slide-1-title"/>
          <p:cNvSpPr>
            <a:spLocks noGrp="1"/>
          </p:cNvSpPr>
          <p:nvPr/>
        </p:nvSpPr>
        <p:spPr>
          <a:xfrm>
            <a:off x="342900" y="223460"/>
            <a:ext cx="635000" cy="495300"/>
          </a:xfrm>
          <a:prstGeom prst="rect">
            <a:avLst/>
          </a:prstGeom>
          <a:noFill/>
          <a:ln w="0">
            <a:noFill/>
            <a:prstDash val="solid"/>
          </a:ln>
          <a:effectLst/>
        </p:spPr>
        <p:txBody>
          <a:bodyPr wrap="square" lIns="0" tIns="0" rIns="0" bIns="0" anchor="t">
            <a:noAutofit/>
          </a:bodyPr>
          <a:lstStyle/>
          <a:p>
            <a:pPr>
              <a:buNone/>
              <a:defRPr sz="3000" b="1">
                <a:solidFill>
                  <a:srgbClr val="072A67"/>
                </a:solidFill>
                <a:latin typeface="微软雅黑" panose="020B0503020204020204" charset="-122"/>
                <a:ea typeface="微软雅黑" panose="020B0503020204020204" charset="-122"/>
                <a:cs typeface="微软雅黑" panose="020B0503020204020204" charset="-122"/>
              </a:defRPr>
            </a:pPr>
            <a:r>
              <a:rPr lang="en-US" sz="3000" b="1" dirty="0">
                <a:solidFill>
                  <a:srgbClr val="243B53"/>
                </a:solidFill>
                <a:latin typeface="Arial" panose="020B0604020202020204" pitchFamily="34" charset="0"/>
                <a:ea typeface="微软雅黑" panose="020B0503020204020204" charset="-122"/>
                <a:cs typeface="微软雅黑" panose="020B0503020204020204" charset="-122"/>
              </a:rPr>
              <a:t>3.4</a:t>
            </a:r>
            <a:endParaRPr sz="3000" b="1" dirty="0">
              <a:solidFill>
                <a:srgbClr val="243B53"/>
              </a:solidFill>
              <a:latin typeface="Arial" panose="020B0604020202020204" pitchFamily="34" charset="0"/>
              <a:ea typeface="微软雅黑" panose="020B0503020204020204" charset="-122"/>
              <a:cs typeface="微软雅黑" panose="020B0503020204020204" charset="-122"/>
            </a:endParaRPr>
          </a:p>
        </p:txBody>
      </p:sp>
      <p:sp>
        <p:nvSpPr>
          <p:cNvPr id="15" name="s15-title-rule"/>
          <p:cNvSpPr>
            <a:spLocks noGrp="1"/>
          </p:cNvSpPr>
          <p:nvPr/>
        </p:nvSpPr>
        <p:spPr>
          <a:xfrm>
            <a:off x="247650" y="714375"/>
            <a:ext cx="11734800" cy="19050"/>
          </a:xfrm>
          <a:prstGeom prst="rect">
            <a:avLst/>
          </a:prstGeom>
          <a:solidFill>
            <a:srgbClr val="5B7188"/>
          </a:solidFill>
          <a:ln w="0">
            <a:solidFill>
              <a:srgbClr val="294A6D"/>
            </a:solidFill>
            <a:prstDash val="solid"/>
          </a:ln>
          <a:effectLst/>
        </p:spPr>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title"/>
          <p:cNvSpPr>
            <a:spLocks noGrp="1"/>
          </p:cNvSpPr>
          <p:nvPr/>
        </p:nvSpPr>
        <p:spPr>
          <a:xfrm>
            <a:off x="1111250" y="276225"/>
            <a:ext cx="10001250" cy="361950"/>
          </a:xfrm>
          <a:prstGeom prst="rect">
            <a:avLst/>
          </a:prstGeom>
          <a:noFill/>
          <a:ln w="0">
            <a:noFill/>
            <a:prstDash val="solid"/>
          </a:ln>
        </p:spPr>
        <p:txBody>
          <a:bodyPr wrap="square" lIns="0" tIns="0" rIns="0" bIns="0" anchor="ctr">
            <a:noAutofit/>
          </a:bodyPr>
          <a:lstStyle/>
          <a:p>
            <a:pPr algn="l">
              <a:lnSpc>
                <a:spcPct val="96000"/>
              </a:lnSpc>
              <a:buNone/>
              <a:defRPr sz="2250" b="1">
                <a:solidFill>
                  <a:srgbClr val="252B33"/>
                </a:solidFill>
                <a:latin typeface="微软雅黑" panose="020B0503020204020204" charset="-122"/>
                <a:ea typeface="微软雅黑" panose="020B0503020204020204" charset="-122"/>
                <a:cs typeface="微软雅黑" panose="020B0503020204020204" charset="-122"/>
              </a:defRPr>
            </a:pPr>
            <a:r>
              <a:rPr sz="2600" b="1" dirty="0">
                <a:solidFill>
                  <a:srgbClr val="243B53"/>
                </a:solidFill>
                <a:latin typeface="Arial" panose="020B0604020202020204" pitchFamily="34" charset="0"/>
                <a:ea typeface="微软雅黑" panose="020B0503020204020204" charset="-122"/>
                <a:cs typeface="微软雅黑" panose="020B0503020204020204" charset="-122"/>
              </a:rPr>
              <a:t>Triton vs </a:t>
            </a:r>
            <a:r>
              <a:rPr sz="2600" b="1" dirty="0" err="1">
                <a:solidFill>
                  <a:srgbClr val="243B53"/>
                </a:solidFill>
                <a:latin typeface="Arial" panose="020B0604020202020204" pitchFamily="34" charset="0"/>
                <a:ea typeface="微软雅黑" panose="020B0503020204020204" charset="-122"/>
                <a:cs typeface="微软雅黑" panose="020B0503020204020204" charset="-122"/>
              </a:rPr>
              <a:t>CUDA：算子资源与性能瓶颈对比</a:t>
            </a:r>
            <a:endParaRPr sz="2600" b="1" dirty="0">
              <a:solidFill>
                <a:srgbClr val="243B53"/>
              </a:solidFill>
              <a:latin typeface="Arial" panose="020B0604020202020204" pitchFamily="34" charset="0"/>
              <a:ea typeface="微软雅黑" panose="020B0503020204020204" charset="-122"/>
              <a:cs typeface="微软雅黑" panose="020B0503020204020204" charset="-122"/>
            </a:endParaRPr>
          </a:p>
        </p:txBody>
      </p:sp>
      <p:sp>
        <p:nvSpPr>
          <p:cNvPr id="5" name="header-0"/>
          <p:cNvSpPr>
            <a:spLocks noGrp="1"/>
          </p:cNvSpPr>
          <p:nvPr/>
        </p:nvSpPr>
        <p:spPr>
          <a:xfrm>
            <a:off x="690881" y="2414382"/>
            <a:ext cx="685800" cy="304800"/>
          </a:xfrm>
          <a:prstGeom prst="rect">
            <a:avLst/>
          </a:prstGeom>
          <a:solidFill>
            <a:srgbClr val="5A819B"/>
          </a:solidFill>
          <a:ln w="6668">
            <a:solidFill>
              <a:srgbClr val="B8C9D4"/>
            </a:solidFill>
            <a:prstDash val="solid"/>
          </a:ln>
        </p:spPr>
        <p:txBody>
          <a:bodyPr wrap="square" lIns="38100" tIns="19050" rIns="38100" bIns="19050" anchor="ctr">
            <a:normAutofit/>
          </a:bodyPr>
          <a:lstStyle/>
          <a:p>
            <a:pPr algn="ctr">
              <a:lnSpc>
                <a:spcPct val="96000"/>
              </a:lnSpc>
              <a:buNone/>
              <a:defRPr sz="750" b="1">
                <a:solidFill>
                  <a:srgbClr val="FFFFFF"/>
                </a:solidFill>
                <a:latin typeface="微软雅黑" panose="020B0503020204020204" charset="-122"/>
                <a:ea typeface="微软雅黑" panose="020B0503020204020204" charset="-122"/>
                <a:cs typeface="微软雅黑" panose="020B0503020204020204" charset="-122"/>
              </a:defRPr>
            </a:pPr>
            <a:r>
              <a:rPr sz="750" b="1">
                <a:solidFill>
                  <a:srgbClr val="FFFFFF"/>
                </a:solidFill>
                <a:latin typeface="微软雅黑" panose="020B0503020204020204" charset="-122"/>
                <a:ea typeface="微软雅黑" panose="020B0503020204020204" charset="-122"/>
                <a:cs typeface="微软雅黑" panose="020B0503020204020204" charset="-122"/>
              </a:rPr>
              <a:t>算子</a:t>
            </a:r>
          </a:p>
        </p:txBody>
      </p:sp>
      <p:sp>
        <p:nvSpPr>
          <p:cNvPr id="6" name="header-1"/>
          <p:cNvSpPr>
            <a:spLocks noGrp="1"/>
          </p:cNvSpPr>
          <p:nvPr/>
        </p:nvSpPr>
        <p:spPr>
          <a:xfrm>
            <a:off x="1376681" y="2414382"/>
            <a:ext cx="1647825" cy="304800"/>
          </a:xfrm>
          <a:prstGeom prst="rect">
            <a:avLst/>
          </a:prstGeom>
          <a:solidFill>
            <a:srgbClr val="5A819B"/>
          </a:solidFill>
          <a:ln w="6668">
            <a:solidFill>
              <a:srgbClr val="B8C9D4"/>
            </a:solidFill>
            <a:prstDash val="solid"/>
          </a:ln>
        </p:spPr>
        <p:txBody>
          <a:bodyPr wrap="square" lIns="38100" tIns="19050" rIns="38100" bIns="19050" anchor="ctr">
            <a:normAutofit/>
          </a:bodyPr>
          <a:lstStyle/>
          <a:p>
            <a:pPr algn="ctr">
              <a:lnSpc>
                <a:spcPct val="96000"/>
              </a:lnSpc>
              <a:buNone/>
              <a:defRPr sz="750" b="1">
                <a:solidFill>
                  <a:srgbClr val="FFFFFF"/>
                </a:solidFill>
                <a:latin typeface="微软雅黑" panose="020B0503020204020204" charset="-122"/>
                <a:ea typeface="微软雅黑" panose="020B0503020204020204" charset="-122"/>
                <a:cs typeface="微软雅黑" panose="020B0503020204020204" charset="-122"/>
              </a:defRPr>
            </a:pPr>
            <a:r>
              <a:rPr sz="750" b="1">
                <a:solidFill>
                  <a:srgbClr val="FFFFFF"/>
                </a:solidFill>
                <a:latin typeface="微软雅黑" panose="020B0503020204020204" charset="-122"/>
                <a:ea typeface="微软雅黑" panose="020B0503020204020204" charset="-122"/>
                <a:cs typeface="微软雅黑" panose="020B0503020204020204" charset="-122"/>
              </a:rPr>
              <a:t>实现</a:t>
            </a:r>
          </a:p>
        </p:txBody>
      </p:sp>
      <p:sp>
        <p:nvSpPr>
          <p:cNvPr id="7" name="header-2"/>
          <p:cNvSpPr>
            <a:spLocks noGrp="1"/>
          </p:cNvSpPr>
          <p:nvPr/>
        </p:nvSpPr>
        <p:spPr>
          <a:xfrm>
            <a:off x="3024506" y="2414382"/>
            <a:ext cx="514350" cy="304800"/>
          </a:xfrm>
          <a:prstGeom prst="rect">
            <a:avLst/>
          </a:prstGeom>
          <a:solidFill>
            <a:srgbClr val="5A819B"/>
          </a:solidFill>
          <a:ln w="6668">
            <a:solidFill>
              <a:srgbClr val="B8C9D4"/>
            </a:solidFill>
            <a:prstDash val="solid"/>
          </a:ln>
        </p:spPr>
        <p:txBody>
          <a:bodyPr wrap="square" lIns="38100" tIns="19050" rIns="38100" bIns="19050" anchor="ctr">
            <a:normAutofit/>
          </a:bodyPr>
          <a:lstStyle/>
          <a:p>
            <a:pPr algn="ctr">
              <a:lnSpc>
                <a:spcPct val="96000"/>
              </a:lnSpc>
              <a:buNone/>
              <a:defRPr sz="750" b="1">
                <a:solidFill>
                  <a:srgbClr val="FFFFFF"/>
                </a:solidFill>
                <a:latin typeface="微软雅黑" panose="020B0503020204020204" charset="-122"/>
                <a:ea typeface="微软雅黑" panose="020B0503020204020204" charset="-122"/>
                <a:cs typeface="微软雅黑" panose="020B0503020204020204" charset="-122"/>
              </a:defRPr>
            </a:pPr>
            <a:r>
              <a:rPr sz="750" b="1">
                <a:solidFill>
                  <a:srgbClr val="FFFFFF"/>
                </a:solidFill>
                <a:latin typeface="微软雅黑" panose="020B0503020204020204" charset="-122"/>
                <a:ea typeface="微软雅黑" panose="020B0503020204020204" charset="-122"/>
                <a:cs typeface="微软雅黑" panose="020B0503020204020204" charset="-122"/>
              </a:rPr>
              <a:t>Regs</a:t>
            </a:r>
          </a:p>
          <a:p>
            <a:pPr algn="ctr">
              <a:lnSpc>
                <a:spcPct val="96000"/>
              </a:lnSpc>
              <a:buNone/>
              <a:defRPr sz="750" b="1">
                <a:solidFill>
                  <a:srgbClr val="FFFFFF"/>
                </a:solidFill>
                <a:latin typeface="微软雅黑" panose="020B0503020204020204" charset="-122"/>
                <a:ea typeface="微软雅黑" panose="020B0503020204020204" charset="-122"/>
                <a:cs typeface="微软雅黑" panose="020B0503020204020204" charset="-122"/>
              </a:defRPr>
            </a:pPr>
            <a:r>
              <a:rPr sz="750" b="1">
                <a:solidFill>
                  <a:srgbClr val="FFFFFF"/>
                </a:solidFill>
                <a:latin typeface="微软雅黑" panose="020B0503020204020204" charset="-122"/>
                <a:ea typeface="微软雅黑" panose="020B0503020204020204" charset="-122"/>
                <a:cs typeface="微软雅黑" panose="020B0503020204020204" charset="-122"/>
              </a:rPr>
              <a:t>/ Thd</a:t>
            </a:r>
          </a:p>
        </p:txBody>
      </p:sp>
      <p:sp>
        <p:nvSpPr>
          <p:cNvPr id="8" name="header-3"/>
          <p:cNvSpPr>
            <a:spLocks noGrp="1"/>
          </p:cNvSpPr>
          <p:nvPr/>
        </p:nvSpPr>
        <p:spPr>
          <a:xfrm>
            <a:off x="3538856" y="2414382"/>
            <a:ext cx="476250" cy="304800"/>
          </a:xfrm>
          <a:prstGeom prst="rect">
            <a:avLst/>
          </a:prstGeom>
          <a:solidFill>
            <a:srgbClr val="5A819B"/>
          </a:solidFill>
          <a:ln w="6668">
            <a:solidFill>
              <a:srgbClr val="B8C9D4"/>
            </a:solidFill>
            <a:prstDash val="solid"/>
          </a:ln>
        </p:spPr>
        <p:txBody>
          <a:bodyPr wrap="square" lIns="38100" tIns="19050" rIns="38100" bIns="19050" anchor="ctr">
            <a:normAutofit/>
          </a:bodyPr>
          <a:lstStyle/>
          <a:p>
            <a:pPr algn="ctr">
              <a:lnSpc>
                <a:spcPct val="96000"/>
              </a:lnSpc>
              <a:buNone/>
              <a:defRPr sz="750" b="1">
                <a:solidFill>
                  <a:srgbClr val="FFFFFF"/>
                </a:solidFill>
                <a:latin typeface="微软雅黑" panose="020B0503020204020204" charset="-122"/>
                <a:ea typeface="微软雅黑" panose="020B0503020204020204" charset="-122"/>
                <a:cs typeface="微软雅黑" panose="020B0503020204020204" charset="-122"/>
              </a:defRPr>
            </a:pPr>
            <a:r>
              <a:rPr sz="750" b="1">
                <a:solidFill>
                  <a:srgbClr val="FFFFFF"/>
                </a:solidFill>
                <a:latin typeface="微软雅黑" panose="020B0503020204020204" charset="-122"/>
                <a:ea typeface="微软雅黑" panose="020B0503020204020204" charset="-122"/>
                <a:cs typeface="微软雅黑" panose="020B0503020204020204" charset="-122"/>
              </a:rPr>
              <a:t>Spills</a:t>
            </a:r>
          </a:p>
        </p:txBody>
      </p:sp>
      <p:sp>
        <p:nvSpPr>
          <p:cNvPr id="10" name="header-5"/>
          <p:cNvSpPr>
            <a:spLocks noGrp="1"/>
          </p:cNvSpPr>
          <p:nvPr/>
        </p:nvSpPr>
        <p:spPr>
          <a:xfrm>
            <a:off x="4005581" y="2414382"/>
            <a:ext cx="1085850" cy="304800"/>
          </a:xfrm>
          <a:prstGeom prst="rect">
            <a:avLst/>
          </a:prstGeom>
          <a:solidFill>
            <a:srgbClr val="5A819B"/>
          </a:solidFill>
          <a:ln w="6668">
            <a:solidFill>
              <a:srgbClr val="B8C9D4"/>
            </a:solidFill>
            <a:prstDash val="solid"/>
          </a:ln>
        </p:spPr>
        <p:txBody>
          <a:bodyPr wrap="square" lIns="38100" tIns="19050" rIns="38100" bIns="19050" anchor="ctr">
            <a:normAutofit/>
          </a:bodyPr>
          <a:lstStyle/>
          <a:p>
            <a:pPr algn="ctr">
              <a:lnSpc>
                <a:spcPct val="96000"/>
              </a:lnSpc>
              <a:buNone/>
              <a:defRPr sz="750" b="1">
                <a:solidFill>
                  <a:srgbClr val="FFFFFF"/>
                </a:solidFill>
                <a:latin typeface="微软雅黑" panose="020B0503020204020204" charset="-122"/>
                <a:ea typeface="微软雅黑" panose="020B0503020204020204" charset="-122"/>
                <a:cs typeface="微软雅黑" panose="020B0503020204020204" charset="-122"/>
              </a:defRPr>
            </a:pPr>
            <a:r>
              <a:rPr sz="750" b="1" dirty="0" smtClean="0">
                <a:solidFill>
                  <a:srgbClr val="FFFFFF"/>
                </a:solidFill>
                <a:latin typeface="微软雅黑" panose="020B0503020204020204" charset="-122"/>
                <a:ea typeface="微软雅黑" panose="020B0503020204020204" charset="-122"/>
                <a:cs typeface="微软雅黑" panose="020B0503020204020204" charset="-122"/>
              </a:rPr>
              <a:t>Occupancy</a:t>
            </a:r>
            <a:endParaRPr sz="750" b="1" dirty="0">
              <a:solidFill>
                <a:srgbClr val="FFFFFF"/>
              </a:solidFill>
              <a:latin typeface="微软雅黑" panose="020B0503020204020204" charset="-122"/>
              <a:ea typeface="微软雅黑" panose="020B0503020204020204" charset="-122"/>
              <a:cs typeface="微软雅黑" panose="020B0503020204020204" charset="-122"/>
            </a:endParaRPr>
          </a:p>
        </p:txBody>
      </p:sp>
      <p:sp>
        <p:nvSpPr>
          <p:cNvPr id="11" name="header-6"/>
          <p:cNvSpPr>
            <a:spLocks noGrp="1"/>
          </p:cNvSpPr>
          <p:nvPr/>
        </p:nvSpPr>
        <p:spPr>
          <a:xfrm>
            <a:off x="5091431" y="2414382"/>
            <a:ext cx="876300" cy="304800"/>
          </a:xfrm>
          <a:prstGeom prst="rect">
            <a:avLst/>
          </a:prstGeom>
          <a:solidFill>
            <a:srgbClr val="5A819B"/>
          </a:solidFill>
          <a:ln w="6668">
            <a:solidFill>
              <a:srgbClr val="B8C9D4"/>
            </a:solidFill>
            <a:prstDash val="solid"/>
          </a:ln>
        </p:spPr>
        <p:txBody>
          <a:bodyPr wrap="square" lIns="38100" tIns="19050" rIns="38100" bIns="19050" anchor="ctr">
            <a:normAutofit/>
          </a:bodyPr>
          <a:lstStyle/>
          <a:p>
            <a:pPr algn="ctr">
              <a:lnSpc>
                <a:spcPct val="96000"/>
              </a:lnSpc>
              <a:buNone/>
              <a:defRPr sz="750" b="1">
                <a:solidFill>
                  <a:srgbClr val="FFFFFF"/>
                </a:solidFill>
                <a:latin typeface="微软雅黑" panose="020B0503020204020204" charset="-122"/>
                <a:ea typeface="微软雅黑" panose="020B0503020204020204" charset="-122"/>
                <a:cs typeface="微软雅黑" panose="020B0503020204020204" charset="-122"/>
              </a:defRPr>
            </a:pPr>
            <a:r>
              <a:rPr sz="750" b="1" dirty="0">
                <a:solidFill>
                  <a:srgbClr val="FFFFFF"/>
                </a:solidFill>
                <a:latin typeface="微软雅黑" panose="020B0503020204020204" charset="-122"/>
                <a:ea typeface="微软雅黑" panose="020B0503020204020204" charset="-122"/>
                <a:cs typeface="微软雅黑" panose="020B0503020204020204" charset="-122"/>
              </a:rPr>
              <a:t>DRAM</a:t>
            </a:r>
          </a:p>
          <a:p>
            <a:pPr algn="ctr">
              <a:lnSpc>
                <a:spcPct val="96000"/>
              </a:lnSpc>
              <a:buNone/>
              <a:defRPr sz="750" b="1">
                <a:solidFill>
                  <a:srgbClr val="FFFFFF"/>
                </a:solidFill>
                <a:latin typeface="微软雅黑" panose="020B0503020204020204" charset="-122"/>
                <a:ea typeface="微软雅黑" panose="020B0503020204020204" charset="-122"/>
                <a:cs typeface="微软雅黑" panose="020B0503020204020204" charset="-122"/>
              </a:defRPr>
            </a:pPr>
            <a:r>
              <a:rPr sz="750" b="1" dirty="0" err="1">
                <a:solidFill>
                  <a:srgbClr val="FFFFFF"/>
                </a:solidFill>
                <a:latin typeface="微软雅黑" panose="020B0503020204020204" charset="-122"/>
                <a:ea typeface="微软雅黑" panose="020B0503020204020204" charset="-122"/>
                <a:cs typeface="微软雅黑" panose="020B0503020204020204" charset="-122"/>
              </a:rPr>
              <a:t>吞吐</a:t>
            </a:r>
            <a:endParaRPr sz="750" b="1" dirty="0">
              <a:solidFill>
                <a:srgbClr val="FFFFFF"/>
              </a:solidFill>
              <a:latin typeface="微软雅黑" panose="020B0503020204020204" charset="-122"/>
              <a:ea typeface="微软雅黑" panose="020B0503020204020204" charset="-122"/>
              <a:cs typeface="微软雅黑" panose="020B0503020204020204" charset="-122"/>
            </a:endParaRPr>
          </a:p>
        </p:txBody>
      </p:sp>
      <p:sp>
        <p:nvSpPr>
          <p:cNvPr id="12" name="header-7"/>
          <p:cNvSpPr>
            <a:spLocks noGrp="1"/>
          </p:cNvSpPr>
          <p:nvPr/>
        </p:nvSpPr>
        <p:spPr>
          <a:xfrm>
            <a:off x="5967731" y="2414382"/>
            <a:ext cx="723900" cy="304800"/>
          </a:xfrm>
          <a:prstGeom prst="rect">
            <a:avLst/>
          </a:prstGeom>
          <a:solidFill>
            <a:srgbClr val="5A819B"/>
          </a:solidFill>
          <a:ln w="6668">
            <a:solidFill>
              <a:srgbClr val="B8C9D4"/>
            </a:solidFill>
            <a:prstDash val="solid"/>
          </a:ln>
        </p:spPr>
        <p:txBody>
          <a:bodyPr wrap="square" lIns="38100" tIns="19050" rIns="38100" bIns="19050" anchor="ctr">
            <a:normAutofit/>
          </a:bodyPr>
          <a:lstStyle/>
          <a:p>
            <a:pPr algn="ctr">
              <a:lnSpc>
                <a:spcPct val="96000"/>
              </a:lnSpc>
              <a:buNone/>
              <a:defRPr sz="750" b="1">
                <a:solidFill>
                  <a:srgbClr val="FFFFFF"/>
                </a:solidFill>
                <a:latin typeface="微软雅黑" panose="020B0503020204020204" charset="-122"/>
                <a:ea typeface="微软雅黑" panose="020B0503020204020204" charset="-122"/>
                <a:cs typeface="微软雅黑" panose="020B0503020204020204" charset="-122"/>
              </a:defRPr>
            </a:pPr>
            <a:r>
              <a:rPr sz="750" b="1">
                <a:solidFill>
                  <a:srgbClr val="FFFFFF"/>
                </a:solidFill>
                <a:latin typeface="微软雅黑" panose="020B0503020204020204" charset="-122"/>
                <a:ea typeface="微软雅黑" panose="020B0503020204020204" charset="-122"/>
                <a:cs typeface="微软雅黑" panose="020B0503020204020204" charset="-122"/>
              </a:rPr>
              <a:t>SM</a:t>
            </a:r>
          </a:p>
          <a:p>
            <a:pPr algn="ctr">
              <a:lnSpc>
                <a:spcPct val="96000"/>
              </a:lnSpc>
              <a:buNone/>
              <a:defRPr sz="750" b="1">
                <a:solidFill>
                  <a:srgbClr val="FFFFFF"/>
                </a:solidFill>
                <a:latin typeface="微软雅黑" panose="020B0503020204020204" charset="-122"/>
                <a:ea typeface="微软雅黑" panose="020B0503020204020204" charset="-122"/>
                <a:cs typeface="微软雅黑" panose="020B0503020204020204" charset="-122"/>
              </a:defRPr>
            </a:pPr>
            <a:r>
              <a:rPr sz="750" b="1">
                <a:solidFill>
                  <a:srgbClr val="FFFFFF"/>
                </a:solidFill>
                <a:latin typeface="微软雅黑" panose="020B0503020204020204" charset="-122"/>
                <a:ea typeface="微软雅黑" panose="020B0503020204020204" charset="-122"/>
                <a:cs typeface="微软雅黑" panose="020B0503020204020204" charset="-122"/>
              </a:rPr>
              <a:t>计算</a:t>
            </a:r>
          </a:p>
        </p:txBody>
      </p:sp>
      <p:sp>
        <p:nvSpPr>
          <p:cNvPr id="13" name="header-8"/>
          <p:cNvSpPr>
            <a:spLocks noGrp="1"/>
          </p:cNvSpPr>
          <p:nvPr/>
        </p:nvSpPr>
        <p:spPr>
          <a:xfrm>
            <a:off x="6691631" y="2414382"/>
            <a:ext cx="2571750" cy="304800"/>
          </a:xfrm>
          <a:prstGeom prst="rect">
            <a:avLst/>
          </a:prstGeom>
          <a:solidFill>
            <a:srgbClr val="5A819B"/>
          </a:solidFill>
          <a:ln w="6668">
            <a:solidFill>
              <a:srgbClr val="B8C9D4"/>
            </a:solidFill>
            <a:prstDash val="solid"/>
          </a:ln>
        </p:spPr>
        <p:txBody>
          <a:bodyPr wrap="square" lIns="38100" tIns="19050" rIns="38100" bIns="19050" anchor="ctr">
            <a:normAutofit/>
          </a:bodyPr>
          <a:lstStyle/>
          <a:p>
            <a:pPr algn="ctr">
              <a:lnSpc>
                <a:spcPct val="96000"/>
              </a:lnSpc>
              <a:buNone/>
              <a:defRPr sz="790" b="1">
                <a:solidFill>
                  <a:srgbClr val="FFFFFF"/>
                </a:solidFill>
                <a:latin typeface="微软雅黑" panose="020B0503020204020204" charset="-122"/>
                <a:ea typeface="微软雅黑" panose="020B0503020204020204" charset="-122"/>
                <a:cs typeface="微软雅黑" panose="020B0503020204020204" charset="-122"/>
              </a:defRPr>
            </a:pPr>
            <a:r>
              <a:rPr sz="790" b="1">
                <a:solidFill>
                  <a:srgbClr val="FFFFFF"/>
                </a:solidFill>
                <a:latin typeface="微软雅黑" panose="020B0503020204020204" charset="-122"/>
                <a:ea typeface="微软雅黑" panose="020B0503020204020204" charset="-122"/>
                <a:cs typeface="微软雅黑" panose="020B0503020204020204" charset="-122"/>
              </a:rPr>
              <a:t>关键信号 / 停顿原因</a:t>
            </a:r>
          </a:p>
        </p:txBody>
      </p:sp>
      <p:sp>
        <p:nvSpPr>
          <p:cNvPr id="14" name="header-9"/>
          <p:cNvSpPr>
            <a:spLocks noGrp="1"/>
          </p:cNvSpPr>
          <p:nvPr/>
        </p:nvSpPr>
        <p:spPr>
          <a:xfrm>
            <a:off x="9263381" y="2414382"/>
            <a:ext cx="2066925" cy="304800"/>
          </a:xfrm>
          <a:prstGeom prst="rect">
            <a:avLst/>
          </a:prstGeom>
          <a:solidFill>
            <a:srgbClr val="5A819B"/>
          </a:solidFill>
          <a:ln w="6668">
            <a:solidFill>
              <a:srgbClr val="B8C9D4"/>
            </a:solidFill>
            <a:prstDash val="solid"/>
          </a:ln>
        </p:spPr>
        <p:txBody>
          <a:bodyPr wrap="square" lIns="38100" tIns="19050" rIns="38100" bIns="19050" anchor="ctr">
            <a:normAutofit/>
          </a:bodyPr>
          <a:lstStyle/>
          <a:p>
            <a:pPr algn="ctr">
              <a:lnSpc>
                <a:spcPct val="96000"/>
              </a:lnSpc>
              <a:buNone/>
              <a:defRPr sz="790" b="1">
                <a:solidFill>
                  <a:srgbClr val="FFFFFF"/>
                </a:solidFill>
                <a:latin typeface="微软雅黑" panose="020B0503020204020204" charset="-122"/>
                <a:ea typeface="微软雅黑" panose="020B0503020204020204" charset="-122"/>
                <a:cs typeface="微软雅黑" panose="020B0503020204020204" charset="-122"/>
              </a:defRPr>
            </a:pPr>
            <a:r>
              <a:rPr sz="790" b="1">
                <a:solidFill>
                  <a:srgbClr val="FFFFFF"/>
                </a:solidFill>
                <a:latin typeface="微软雅黑" panose="020B0503020204020204" charset="-122"/>
                <a:ea typeface="微软雅黑" panose="020B0503020204020204" charset="-122"/>
                <a:cs typeface="微软雅黑" panose="020B0503020204020204" charset="-122"/>
              </a:rPr>
              <a:t>最终瓶颈</a:t>
            </a:r>
          </a:p>
        </p:txBody>
      </p:sp>
      <p:sp>
        <p:nvSpPr>
          <p:cNvPr id="15" name="cell-0-0"/>
          <p:cNvSpPr>
            <a:spLocks noGrp="1"/>
          </p:cNvSpPr>
          <p:nvPr/>
        </p:nvSpPr>
        <p:spPr>
          <a:xfrm>
            <a:off x="690881" y="2719182"/>
            <a:ext cx="685800" cy="514350"/>
          </a:xfrm>
          <a:prstGeom prst="rect">
            <a:avLst/>
          </a:prstGeom>
          <a:solidFill>
            <a:srgbClr val="FFFFFF"/>
          </a:solidFill>
          <a:ln w="5239">
            <a:solidFill>
              <a:srgbClr val="D5DDE3"/>
            </a:solidFill>
            <a:prstDash val="solid"/>
          </a:ln>
        </p:spPr>
        <p:txBody>
          <a:bodyPr wrap="square" lIns="66675" tIns="38100" rIns="66675" bIns="38100" anchor="ctr">
            <a:normAutofit/>
          </a:bodyPr>
          <a:lstStyle/>
          <a:p>
            <a:pPr algn="ctr">
              <a:lnSpc>
                <a:spcPct val="96000"/>
              </a:lnSpc>
              <a:buNone/>
              <a:defRPr sz="715" b="1">
                <a:solidFill>
                  <a:srgbClr val="416B88"/>
                </a:solidFill>
                <a:latin typeface="微软雅黑" panose="020B0503020204020204" charset="-122"/>
                <a:ea typeface="微软雅黑" panose="020B0503020204020204" charset="-122"/>
                <a:cs typeface="微软雅黑" panose="020B0503020204020204" charset="-122"/>
              </a:defRPr>
            </a:pPr>
            <a:r>
              <a:rPr sz="715" b="1">
                <a:solidFill>
                  <a:srgbClr val="416B88"/>
                </a:solidFill>
                <a:latin typeface="微软雅黑" panose="020B0503020204020204" charset="-122"/>
                <a:ea typeface="微软雅黑" panose="020B0503020204020204" charset="-122"/>
                <a:cs typeface="微软雅黑" panose="020B0503020204020204" charset="-122"/>
              </a:rPr>
              <a:t>softmax</a:t>
            </a:r>
          </a:p>
        </p:txBody>
      </p:sp>
      <p:sp>
        <p:nvSpPr>
          <p:cNvPr id="16" name="cell-0-1"/>
          <p:cNvSpPr>
            <a:spLocks noGrp="1"/>
          </p:cNvSpPr>
          <p:nvPr/>
        </p:nvSpPr>
        <p:spPr>
          <a:xfrm>
            <a:off x="1376681" y="2719182"/>
            <a:ext cx="1647825" cy="514350"/>
          </a:xfrm>
          <a:prstGeom prst="rect">
            <a:avLst/>
          </a:prstGeom>
          <a:solidFill>
            <a:srgbClr val="FFFFFF"/>
          </a:solidFill>
          <a:ln w="5239">
            <a:solidFill>
              <a:srgbClr val="D5DDE3"/>
            </a:solidFill>
            <a:prstDash val="solid"/>
          </a:ln>
        </p:spPr>
        <p:txBody>
          <a:bodyPr wrap="square" lIns="66675" tIns="38100" rIns="66675" bIns="38100" anchor="ctr">
            <a:normAutofit/>
          </a:bodyPr>
          <a:lstStyle/>
          <a:p>
            <a:pPr algn="l">
              <a:lnSpc>
                <a:spcPct val="96000"/>
              </a:lnSpc>
              <a:buNone/>
              <a:defRPr sz="825" b="1">
                <a:solidFill>
                  <a:srgbClr val="252B33"/>
                </a:solidFill>
                <a:latin typeface="微软雅黑" panose="020B0503020204020204" charset="-122"/>
                <a:ea typeface="微软雅黑" panose="020B0503020204020204" charset="-122"/>
                <a:cs typeface="微软雅黑" panose="020B0503020204020204" charset="-122"/>
              </a:defRPr>
            </a:pPr>
            <a:r>
              <a:rPr sz="825" b="1">
                <a:solidFill>
                  <a:srgbClr val="252B33"/>
                </a:solidFill>
                <a:latin typeface="微软雅黑" panose="020B0503020204020204" charset="-122"/>
                <a:ea typeface="微软雅黑" panose="020B0503020204020204" charset="-122"/>
                <a:cs typeface="微软雅黑" panose="020B0503020204020204" charset="-122"/>
              </a:rPr>
              <a:t>Triton</a:t>
            </a:r>
          </a:p>
          <a:p>
            <a:pPr algn="l">
              <a:lnSpc>
                <a:spcPct val="96000"/>
              </a:lnSpc>
              <a:buNone/>
              <a:defRPr sz="825" b="1">
                <a:solidFill>
                  <a:srgbClr val="252B33"/>
                </a:solidFill>
                <a:latin typeface="微软雅黑" panose="020B0503020204020204" charset="-122"/>
                <a:ea typeface="微软雅黑" panose="020B0503020204020204" charset="-122"/>
                <a:cs typeface="微软雅黑" panose="020B0503020204020204" charset="-122"/>
              </a:defRPr>
            </a:pPr>
            <a:r>
              <a:rPr sz="825" b="1">
                <a:solidFill>
                  <a:srgbClr val="252B33"/>
                </a:solidFill>
                <a:latin typeface="微软雅黑" panose="020B0503020204020204" charset="-122"/>
                <a:ea typeface="微软雅黑" panose="020B0503020204020204" charset="-122"/>
                <a:cs typeface="微软雅黑" panose="020B0503020204020204" charset="-122"/>
              </a:rPr>
              <a:t>BLOCK_M=1 · nw2 · ns2</a:t>
            </a:r>
          </a:p>
        </p:txBody>
      </p:sp>
      <p:sp>
        <p:nvSpPr>
          <p:cNvPr id="17" name="cell-0-2"/>
          <p:cNvSpPr>
            <a:spLocks noGrp="1"/>
          </p:cNvSpPr>
          <p:nvPr/>
        </p:nvSpPr>
        <p:spPr>
          <a:xfrm>
            <a:off x="3024506" y="2719182"/>
            <a:ext cx="514350" cy="514350"/>
          </a:xfrm>
          <a:prstGeom prst="rect">
            <a:avLst/>
          </a:prstGeom>
          <a:solidFill>
            <a:srgbClr val="FFFFFF"/>
          </a:solidFill>
          <a:ln w="5239">
            <a:solidFill>
              <a:srgbClr val="D5DDE3"/>
            </a:solidFill>
            <a:prstDash val="solid"/>
          </a:ln>
        </p:spPr>
        <p:txBody>
          <a:bodyPr wrap="square" lIns="66675" tIns="38100" rIns="66675" bIns="38100" anchor="ctr">
            <a:normAutofit/>
          </a:bodyPr>
          <a:lstStyle/>
          <a:p>
            <a:pPr algn="ctr">
              <a:lnSpc>
                <a:spcPct val="96000"/>
              </a:lnSpc>
              <a:buNone/>
              <a:defRPr sz="825" b="1">
                <a:solidFill>
                  <a:srgbClr val="416B88"/>
                </a:solidFill>
                <a:latin typeface="微软雅黑" panose="020B0503020204020204" charset="-122"/>
                <a:ea typeface="微软雅黑" panose="020B0503020204020204" charset="-122"/>
                <a:cs typeface="微软雅黑" panose="020B0503020204020204" charset="-122"/>
              </a:defRPr>
            </a:pPr>
            <a:r>
              <a:rPr sz="825" b="1">
                <a:solidFill>
                  <a:srgbClr val="416B88"/>
                </a:solidFill>
                <a:latin typeface="微软雅黑" panose="020B0503020204020204" charset="-122"/>
                <a:ea typeface="微软雅黑" panose="020B0503020204020204" charset="-122"/>
                <a:cs typeface="微软雅黑" panose="020B0503020204020204" charset="-122"/>
              </a:rPr>
              <a:t>108</a:t>
            </a:r>
          </a:p>
        </p:txBody>
      </p:sp>
      <p:sp>
        <p:nvSpPr>
          <p:cNvPr id="18" name="cell-0-3"/>
          <p:cNvSpPr>
            <a:spLocks noGrp="1"/>
          </p:cNvSpPr>
          <p:nvPr/>
        </p:nvSpPr>
        <p:spPr>
          <a:xfrm>
            <a:off x="3538856" y="2719182"/>
            <a:ext cx="476250" cy="514350"/>
          </a:xfrm>
          <a:prstGeom prst="rect">
            <a:avLst/>
          </a:prstGeom>
          <a:solidFill>
            <a:srgbClr val="FFFFFF"/>
          </a:solidFill>
          <a:ln w="5239">
            <a:solidFill>
              <a:srgbClr val="D5DDE3"/>
            </a:solidFill>
            <a:prstDash val="solid"/>
          </a:ln>
        </p:spPr>
        <p:txBody>
          <a:bodyPr wrap="square" lIns="66675" tIns="38100" rIns="66675" bIns="38100" anchor="ctr">
            <a:normAutofit/>
          </a:bodyPr>
          <a:lstStyle/>
          <a:p>
            <a:pPr algn="ctr">
              <a:lnSpc>
                <a:spcPct val="96000"/>
              </a:lnSpc>
              <a:buNone/>
              <a:defRPr sz="825" b="1">
                <a:solidFill>
                  <a:srgbClr val="252B33"/>
                </a:solidFill>
                <a:latin typeface="微软雅黑" panose="020B0503020204020204" charset="-122"/>
                <a:ea typeface="微软雅黑" panose="020B0503020204020204" charset="-122"/>
                <a:cs typeface="微软雅黑" panose="020B0503020204020204" charset="-122"/>
              </a:defRPr>
            </a:pPr>
            <a:r>
              <a:rPr sz="825" b="1">
                <a:solidFill>
                  <a:srgbClr val="252B33"/>
                </a:solidFill>
                <a:latin typeface="微软雅黑" panose="020B0503020204020204" charset="-122"/>
                <a:ea typeface="微软雅黑" panose="020B0503020204020204" charset="-122"/>
                <a:cs typeface="微软雅黑" panose="020B0503020204020204" charset="-122"/>
              </a:rPr>
              <a:t>—</a:t>
            </a:r>
          </a:p>
        </p:txBody>
      </p:sp>
      <p:sp>
        <p:nvSpPr>
          <p:cNvPr id="20" name="cell-0-5"/>
          <p:cNvSpPr>
            <a:spLocks noGrp="1"/>
          </p:cNvSpPr>
          <p:nvPr/>
        </p:nvSpPr>
        <p:spPr>
          <a:xfrm>
            <a:off x="4005581" y="2719182"/>
            <a:ext cx="1085850" cy="514350"/>
          </a:xfrm>
          <a:prstGeom prst="rect">
            <a:avLst/>
          </a:prstGeom>
          <a:solidFill>
            <a:srgbClr val="FFFFFF"/>
          </a:solidFill>
          <a:ln w="5239">
            <a:solidFill>
              <a:srgbClr val="D5DDE3"/>
            </a:solidFill>
            <a:prstDash val="solid"/>
          </a:ln>
        </p:spPr>
        <p:txBody>
          <a:bodyPr wrap="square" lIns="66675" tIns="38100" rIns="66675" bIns="38100" anchor="ctr">
            <a:normAutofit/>
          </a:bodyPr>
          <a:lstStyle/>
          <a:p>
            <a:pPr algn="ctr">
              <a:lnSpc>
                <a:spcPct val="96000"/>
              </a:lnSpc>
              <a:buNone/>
              <a:defRPr sz="825" b="1">
                <a:solidFill>
                  <a:srgbClr val="416B88"/>
                </a:solidFill>
                <a:latin typeface="微软雅黑" panose="020B0503020204020204" charset="-122"/>
                <a:ea typeface="微软雅黑" panose="020B0503020204020204" charset="-122"/>
                <a:cs typeface="微软雅黑" panose="020B0503020204020204" charset="-122"/>
              </a:defRPr>
            </a:pPr>
            <a:r>
              <a:rPr sz="825" b="1" dirty="0">
                <a:solidFill>
                  <a:srgbClr val="416B88"/>
                </a:solidFill>
                <a:latin typeface="微软雅黑" panose="020B0503020204020204" charset="-122"/>
                <a:ea typeface="微软雅黑" panose="020B0503020204020204" charset="-122"/>
                <a:cs typeface="微软雅黑" panose="020B0503020204020204" charset="-122"/>
              </a:rPr>
              <a:t>33.33% /</a:t>
            </a:r>
          </a:p>
          <a:p>
            <a:pPr algn="ctr">
              <a:lnSpc>
                <a:spcPct val="96000"/>
              </a:lnSpc>
              <a:buNone/>
              <a:defRPr sz="825" b="1">
                <a:solidFill>
                  <a:srgbClr val="416B88"/>
                </a:solidFill>
                <a:latin typeface="微软雅黑" panose="020B0503020204020204" charset="-122"/>
                <a:ea typeface="微软雅黑" panose="020B0503020204020204" charset="-122"/>
                <a:cs typeface="微软雅黑" panose="020B0503020204020204" charset="-122"/>
              </a:defRPr>
            </a:pPr>
            <a:r>
              <a:rPr sz="825" b="1" dirty="0">
                <a:solidFill>
                  <a:srgbClr val="416B88"/>
                </a:solidFill>
                <a:latin typeface="微软雅黑" panose="020B0503020204020204" charset="-122"/>
                <a:ea typeface="微软雅黑" panose="020B0503020204020204" charset="-122"/>
                <a:cs typeface="微软雅黑" panose="020B0503020204020204" charset="-122"/>
              </a:rPr>
              <a:t>31.30%</a:t>
            </a:r>
          </a:p>
        </p:txBody>
      </p:sp>
      <p:sp>
        <p:nvSpPr>
          <p:cNvPr id="21" name="cell-0-6"/>
          <p:cNvSpPr>
            <a:spLocks noGrp="1"/>
          </p:cNvSpPr>
          <p:nvPr/>
        </p:nvSpPr>
        <p:spPr>
          <a:xfrm>
            <a:off x="5091431" y="2719182"/>
            <a:ext cx="876300" cy="514350"/>
          </a:xfrm>
          <a:prstGeom prst="rect">
            <a:avLst/>
          </a:prstGeom>
          <a:solidFill>
            <a:srgbClr val="FFFFFF"/>
          </a:solidFill>
          <a:ln w="5239">
            <a:solidFill>
              <a:srgbClr val="D5DDE3"/>
            </a:solidFill>
            <a:prstDash val="solid"/>
          </a:ln>
        </p:spPr>
        <p:txBody>
          <a:bodyPr wrap="square" lIns="66675" tIns="38100" rIns="66675" bIns="38100" anchor="ctr">
            <a:normAutofit/>
          </a:bodyPr>
          <a:lstStyle/>
          <a:p>
            <a:pPr algn="ctr">
              <a:lnSpc>
                <a:spcPct val="96000"/>
              </a:lnSpc>
              <a:buNone/>
              <a:defRPr sz="825" b="1">
                <a:solidFill>
                  <a:srgbClr val="416B88"/>
                </a:solidFill>
                <a:latin typeface="微软雅黑" panose="020B0503020204020204" charset="-122"/>
                <a:ea typeface="微软雅黑" panose="020B0503020204020204" charset="-122"/>
                <a:cs typeface="微软雅黑" panose="020B0503020204020204" charset="-122"/>
              </a:defRPr>
            </a:pPr>
            <a:r>
              <a:rPr sz="825" b="1">
                <a:solidFill>
                  <a:srgbClr val="416B88"/>
                </a:solidFill>
                <a:latin typeface="微软雅黑" panose="020B0503020204020204" charset="-122"/>
                <a:ea typeface="微软雅黑" panose="020B0503020204020204" charset="-122"/>
                <a:cs typeface="微软雅黑" panose="020B0503020204020204" charset="-122"/>
              </a:rPr>
              <a:t>91.48%</a:t>
            </a:r>
          </a:p>
          <a:p>
            <a:pPr algn="ctr">
              <a:lnSpc>
                <a:spcPct val="96000"/>
              </a:lnSpc>
              <a:buNone/>
              <a:defRPr sz="825" b="1">
                <a:solidFill>
                  <a:srgbClr val="416B88"/>
                </a:solidFill>
                <a:latin typeface="微软雅黑" panose="020B0503020204020204" charset="-122"/>
                <a:ea typeface="微软雅黑" panose="020B0503020204020204" charset="-122"/>
                <a:cs typeface="微软雅黑" panose="020B0503020204020204" charset="-122"/>
              </a:defRPr>
            </a:pPr>
            <a:r>
              <a:rPr sz="825" b="1">
                <a:solidFill>
                  <a:srgbClr val="416B88"/>
                </a:solidFill>
                <a:latin typeface="微软雅黑" panose="020B0503020204020204" charset="-122"/>
                <a:ea typeface="微软雅黑" panose="020B0503020204020204" charset="-122"/>
                <a:cs typeface="微软雅黑" panose="020B0503020204020204" charset="-122"/>
              </a:rPr>
              <a:t>830 GB/s</a:t>
            </a:r>
          </a:p>
        </p:txBody>
      </p:sp>
      <p:sp>
        <p:nvSpPr>
          <p:cNvPr id="22" name="cell-0-7"/>
          <p:cNvSpPr>
            <a:spLocks noGrp="1"/>
          </p:cNvSpPr>
          <p:nvPr/>
        </p:nvSpPr>
        <p:spPr>
          <a:xfrm>
            <a:off x="5967731" y="2719182"/>
            <a:ext cx="723900" cy="514350"/>
          </a:xfrm>
          <a:prstGeom prst="rect">
            <a:avLst/>
          </a:prstGeom>
          <a:solidFill>
            <a:srgbClr val="FFFFFF"/>
          </a:solidFill>
          <a:ln w="5239">
            <a:solidFill>
              <a:srgbClr val="D5DDE3"/>
            </a:solidFill>
            <a:prstDash val="solid"/>
          </a:ln>
        </p:spPr>
        <p:txBody>
          <a:bodyPr wrap="square" lIns="66675" tIns="38100" rIns="66675" bIns="38100" anchor="ctr">
            <a:normAutofit/>
          </a:bodyPr>
          <a:lstStyle/>
          <a:p>
            <a:pPr algn="ctr">
              <a:lnSpc>
                <a:spcPct val="96000"/>
              </a:lnSpc>
              <a:buNone/>
              <a:defRPr sz="825" b="1">
                <a:solidFill>
                  <a:srgbClr val="252B33"/>
                </a:solidFill>
                <a:latin typeface="微软雅黑" panose="020B0503020204020204" charset="-122"/>
                <a:ea typeface="微软雅黑" panose="020B0503020204020204" charset="-122"/>
                <a:cs typeface="微软雅黑" panose="020B0503020204020204" charset="-122"/>
              </a:defRPr>
            </a:pPr>
            <a:r>
              <a:rPr sz="825" b="1">
                <a:solidFill>
                  <a:srgbClr val="252B33"/>
                </a:solidFill>
                <a:latin typeface="微软雅黑" panose="020B0503020204020204" charset="-122"/>
                <a:ea typeface="微软雅黑" panose="020B0503020204020204" charset="-122"/>
                <a:cs typeface="微软雅黑" panose="020B0503020204020204" charset="-122"/>
              </a:rPr>
              <a:t>—</a:t>
            </a:r>
          </a:p>
        </p:txBody>
      </p:sp>
      <p:sp>
        <p:nvSpPr>
          <p:cNvPr id="23" name="cell-0-8"/>
          <p:cNvSpPr>
            <a:spLocks noGrp="1"/>
          </p:cNvSpPr>
          <p:nvPr/>
        </p:nvSpPr>
        <p:spPr>
          <a:xfrm>
            <a:off x="6691631" y="2719182"/>
            <a:ext cx="2571750" cy="514350"/>
          </a:xfrm>
          <a:prstGeom prst="rect">
            <a:avLst/>
          </a:prstGeom>
          <a:solidFill>
            <a:srgbClr val="FFFFFF"/>
          </a:solidFill>
          <a:ln w="5239">
            <a:solidFill>
              <a:srgbClr val="D5DDE3"/>
            </a:solidFill>
            <a:prstDash val="solid"/>
          </a:ln>
        </p:spPr>
        <p:txBody>
          <a:bodyPr wrap="square" lIns="76200" tIns="38100" rIns="76200" bIns="38100" anchor="ctr">
            <a:normAutofit/>
          </a:bodyPr>
          <a:lstStyle/>
          <a:p>
            <a:pPr algn="l">
              <a:lnSpc>
                <a:spcPct val="96000"/>
              </a:lnSpc>
              <a:buNone/>
              <a:defRPr sz="765" b="0">
                <a:solidFill>
                  <a:srgbClr val="687482"/>
                </a:solidFill>
                <a:latin typeface="微软雅黑" panose="020B0503020204020204" charset="-122"/>
                <a:ea typeface="微软雅黑" panose="020B0503020204020204" charset="-122"/>
                <a:cs typeface="微软雅黑" panose="020B0503020204020204" charset="-122"/>
              </a:defRPr>
            </a:pPr>
            <a:r>
              <a:rPr sz="765" b="0">
                <a:solidFill>
                  <a:srgbClr val="687482"/>
                </a:solidFill>
                <a:latin typeface="微软雅黑" panose="020B0503020204020204" charset="-122"/>
                <a:ea typeface="微软雅黑" panose="020B0503020204020204" charset="-122"/>
                <a:cs typeface="微软雅黑" panose="020B0503020204020204" charset="-122"/>
              </a:rPr>
              <a:t>搬运 = 理论下限</a:t>
            </a:r>
          </a:p>
          <a:p>
            <a:pPr algn="l">
              <a:lnSpc>
                <a:spcPct val="96000"/>
              </a:lnSpc>
              <a:buNone/>
              <a:defRPr sz="765" b="0">
                <a:solidFill>
                  <a:srgbClr val="687482"/>
                </a:solidFill>
                <a:latin typeface="微软雅黑" panose="020B0503020204020204" charset="-122"/>
                <a:ea typeface="微软雅黑" panose="020B0503020204020204" charset="-122"/>
                <a:cs typeface="微软雅黑" panose="020B0503020204020204" charset="-122"/>
              </a:defRPr>
            </a:pPr>
            <a:r>
              <a:rPr sz="765" b="0">
                <a:solidFill>
                  <a:srgbClr val="687482"/>
                </a:solidFill>
                <a:latin typeface="微软雅黑" panose="020B0503020204020204" charset="-122"/>
                <a:ea typeface="微软雅黑" panose="020B0503020204020204" charset="-122"/>
                <a:cs typeface="微软雅黑" panose="020B0503020204020204" charset="-122"/>
              </a:rPr>
              <a:t>tl.load 已合并</a:t>
            </a:r>
          </a:p>
        </p:txBody>
      </p:sp>
      <p:sp>
        <p:nvSpPr>
          <p:cNvPr id="24" name="cell-0-9"/>
          <p:cNvSpPr>
            <a:spLocks noGrp="1"/>
          </p:cNvSpPr>
          <p:nvPr/>
        </p:nvSpPr>
        <p:spPr>
          <a:xfrm>
            <a:off x="9263381" y="2719182"/>
            <a:ext cx="2066925" cy="514350"/>
          </a:xfrm>
          <a:prstGeom prst="rect">
            <a:avLst/>
          </a:prstGeom>
          <a:solidFill>
            <a:srgbClr val="FFFFFF"/>
          </a:solidFill>
          <a:ln w="5239">
            <a:solidFill>
              <a:srgbClr val="D5DDE3"/>
            </a:solidFill>
            <a:prstDash val="solid"/>
          </a:ln>
        </p:spPr>
        <p:txBody>
          <a:bodyPr wrap="square" lIns="66675" tIns="38100" rIns="66675" bIns="38100" anchor="ctr">
            <a:normAutofit/>
          </a:bodyPr>
          <a:lstStyle/>
          <a:p>
            <a:pPr algn="l">
              <a:lnSpc>
                <a:spcPct val="96000"/>
              </a:lnSpc>
              <a:buNone/>
              <a:defRPr sz="790" b="1">
                <a:solidFill>
                  <a:srgbClr val="416B88"/>
                </a:solidFill>
                <a:latin typeface="微软雅黑" panose="020B0503020204020204" charset="-122"/>
                <a:ea typeface="微软雅黑" panose="020B0503020204020204" charset="-122"/>
                <a:cs typeface="微软雅黑" panose="020B0503020204020204" charset="-122"/>
              </a:defRPr>
            </a:pPr>
            <a:r>
              <a:rPr sz="790" b="1">
                <a:solidFill>
                  <a:srgbClr val="416B88"/>
                </a:solidFill>
                <a:latin typeface="微软雅黑" panose="020B0503020204020204" charset="-122"/>
                <a:ea typeface="微软雅黑" panose="020B0503020204020204" charset="-122"/>
                <a:cs typeface="微软雅黑" panose="020B0503020204020204" charset="-122"/>
              </a:rPr>
              <a:t>DRAM 带宽饱和</a:t>
            </a:r>
          </a:p>
        </p:txBody>
      </p:sp>
      <p:sp>
        <p:nvSpPr>
          <p:cNvPr id="25" name="cell-1-0"/>
          <p:cNvSpPr>
            <a:spLocks noGrp="1"/>
          </p:cNvSpPr>
          <p:nvPr/>
        </p:nvSpPr>
        <p:spPr>
          <a:xfrm>
            <a:off x="690881" y="3233532"/>
            <a:ext cx="685800" cy="514350"/>
          </a:xfrm>
          <a:prstGeom prst="rect">
            <a:avLst/>
          </a:prstGeom>
          <a:solidFill>
            <a:srgbClr val="F3F6F8"/>
          </a:solidFill>
          <a:ln w="5239">
            <a:solidFill>
              <a:srgbClr val="D5DDE3"/>
            </a:solidFill>
            <a:prstDash val="solid"/>
          </a:ln>
        </p:spPr>
        <p:txBody>
          <a:bodyPr wrap="square" lIns="66675" tIns="38100" rIns="66675" bIns="38100" anchor="ctr">
            <a:normAutofit/>
          </a:bodyPr>
          <a:lstStyle/>
          <a:p>
            <a:pPr algn="ctr">
              <a:lnSpc>
                <a:spcPct val="96000"/>
              </a:lnSpc>
              <a:buNone/>
              <a:defRPr sz="715" b="1">
                <a:solidFill>
                  <a:srgbClr val="416B88"/>
                </a:solidFill>
                <a:latin typeface="微软雅黑" panose="020B0503020204020204" charset="-122"/>
                <a:ea typeface="微软雅黑" panose="020B0503020204020204" charset="-122"/>
                <a:cs typeface="微软雅黑" panose="020B0503020204020204" charset="-122"/>
              </a:defRPr>
            </a:pPr>
            <a:r>
              <a:rPr sz="715" b="1">
                <a:solidFill>
                  <a:srgbClr val="416B88"/>
                </a:solidFill>
                <a:latin typeface="微软雅黑" panose="020B0503020204020204" charset="-122"/>
                <a:ea typeface="微软雅黑" panose="020B0503020204020204" charset="-122"/>
                <a:cs typeface="微软雅黑" panose="020B0503020204020204" charset="-122"/>
              </a:rPr>
              <a:t>softmax</a:t>
            </a:r>
          </a:p>
        </p:txBody>
      </p:sp>
      <p:sp>
        <p:nvSpPr>
          <p:cNvPr id="26" name="cell-1-1"/>
          <p:cNvSpPr>
            <a:spLocks noGrp="1"/>
          </p:cNvSpPr>
          <p:nvPr/>
        </p:nvSpPr>
        <p:spPr>
          <a:xfrm>
            <a:off x="1376681" y="3233532"/>
            <a:ext cx="1647825" cy="514350"/>
          </a:xfrm>
          <a:prstGeom prst="rect">
            <a:avLst/>
          </a:prstGeom>
          <a:solidFill>
            <a:srgbClr val="F3F6F8"/>
          </a:solidFill>
          <a:ln w="5239">
            <a:solidFill>
              <a:srgbClr val="D5DDE3"/>
            </a:solidFill>
            <a:prstDash val="solid"/>
          </a:ln>
        </p:spPr>
        <p:txBody>
          <a:bodyPr wrap="square" lIns="66675" tIns="38100" rIns="66675" bIns="38100" anchor="ctr">
            <a:normAutofit/>
          </a:bodyPr>
          <a:lstStyle/>
          <a:p>
            <a:pPr algn="l">
              <a:lnSpc>
                <a:spcPct val="96000"/>
              </a:lnSpc>
              <a:buNone/>
              <a:defRPr sz="825" b="1">
                <a:solidFill>
                  <a:srgbClr val="252B33"/>
                </a:solidFill>
                <a:latin typeface="微软雅黑" panose="020B0503020204020204" charset="-122"/>
                <a:ea typeface="微软雅黑" panose="020B0503020204020204" charset="-122"/>
                <a:cs typeface="微软雅黑" panose="020B0503020204020204" charset="-122"/>
              </a:defRPr>
            </a:pPr>
            <a:r>
              <a:rPr sz="825" b="1">
                <a:solidFill>
                  <a:srgbClr val="252B33"/>
                </a:solidFill>
                <a:latin typeface="微软雅黑" panose="020B0503020204020204" charset="-122"/>
                <a:ea typeface="微软雅黑" panose="020B0503020204020204" charset="-122"/>
                <a:cs typeface="微软雅黑" panose="020B0503020204020204" charset="-122"/>
              </a:rPr>
              <a:t>CUDA</a:t>
            </a:r>
          </a:p>
          <a:p>
            <a:pPr algn="l">
              <a:lnSpc>
                <a:spcPct val="96000"/>
              </a:lnSpc>
              <a:buNone/>
              <a:defRPr sz="825" b="1">
                <a:solidFill>
                  <a:srgbClr val="252B33"/>
                </a:solidFill>
                <a:latin typeface="微软雅黑" panose="020B0503020204020204" charset="-122"/>
                <a:ea typeface="微软雅黑" panose="020B0503020204020204" charset="-122"/>
                <a:cs typeface="微软雅黑" panose="020B0503020204020204" charset="-122"/>
              </a:defRPr>
            </a:pPr>
            <a:r>
              <a:rPr sz="825" b="1">
                <a:solidFill>
                  <a:srgbClr val="252B33"/>
                </a:solidFill>
                <a:latin typeface="微软雅黑" panose="020B0503020204020204" charset="-122"/>
                <a:ea typeface="微软雅黑" panose="020B0503020204020204" charset="-122"/>
                <a:cs typeface="微软雅黑" panose="020B0503020204020204" charset="-122"/>
              </a:rPr>
              <a:t>b512 · 32 KB dyn smem</a:t>
            </a:r>
          </a:p>
        </p:txBody>
      </p:sp>
      <p:sp>
        <p:nvSpPr>
          <p:cNvPr id="27" name="cell-1-2"/>
          <p:cNvSpPr>
            <a:spLocks noGrp="1"/>
          </p:cNvSpPr>
          <p:nvPr/>
        </p:nvSpPr>
        <p:spPr>
          <a:xfrm>
            <a:off x="3024506" y="3233532"/>
            <a:ext cx="514350" cy="514350"/>
          </a:xfrm>
          <a:prstGeom prst="rect">
            <a:avLst/>
          </a:prstGeom>
          <a:solidFill>
            <a:srgbClr val="F3F6F8"/>
          </a:solidFill>
          <a:ln w="5239">
            <a:solidFill>
              <a:srgbClr val="D5DDE3"/>
            </a:solidFill>
            <a:prstDash val="solid"/>
          </a:ln>
        </p:spPr>
        <p:txBody>
          <a:bodyPr wrap="square" lIns="66675" tIns="38100" rIns="66675" bIns="38100" anchor="ctr">
            <a:normAutofit/>
          </a:bodyPr>
          <a:lstStyle/>
          <a:p>
            <a:pPr algn="ctr">
              <a:lnSpc>
                <a:spcPct val="96000"/>
              </a:lnSpc>
              <a:buNone/>
              <a:defRPr sz="825" b="1">
                <a:solidFill>
                  <a:srgbClr val="252B33"/>
                </a:solidFill>
                <a:latin typeface="微软雅黑" panose="020B0503020204020204" charset="-122"/>
                <a:ea typeface="微软雅黑" panose="020B0503020204020204" charset="-122"/>
                <a:cs typeface="微软雅黑" panose="020B0503020204020204" charset="-122"/>
              </a:defRPr>
            </a:pPr>
            <a:r>
              <a:rPr sz="825" b="1">
                <a:solidFill>
                  <a:srgbClr val="252B33"/>
                </a:solidFill>
                <a:latin typeface="微软雅黑" panose="020B0503020204020204" charset="-122"/>
                <a:ea typeface="微软雅黑" panose="020B0503020204020204" charset="-122"/>
                <a:cs typeface="微软雅黑" panose="020B0503020204020204" charset="-122"/>
              </a:rPr>
              <a:t>25</a:t>
            </a:r>
          </a:p>
        </p:txBody>
      </p:sp>
      <p:sp>
        <p:nvSpPr>
          <p:cNvPr id="28" name="cell-1-3"/>
          <p:cNvSpPr>
            <a:spLocks noGrp="1"/>
          </p:cNvSpPr>
          <p:nvPr/>
        </p:nvSpPr>
        <p:spPr>
          <a:xfrm>
            <a:off x="3538856" y="3233532"/>
            <a:ext cx="476250" cy="514350"/>
          </a:xfrm>
          <a:prstGeom prst="rect">
            <a:avLst/>
          </a:prstGeom>
          <a:solidFill>
            <a:srgbClr val="F3F6F8"/>
          </a:solidFill>
          <a:ln w="5239">
            <a:solidFill>
              <a:srgbClr val="D5DDE3"/>
            </a:solidFill>
            <a:prstDash val="solid"/>
          </a:ln>
        </p:spPr>
        <p:txBody>
          <a:bodyPr wrap="square" lIns="66675" tIns="38100" rIns="66675" bIns="38100" anchor="ctr">
            <a:normAutofit/>
          </a:bodyPr>
          <a:lstStyle/>
          <a:p>
            <a:pPr algn="ctr">
              <a:lnSpc>
                <a:spcPct val="96000"/>
              </a:lnSpc>
              <a:buNone/>
              <a:defRPr sz="825" b="1">
                <a:solidFill>
                  <a:srgbClr val="252B33"/>
                </a:solidFill>
                <a:latin typeface="微软雅黑" panose="020B0503020204020204" charset="-122"/>
                <a:ea typeface="微软雅黑" panose="020B0503020204020204" charset="-122"/>
                <a:cs typeface="微软雅黑" panose="020B0503020204020204" charset="-122"/>
              </a:defRPr>
            </a:pPr>
            <a:r>
              <a:rPr sz="825" b="1">
                <a:solidFill>
                  <a:srgbClr val="252B33"/>
                </a:solidFill>
                <a:latin typeface="微软雅黑" panose="020B0503020204020204" charset="-122"/>
                <a:ea typeface="微软雅黑" panose="020B0503020204020204" charset="-122"/>
                <a:cs typeface="微软雅黑" panose="020B0503020204020204" charset="-122"/>
              </a:rPr>
              <a:t>0</a:t>
            </a:r>
          </a:p>
        </p:txBody>
      </p:sp>
      <p:sp>
        <p:nvSpPr>
          <p:cNvPr id="30" name="cell-1-5"/>
          <p:cNvSpPr>
            <a:spLocks noGrp="1"/>
          </p:cNvSpPr>
          <p:nvPr/>
        </p:nvSpPr>
        <p:spPr>
          <a:xfrm>
            <a:off x="4005581" y="3233532"/>
            <a:ext cx="1085850" cy="514350"/>
          </a:xfrm>
          <a:prstGeom prst="rect">
            <a:avLst/>
          </a:prstGeom>
          <a:solidFill>
            <a:srgbClr val="F3F6F8"/>
          </a:solidFill>
          <a:ln w="5239">
            <a:solidFill>
              <a:srgbClr val="D5DDE3"/>
            </a:solidFill>
            <a:prstDash val="solid"/>
          </a:ln>
        </p:spPr>
        <p:txBody>
          <a:bodyPr wrap="square" lIns="66675" tIns="38100" rIns="66675" bIns="38100" anchor="ctr">
            <a:normAutofit/>
          </a:bodyPr>
          <a:lstStyle/>
          <a:p>
            <a:pPr algn="ctr">
              <a:lnSpc>
                <a:spcPct val="96000"/>
              </a:lnSpc>
              <a:buNone/>
              <a:defRPr sz="825" b="1">
                <a:solidFill>
                  <a:srgbClr val="252B33"/>
                </a:solidFill>
                <a:latin typeface="微软雅黑" panose="020B0503020204020204" charset="-122"/>
                <a:ea typeface="微软雅黑" panose="020B0503020204020204" charset="-122"/>
                <a:cs typeface="微软雅黑" panose="020B0503020204020204" charset="-122"/>
              </a:defRPr>
            </a:pPr>
            <a:r>
              <a:rPr sz="825" b="1" dirty="0" smtClean="0">
                <a:solidFill>
                  <a:srgbClr val="252B33"/>
                </a:solidFill>
                <a:latin typeface="微软雅黑" panose="020B0503020204020204" charset="-122"/>
                <a:ea typeface="微软雅黑" panose="020B0503020204020204" charset="-122"/>
                <a:cs typeface="微软雅黑" panose="020B0503020204020204" charset="-122"/>
              </a:rPr>
              <a:t>96.51</a:t>
            </a:r>
            <a:r>
              <a:rPr sz="825" b="1" dirty="0">
                <a:solidFill>
                  <a:srgbClr val="252B33"/>
                </a:solidFill>
                <a:latin typeface="微软雅黑" panose="020B0503020204020204" charset="-122"/>
                <a:ea typeface="微软雅黑" panose="020B0503020204020204" charset="-122"/>
                <a:cs typeface="微软雅黑" panose="020B0503020204020204" charset="-122"/>
              </a:rPr>
              <a:t>%</a:t>
            </a:r>
          </a:p>
        </p:txBody>
      </p:sp>
      <p:sp>
        <p:nvSpPr>
          <p:cNvPr id="31" name="cell-1-6"/>
          <p:cNvSpPr>
            <a:spLocks noGrp="1"/>
          </p:cNvSpPr>
          <p:nvPr/>
        </p:nvSpPr>
        <p:spPr>
          <a:xfrm>
            <a:off x="5091431" y="3233532"/>
            <a:ext cx="876300" cy="514350"/>
          </a:xfrm>
          <a:prstGeom prst="rect">
            <a:avLst/>
          </a:prstGeom>
          <a:solidFill>
            <a:srgbClr val="F3F6F8"/>
          </a:solidFill>
          <a:ln w="5239">
            <a:solidFill>
              <a:srgbClr val="D5DDE3"/>
            </a:solidFill>
            <a:prstDash val="solid"/>
          </a:ln>
        </p:spPr>
        <p:txBody>
          <a:bodyPr wrap="square" lIns="66675" tIns="38100" rIns="66675" bIns="38100" anchor="ctr">
            <a:normAutofit/>
          </a:bodyPr>
          <a:lstStyle/>
          <a:p>
            <a:pPr algn="ctr">
              <a:lnSpc>
                <a:spcPct val="96000"/>
              </a:lnSpc>
              <a:buNone/>
              <a:defRPr sz="825" b="1">
                <a:solidFill>
                  <a:srgbClr val="252B33"/>
                </a:solidFill>
                <a:latin typeface="微软雅黑" panose="020B0503020204020204" charset="-122"/>
                <a:ea typeface="微软雅黑" panose="020B0503020204020204" charset="-122"/>
                <a:cs typeface="微软雅黑" panose="020B0503020204020204" charset="-122"/>
              </a:defRPr>
            </a:pPr>
            <a:r>
              <a:rPr sz="825" b="1">
                <a:solidFill>
                  <a:srgbClr val="252B33"/>
                </a:solidFill>
                <a:latin typeface="微软雅黑" panose="020B0503020204020204" charset="-122"/>
                <a:ea typeface="微软雅黑" panose="020B0503020204020204" charset="-122"/>
                <a:cs typeface="微软雅黑" panose="020B0503020204020204" charset="-122"/>
              </a:rPr>
              <a:t>90.24%</a:t>
            </a:r>
          </a:p>
        </p:txBody>
      </p:sp>
      <p:sp>
        <p:nvSpPr>
          <p:cNvPr id="32" name="cell-1-7"/>
          <p:cNvSpPr>
            <a:spLocks noGrp="1"/>
          </p:cNvSpPr>
          <p:nvPr/>
        </p:nvSpPr>
        <p:spPr>
          <a:xfrm>
            <a:off x="5967731" y="3233532"/>
            <a:ext cx="723900" cy="514350"/>
          </a:xfrm>
          <a:prstGeom prst="rect">
            <a:avLst/>
          </a:prstGeom>
          <a:solidFill>
            <a:srgbClr val="F3F6F8"/>
          </a:solidFill>
          <a:ln w="5239">
            <a:solidFill>
              <a:srgbClr val="D5DDE3"/>
            </a:solidFill>
            <a:prstDash val="solid"/>
          </a:ln>
        </p:spPr>
        <p:txBody>
          <a:bodyPr wrap="square" lIns="66675" tIns="38100" rIns="66675" bIns="38100" anchor="ctr">
            <a:normAutofit/>
          </a:bodyPr>
          <a:lstStyle/>
          <a:p>
            <a:pPr algn="ctr">
              <a:lnSpc>
                <a:spcPct val="96000"/>
              </a:lnSpc>
              <a:buNone/>
              <a:defRPr sz="825" b="1">
                <a:solidFill>
                  <a:srgbClr val="252B33"/>
                </a:solidFill>
                <a:latin typeface="微软雅黑" panose="020B0503020204020204" charset="-122"/>
                <a:ea typeface="微软雅黑" panose="020B0503020204020204" charset="-122"/>
                <a:cs typeface="微软雅黑" panose="020B0503020204020204" charset="-122"/>
              </a:defRPr>
            </a:pPr>
            <a:r>
              <a:rPr sz="825" b="1">
                <a:solidFill>
                  <a:srgbClr val="252B33"/>
                </a:solidFill>
                <a:latin typeface="微软雅黑" panose="020B0503020204020204" charset="-122"/>
                <a:ea typeface="微软雅黑" panose="020B0503020204020204" charset="-122"/>
                <a:cs typeface="微软雅黑" panose="020B0503020204020204" charset="-122"/>
              </a:rPr>
              <a:t>38.66%</a:t>
            </a:r>
          </a:p>
        </p:txBody>
      </p:sp>
      <p:sp>
        <p:nvSpPr>
          <p:cNvPr id="33" name="cell-1-8"/>
          <p:cNvSpPr>
            <a:spLocks noGrp="1"/>
          </p:cNvSpPr>
          <p:nvPr/>
        </p:nvSpPr>
        <p:spPr>
          <a:xfrm>
            <a:off x="6691631" y="3233532"/>
            <a:ext cx="2571750" cy="514350"/>
          </a:xfrm>
          <a:prstGeom prst="rect">
            <a:avLst/>
          </a:prstGeom>
          <a:solidFill>
            <a:srgbClr val="F3F6F8"/>
          </a:solidFill>
          <a:ln w="5239">
            <a:solidFill>
              <a:srgbClr val="D5DDE3"/>
            </a:solidFill>
            <a:prstDash val="solid"/>
          </a:ln>
        </p:spPr>
        <p:txBody>
          <a:bodyPr wrap="square" lIns="76200" tIns="38100" rIns="76200" bIns="38100" anchor="ctr">
            <a:normAutofit/>
          </a:bodyPr>
          <a:lstStyle/>
          <a:p>
            <a:pPr algn="l">
              <a:lnSpc>
                <a:spcPct val="96000"/>
              </a:lnSpc>
              <a:buNone/>
              <a:defRPr sz="765" b="0">
                <a:solidFill>
                  <a:srgbClr val="687482"/>
                </a:solidFill>
                <a:latin typeface="微软雅黑" panose="020B0503020204020204" charset="-122"/>
                <a:ea typeface="微软雅黑" panose="020B0503020204020204" charset="-122"/>
                <a:cs typeface="微软雅黑" panose="020B0503020204020204" charset="-122"/>
              </a:defRPr>
            </a:pPr>
            <a:r>
              <a:rPr sz="765" b="0">
                <a:solidFill>
                  <a:srgbClr val="687482"/>
                </a:solidFill>
                <a:latin typeface="微软雅黑" panose="020B0503020204020204" charset="-122"/>
                <a:ea typeface="微软雅黑" panose="020B0503020204020204" charset="-122"/>
                <a:cs typeface="微软雅黑" panose="020B0503020204020204" charset="-122"/>
              </a:rPr>
              <a:t>long_scoreboard 17.08 warps / issue</a:t>
            </a:r>
          </a:p>
          <a:p>
            <a:pPr algn="l">
              <a:lnSpc>
                <a:spcPct val="96000"/>
              </a:lnSpc>
              <a:buNone/>
              <a:defRPr sz="765" b="0">
                <a:solidFill>
                  <a:srgbClr val="687482"/>
                </a:solidFill>
                <a:latin typeface="微软雅黑" panose="020B0503020204020204" charset="-122"/>
                <a:ea typeface="微软雅黑" panose="020B0503020204020204" charset="-122"/>
                <a:cs typeface="微软雅黑" panose="020B0503020204020204" charset="-122"/>
              </a:defRPr>
            </a:pPr>
            <a:r>
              <a:rPr sz="765" b="0">
                <a:solidFill>
                  <a:srgbClr val="687482"/>
                </a:solidFill>
                <a:latin typeface="微软雅黑" panose="020B0503020204020204" charset="-122"/>
                <a:ea typeface="微软雅黑" panose="020B0503020204020204" charset="-122"/>
                <a:cs typeface="微软雅黑" panose="020B0503020204020204" charset="-122"/>
              </a:rPr>
              <a:t>L1 完美合并</a:t>
            </a:r>
          </a:p>
        </p:txBody>
      </p:sp>
      <p:sp>
        <p:nvSpPr>
          <p:cNvPr id="34" name="cell-1-9"/>
          <p:cNvSpPr>
            <a:spLocks noGrp="1"/>
          </p:cNvSpPr>
          <p:nvPr/>
        </p:nvSpPr>
        <p:spPr>
          <a:xfrm>
            <a:off x="9263381" y="3233532"/>
            <a:ext cx="2066925" cy="514350"/>
          </a:xfrm>
          <a:prstGeom prst="rect">
            <a:avLst/>
          </a:prstGeom>
          <a:solidFill>
            <a:srgbClr val="F3F6F8"/>
          </a:solidFill>
          <a:ln w="5239">
            <a:solidFill>
              <a:srgbClr val="D5DDE3"/>
            </a:solidFill>
            <a:prstDash val="solid"/>
          </a:ln>
        </p:spPr>
        <p:txBody>
          <a:bodyPr wrap="square" lIns="66675" tIns="38100" rIns="66675" bIns="38100" anchor="ctr">
            <a:normAutofit/>
          </a:bodyPr>
          <a:lstStyle/>
          <a:p>
            <a:pPr algn="l">
              <a:lnSpc>
                <a:spcPct val="96000"/>
              </a:lnSpc>
              <a:buNone/>
              <a:defRPr sz="790" b="1">
                <a:solidFill>
                  <a:srgbClr val="416B88"/>
                </a:solidFill>
                <a:latin typeface="微软雅黑" panose="020B0503020204020204" charset="-122"/>
                <a:ea typeface="微软雅黑" panose="020B0503020204020204" charset="-122"/>
                <a:cs typeface="微软雅黑" panose="020B0503020204020204" charset="-122"/>
              </a:defRPr>
            </a:pPr>
            <a:r>
              <a:rPr sz="790" b="1">
                <a:solidFill>
                  <a:srgbClr val="416B88"/>
                </a:solidFill>
                <a:latin typeface="微软雅黑" panose="020B0503020204020204" charset="-122"/>
                <a:ea typeface="微软雅黑" panose="020B0503020204020204" charset="-122"/>
                <a:cs typeface="微软雅黑" panose="020B0503020204020204" charset="-122"/>
              </a:rPr>
              <a:t>DRAM 带宽 /</a:t>
            </a:r>
          </a:p>
          <a:p>
            <a:pPr algn="l">
              <a:lnSpc>
                <a:spcPct val="96000"/>
              </a:lnSpc>
              <a:buNone/>
              <a:defRPr sz="790" b="1">
                <a:solidFill>
                  <a:srgbClr val="416B88"/>
                </a:solidFill>
                <a:latin typeface="微软雅黑" panose="020B0503020204020204" charset="-122"/>
                <a:ea typeface="微软雅黑" panose="020B0503020204020204" charset="-122"/>
                <a:cs typeface="微软雅黑" panose="020B0503020204020204" charset="-122"/>
              </a:defRPr>
            </a:pPr>
            <a:r>
              <a:rPr sz="790" b="1">
                <a:solidFill>
                  <a:srgbClr val="416B88"/>
                </a:solidFill>
                <a:latin typeface="微软雅黑" panose="020B0503020204020204" charset="-122"/>
                <a:ea typeface="微软雅黑" panose="020B0503020204020204" charset="-122"/>
                <a:cs typeface="微软雅黑" panose="020B0503020204020204" charset="-122"/>
              </a:rPr>
              <a:t>内存延迟受限</a:t>
            </a:r>
          </a:p>
        </p:txBody>
      </p:sp>
      <p:sp>
        <p:nvSpPr>
          <p:cNvPr id="35" name="cell-2-0"/>
          <p:cNvSpPr>
            <a:spLocks noGrp="1"/>
          </p:cNvSpPr>
          <p:nvPr/>
        </p:nvSpPr>
        <p:spPr>
          <a:xfrm>
            <a:off x="690881" y="3747882"/>
            <a:ext cx="685800" cy="514350"/>
          </a:xfrm>
          <a:prstGeom prst="rect">
            <a:avLst/>
          </a:prstGeom>
          <a:solidFill>
            <a:srgbClr val="FFFFFF"/>
          </a:solidFill>
          <a:ln w="5239">
            <a:solidFill>
              <a:srgbClr val="D5DDE3"/>
            </a:solidFill>
            <a:prstDash val="solid"/>
          </a:ln>
        </p:spPr>
        <p:txBody>
          <a:bodyPr wrap="square" lIns="66675" tIns="38100" rIns="66675" bIns="38100" anchor="ctr">
            <a:normAutofit/>
          </a:bodyPr>
          <a:lstStyle/>
          <a:p>
            <a:pPr algn="ctr">
              <a:lnSpc>
                <a:spcPct val="96000"/>
              </a:lnSpc>
              <a:buNone/>
              <a:defRPr sz="715" b="1">
                <a:solidFill>
                  <a:srgbClr val="416B88"/>
                </a:solidFill>
                <a:latin typeface="微软雅黑" panose="020B0503020204020204" charset="-122"/>
                <a:ea typeface="微软雅黑" panose="020B0503020204020204" charset="-122"/>
                <a:cs typeface="微软雅黑" panose="020B0503020204020204" charset="-122"/>
              </a:defRPr>
            </a:pPr>
            <a:r>
              <a:rPr sz="715" b="1">
                <a:solidFill>
                  <a:srgbClr val="416B88"/>
                </a:solidFill>
                <a:latin typeface="微软雅黑" panose="020B0503020204020204" charset="-122"/>
                <a:ea typeface="微软雅黑" panose="020B0503020204020204" charset="-122"/>
                <a:cs typeface="微软雅黑" panose="020B0503020204020204" charset="-122"/>
              </a:rPr>
              <a:t>layernorm</a:t>
            </a:r>
          </a:p>
        </p:txBody>
      </p:sp>
      <p:sp>
        <p:nvSpPr>
          <p:cNvPr id="36" name="cell-2-1"/>
          <p:cNvSpPr>
            <a:spLocks noGrp="1"/>
          </p:cNvSpPr>
          <p:nvPr/>
        </p:nvSpPr>
        <p:spPr>
          <a:xfrm>
            <a:off x="1376681" y="3747882"/>
            <a:ext cx="1647825" cy="514350"/>
          </a:xfrm>
          <a:prstGeom prst="rect">
            <a:avLst/>
          </a:prstGeom>
          <a:solidFill>
            <a:srgbClr val="FFFFFF"/>
          </a:solidFill>
          <a:ln w="5239">
            <a:solidFill>
              <a:srgbClr val="D5DDE3"/>
            </a:solidFill>
            <a:prstDash val="solid"/>
          </a:ln>
        </p:spPr>
        <p:txBody>
          <a:bodyPr wrap="square" lIns="66675" tIns="38100" rIns="66675" bIns="38100" anchor="ctr">
            <a:normAutofit/>
          </a:bodyPr>
          <a:lstStyle/>
          <a:p>
            <a:pPr algn="l">
              <a:lnSpc>
                <a:spcPct val="96000"/>
              </a:lnSpc>
              <a:buNone/>
              <a:defRPr sz="825" b="1">
                <a:solidFill>
                  <a:srgbClr val="252B33"/>
                </a:solidFill>
                <a:latin typeface="微软雅黑" panose="020B0503020204020204" charset="-122"/>
                <a:ea typeface="微软雅黑" panose="020B0503020204020204" charset="-122"/>
                <a:cs typeface="微软雅黑" panose="020B0503020204020204" charset="-122"/>
              </a:defRPr>
            </a:pPr>
            <a:r>
              <a:rPr sz="825" b="1">
                <a:solidFill>
                  <a:srgbClr val="252B33"/>
                </a:solidFill>
                <a:latin typeface="微软雅黑" panose="020B0503020204020204" charset="-122"/>
                <a:ea typeface="微软雅黑" panose="020B0503020204020204" charset="-122"/>
                <a:cs typeface="微软雅黑" panose="020B0503020204020204" charset="-122"/>
              </a:rPr>
              <a:t>Triton</a:t>
            </a:r>
          </a:p>
          <a:p>
            <a:pPr algn="l">
              <a:lnSpc>
                <a:spcPct val="96000"/>
              </a:lnSpc>
              <a:buNone/>
              <a:defRPr sz="825" b="1">
                <a:solidFill>
                  <a:srgbClr val="252B33"/>
                </a:solidFill>
                <a:latin typeface="微软雅黑" panose="020B0503020204020204" charset="-122"/>
                <a:ea typeface="微软雅黑" panose="020B0503020204020204" charset="-122"/>
                <a:cs typeface="微软雅黑" panose="020B0503020204020204" charset="-122"/>
              </a:defRPr>
            </a:pPr>
            <a:r>
              <a:rPr sz="825" b="1">
                <a:solidFill>
                  <a:srgbClr val="252B33"/>
                </a:solidFill>
                <a:latin typeface="微软雅黑" panose="020B0503020204020204" charset="-122"/>
                <a:ea typeface="微软雅黑" panose="020B0503020204020204" charset="-122"/>
                <a:cs typeface="微软雅黑" panose="020B0503020204020204" charset="-122"/>
              </a:rPr>
              <a:t>BLOCK_BS=4 · nw8 · ns2</a:t>
            </a:r>
          </a:p>
        </p:txBody>
      </p:sp>
      <p:sp>
        <p:nvSpPr>
          <p:cNvPr id="37" name="cell-2-2"/>
          <p:cNvSpPr>
            <a:spLocks noGrp="1"/>
          </p:cNvSpPr>
          <p:nvPr/>
        </p:nvSpPr>
        <p:spPr>
          <a:xfrm>
            <a:off x="3024506" y="3747882"/>
            <a:ext cx="514350" cy="514350"/>
          </a:xfrm>
          <a:prstGeom prst="rect">
            <a:avLst/>
          </a:prstGeom>
          <a:solidFill>
            <a:srgbClr val="FFFFFF"/>
          </a:solidFill>
          <a:ln w="5239">
            <a:solidFill>
              <a:srgbClr val="D5DDE3"/>
            </a:solidFill>
            <a:prstDash val="solid"/>
          </a:ln>
        </p:spPr>
        <p:txBody>
          <a:bodyPr wrap="square" lIns="66675" tIns="38100" rIns="66675" bIns="38100" anchor="ctr">
            <a:normAutofit/>
          </a:bodyPr>
          <a:lstStyle/>
          <a:p>
            <a:pPr algn="ctr">
              <a:lnSpc>
                <a:spcPct val="96000"/>
              </a:lnSpc>
              <a:buNone/>
              <a:defRPr sz="825" b="1">
                <a:solidFill>
                  <a:srgbClr val="252B33"/>
                </a:solidFill>
                <a:latin typeface="微软雅黑" panose="020B0503020204020204" charset="-122"/>
                <a:ea typeface="微软雅黑" panose="020B0503020204020204" charset="-122"/>
                <a:cs typeface="微软雅黑" panose="020B0503020204020204" charset="-122"/>
              </a:defRPr>
            </a:pPr>
            <a:r>
              <a:rPr sz="825" b="1">
                <a:solidFill>
                  <a:srgbClr val="252B33"/>
                </a:solidFill>
                <a:latin typeface="微软雅黑" panose="020B0503020204020204" charset="-122"/>
                <a:ea typeface="微软雅黑" panose="020B0503020204020204" charset="-122"/>
                <a:cs typeface="微软雅黑" panose="020B0503020204020204" charset="-122"/>
              </a:rPr>
              <a:t>40</a:t>
            </a:r>
          </a:p>
        </p:txBody>
      </p:sp>
      <p:sp>
        <p:nvSpPr>
          <p:cNvPr id="38" name="cell-2-3"/>
          <p:cNvSpPr>
            <a:spLocks noGrp="1"/>
          </p:cNvSpPr>
          <p:nvPr/>
        </p:nvSpPr>
        <p:spPr>
          <a:xfrm>
            <a:off x="3538856" y="3747882"/>
            <a:ext cx="476250" cy="514350"/>
          </a:xfrm>
          <a:prstGeom prst="rect">
            <a:avLst/>
          </a:prstGeom>
          <a:solidFill>
            <a:srgbClr val="FFFFFF"/>
          </a:solidFill>
          <a:ln w="5239">
            <a:solidFill>
              <a:srgbClr val="D5DDE3"/>
            </a:solidFill>
            <a:prstDash val="solid"/>
          </a:ln>
        </p:spPr>
        <p:txBody>
          <a:bodyPr wrap="square" lIns="66675" tIns="38100" rIns="66675" bIns="38100" anchor="ctr">
            <a:normAutofit/>
          </a:bodyPr>
          <a:lstStyle/>
          <a:p>
            <a:pPr algn="ctr">
              <a:lnSpc>
                <a:spcPct val="96000"/>
              </a:lnSpc>
              <a:buNone/>
              <a:defRPr sz="825" b="1">
                <a:solidFill>
                  <a:srgbClr val="252B33"/>
                </a:solidFill>
                <a:latin typeface="微软雅黑" panose="020B0503020204020204" charset="-122"/>
                <a:ea typeface="微软雅黑" panose="020B0503020204020204" charset="-122"/>
                <a:cs typeface="微软雅黑" panose="020B0503020204020204" charset="-122"/>
              </a:defRPr>
            </a:pPr>
            <a:r>
              <a:rPr sz="825" b="1">
                <a:solidFill>
                  <a:srgbClr val="252B33"/>
                </a:solidFill>
                <a:latin typeface="微软雅黑" panose="020B0503020204020204" charset="-122"/>
                <a:ea typeface="微软雅黑" panose="020B0503020204020204" charset="-122"/>
                <a:cs typeface="微软雅黑" panose="020B0503020204020204" charset="-122"/>
              </a:rPr>
              <a:t>—</a:t>
            </a:r>
          </a:p>
        </p:txBody>
      </p:sp>
      <p:sp>
        <p:nvSpPr>
          <p:cNvPr id="40" name="cell-2-5"/>
          <p:cNvSpPr>
            <a:spLocks noGrp="1"/>
          </p:cNvSpPr>
          <p:nvPr/>
        </p:nvSpPr>
        <p:spPr>
          <a:xfrm>
            <a:off x="4005581" y="3747882"/>
            <a:ext cx="1085850" cy="514350"/>
          </a:xfrm>
          <a:prstGeom prst="rect">
            <a:avLst/>
          </a:prstGeom>
          <a:solidFill>
            <a:srgbClr val="FFFFFF"/>
          </a:solidFill>
          <a:ln w="5239">
            <a:solidFill>
              <a:srgbClr val="D5DDE3"/>
            </a:solidFill>
            <a:prstDash val="solid"/>
          </a:ln>
        </p:spPr>
        <p:txBody>
          <a:bodyPr wrap="square" lIns="66675" tIns="38100" rIns="66675" bIns="38100" anchor="ctr">
            <a:normAutofit/>
          </a:bodyPr>
          <a:lstStyle/>
          <a:p>
            <a:pPr algn="ctr">
              <a:lnSpc>
                <a:spcPct val="96000"/>
              </a:lnSpc>
              <a:buNone/>
              <a:defRPr sz="825" b="1">
                <a:solidFill>
                  <a:srgbClr val="252B33"/>
                </a:solidFill>
                <a:latin typeface="微软雅黑" panose="020B0503020204020204" charset="-122"/>
                <a:ea typeface="微软雅黑" panose="020B0503020204020204" charset="-122"/>
                <a:cs typeface="微软雅黑" panose="020B0503020204020204" charset="-122"/>
              </a:defRPr>
            </a:pPr>
            <a:r>
              <a:rPr sz="825" b="1" dirty="0" smtClean="0">
                <a:solidFill>
                  <a:srgbClr val="252B33"/>
                </a:solidFill>
                <a:latin typeface="微软雅黑" panose="020B0503020204020204" charset="-122"/>
                <a:ea typeface="微软雅黑" panose="020B0503020204020204" charset="-122"/>
                <a:cs typeface="微软雅黑" panose="020B0503020204020204" charset="-122"/>
              </a:rPr>
              <a:t>91.86</a:t>
            </a:r>
            <a:r>
              <a:rPr sz="825" b="1" dirty="0">
                <a:solidFill>
                  <a:srgbClr val="252B33"/>
                </a:solidFill>
                <a:latin typeface="微软雅黑" panose="020B0503020204020204" charset="-122"/>
                <a:ea typeface="微软雅黑" panose="020B0503020204020204" charset="-122"/>
                <a:cs typeface="微软雅黑" panose="020B0503020204020204" charset="-122"/>
              </a:rPr>
              <a:t>%</a:t>
            </a:r>
          </a:p>
        </p:txBody>
      </p:sp>
      <p:sp>
        <p:nvSpPr>
          <p:cNvPr id="41" name="cell-2-6"/>
          <p:cNvSpPr>
            <a:spLocks noGrp="1"/>
          </p:cNvSpPr>
          <p:nvPr/>
        </p:nvSpPr>
        <p:spPr>
          <a:xfrm>
            <a:off x="5091431" y="3747882"/>
            <a:ext cx="876300" cy="514350"/>
          </a:xfrm>
          <a:prstGeom prst="rect">
            <a:avLst/>
          </a:prstGeom>
          <a:solidFill>
            <a:srgbClr val="FFFFFF"/>
          </a:solidFill>
          <a:ln w="5239">
            <a:solidFill>
              <a:srgbClr val="D5DDE3"/>
            </a:solidFill>
            <a:prstDash val="solid"/>
          </a:ln>
        </p:spPr>
        <p:txBody>
          <a:bodyPr wrap="square" lIns="66675" tIns="38100" rIns="66675" bIns="38100" anchor="ctr">
            <a:normAutofit/>
          </a:bodyPr>
          <a:lstStyle/>
          <a:p>
            <a:pPr algn="ctr">
              <a:lnSpc>
                <a:spcPct val="96000"/>
              </a:lnSpc>
              <a:buNone/>
              <a:defRPr sz="825" b="1">
                <a:solidFill>
                  <a:srgbClr val="252B33"/>
                </a:solidFill>
                <a:latin typeface="微软雅黑" panose="020B0503020204020204" charset="-122"/>
                <a:ea typeface="微软雅黑" panose="020B0503020204020204" charset="-122"/>
                <a:cs typeface="微软雅黑" panose="020B0503020204020204" charset="-122"/>
              </a:defRPr>
            </a:pPr>
            <a:r>
              <a:rPr sz="825" b="1">
                <a:solidFill>
                  <a:srgbClr val="252B33"/>
                </a:solidFill>
                <a:latin typeface="微软雅黑" panose="020B0503020204020204" charset="-122"/>
                <a:ea typeface="微软雅黑" panose="020B0503020204020204" charset="-122"/>
                <a:cs typeface="微软雅黑" panose="020B0503020204020204" charset="-122"/>
              </a:rPr>
              <a:t>80.61%</a:t>
            </a:r>
          </a:p>
        </p:txBody>
      </p:sp>
      <p:sp>
        <p:nvSpPr>
          <p:cNvPr id="42" name="cell-2-7"/>
          <p:cNvSpPr>
            <a:spLocks noGrp="1"/>
          </p:cNvSpPr>
          <p:nvPr/>
        </p:nvSpPr>
        <p:spPr>
          <a:xfrm>
            <a:off x="5967731" y="3747882"/>
            <a:ext cx="723900" cy="514350"/>
          </a:xfrm>
          <a:prstGeom prst="rect">
            <a:avLst/>
          </a:prstGeom>
          <a:solidFill>
            <a:srgbClr val="FFFFFF"/>
          </a:solidFill>
          <a:ln w="5239">
            <a:solidFill>
              <a:srgbClr val="D5DDE3"/>
            </a:solidFill>
            <a:prstDash val="solid"/>
          </a:ln>
        </p:spPr>
        <p:txBody>
          <a:bodyPr wrap="square" lIns="66675" tIns="38100" rIns="66675" bIns="38100" anchor="ctr">
            <a:normAutofit/>
          </a:bodyPr>
          <a:lstStyle/>
          <a:p>
            <a:pPr algn="ctr">
              <a:lnSpc>
                <a:spcPct val="96000"/>
              </a:lnSpc>
              <a:buNone/>
              <a:defRPr sz="825" b="1">
                <a:solidFill>
                  <a:srgbClr val="252B33"/>
                </a:solidFill>
                <a:latin typeface="微软雅黑" panose="020B0503020204020204" charset="-122"/>
                <a:ea typeface="微软雅黑" panose="020B0503020204020204" charset="-122"/>
                <a:cs typeface="微软雅黑" panose="020B0503020204020204" charset="-122"/>
              </a:defRPr>
            </a:pPr>
            <a:r>
              <a:rPr sz="825" b="1">
                <a:solidFill>
                  <a:srgbClr val="252B33"/>
                </a:solidFill>
                <a:latin typeface="微软雅黑" panose="020B0503020204020204" charset="-122"/>
                <a:ea typeface="微软雅黑" panose="020B0503020204020204" charset="-122"/>
                <a:cs typeface="微软雅黑" panose="020B0503020204020204" charset="-122"/>
              </a:rPr>
              <a:t>35.38%</a:t>
            </a:r>
          </a:p>
        </p:txBody>
      </p:sp>
      <p:sp>
        <p:nvSpPr>
          <p:cNvPr id="43" name="cell-2-8"/>
          <p:cNvSpPr>
            <a:spLocks noGrp="1"/>
          </p:cNvSpPr>
          <p:nvPr/>
        </p:nvSpPr>
        <p:spPr>
          <a:xfrm>
            <a:off x="6691631" y="3747882"/>
            <a:ext cx="2571750" cy="514350"/>
          </a:xfrm>
          <a:prstGeom prst="rect">
            <a:avLst/>
          </a:prstGeom>
          <a:solidFill>
            <a:srgbClr val="FFFFFF"/>
          </a:solidFill>
          <a:ln w="5239">
            <a:solidFill>
              <a:srgbClr val="D5DDE3"/>
            </a:solidFill>
            <a:prstDash val="solid"/>
          </a:ln>
        </p:spPr>
        <p:txBody>
          <a:bodyPr wrap="square" lIns="76200" tIns="38100" rIns="76200" bIns="38100" anchor="ctr">
            <a:normAutofit/>
          </a:bodyPr>
          <a:lstStyle/>
          <a:p>
            <a:pPr algn="l">
              <a:lnSpc>
                <a:spcPct val="96000"/>
              </a:lnSpc>
              <a:buNone/>
              <a:defRPr sz="765" b="0">
                <a:solidFill>
                  <a:srgbClr val="687482"/>
                </a:solidFill>
                <a:latin typeface="微软雅黑" panose="020B0503020204020204" charset="-122"/>
                <a:ea typeface="微软雅黑" panose="020B0503020204020204" charset="-122"/>
                <a:cs typeface="微软雅黑" panose="020B0503020204020204" charset="-122"/>
              </a:defRPr>
            </a:pPr>
            <a:r>
              <a:rPr sz="765" b="0">
                <a:solidFill>
                  <a:srgbClr val="687482"/>
                </a:solidFill>
                <a:latin typeface="微软雅黑" panose="020B0503020204020204" charset="-122"/>
                <a:ea typeface="微软雅黑" panose="020B0503020204020204" charset="-122"/>
                <a:cs typeface="微软雅黑" panose="020B0503020204020204" charset="-122"/>
              </a:rPr>
              <a:t>L1 命中 74.99%</a:t>
            </a:r>
          </a:p>
          <a:p>
            <a:pPr algn="l">
              <a:lnSpc>
                <a:spcPct val="96000"/>
              </a:lnSpc>
              <a:buNone/>
              <a:defRPr sz="765" b="0">
                <a:solidFill>
                  <a:srgbClr val="687482"/>
                </a:solidFill>
                <a:latin typeface="微软雅黑" panose="020B0503020204020204" charset="-122"/>
                <a:ea typeface="微软雅黑" panose="020B0503020204020204" charset="-122"/>
                <a:cs typeface="微软雅黑" panose="020B0503020204020204" charset="-122"/>
              </a:defRPr>
            </a:pPr>
            <a:r>
              <a:rPr sz="765" b="0">
                <a:solidFill>
                  <a:srgbClr val="687482"/>
                </a:solidFill>
                <a:latin typeface="微软雅黑" panose="020B0503020204020204" charset="-122"/>
                <a:ea typeface="微软雅黑" panose="020B0503020204020204" charset="-122"/>
                <a:cs typeface="微软雅黑" panose="020B0503020204020204" charset="-122"/>
              </a:rPr>
              <a:t>L2 46.17% · ALU 23.0%</a:t>
            </a:r>
          </a:p>
        </p:txBody>
      </p:sp>
      <p:sp>
        <p:nvSpPr>
          <p:cNvPr id="44" name="cell-2-9"/>
          <p:cNvSpPr>
            <a:spLocks noGrp="1"/>
          </p:cNvSpPr>
          <p:nvPr/>
        </p:nvSpPr>
        <p:spPr>
          <a:xfrm>
            <a:off x="9263381" y="3747882"/>
            <a:ext cx="2066925" cy="514350"/>
          </a:xfrm>
          <a:prstGeom prst="rect">
            <a:avLst/>
          </a:prstGeom>
          <a:solidFill>
            <a:srgbClr val="FFFFFF"/>
          </a:solidFill>
          <a:ln w="5239">
            <a:solidFill>
              <a:srgbClr val="D5DDE3"/>
            </a:solidFill>
            <a:prstDash val="solid"/>
          </a:ln>
        </p:spPr>
        <p:txBody>
          <a:bodyPr wrap="square" lIns="66675" tIns="38100" rIns="66675" bIns="38100" anchor="ctr">
            <a:normAutofit/>
          </a:bodyPr>
          <a:lstStyle/>
          <a:p>
            <a:pPr algn="l">
              <a:lnSpc>
                <a:spcPct val="96000"/>
              </a:lnSpc>
              <a:buNone/>
              <a:defRPr sz="790" b="1">
                <a:solidFill>
                  <a:srgbClr val="416B88"/>
                </a:solidFill>
                <a:latin typeface="微软雅黑" panose="020B0503020204020204" charset="-122"/>
                <a:ea typeface="微软雅黑" panose="020B0503020204020204" charset="-122"/>
                <a:cs typeface="微软雅黑" panose="020B0503020204020204" charset="-122"/>
              </a:defRPr>
            </a:pPr>
            <a:r>
              <a:rPr sz="790" b="1">
                <a:solidFill>
                  <a:srgbClr val="416B88"/>
                </a:solidFill>
                <a:latin typeface="微软雅黑" panose="020B0503020204020204" charset="-122"/>
                <a:ea typeface="微软雅黑" panose="020B0503020204020204" charset="-122"/>
                <a:cs typeface="微软雅黑" panose="020B0503020204020204" charset="-122"/>
              </a:rPr>
              <a:t>DRAM 带宽受限</a:t>
            </a:r>
          </a:p>
        </p:txBody>
      </p:sp>
      <p:sp>
        <p:nvSpPr>
          <p:cNvPr id="45" name="cell-3-0"/>
          <p:cNvSpPr>
            <a:spLocks noGrp="1"/>
          </p:cNvSpPr>
          <p:nvPr/>
        </p:nvSpPr>
        <p:spPr>
          <a:xfrm>
            <a:off x="690881" y="4262232"/>
            <a:ext cx="685800" cy="514350"/>
          </a:xfrm>
          <a:prstGeom prst="rect">
            <a:avLst/>
          </a:prstGeom>
          <a:solidFill>
            <a:srgbClr val="F3F6F8"/>
          </a:solidFill>
          <a:ln w="5239">
            <a:solidFill>
              <a:srgbClr val="D5DDE3"/>
            </a:solidFill>
            <a:prstDash val="solid"/>
          </a:ln>
        </p:spPr>
        <p:txBody>
          <a:bodyPr wrap="square" lIns="66675" tIns="38100" rIns="66675" bIns="38100" anchor="ctr">
            <a:normAutofit/>
          </a:bodyPr>
          <a:lstStyle/>
          <a:p>
            <a:pPr algn="ctr">
              <a:lnSpc>
                <a:spcPct val="96000"/>
              </a:lnSpc>
              <a:buNone/>
              <a:defRPr sz="715" b="1">
                <a:solidFill>
                  <a:srgbClr val="416B88"/>
                </a:solidFill>
                <a:latin typeface="微软雅黑" panose="020B0503020204020204" charset="-122"/>
                <a:ea typeface="微软雅黑" panose="020B0503020204020204" charset="-122"/>
                <a:cs typeface="微软雅黑" panose="020B0503020204020204" charset="-122"/>
              </a:defRPr>
            </a:pPr>
            <a:r>
              <a:rPr sz="715" b="1">
                <a:solidFill>
                  <a:srgbClr val="416B88"/>
                </a:solidFill>
                <a:latin typeface="微软雅黑" panose="020B0503020204020204" charset="-122"/>
                <a:ea typeface="微软雅黑" panose="020B0503020204020204" charset="-122"/>
                <a:cs typeface="微软雅黑" panose="020B0503020204020204" charset="-122"/>
              </a:rPr>
              <a:t>layernorm</a:t>
            </a:r>
          </a:p>
        </p:txBody>
      </p:sp>
      <p:sp>
        <p:nvSpPr>
          <p:cNvPr id="46" name="cell-3-1"/>
          <p:cNvSpPr>
            <a:spLocks noGrp="1"/>
          </p:cNvSpPr>
          <p:nvPr/>
        </p:nvSpPr>
        <p:spPr>
          <a:xfrm>
            <a:off x="1376681" y="4262232"/>
            <a:ext cx="1647825" cy="514350"/>
          </a:xfrm>
          <a:prstGeom prst="rect">
            <a:avLst/>
          </a:prstGeom>
          <a:solidFill>
            <a:srgbClr val="F3F6F8"/>
          </a:solidFill>
          <a:ln w="5239">
            <a:solidFill>
              <a:srgbClr val="D5DDE3"/>
            </a:solidFill>
            <a:prstDash val="solid"/>
          </a:ln>
        </p:spPr>
        <p:txBody>
          <a:bodyPr wrap="square" lIns="66675" tIns="38100" rIns="66675" bIns="38100" anchor="ctr">
            <a:normAutofit/>
          </a:bodyPr>
          <a:lstStyle/>
          <a:p>
            <a:pPr algn="l">
              <a:lnSpc>
                <a:spcPct val="96000"/>
              </a:lnSpc>
              <a:buNone/>
              <a:defRPr sz="825" b="1">
                <a:solidFill>
                  <a:srgbClr val="252B33"/>
                </a:solidFill>
                <a:latin typeface="微软雅黑" panose="020B0503020204020204" charset="-122"/>
                <a:ea typeface="微软雅黑" panose="020B0503020204020204" charset="-122"/>
                <a:cs typeface="微软雅黑" panose="020B0503020204020204" charset="-122"/>
              </a:defRPr>
            </a:pPr>
            <a:r>
              <a:rPr sz="825" b="1">
                <a:solidFill>
                  <a:srgbClr val="252B33"/>
                </a:solidFill>
                <a:latin typeface="微软雅黑" panose="020B0503020204020204" charset="-122"/>
                <a:ea typeface="微软雅黑" panose="020B0503020204020204" charset="-122"/>
                <a:cs typeface="微软雅黑" panose="020B0503020204020204" charset="-122"/>
              </a:rPr>
              <a:t>CUDA</a:t>
            </a:r>
          </a:p>
          <a:p>
            <a:pPr algn="l">
              <a:lnSpc>
                <a:spcPct val="96000"/>
              </a:lnSpc>
              <a:buNone/>
              <a:defRPr sz="825" b="1">
                <a:solidFill>
                  <a:srgbClr val="252B33"/>
                </a:solidFill>
                <a:latin typeface="微软雅黑" panose="020B0503020204020204" charset="-122"/>
                <a:ea typeface="微软雅黑" panose="020B0503020204020204" charset="-122"/>
                <a:cs typeface="微软雅黑" panose="020B0503020204020204" charset="-122"/>
              </a:defRPr>
            </a:pPr>
            <a:r>
              <a:rPr sz="825" b="1">
                <a:solidFill>
                  <a:srgbClr val="252B33"/>
                </a:solidFill>
                <a:latin typeface="微软雅黑" panose="020B0503020204020204" charset="-122"/>
                <a:ea typeface="微软雅黑" panose="020B0503020204020204" charset="-122"/>
                <a:cs typeface="微软雅黑" panose="020B0503020204020204" charset="-122"/>
              </a:rPr>
              <a:t>b512 · 2 elem / thd</a:t>
            </a:r>
          </a:p>
        </p:txBody>
      </p:sp>
      <p:sp>
        <p:nvSpPr>
          <p:cNvPr id="47" name="cell-3-2"/>
          <p:cNvSpPr>
            <a:spLocks noGrp="1"/>
          </p:cNvSpPr>
          <p:nvPr/>
        </p:nvSpPr>
        <p:spPr>
          <a:xfrm>
            <a:off x="3024506" y="4262232"/>
            <a:ext cx="514350" cy="514350"/>
          </a:xfrm>
          <a:prstGeom prst="rect">
            <a:avLst/>
          </a:prstGeom>
          <a:solidFill>
            <a:srgbClr val="F3F6F8"/>
          </a:solidFill>
          <a:ln w="5239">
            <a:solidFill>
              <a:srgbClr val="D5DDE3"/>
            </a:solidFill>
            <a:prstDash val="solid"/>
          </a:ln>
        </p:spPr>
        <p:txBody>
          <a:bodyPr wrap="square" lIns="66675" tIns="38100" rIns="66675" bIns="38100" anchor="ctr">
            <a:normAutofit/>
          </a:bodyPr>
          <a:lstStyle/>
          <a:p>
            <a:pPr algn="ctr">
              <a:lnSpc>
                <a:spcPct val="96000"/>
              </a:lnSpc>
              <a:buNone/>
              <a:defRPr sz="825" b="1">
                <a:solidFill>
                  <a:srgbClr val="252B33"/>
                </a:solidFill>
                <a:latin typeface="微软雅黑" panose="020B0503020204020204" charset="-122"/>
                <a:ea typeface="微软雅黑" panose="020B0503020204020204" charset="-122"/>
                <a:cs typeface="微软雅黑" panose="020B0503020204020204" charset="-122"/>
              </a:defRPr>
            </a:pPr>
            <a:r>
              <a:rPr sz="825" b="1">
                <a:solidFill>
                  <a:srgbClr val="252B33"/>
                </a:solidFill>
                <a:latin typeface="微软雅黑" panose="020B0503020204020204" charset="-122"/>
                <a:ea typeface="微软雅黑" panose="020B0503020204020204" charset="-122"/>
                <a:cs typeface="微软雅黑" panose="020B0503020204020204" charset="-122"/>
              </a:rPr>
              <a:t>25</a:t>
            </a:r>
          </a:p>
        </p:txBody>
      </p:sp>
      <p:sp>
        <p:nvSpPr>
          <p:cNvPr id="48" name="cell-3-3"/>
          <p:cNvSpPr>
            <a:spLocks noGrp="1"/>
          </p:cNvSpPr>
          <p:nvPr/>
        </p:nvSpPr>
        <p:spPr>
          <a:xfrm>
            <a:off x="3538856" y="4262232"/>
            <a:ext cx="476250" cy="514350"/>
          </a:xfrm>
          <a:prstGeom prst="rect">
            <a:avLst/>
          </a:prstGeom>
          <a:solidFill>
            <a:srgbClr val="F3F6F8"/>
          </a:solidFill>
          <a:ln w="5239">
            <a:solidFill>
              <a:srgbClr val="D5DDE3"/>
            </a:solidFill>
            <a:prstDash val="solid"/>
          </a:ln>
        </p:spPr>
        <p:txBody>
          <a:bodyPr wrap="square" lIns="66675" tIns="38100" rIns="66675" bIns="38100" anchor="ctr">
            <a:normAutofit/>
          </a:bodyPr>
          <a:lstStyle/>
          <a:p>
            <a:pPr algn="ctr">
              <a:lnSpc>
                <a:spcPct val="96000"/>
              </a:lnSpc>
              <a:buNone/>
              <a:defRPr sz="825" b="1">
                <a:solidFill>
                  <a:srgbClr val="252B33"/>
                </a:solidFill>
                <a:latin typeface="微软雅黑" panose="020B0503020204020204" charset="-122"/>
                <a:ea typeface="微软雅黑" panose="020B0503020204020204" charset="-122"/>
                <a:cs typeface="微软雅黑" panose="020B0503020204020204" charset="-122"/>
              </a:defRPr>
            </a:pPr>
            <a:r>
              <a:rPr sz="825" b="1">
                <a:solidFill>
                  <a:srgbClr val="252B33"/>
                </a:solidFill>
                <a:latin typeface="微软雅黑" panose="020B0503020204020204" charset="-122"/>
                <a:ea typeface="微软雅黑" panose="020B0503020204020204" charset="-122"/>
                <a:cs typeface="微软雅黑" panose="020B0503020204020204" charset="-122"/>
              </a:rPr>
              <a:t>0</a:t>
            </a:r>
          </a:p>
        </p:txBody>
      </p:sp>
      <p:sp>
        <p:nvSpPr>
          <p:cNvPr id="50" name="cell-3-5"/>
          <p:cNvSpPr>
            <a:spLocks noGrp="1"/>
          </p:cNvSpPr>
          <p:nvPr/>
        </p:nvSpPr>
        <p:spPr>
          <a:xfrm>
            <a:off x="4005581" y="4262232"/>
            <a:ext cx="1085850" cy="514350"/>
          </a:xfrm>
          <a:prstGeom prst="rect">
            <a:avLst/>
          </a:prstGeom>
          <a:solidFill>
            <a:srgbClr val="F3F6F8"/>
          </a:solidFill>
          <a:ln w="5239">
            <a:solidFill>
              <a:srgbClr val="D5DDE3"/>
            </a:solidFill>
            <a:prstDash val="solid"/>
          </a:ln>
        </p:spPr>
        <p:txBody>
          <a:bodyPr wrap="square" lIns="66675" tIns="38100" rIns="66675" bIns="38100" anchor="ctr">
            <a:normAutofit/>
          </a:bodyPr>
          <a:lstStyle/>
          <a:p>
            <a:pPr algn="ctr">
              <a:lnSpc>
                <a:spcPct val="96000"/>
              </a:lnSpc>
              <a:buNone/>
              <a:defRPr sz="825" b="1">
                <a:solidFill>
                  <a:srgbClr val="252B33"/>
                </a:solidFill>
                <a:latin typeface="微软雅黑" panose="020B0503020204020204" charset="-122"/>
                <a:ea typeface="微软雅黑" panose="020B0503020204020204" charset="-122"/>
                <a:cs typeface="微软雅黑" panose="020B0503020204020204" charset="-122"/>
              </a:defRPr>
            </a:pPr>
            <a:r>
              <a:rPr sz="825" b="1" dirty="0" smtClean="0">
                <a:solidFill>
                  <a:srgbClr val="252B33"/>
                </a:solidFill>
                <a:latin typeface="微软雅黑" panose="020B0503020204020204" charset="-122"/>
                <a:ea typeface="微软雅黑" panose="020B0503020204020204" charset="-122"/>
                <a:cs typeface="微软雅黑" panose="020B0503020204020204" charset="-122"/>
              </a:rPr>
              <a:t>92.50</a:t>
            </a:r>
            <a:r>
              <a:rPr sz="825" b="1" dirty="0">
                <a:solidFill>
                  <a:srgbClr val="252B33"/>
                </a:solidFill>
                <a:latin typeface="微软雅黑" panose="020B0503020204020204" charset="-122"/>
                <a:ea typeface="微软雅黑" panose="020B0503020204020204" charset="-122"/>
                <a:cs typeface="微软雅黑" panose="020B0503020204020204" charset="-122"/>
              </a:rPr>
              <a:t>%</a:t>
            </a:r>
          </a:p>
        </p:txBody>
      </p:sp>
      <p:sp>
        <p:nvSpPr>
          <p:cNvPr id="51" name="cell-3-6"/>
          <p:cNvSpPr>
            <a:spLocks noGrp="1"/>
          </p:cNvSpPr>
          <p:nvPr/>
        </p:nvSpPr>
        <p:spPr>
          <a:xfrm>
            <a:off x="5091431" y="4262232"/>
            <a:ext cx="876300" cy="514350"/>
          </a:xfrm>
          <a:prstGeom prst="rect">
            <a:avLst/>
          </a:prstGeom>
          <a:solidFill>
            <a:srgbClr val="F3F6F8"/>
          </a:solidFill>
          <a:ln w="5239">
            <a:solidFill>
              <a:srgbClr val="D5DDE3"/>
            </a:solidFill>
            <a:prstDash val="solid"/>
          </a:ln>
        </p:spPr>
        <p:txBody>
          <a:bodyPr wrap="square" lIns="66675" tIns="38100" rIns="66675" bIns="38100" anchor="ctr">
            <a:normAutofit/>
          </a:bodyPr>
          <a:lstStyle/>
          <a:p>
            <a:pPr algn="ctr">
              <a:lnSpc>
                <a:spcPct val="96000"/>
              </a:lnSpc>
              <a:buNone/>
              <a:defRPr sz="825" b="1">
                <a:solidFill>
                  <a:srgbClr val="252B33"/>
                </a:solidFill>
                <a:latin typeface="微软雅黑" panose="020B0503020204020204" charset="-122"/>
                <a:ea typeface="微软雅黑" panose="020B0503020204020204" charset="-122"/>
                <a:cs typeface="微软雅黑" panose="020B0503020204020204" charset="-122"/>
              </a:defRPr>
            </a:pPr>
            <a:r>
              <a:rPr sz="825" b="1">
                <a:solidFill>
                  <a:srgbClr val="252B33"/>
                </a:solidFill>
                <a:latin typeface="微软雅黑" panose="020B0503020204020204" charset="-122"/>
                <a:ea typeface="微软雅黑" panose="020B0503020204020204" charset="-122"/>
                <a:cs typeface="微软雅黑" panose="020B0503020204020204" charset="-122"/>
              </a:rPr>
              <a:t>90.30%</a:t>
            </a:r>
          </a:p>
          <a:p>
            <a:pPr algn="ctr">
              <a:lnSpc>
                <a:spcPct val="96000"/>
              </a:lnSpc>
              <a:buNone/>
              <a:defRPr sz="825" b="1">
                <a:solidFill>
                  <a:srgbClr val="252B33"/>
                </a:solidFill>
                <a:latin typeface="微软雅黑" panose="020B0503020204020204" charset="-122"/>
                <a:ea typeface="微软雅黑" panose="020B0503020204020204" charset="-122"/>
                <a:cs typeface="微软雅黑" panose="020B0503020204020204" charset="-122"/>
              </a:defRPr>
            </a:pPr>
            <a:r>
              <a:rPr sz="825" b="1">
                <a:solidFill>
                  <a:srgbClr val="252B33"/>
                </a:solidFill>
                <a:latin typeface="微软雅黑" panose="020B0503020204020204" charset="-122"/>
                <a:ea typeface="微软雅黑" panose="020B0503020204020204" charset="-122"/>
                <a:cs typeface="微软雅黑" panose="020B0503020204020204" charset="-122"/>
              </a:rPr>
              <a:t>823 GB/s</a:t>
            </a:r>
          </a:p>
        </p:txBody>
      </p:sp>
      <p:sp>
        <p:nvSpPr>
          <p:cNvPr id="52" name="cell-3-7"/>
          <p:cNvSpPr>
            <a:spLocks noGrp="1"/>
          </p:cNvSpPr>
          <p:nvPr/>
        </p:nvSpPr>
        <p:spPr>
          <a:xfrm>
            <a:off x="5967731" y="4262232"/>
            <a:ext cx="723900" cy="514350"/>
          </a:xfrm>
          <a:prstGeom prst="rect">
            <a:avLst/>
          </a:prstGeom>
          <a:solidFill>
            <a:srgbClr val="F3F6F8"/>
          </a:solidFill>
          <a:ln w="5239">
            <a:solidFill>
              <a:srgbClr val="D5DDE3"/>
            </a:solidFill>
            <a:prstDash val="solid"/>
          </a:ln>
        </p:spPr>
        <p:txBody>
          <a:bodyPr wrap="square" lIns="66675" tIns="38100" rIns="66675" bIns="38100" anchor="ctr">
            <a:normAutofit/>
          </a:bodyPr>
          <a:lstStyle/>
          <a:p>
            <a:pPr algn="ctr">
              <a:lnSpc>
                <a:spcPct val="96000"/>
              </a:lnSpc>
              <a:buNone/>
              <a:defRPr sz="825" b="1">
                <a:solidFill>
                  <a:srgbClr val="252B33"/>
                </a:solidFill>
                <a:latin typeface="微软雅黑" panose="020B0503020204020204" charset="-122"/>
                <a:ea typeface="微软雅黑" panose="020B0503020204020204" charset="-122"/>
                <a:cs typeface="微软雅黑" panose="020B0503020204020204" charset="-122"/>
              </a:defRPr>
            </a:pPr>
            <a:r>
              <a:rPr sz="825" b="1">
                <a:solidFill>
                  <a:srgbClr val="252B33"/>
                </a:solidFill>
                <a:latin typeface="微软雅黑" panose="020B0503020204020204" charset="-122"/>
                <a:ea typeface="微软雅黑" panose="020B0503020204020204" charset="-122"/>
                <a:cs typeface="微软雅黑" panose="020B0503020204020204" charset="-122"/>
              </a:rPr>
              <a:t>56.75%</a:t>
            </a:r>
          </a:p>
        </p:txBody>
      </p:sp>
      <p:sp>
        <p:nvSpPr>
          <p:cNvPr id="53" name="cell-3-8"/>
          <p:cNvSpPr>
            <a:spLocks noGrp="1"/>
          </p:cNvSpPr>
          <p:nvPr/>
        </p:nvSpPr>
        <p:spPr>
          <a:xfrm>
            <a:off x="6691631" y="4262232"/>
            <a:ext cx="2571750" cy="514350"/>
          </a:xfrm>
          <a:prstGeom prst="rect">
            <a:avLst/>
          </a:prstGeom>
          <a:solidFill>
            <a:srgbClr val="F3F6F8"/>
          </a:solidFill>
          <a:ln w="5239">
            <a:solidFill>
              <a:srgbClr val="D5DDE3"/>
            </a:solidFill>
            <a:prstDash val="solid"/>
          </a:ln>
        </p:spPr>
        <p:txBody>
          <a:bodyPr wrap="square" lIns="76200" tIns="38100" rIns="76200" bIns="38100" anchor="ctr">
            <a:normAutofit/>
          </a:bodyPr>
          <a:lstStyle/>
          <a:p>
            <a:pPr algn="l">
              <a:lnSpc>
                <a:spcPct val="96000"/>
              </a:lnSpc>
              <a:buNone/>
              <a:defRPr sz="765" b="0">
                <a:solidFill>
                  <a:srgbClr val="687482"/>
                </a:solidFill>
                <a:latin typeface="微软雅黑" panose="020B0503020204020204" charset="-122"/>
                <a:ea typeface="微软雅黑" panose="020B0503020204020204" charset="-122"/>
                <a:cs typeface="微软雅黑" panose="020B0503020204020204" charset="-122"/>
              </a:defRPr>
            </a:pPr>
            <a:r>
              <a:rPr sz="765" b="0">
                <a:solidFill>
                  <a:srgbClr val="687482"/>
                </a:solidFill>
                <a:latin typeface="微软雅黑" panose="020B0503020204020204" charset="-122"/>
                <a:ea typeface="微软雅黑" panose="020B0503020204020204" charset="-122"/>
                <a:cs typeface="微软雅黑" panose="020B0503020204020204" charset="-122"/>
              </a:rPr>
              <a:t>Block Limit Warps = 3</a:t>
            </a:r>
          </a:p>
          <a:p>
            <a:pPr algn="l">
              <a:lnSpc>
                <a:spcPct val="96000"/>
              </a:lnSpc>
              <a:buNone/>
              <a:defRPr sz="765" b="0">
                <a:solidFill>
                  <a:srgbClr val="687482"/>
                </a:solidFill>
                <a:latin typeface="微软雅黑" panose="020B0503020204020204" charset="-122"/>
                <a:ea typeface="微软雅黑" panose="020B0503020204020204" charset="-122"/>
                <a:cs typeface="微软雅黑" panose="020B0503020204020204" charset="-122"/>
              </a:defRPr>
            </a:pPr>
            <a:r>
              <a:rPr sz="765" b="0">
                <a:solidFill>
                  <a:srgbClr val="687482"/>
                </a:solidFill>
                <a:latin typeface="微软雅黑" panose="020B0503020204020204" charset="-122"/>
                <a:ea typeface="微软雅黑" panose="020B0503020204020204" charset="-122"/>
                <a:cs typeface="微软雅黑" panose="020B0503020204020204" charset="-122"/>
              </a:rPr>
              <a:t>Barrier 34.2% + L1TEX 32.9%</a:t>
            </a:r>
          </a:p>
        </p:txBody>
      </p:sp>
      <p:sp>
        <p:nvSpPr>
          <p:cNvPr id="54" name="cell-3-9"/>
          <p:cNvSpPr>
            <a:spLocks noGrp="1"/>
          </p:cNvSpPr>
          <p:nvPr/>
        </p:nvSpPr>
        <p:spPr>
          <a:xfrm>
            <a:off x="9263381" y="4262232"/>
            <a:ext cx="2066925" cy="514350"/>
          </a:xfrm>
          <a:prstGeom prst="rect">
            <a:avLst/>
          </a:prstGeom>
          <a:solidFill>
            <a:srgbClr val="F3F6F8"/>
          </a:solidFill>
          <a:ln w="5239">
            <a:solidFill>
              <a:srgbClr val="D5DDE3"/>
            </a:solidFill>
            <a:prstDash val="solid"/>
          </a:ln>
        </p:spPr>
        <p:txBody>
          <a:bodyPr wrap="square" lIns="66675" tIns="38100" rIns="66675" bIns="38100" anchor="ctr">
            <a:normAutofit/>
          </a:bodyPr>
          <a:lstStyle/>
          <a:p>
            <a:pPr algn="l">
              <a:lnSpc>
                <a:spcPct val="96000"/>
              </a:lnSpc>
              <a:buNone/>
              <a:defRPr sz="790" b="1">
                <a:solidFill>
                  <a:srgbClr val="416B88"/>
                </a:solidFill>
                <a:latin typeface="微软雅黑" panose="020B0503020204020204" charset="-122"/>
                <a:ea typeface="微软雅黑" panose="020B0503020204020204" charset="-122"/>
                <a:cs typeface="微软雅黑" panose="020B0503020204020204" charset="-122"/>
              </a:defRPr>
            </a:pPr>
            <a:r>
              <a:rPr sz="790" b="1">
                <a:solidFill>
                  <a:srgbClr val="416B88"/>
                </a:solidFill>
                <a:latin typeface="微软雅黑" panose="020B0503020204020204" charset="-122"/>
                <a:ea typeface="微软雅黑" panose="020B0503020204020204" charset="-122"/>
                <a:cs typeface="微软雅黑" panose="020B0503020204020204" charset="-122"/>
              </a:rPr>
              <a:t>DRAM 带宽受限</a:t>
            </a:r>
          </a:p>
        </p:txBody>
      </p:sp>
      <p:sp>
        <p:nvSpPr>
          <p:cNvPr id="75" name="softmax-separator"/>
          <p:cNvSpPr>
            <a:spLocks noGrp="1"/>
          </p:cNvSpPr>
          <p:nvPr/>
        </p:nvSpPr>
        <p:spPr>
          <a:xfrm flipV="1">
            <a:off x="690880" y="3757406"/>
            <a:ext cx="10639425" cy="48453"/>
          </a:xfrm>
          <a:prstGeom prst="rect">
            <a:avLst/>
          </a:prstGeom>
          <a:solidFill>
            <a:srgbClr val="5A819B"/>
          </a:solidFill>
          <a:ln w="0">
            <a:noFill/>
            <a:prstDash val="solid"/>
          </a:ln>
        </p:spPr>
      </p:sp>
      <p:sp>
        <p:nvSpPr>
          <p:cNvPr id="77" name="table-left"/>
          <p:cNvSpPr>
            <a:spLocks noGrp="1"/>
          </p:cNvSpPr>
          <p:nvPr/>
        </p:nvSpPr>
        <p:spPr>
          <a:xfrm flipH="1">
            <a:off x="645162" y="2414382"/>
            <a:ext cx="45719" cy="2362200"/>
          </a:xfrm>
          <a:prstGeom prst="rect">
            <a:avLst/>
          </a:prstGeom>
          <a:solidFill>
            <a:srgbClr val="416B88"/>
          </a:solidFill>
          <a:ln w="0">
            <a:noFill/>
            <a:prstDash val="solid"/>
          </a:ln>
        </p:spPr>
      </p:sp>
      <p:sp>
        <p:nvSpPr>
          <p:cNvPr id="78" name="table-right"/>
          <p:cNvSpPr>
            <a:spLocks noGrp="1"/>
          </p:cNvSpPr>
          <p:nvPr/>
        </p:nvSpPr>
        <p:spPr>
          <a:xfrm>
            <a:off x="11320781" y="2414382"/>
            <a:ext cx="45719" cy="2362200"/>
          </a:xfrm>
          <a:prstGeom prst="rect">
            <a:avLst/>
          </a:prstGeom>
          <a:solidFill>
            <a:srgbClr val="416B88"/>
          </a:solidFill>
          <a:ln w="0">
            <a:noFill/>
            <a:prstDash val="solid"/>
          </a:ln>
        </p:spPr>
      </p:sp>
      <p:sp>
        <p:nvSpPr>
          <p:cNvPr id="98" name="s15-title-rule"/>
          <p:cNvSpPr>
            <a:spLocks noGrp="1"/>
          </p:cNvSpPr>
          <p:nvPr/>
        </p:nvSpPr>
        <p:spPr>
          <a:xfrm>
            <a:off x="247650" y="714375"/>
            <a:ext cx="11734800" cy="19050"/>
          </a:xfrm>
          <a:prstGeom prst="rect">
            <a:avLst/>
          </a:prstGeom>
          <a:solidFill>
            <a:srgbClr val="5B7188"/>
          </a:solidFill>
          <a:ln w="0">
            <a:solidFill>
              <a:srgbClr val="294A6D"/>
            </a:solidFill>
            <a:prstDash val="solid"/>
          </a:ln>
          <a:effectLst/>
        </p:spPr>
      </p:sp>
      <p:sp>
        <p:nvSpPr>
          <p:cNvPr id="99" name="slide-1-title"/>
          <p:cNvSpPr>
            <a:spLocks noGrp="1"/>
          </p:cNvSpPr>
          <p:nvPr/>
        </p:nvSpPr>
        <p:spPr>
          <a:xfrm>
            <a:off x="381000" y="219075"/>
            <a:ext cx="635000" cy="514350"/>
          </a:xfrm>
          <a:prstGeom prst="rect">
            <a:avLst/>
          </a:prstGeom>
          <a:noFill/>
          <a:ln w="0">
            <a:noFill/>
            <a:prstDash val="solid"/>
          </a:ln>
          <a:effectLst/>
        </p:spPr>
        <p:txBody>
          <a:bodyPr wrap="square" lIns="0" tIns="0" rIns="0" bIns="0" anchor="t">
            <a:noAutofit/>
          </a:bodyPr>
          <a:lstStyle/>
          <a:p>
            <a:pPr>
              <a:buNone/>
              <a:defRPr sz="3000" b="1">
                <a:solidFill>
                  <a:srgbClr val="072A67"/>
                </a:solidFill>
                <a:latin typeface="微软雅黑" panose="020B0503020204020204" charset="-122"/>
                <a:ea typeface="微软雅黑" panose="020B0503020204020204" charset="-122"/>
                <a:cs typeface="微软雅黑" panose="020B0503020204020204" charset="-122"/>
              </a:defRPr>
            </a:pPr>
            <a:r>
              <a:rPr lang="en-US" sz="3000" b="1" dirty="0" smtClean="0">
                <a:solidFill>
                  <a:srgbClr val="243B53"/>
                </a:solidFill>
                <a:latin typeface="Arial" panose="020B0604020202020204" pitchFamily="34" charset="0"/>
                <a:ea typeface="微软雅黑" panose="020B0503020204020204" charset="-122"/>
                <a:cs typeface="微软雅黑" panose="020B0503020204020204" charset="-122"/>
              </a:rPr>
              <a:t>3.5</a:t>
            </a:r>
            <a:endParaRPr sz="3000" b="1" dirty="0">
              <a:solidFill>
                <a:srgbClr val="243B53"/>
              </a:solidFill>
              <a:latin typeface="Arial" panose="020B0604020202020204" pitchFamily="34" charset="0"/>
              <a:ea typeface="微软雅黑" panose="020B0503020204020204" charset="-122"/>
              <a:cs typeface="微软雅黑" panose="020B0503020204020204" charset="-122"/>
            </a:endParaRPr>
          </a:p>
        </p:txBody>
      </p:sp>
      <p:sp>
        <p:nvSpPr>
          <p:cNvPr id="82" name="slide-7-page-number"/>
          <p:cNvSpPr>
            <a:spLocks noGrp="1"/>
          </p:cNvSpPr>
          <p:nvPr/>
        </p:nvSpPr>
        <p:spPr>
          <a:xfrm>
            <a:off x="11366500" y="317500"/>
            <a:ext cx="330200" cy="279400"/>
          </a:xfrm>
          <a:prstGeom prst="roundRect">
            <a:avLst>
              <a:gd name="adj" fmla="val 14706"/>
            </a:avLst>
          </a:prstGeom>
          <a:noFill/>
          <a:ln w="9525">
            <a:noFill/>
            <a:prstDash val="solid"/>
          </a:ln>
          <a:effectLst/>
          <a:extLst>
            <a:ext uri="{909E8E84-426E-40DD-AFC4-6F175D3DCCD1}">
              <a14:hiddenFill xmlns:a14="http://schemas.microsoft.com/office/drawing/2010/main">
                <a:solidFill>
                  <a:srgbClr val="294A6D"/>
                </a:solidFill>
              </a14:hiddenFill>
            </a:ext>
            <a:ext uri="{91240B29-F687-4F45-9708-019B960494DF}">
              <a14:hiddenLine xmlns:a14="http://schemas.microsoft.com/office/drawing/2010/main" w="9525">
                <a:solidFill>
                  <a:srgbClr val="294A6D"/>
                </a:solidFill>
                <a:prstDash val="solid"/>
              </a14:hiddenLine>
            </a:ext>
          </a:extLst>
        </p:spPr>
        <p:txBody>
          <a:bodyPr wrap="square" lIns="0" tIns="0" rIns="0" bIns="0" anchor="ctr">
            <a:noAutofit/>
          </a:bodyPr>
          <a:lstStyle/>
          <a:p>
            <a:pPr algn="ctr">
              <a:buNone/>
              <a:defRPr sz="1200" b="1">
                <a:solidFill>
                  <a:srgbClr val="FFFFFF"/>
                </a:solidFill>
                <a:latin typeface="微软雅黑" panose="020B0503020204020204" charset="-122"/>
                <a:ea typeface="微软雅黑" panose="020B0503020204020204" charset="-122"/>
                <a:cs typeface="微软雅黑" panose="020B0503020204020204" charset="-122"/>
              </a:defRPr>
            </a:pPr>
            <a:r>
              <a:rPr lang="en-US" sz="1200" b="1" dirty="0" smtClean="0">
                <a:solidFill>
                  <a:srgbClr val="66737F"/>
                </a:solidFill>
                <a:latin typeface="Arial" panose="020B0604020202020204" pitchFamily="34" charset="0"/>
                <a:ea typeface="微软雅黑" panose="020B0503020204020204" charset="-122"/>
                <a:cs typeface="微软雅黑" panose="020B0503020204020204" charset="-122"/>
              </a:rPr>
              <a:t>21</a:t>
            </a:r>
            <a:endParaRPr lang="en-US" sz="1200" b="1" dirty="0">
              <a:solidFill>
                <a:srgbClr val="66737F"/>
              </a:solidFill>
              <a:latin typeface="Arial" panose="020B0604020202020204" pitchFamily="34" charset="0"/>
              <a:ea typeface="微软雅黑" panose="020B0503020204020204" charset="-122"/>
              <a:cs typeface="微软雅黑" panose="020B0503020204020204" charset="-122"/>
            </a:endParaRPr>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bg>
      <p:bgPr>
        <a:solidFill>
          <a:srgbClr val="F7F8FA"/>
        </a:solidFill>
        <a:effectLst/>
      </p:bgPr>
    </p:bg>
    <p:spTree>
      <p:nvGrpSpPr>
        <p:cNvPr id="1" name=""/>
        <p:cNvGrpSpPr/>
        <p:nvPr/>
      </p:nvGrpSpPr>
      <p:grpSpPr>
        <a:xfrm>
          <a:off x="0" y="0"/>
          <a:ext cx="0" cy="0"/>
          <a:chOff x="0" y="0"/>
          <a:chExt cx="0" cy="0"/>
        </a:xfrm>
      </p:grpSpPr>
      <p:sp>
        <p:nvSpPr>
          <p:cNvPr id="39" name="contents-title"/>
          <p:cNvSpPr>
            <a:spLocks noGrp="1"/>
          </p:cNvSpPr>
          <p:nvPr/>
        </p:nvSpPr>
        <p:spPr>
          <a:xfrm>
            <a:off x="609600" y="247650"/>
            <a:ext cx="2476500" cy="514350"/>
          </a:xfrm>
          <a:prstGeom prst="rect">
            <a:avLst/>
          </a:prstGeom>
          <a:noFill/>
          <a:ln w="0">
            <a:noFill/>
            <a:prstDash val="solid"/>
          </a:ln>
          <a:effectLst/>
        </p:spPr>
        <p:txBody>
          <a:bodyPr wrap="square" lIns="0" tIns="0" rIns="0" bIns="0" anchor="t">
            <a:noAutofit/>
          </a:bodyPr>
          <a:lstStyle/>
          <a:p>
            <a:pPr>
              <a:defRPr sz="2850" b="1">
                <a:solidFill>
                  <a:srgbClr val="072A67"/>
                </a:solidFill>
                <a:latin typeface="微软雅黑" panose="020B0503020204020204" charset="-122"/>
                <a:ea typeface="微软雅黑" panose="020B0503020204020204" charset="-122"/>
                <a:cs typeface="微软雅黑" panose="020B0503020204020204" charset="-122"/>
              </a:defRPr>
            </a:pPr>
            <a:r>
              <a:rPr sz="2800" b="1">
                <a:solidFill>
                  <a:srgbClr val="243B53"/>
                </a:solidFill>
                <a:latin typeface="Arial" panose="020B0604020202020204" pitchFamily="34" charset="0"/>
                <a:ea typeface="微软雅黑" panose="020B0503020204020204" charset="-122"/>
                <a:cs typeface="微软雅黑" panose="020B0503020204020204" charset="-122"/>
              </a:rPr>
              <a:t>目录</a:t>
            </a:r>
          </a:p>
        </p:txBody>
      </p:sp>
      <p:sp>
        <p:nvSpPr>
          <p:cNvPr id="2" name="contents-subtitle"/>
          <p:cNvSpPr>
            <a:spLocks noGrp="1"/>
          </p:cNvSpPr>
          <p:nvPr/>
        </p:nvSpPr>
        <p:spPr>
          <a:xfrm>
            <a:off x="609600" y="742950"/>
            <a:ext cx="2476500" cy="266700"/>
          </a:xfrm>
          <a:prstGeom prst="rect">
            <a:avLst/>
          </a:prstGeom>
          <a:noFill/>
          <a:ln w="0">
            <a:noFill/>
            <a:prstDash val="solid"/>
          </a:ln>
          <a:effectLst/>
        </p:spPr>
        <p:txBody>
          <a:bodyPr wrap="square" lIns="0" tIns="0" rIns="0" bIns="0" anchor="t">
            <a:noAutofit/>
          </a:bodyPr>
          <a:lstStyle/>
          <a:p>
            <a:pPr>
              <a:defRPr sz="1200" b="0">
                <a:solidFill>
                  <a:srgbClr val="56627A"/>
                </a:solidFill>
                <a:latin typeface="微软雅黑" panose="020B0503020204020204" charset="-122"/>
                <a:ea typeface="微软雅黑" panose="020B0503020204020204" charset="-122"/>
                <a:cs typeface="微软雅黑" panose="020B0503020204020204" charset="-122"/>
              </a:defRPr>
            </a:pPr>
            <a:r>
              <a:rPr sz="1200">
                <a:solidFill>
                  <a:srgbClr val="66737F"/>
                </a:solidFill>
                <a:latin typeface="Arial" panose="020B0604020202020204" pitchFamily="34" charset="0"/>
                <a:ea typeface="微软雅黑" panose="020B0503020204020204" charset="-122"/>
                <a:cs typeface="微软雅黑" panose="020B0503020204020204" charset="-122"/>
              </a:rPr>
              <a:t>Contents</a:t>
            </a:r>
          </a:p>
        </p:txBody>
      </p:sp>
      <p:sp>
        <p:nvSpPr>
          <p:cNvPr id="4" name="contents-header-rule"/>
          <p:cNvSpPr>
            <a:spLocks noGrp="1"/>
          </p:cNvSpPr>
          <p:nvPr/>
        </p:nvSpPr>
        <p:spPr>
          <a:xfrm>
            <a:off x="609600" y="1104900"/>
            <a:ext cx="10972800" cy="14288"/>
          </a:xfrm>
          <a:prstGeom prst="rect">
            <a:avLst/>
          </a:prstGeom>
          <a:solidFill>
            <a:srgbClr val="EEF2F5"/>
          </a:solidFill>
          <a:ln w="0">
            <a:noFill/>
            <a:prstDash val="solid"/>
          </a:ln>
          <a:effectLst/>
        </p:spPr>
      </p:sp>
      <p:sp>
        <p:nvSpPr>
          <p:cNvPr id="5" name="contents-card-1"/>
          <p:cNvSpPr>
            <a:spLocks noGrp="1"/>
          </p:cNvSpPr>
          <p:nvPr/>
        </p:nvSpPr>
        <p:spPr>
          <a:xfrm>
            <a:off x="609600" y="1295400"/>
            <a:ext cx="10972800" cy="981075"/>
          </a:xfrm>
          <a:prstGeom prst="rect">
            <a:avLst/>
          </a:prstGeom>
          <a:solidFill>
            <a:srgbClr val="FFFFFF"/>
          </a:solidFill>
          <a:ln w="10160">
            <a:solidFill>
              <a:srgbClr val="D6DEE6"/>
            </a:solidFill>
            <a:prstDash val="solid"/>
          </a:ln>
          <a:effectLst/>
        </p:spPr>
      </p:sp>
      <p:sp>
        <p:nvSpPr>
          <p:cNvPr id="6" name="contents-card-1-accent"/>
          <p:cNvSpPr>
            <a:spLocks noGrp="1"/>
          </p:cNvSpPr>
          <p:nvPr/>
        </p:nvSpPr>
        <p:spPr>
          <a:xfrm>
            <a:off x="609600" y="1295400"/>
            <a:ext cx="66675" cy="981075"/>
          </a:xfrm>
          <a:prstGeom prst="rect">
            <a:avLst/>
          </a:prstGeom>
          <a:solidFill>
            <a:srgbClr val="D6DEE6"/>
          </a:solidFill>
          <a:ln w="0">
            <a:noFill/>
            <a:prstDash val="solid"/>
          </a:ln>
          <a:effectLst/>
        </p:spPr>
      </p:sp>
      <p:sp>
        <p:nvSpPr>
          <p:cNvPr id="7" name="contents-card-1-part"/>
          <p:cNvSpPr>
            <a:spLocks noGrp="1"/>
          </p:cNvSpPr>
          <p:nvPr/>
        </p:nvSpPr>
        <p:spPr>
          <a:xfrm>
            <a:off x="839470" y="1628775"/>
            <a:ext cx="1104900" cy="266700"/>
          </a:xfrm>
          <a:prstGeom prst="rect">
            <a:avLst/>
          </a:prstGeom>
          <a:noFill/>
          <a:ln w="0">
            <a:noFill/>
            <a:prstDash val="solid"/>
          </a:ln>
          <a:effectLst/>
        </p:spPr>
        <p:txBody>
          <a:bodyPr wrap="square" lIns="0" tIns="0" rIns="0" bIns="0" anchor="ctr">
            <a:noAutofit/>
          </a:bodyPr>
          <a:lstStyle/>
          <a:p>
            <a:pPr>
              <a:buClrTx/>
              <a:buSzTx/>
              <a:buFontTx/>
              <a:defRPr sz="1125" b="1">
                <a:solidFill>
                  <a:srgbClr val="0E56C9"/>
                </a:solidFill>
                <a:latin typeface="微软雅黑" panose="020B0503020204020204" charset="-122"/>
                <a:ea typeface="微软雅黑" panose="020B0503020204020204" charset="-122"/>
                <a:cs typeface="微软雅黑" panose="020B0503020204020204" charset="-122"/>
              </a:defRPr>
            </a:pPr>
            <a:r>
              <a:rPr sz="1200">
                <a:solidFill>
                  <a:srgbClr val="66737F"/>
                </a:solidFill>
                <a:latin typeface="Arial" panose="020B0604020202020204" pitchFamily="34" charset="0"/>
                <a:ea typeface="微软雅黑" panose="020B0503020204020204" charset="-122"/>
                <a:cs typeface="微软雅黑" panose="020B0503020204020204" charset="-122"/>
              </a:rPr>
              <a:t>PART 01</a:t>
            </a:r>
          </a:p>
        </p:txBody>
      </p:sp>
      <p:sp>
        <p:nvSpPr>
          <p:cNvPr id="9" name="contents-card-1-divider"/>
          <p:cNvSpPr>
            <a:spLocks noGrp="1"/>
          </p:cNvSpPr>
          <p:nvPr/>
        </p:nvSpPr>
        <p:spPr>
          <a:xfrm>
            <a:off x="2047875" y="1438275"/>
            <a:ext cx="9525" cy="685800"/>
          </a:xfrm>
          <a:prstGeom prst="rect">
            <a:avLst/>
          </a:prstGeom>
          <a:solidFill>
            <a:srgbClr val="D6DEE6"/>
          </a:solidFill>
          <a:ln w="0">
            <a:noFill/>
            <a:prstDash val="solid"/>
          </a:ln>
          <a:effectLst/>
        </p:spPr>
      </p:sp>
      <p:sp>
        <p:nvSpPr>
          <p:cNvPr id="10" name="contents-card-1-title"/>
          <p:cNvSpPr>
            <a:spLocks noGrp="1"/>
          </p:cNvSpPr>
          <p:nvPr/>
        </p:nvSpPr>
        <p:spPr>
          <a:xfrm>
            <a:off x="2286000" y="1390650"/>
            <a:ext cx="8953500" cy="304800"/>
          </a:xfrm>
          <a:prstGeom prst="rect">
            <a:avLst/>
          </a:prstGeom>
          <a:noFill/>
          <a:ln w="0">
            <a:noFill/>
            <a:prstDash val="solid"/>
          </a:ln>
          <a:effectLst/>
        </p:spPr>
        <p:txBody>
          <a:bodyPr wrap="square" lIns="0" tIns="0" rIns="0" bIns="0" anchor="ctr">
            <a:noAutofit/>
          </a:bodyPr>
          <a:lstStyle/>
          <a:p>
            <a:pPr>
              <a:defRPr sz="1500" b="1">
                <a:solidFill>
                  <a:srgbClr val="072A67"/>
                </a:solidFill>
                <a:latin typeface="微软雅黑" panose="020B0503020204020204" charset="-122"/>
                <a:ea typeface="微软雅黑" panose="020B0503020204020204" charset="-122"/>
                <a:cs typeface="微软雅黑" panose="020B0503020204020204" charset="-122"/>
              </a:defRPr>
            </a:pPr>
            <a:r>
              <a:rPr lang="en-US" sz="1600">
                <a:solidFill>
                  <a:srgbClr val="2F3A45"/>
                </a:solidFill>
                <a:latin typeface="Arial" panose="020B0604020202020204" pitchFamily="34" charset="0"/>
                <a:ea typeface="微软雅黑" panose="020B0503020204020204" charset="-122"/>
                <a:cs typeface="微软雅黑" panose="020B0503020204020204" charset="-122"/>
              </a:rPr>
              <a:t>Agent/</a:t>
            </a:r>
            <a:r>
              <a:rPr sz="1600">
                <a:solidFill>
                  <a:srgbClr val="2F3A45"/>
                </a:solidFill>
                <a:latin typeface="Arial" panose="020B0604020202020204" pitchFamily="34" charset="0"/>
                <a:ea typeface="微软雅黑" panose="020B0503020204020204" charset="-122"/>
                <a:cs typeface="微软雅黑" panose="020B0503020204020204" charset="-122"/>
              </a:rPr>
              <a:t>Skill 基础：使用与开发</a:t>
            </a:r>
          </a:p>
        </p:txBody>
      </p:sp>
      <p:sp>
        <p:nvSpPr>
          <p:cNvPr id="13" name="contents-card-2"/>
          <p:cNvSpPr>
            <a:spLocks noGrp="1"/>
          </p:cNvSpPr>
          <p:nvPr/>
        </p:nvSpPr>
        <p:spPr>
          <a:xfrm>
            <a:off x="609600" y="2428875"/>
            <a:ext cx="10972800" cy="981075"/>
          </a:xfrm>
          <a:prstGeom prst="rect">
            <a:avLst/>
          </a:prstGeom>
          <a:solidFill>
            <a:srgbClr val="FFFFFF"/>
          </a:solidFill>
          <a:ln w="10160">
            <a:solidFill>
              <a:srgbClr val="D6DEE6"/>
            </a:solidFill>
            <a:prstDash val="solid"/>
          </a:ln>
          <a:effectLst/>
        </p:spPr>
      </p:sp>
      <p:sp>
        <p:nvSpPr>
          <p:cNvPr id="14" name="contents-card-2-accent"/>
          <p:cNvSpPr>
            <a:spLocks noGrp="1"/>
          </p:cNvSpPr>
          <p:nvPr/>
        </p:nvSpPr>
        <p:spPr>
          <a:xfrm>
            <a:off x="609600" y="2428875"/>
            <a:ext cx="66675" cy="981075"/>
          </a:xfrm>
          <a:prstGeom prst="rect">
            <a:avLst/>
          </a:prstGeom>
          <a:solidFill>
            <a:srgbClr val="D6DEE6"/>
          </a:solidFill>
          <a:ln w="0">
            <a:noFill/>
            <a:prstDash val="solid"/>
          </a:ln>
          <a:effectLst/>
        </p:spPr>
      </p:sp>
      <p:sp>
        <p:nvSpPr>
          <p:cNvPr id="15" name="contents-card-2-part"/>
          <p:cNvSpPr>
            <a:spLocks noGrp="1"/>
          </p:cNvSpPr>
          <p:nvPr/>
        </p:nvSpPr>
        <p:spPr>
          <a:xfrm>
            <a:off x="838200" y="2562225"/>
            <a:ext cx="1104900" cy="266700"/>
          </a:xfrm>
          <a:prstGeom prst="rect">
            <a:avLst/>
          </a:prstGeom>
          <a:noFill/>
          <a:ln w="0">
            <a:noFill/>
            <a:prstDash val="solid"/>
          </a:ln>
          <a:effectLst/>
        </p:spPr>
        <p:txBody>
          <a:bodyPr wrap="square" lIns="0" tIns="0" rIns="0" bIns="0" anchor="ctr">
            <a:noAutofit/>
          </a:bodyPr>
          <a:lstStyle/>
          <a:p>
            <a:pPr>
              <a:defRPr sz="1125" b="1">
                <a:solidFill>
                  <a:srgbClr val="072A67"/>
                </a:solidFill>
                <a:latin typeface="微软雅黑" panose="020B0503020204020204" charset="-122"/>
                <a:ea typeface="微软雅黑" panose="020B0503020204020204" charset="-122"/>
                <a:cs typeface="微软雅黑" panose="020B0503020204020204" charset="-122"/>
              </a:defRPr>
            </a:pPr>
            <a:r>
              <a:rPr sz="1200">
                <a:solidFill>
                  <a:srgbClr val="66737F"/>
                </a:solidFill>
                <a:latin typeface="Arial" panose="020B0604020202020204" pitchFamily="34" charset="0"/>
                <a:ea typeface="微软雅黑" panose="020B0503020204020204" charset="-122"/>
                <a:cs typeface="微软雅黑" panose="020B0503020204020204" charset="-122"/>
              </a:rPr>
              <a:t>PART 02</a:t>
            </a:r>
          </a:p>
        </p:txBody>
      </p:sp>
      <p:sp>
        <p:nvSpPr>
          <p:cNvPr id="17" name="contents-card-2-divider"/>
          <p:cNvSpPr>
            <a:spLocks noGrp="1"/>
          </p:cNvSpPr>
          <p:nvPr/>
        </p:nvSpPr>
        <p:spPr>
          <a:xfrm>
            <a:off x="2047875" y="2571750"/>
            <a:ext cx="9525" cy="685800"/>
          </a:xfrm>
          <a:prstGeom prst="rect">
            <a:avLst/>
          </a:prstGeom>
          <a:solidFill>
            <a:srgbClr val="D6DEE6"/>
          </a:solidFill>
          <a:ln w="0">
            <a:noFill/>
            <a:prstDash val="solid"/>
          </a:ln>
          <a:effectLst/>
        </p:spPr>
      </p:sp>
      <p:sp>
        <p:nvSpPr>
          <p:cNvPr id="18" name="contents-card-2-title"/>
          <p:cNvSpPr>
            <a:spLocks noGrp="1"/>
          </p:cNvSpPr>
          <p:nvPr/>
        </p:nvSpPr>
        <p:spPr>
          <a:xfrm>
            <a:off x="2286000" y="2524125"/>
            <a:ext cx="8953500" cy="304800"/>
          </a:xfrm>
          <a:prstGeom prst="rect">
            <a:avLst/>
          </a:prstGeom>
          <a:noFill/>
          <a:ln w="0">
            <a:noFill/>
            <a:prstDash val="solid"/>
          </a:ln>
          <a:effectLst/>
        </p:spPr>
        <p:txBody>
          <a:bodyPr wrap="square" lIns="0" tIns="0" rIns="0" bIns="0" anchor="ctr">
            <a:noAutofit/>
          </a:bodyPr>
          <a:lstStyle/>
          <a:p>
            <a:pPr>
              <a:defRPr sz="1500" b="1">
                <a:solidFill>
                  <a:srgbClr val="072A67"/>
                </a:solidFill>
                <a:latin typeface="微软雅黑" panose="020B0503020204020204" charset="-122"/>
                <a:ea typeface="微软雅黑" panose="020B0503020204020204" charset="-122"/>
                <a:cs typeface="微软雅黑" panose="020B0503020204020204" charset="-122"/>
              </a:defRPr>
            </a:pPr>
            <a:r>
              <a:rPr lang="zh-CN" sz="1600">
                <a:solidFill>
                  <a:srgbClr val="2F3A45"/>
                </a:solidFill>
                <a:latin typeface="Arial" panose="020B0604020202020204" pitchFamily="34" charset="0"/>
                <a:ea typeface="微软雅黑" panose="020B0503020204020204" charset="-122"/>
                <a:cs typeface="微软雅黑" panose="020B0503020204020204" charset="-122"/>
              </a:rPr>
              <a:t>寒武纪</a:t>
            </a:r>
            <a:r>
              <a:rPr sz="1600">
                <a:solidFill>
                  <a:srgbClr val="2F3A45"/>
                </a:solidFill>
                <a:latin typeface="Arial" panose="020B0604020202020204" pitchFamily="34" charset="0"/>
                <a:ea typeface="微软雅黑" panose="020B0503020204020204" charset="-122"/>
                <a:cs typeface="微软雅黑" panose="020B0503020204020204" charset="-122"/>
              </a:rPr>
              <a:t>算子 Skill：实践与问题</a:t>
            </a:r>
          </a:p>
        </p:txBody>
      </p:sp>
      <p:sp>
        <p:nvSpPr>
          <p:cNvPr id="21" name="contents-card-3"/>
          <p:cNvSpPr>
            <a:spLocks noGrp="1"/>
          </p:cNvSpPr>
          <p:nvPr/>
        </p:nvSpPr>
        <p:spPr>
          <a:xfrm>
            <a:off x="609600" y="3562350"/>
            <a:ext cx="10972800" cy="981075"/>
          </a:xfrm>
          <a:prstGeom prst="rect">
            <a:avLst/>
          </a:prstGeom>
          <a:solidFill>
            <a:srgbClr val="FFFFFF"/>
          </a:solidFill>
          <a:ln w="10160">
            <a:solidFill>
              <a:srgbClr val="D6DEE6"/>
            </a:solidFill>
            <a:prstDash val="solid"/>
          </a:ln>
          <a:effectLst/>
        </p:spPr>
      </p:sp>
      <p:sp>
        <p:nvSpPr>
          <p:cNvPr id="22" name="contents-card-3-accent"/>
          <p:cNvSpPr>
            <a:spLocks noGrp="1"/>
          </p:cNvSpPr>
          <p:nvPr/>
        </p:nvSpPr>
        <p:spPr>
          <a:xfrm>
            <a:off x="609600" y="3562350"/>
            <a:ext cx="66675" cy="981075"/>
          </a:xfrm>
          <a:prstGeom prst="rect">
            <a:avLst/>
          </a:prstGeom>
          <a:solidFill>
            <a:srgbClr val="D6DEE6"/>
          </a:solidFill>
          <a:ln w="0">
            <a:noFill/>
            <a:prstDash val="solid"/>
          </a:ln>
          <a:effectLst/>
        </p:spPr>
      </p:sp>
      <p:sp>
        <p:nvSpPr>
          <p:cNvPr id="23" name="contents-card-3-part"/>
          <p:cNvSpPr>
            <a:spLocks noGrp="1"/>
          </p:cNvSpPr>
          <p:nvPr/>
        </p:nvSpPr>
        <p:spPr>
          <a:xfrm>
            <a:off x="838200" y="3695700"/>
            <a:ext cx="1104900" cy="266700"/>
          </a:xfrm>
          <a:prstGeom prst="rect">
            <a:avLst/>
          </a:prstGeom>
          <a:noFill/>
          <a:ln w="0">
            <a:noFill/>
            <a:prstDash val="solid"/>
          </a:ln>
          <a:effectLst/>
        </p:spPr>
        <p:txBody>
          <a:bodyPr wrap="square" lIns="0" tIns="0" rIns="0" bIns="0" anchor="ctr">
            <a:noAutofit/>
          </a:bodyPr>
          <a:lstStyle/>
          <a:p>
            <a:pPr lvl="0">
              <a:buClrTx/>
              <a:buSzTx/>
              <a:buFontTx/>
              <a:defRPr sz="1125" b="1">
                <a:solidFill>
                  <a:srgbClr val="0E56C9"/>
                </a:solidFill>
                <a:latin typeface="微软雅黑" panose="020B0503020204020204" charset="-122"/>
                <a:ea typeface="微软雅黑" panose="020B0503020204020204" charset="-122"/>
                <a:cs typeface="微软雅黑" panose="020B0503020204020204" charset="-122"/>
              </a:defRPr>
            </a:pPr>
            <a:r>
              <a:rPr sz="1200">
                <a:solidFill>
                  <a:srgbClr val="66737F"/>
                </a:solidFill>
                <a:latin typeface="Arial" panose="020B0604020202020204" pitchFamily="34" charset="0"/>
                <a:ea typeface="微软雅黑" panose="020B0503020204020204" charset="-122"/>
                <a:sym typeface="+mn-ea"/>
              </a:rPr>
              <a:t>PART 03</a:t>
            </a:r>
          </a:p>
        </p:txBody>
      </p:sp>
      <p:sp>
        <p:nvSpPr>
          <p:cNvPr id="25" name="contents-card-3-divider"/>
          <p:cNvSpPr>
            <a:spLocks noGrp="1"/>
          </p:cNvSpPr>
          <p:nvPr/>
        </p:nvSpPr>
        <p:spPr>
          <a:xfrm>
            <a:off x="2047875" y="3705225"/>
            <a:ext cx="9525" cy="685800"/>
          </a:xfrm>
          <a:prstGeom prst="rect">
            <a:avLst/>
          </a:prstGeom>
          <a:solidFill>
            <a:srgbClr val="D6DEE6"/>
          </a:solidFill>
          <a:ln w="0">
            <a:noFill/>
            <a:prstDash val="solid"/>
          </a:ln>
          <a:effectLst/>
        </p:spPr>
      </p:sp>
      <p:sp>
        <p:nvSpPr>
          <p:cNvPr id="26" name="contents-card-3-title"/>
          <p:cNvSpPr>
            <a:spLocks noGrp="1"/>
          </p:cNvSpPr>
          <p:nvPr/>
        </p:nvSpPr>
        <p:spPr>
          <a:xfrm>
            <a:off x="2286000" y="3657600"/>
            <a:ext cx="8953500" cy="304800"/>
          </a:xfrm>
          <a:prstGeom prst="rect">
            <a:avLst/>
          </a:prstGeom>
          <a:noFill/>
          <a:ln w="0">
            <a:noFill/>
            <a:prstDash val="solid"/>
          </a:ln>
          <a:effectLst/>
        </p:spPr>
        <p:txBody>
          <a:bodyPr wrap="square" lIns="0" tIns="0" rIns="0" bIns="0" anchor="ctr">
            <a:noAutofit/>
          </a:bodyPr>
          <a:lstStyle/>
          <a:p>
            <a:pPr>
              <a:defRPr sz="1500" b="1">
                <a:solidFill>
                  <a:srgbClr val="072A67"/>
                </a:solidFill>
                <a:latin typeface="微软雅黑" panose="020B0503020204020204" charset="-122"/>
                <a:ea typeface="微软雅黑" panose="020B0503020204020204" charset="-122"/>
                <a:cs typeface="微软雅黑" panose="020B0503020204020204" charset="-122"/>
              </a:defRPr>
            </a:pPr>
            <a:r>
              <a:rPr sz="1600">
                <a:solidFill>
                  <a:srgbClr val="2F3A45"/>
                </a:solidFill>
                <a:latin typeface="Arial" panose="020B0604020202020204" pitchFamily="34" charset="0"/>
                <a:ea typeface="微软雅黑" panose="020B0503020204020204" charset="-122"/>
                <a:cs typeface="微软雅黑" panose="020B0503020204020204" charset="-122"/>
              </a:rPr>
              <a:t>算子 Skill 开发指南与多平台实践</a:t>
            </a:r>
          </a:p>
        </p:txBody>
      </p:sp>
      <p:sp>
        <p:nvSpPr>
          <p:cNvPr id="29" name="contents-card-4"/>
          <p:cNvSpPr>
            <a:spLocks noGrp="1"/>
          </p:cNvSpPr>
          <p:nvPr/>
        </p:nvSpPr>
        <p:spPr>
          <a:xfrm>
            <a:off x="623570" y="4652645"/>
            <a:ext cx="10972800" cy="981075"/>
          </a:xfrm>
          <a:prstGeom prst="rect">
            <a:avLst/>
          </a:prstGeom>
          <a:solidFill>
            <a:srgbClr val="EEF2F5"/>
          </a:solidFill>
          <a:ln w="10160">
            <a:solidFill>
              <a:srgbClr val="D6DEE6"/>
            </a:solidFill>
            <a:prstDash val="solid"/>
          </a:ln>
          <a:effectLst/>
        </p:spPr>
      </p:sp>
      <p:sp>
        <p:nvSpPr>
          <p:cNvPr id="30" name="contents-card-4-accent"/>
          <p:cNvSpPr>
            <a:spLocks noGrp="1"/>
          </p:cNvSpPr>
          <p:nvPr/>
        </p:nvSpPr>
        <p:spPr>
          <a:xfrm>
            <a:off x="609600" y="4695825"/>
            <a:ext cx="66675" cy="981075"/>
          </a:xfrm>
          <a:prstGeom prst="rect">
            <a:avLst/>
          </a:prstGeom>
          <a:solidFill>
            <a:srgbClr val="5B7188"/>
          </a:solidFill>
          <a:ln w="0">
            <a:noFill/>
            <a:prstDash val="solid"/>
          </a:ln>
          <a:effectLst/>
        </p:spPr>
      </p:sp>
      <p:sp>
        <p:nvSpPr>
          <p:cNvPr id="31" name="contents-card-4-part"/>
          <p:cNvSpPr>
            <a:spLocks noGrp="1"/>
          </p:cNvSpPr>
          <p:nvPr/>
        </p:nvSpPr>
        <p:spPr>
          <a:xfrm>
            <a:off x="838200" y="4829175"/>
            <a:ext cx="1104900" cy="266700"/>
          </a:xfrm>
          <a:prstGeom prst="rect">
            <a:avLst/>
          </a:prstGeom>
          <a:noFill/>
          <a:ln w="0">
            <a:noFill/>
            <a:prstDash val="solid"/>
          </a:ln>
          <a:effectLst/>
        </p:spPr>
        <p:txBody>
          <a:bodyPr wrap="square" lIns="0" tIns="0" rIns="0" bIns="0" anchor="ctr">
            <a:noAutofit/>
          </a:bodyPr>
          <a:lstStyle/>
          <a:p>
            <a:pPr>
              <a:buClrTx/>
              <a:buSzTx/>
              <a:buFontTx/>
              <a:defRPr sz="1125" b="1">
                <a:solidFill>
                  <a:srgbClr val="7B8799"/>
                </a:solidFill>
                <a:latin typeface="微软雅黑" panose="020B0503020204020204" charset="-122"/>
                <a:ea typeface="微软雅黑" panose="020B0503020204020204" charset="-122"/>
                <a:cs typeface="微软雅黑" panose="020B0503020204020204" charset="-122"/>
              </a:defRPr>
            </a:pPr>
            <a:r>
              <a:rPr sz="1200" b="1">
                <a:solidFill>
                  <a:srgbClr val="294A6D"/>
                </a:solidFill>
                <a:latin typeface="Arial" panose="020B0604020202020204" pitchFamily="34" charset="0"/>
                <a:ea typeface="微软雅黑" panose="020B0503020204020204" charset="-122"/>
                <a:cs typeface="微软雅黑" panose="020B0503020204020204" charset="-122"/>
              </a:rPr>
              <a:t>PART 04</a:t>
            </a:r>
          </a:p>
        </p:txBody>
      </p:sp>
      <p:sp>
        <p:nvSpPr>
          <p:cNvPr id="33" name="contents-card-4-divider"/>
          <p:cNvSpPr>
            <a:spLocks noGrp="1"/>
          </p:cNvSpPr>
          <p:nvPr/>
        </p:nvSpPr>
        <p:spPr>
          <a:xfrm>
            <a:off x="2047875" y="4838700"/>
            <a:ext cx="9525" cy="685800"/>
          </a:xfrm>
          <a:prstGeom prst="rect">
            <a:avLst/>
          </a:prstGeom>
          <a:solidFill>
            <a:srgbClr val="D6DEE6"/>
          </a:solidFill>
          <a:ln w="0">
            <a:noFill/>
            <a:prstDash val="solid"/>
          </a:ln>
          <a:effectLst/>
        </p:spPr>
      </p:sp>
      <p:sp>
        <p:nvSpPr>
          <p:cNvPr id="34" name="contents-card-4-title"/>
          <p:cNvSpPr>
            <a:spLocks noGrp="1"/>
          </p:cNvSpPr>
          <p:nvPr/>
        </p:nvSpPr>
        <p:spPr>
          <a:xfrm>
            <a:off x="2286000" y="4791075"/>
            <a:ext cx="8953500" cy="304800"/>
          </a:xfrm>
          <a:prstGeom prst="rect">
            <a:avLst/>
          </a:prstGeom>
          <a:noFill/>
          <a:ln w="0">
            <a:noFill/>
            <a:prstDash val="solid"/>
          </a:ln>
          <a:effectLst/>
        </p:spPr>
        <p:txBody>
          <a:bodyPr wrap="square" lIns="0" tIns="0" rIns="0" bIns="0" anchor="ctr">
            <a:noAutofit/>
          </a:bodyPr>
          <a:lstStyle/>
          <a:p>
            <a:pPr>
              <a:defRPr sz="1500" b="1">
                <a:solidFill>
                  <a:srgbClr val="072A67"/>
                </a:solidFill>
                <a:latin typeface="微软雅黑" panose="020B0503020204020204" charset="-122"/>
                <a:ea typeface="微软雅黑" panose="020B0503020204020204" charset="-122"/>
                <a:cs typeface="微软雅黑" panose="020B0503020204020204" charset="-122"/>
              </a:defRPr>
            </a:pPr>
            <a:r>
              <a:rPr sz="1600" b="1" dirty="0" err="1" smtClean="0">
                <a:solidFill>
                  <a:srgbClr val="243B53"/>
                </a:solidFill>
                <a:latin typeface="Arial" panose="020B0604020202020204" pitchFamily="34" charset="0"/>
                <a:ea typeface="微软雅黑" panose="020B0503020204020204" charset="-122"/>
                <a:cs typeface="微软雅黑" panose="020B0503020204020204" charset="-122"/>
              </a:rPr>
              <a:t>未来</a:t>
            </a:r>
            <a:r>
              <a:rPr lang="zh-CN" altLang="en-US" sz="1600" b="1" dirty="0" smtClean="0">
                <a:solidFill>
                  <a:srgbClr val="243B53"/>
                </a:solidFill>
                <a:latin typeface="Arial" panose="020B0604020202020204" pitchFamily="34" charset="0"/>
                <a:ea typeface="微软雅黑" panose="020B0503020204020204" charset="-122"/>
                <a:cs typeface="微软雅黑" panose="020B0503020204020204" charset="-122"/>
              </a:rPr>
              <a:t>计划</a:t>
            </a:r>
            <a:endParaRPr sz="1600" b="1" dirty="0">
              <a:solidFill>
                <a:srgbClr val="243B53"/>
              </a:solidFill>
              <a:latin typeface="Arial" panose="020B0604020202020204" pitchFamily="34" charset="0"/>
              <a:ea typeface="微软雅黑" panose="020B0503020204020204" charset="-122"/>
              <a:cs typeface="微软雅黑" panose="020B0503020204020204" charset="-122"/>
            </a:endParaRPr>
          </a:p>
        </p:txBody>
      </p:sp>
      <p:sp>
        <p:nvSpPr>
          <p:cNvPr id="38" name="contents-bottom-accent"/>
          <p:cNvSpPr>
            <a:spLocks noGrp="1"/>
          </p:cNvSpPr>
          <p:nvPr/>
        </p:nvSpPr>
        <p:spPr>
          <a:xfrm>
            <a:off x="0" y="6807200"/>
            <a:ext cx="12192000" cy="50800"/>
          </a:xfrm>
          <a:prstGeom prst="rect">
            <a:avLst/>
          </a:prstGeom>
          <a:solidFill>
            <a:srgbClr val="294A6D"/>
          </a:solidFill>
          <a:ln w="0">
            <a:noFill/>
            <a:prstDash val="solid"/>
          </a:ln>
          <a:effectLst/>
        </p:spPr>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矩形 2"/>
          <p:cNvSpPr>
            <a:spLocks noGrp="1"/>
          </p:cNvSpPr>
          <p:nvPr/>
        </p:nvSpPr>
        <p:spPr>
          <a:xfrm>
            <a:off x="11277600" y="389490"/>
            <a:ext cx="381000" cy="247650"/>
          </a:xfrm>
          <a:prstGeom prst="rect">
            <a:avLst/>
          </a:prstGeom>
          <a:noFill/>
          <a:ln w="0">
            <a:noFill/>
            <a:prstDash val="solid"/>
          </a:ln>
        </p:spPr>
        <p:txBody>
          <a:bodyPr wrap="square" lIns="0" tIns="0" rIns="0" bIns="0" anchor="t">
            <a:noAutofit/>
          </a:bodyPr>
          <a:lstStyle/>
          <a:p>
            <a:pPr algn="r">
              <a:lnSpc>
                <a:spcPct val="108000"/>
              </a:lnSpc>
              <a:buNone/>
              <a:defRPr sz="1200" b="1">
                <a:solidFill>
                  <a:srgbClr val="AFC2D5"/>
                </a:solidFill>
                <a:latin typeface="微软雅黑" panose="020B0503020204020204" charset="-122"/>
                <a:ea typeface="微软雅黑" panose="020B0503020204020204" charset="-122"/>
                <a:cs typeface="微软雅黑" panose="020B0503020204020204" charset="-122"/>
              </a:defRPr>
            </a:pPr>
            <a:r>
              <a:rPr lang="en-US" sz="1200" b="1" dirty="0" smtClean="0">
                <a:solidFill>
                  <a:srgbClr val="AFC2D5"/>
                </a:solidFill>
                <a:latin typeface="微软雅黑" panose="020B0503020204020204" charset="-122"/>
                <a:ea typeface="微软雅黑" panose="020B0503020204020204" charset="-122"/>
                <a:cs typeface="微软雅黑" panose="020B0503020204020204" charset="-122"/>
              </a:rPr>
              <a:t>22</a:t>
            </a:r>
            <a:endParaRPr lang="en-US" sz="1200" b="1" dirty="0">
              <a:solidFill>
                <a:srgbClr val="AFC2D5"/>
              </a:solidFill>
              <a:latin typeface="微软雅黑" panose="020B0503020204020204" charset="-122"/>
              <a:ea typeface="微软雅黑" panose="020B0503020204020204" charset="-122"/>
              <a:cs typeface="微软雅黑" panose="020B0503020204020204" charset="-122"/>
            </a:endParaRPr>
          </a:p>
        </p:txBody>
      </p:sp>
      <p:sp>
        <p:nvSpPr>
          <p:cNvPr id="6" name="矩形 5"/>
          <p:cNvSpPr>
            <a:spLocks noGrp="1"/>
          </p:cNvSpPr>
          <p:nvPr/>
        </p:nvSpPr>
        <p:spPr>
          <a:xfrm>
            <a:off x="6705600" y="1466850"/>
            <a:ext cx="4572000" cy="323850"/>
          </a:xfrm>
          <a:prstGeom prst="rect">
            <a:avLst/>
          </a:prstGeom>
          <a:noFill/>
          <a:ln w="0">
            <a:noFill/>
            <a:prstDash val="solid"/>
          </a:ln>
        </p:spPr>
        <p:txBody>
          <a:bodyPr wrap="square" lIns="0" tIns="0" rIns="0" bIns="0" anchor="t">
            <a:noAutofit/>
          </a:bodyPr>
          <a:lstStyle/>
          <a:p>
            <a:pPr algn="l">
              <a:lnSpc>
                <a:spcPct val="105000"/>
              </a:lnSpc>
              <a:buNone/>
              <a:defRPr sz="1950" b="1">
                <a:solidFill>
                  <a:srgbClr val="FFFFFF"/>
                </a:solidFill>
                <a:latin typeface="微软雅黑" panose="020B0503020204020204" charset="-122"/>
                <a:ea typeface="微软雅黑" panose="020B0503020204020204" charset="-122"/>
                <a:cs typeface="微软雅黑" panose="020B0503020204020204" charset="-122"/>
              </a:defRPr>
            </a:pPr>
            <a:r>
              <a:rPr sz="1950" b="1">
                <a:solidFill>
                  <a:srgbClr val="FFFFFF"/>
                </a:solidFill>
                <a:latin typeface="微软雅黑" panose="020B0503020204020204" charset="-122"/>
                <a:ea typeface="微软雅黑" panose="020B0503020204020204" charset="-122"/>
                <a:cs typeface="微软雅黑" panose="020B0503020204020204" charset="-122"/>
              </a:rPr>
              <a:t>人机协同优化闭环</a:t>
            </a:r>
          </a:p>
        </p:txBody>
      </p:sp>
      <p:sp>
        <p:nvSpPr>
          <p:cNvPr id="27" name="圆角矩形 26"/>
          <p:cNvSpPr>
            <a:spLocks noGrp="1"/>
          </p:cNvSpPr>
          <p:nvPr/>
        </p:nvSpPr>
        <p:spPr>
          <a:xfrm>
            <a:off x="3896992" y="2571055"/>
            <a:ext cx="3581400" cy="514350"/>
          </a:xfrm>
          <a:prstGeom prst="roundRect">
            <a:avLst>
              <a:gd name="adj" fmla="val 11111"/>
            </a:avLst>
          </a:prstGeom>
          <a:solidFill>
            <a:srgbClr val="153B5D"/>
          </a:solidFill>
          <a:ln w="7620">
            <a:solidFill>
              <a:srgbClr val="416987"/>
            </a:solidFill>
            <a:prstDash val="solid"/>
          </a:ln>
        </p:spPr>
        <p:txBody>
          <a:bodyPr wrap="square" lIns="0" tIns="0" rIns="0" bIns="0" anchor="ctr">
            <a:noAutofit/>
          </a:bodyPr>
          <a:lstStyle/>
          <a:p>
            <a:pPr algn="ctr">
              <a:lnSpc>
                <a:spcPct val="108000"/>
              </a:lnSpc>
              <a:buNone/>
              <a:defRPr sz="1500" b="1">
                <a:solidFill>
                  <a:srgbClr val="FFFFFF"/>
                </a:solidFill>
                <a:latin typeface="微软雅黑" panose="020B0503020204020204" charset="-122"/>
                <a:ea typeface="微软雅黑" panose="020B0503020204020204" charset="-122"/>
                <a:cs typeface="微软雅黑" panose="020B0503020204020204" charset="-122"/>
              </a:defRPr>
            </a:pPr>
            <a:r>
              <a:rPr lang="zh-CN" altLang="en-US" sz="1500" b="1" dirty="0" smtClean="0">
                <a:solidFill>
                  <a:srgbClr val="FFFFFF"/>
                </a:solidFill>
                <a:latin typeface="微软雅黑" panose="020B0503020204020204" charset="-122"/>
                <a:ea typeface="微软雅黑" panose="020B0503020204020204" charset="-122"/>
                <a:cs typeface="微软雅黑" panose="020B0503020204020204" charset="-122"/>
              </a:rPr>
              <a:t>开发、检验算子成本进一步</a:t>
            </a:r>
            <a:endParaRPr lang="en-US" sz="1500" b="1" dirty="0">
              <a:solidFill>
                <a:srgbClr val="FFFFFF"/>
              </a:solidFill>
              <a:latin typeface="微软雅黑" panose="020B0503020204020204" charset="-122"/>
              <a:ea typeface="微软雅黑" panose="020B0503020204020204" charset="-122"/>
              <a:cs typeface="微软雅黑" panose="020B0503020204020204" charset="-122"/>
            </a:endParaRPr>
          </a:p>
        </p:txBody>
      </p:sp>
      <p:sp>
        <p:nvSpPr>
          <p:cNvPr id="28" name="圆角矩形 27"/>
          <p:cNvSpPr>
            <a:spLocks noGrp="1"/>
          </p:cNvSpPr>
          <p:nvPr/>
        </p:nvSpPr>
        <p:spPr>
          <a:xfrm>
            <a:off x="3896992" y="3333055"/>
            <a:ext cx="3581400" cy="514350"/>
          </a:xfrm>
          <a:prstGeom prst="roundRect">
            <a:avLst>
              <a:gd name="adj" fmla="val 11111"/>
            </a:avLst>
          </a:prstGeom>
          <a:solidFill>
            <a:srgbClr val="1A4568"/>
          </a:solidFill>
          <a:ln w="7620">
            <a:solidFill>
              <a:srgbClr val="416987"/>
            </a:solidFill>
            <a:prstDash val="solid"/>
          </a:ln>
        </p:spPr>
        <p:txBody>
          <a:bodyPr wrap="square" lIns="0" tIns="0" rIns="0" bIns="0" anchor="ctr">
            <a:noAutofit/>
          </a:bodyPr>
          <a:lstStyle/>
          <a:p>
            <a:pPr algn="ctr">
              <a:lnSpc>
                <a:spcPct val="108000"/>
              </a:lnSpc>
              <a:buNone/>
              <a:defRPr sz="1500" b="1">
                <a:solidFill>
                  <a:srgbClr val="FFFFFF"/>
                </a:solidFill>
                <a:latin typeface="微软雅黑" panose="020B0503020204020204" charset="-122"/>
                <a:ea typeface="微软雅黑" panose="020B0503020204020204" charset="-122"/>
                <a:cs typeface="微软雅黑" panose="020B0503020204020204" charset="-122"/>
              </a:defRPr>
            </a:pPr>
            <a:r>
              <a:rPr lang="zh-CN" altLang="en-US" sz="1500" b="1" dirty="0" smtClean="0">
                <a:solidFill>
                  <a:srgbClr val="FFFFFF"/>
                </a:solidFill>
                <a:latin typeface="微软雅黑" panose="020B0503020204020204" charset="-122"/>
                <a:ea typeface="微软雅黑" panose="020B0503020204020204" charset="-122"/>
                <a:cs typeface="微软雅黑" panose="020B0503020204020204" charset="-122"/>
              </a:rPr>
              <a:t>算子库测试规模化</a:t>
            </a:r>
            <a:endParaRPr lang="zh-CN" altLang="en-US" sz="1500" b="1" dirty="0">
              <a:solidFill>
                <a:srgbClr val="FFFFFF"/>
              </a:solidFill>
              <a:latin typeface="微软雅黑" panose="020B0503020204020204" charset="-122"/>
              <a:ea typeface="微软雅黑" panose="020B0503020204020204" charset="-122"/>
              <a:cs typeface="微软雅黑" panose="020B0503020204020204" charset="-122"/>
            </a:endParaRPr>
          </a:p>
        </p:txBody>
      </p:sp>
      <p:sp>
        <p:nvSpPr>
          <p:cNvPr id="29" name="圆角矩形 28"/>
          <p:cNvSpPr>
            <a:spLocks noGrp="1"/>
          </p:cNvSpPr>
          <p:nvPr/>
        </p:nvSpPr>
        <p:spPr>
          <a:xfrm>
            <a:off x="3896992" y="4095055"/>
            <a:ext cx="3581400" cy="514350"/>
          </a:xfrm>
          <a:prstGeom prst="roundRect">
            <a:avLst>
              <a:gd name="adj" fmla="val 11111"/>
            </a:avLst>
          </a:prstGeom>
          <a:solidFill>
            <a:srgbClr val="153B5D"/>
          </a:solidFill>
          <a:ln w="7620">
            <a:solidFill>
              <a:srgbClr val="416987"/>
            </a:solidFill>
            <a:prstDash val="solid"/>
          </a:ln>
        </p:spPr>
        <p:txBody>
          <a:bodyPr wrap="square" lIns="0" tIns="0" rIns="0" bIns="0" anchor="ctr">
            <a:noAutofit/>
          </a:bodyPr>
          <a:lstStyle/>
          <a:p>
            <a:pPr algn="ctr">
              <a:lnSpc>
                <a:spcPct val="108000"/>
              </a:lnSpc>
              <a:buNone/>
              <a:defRPr sz="1500" b="1">
                <a:solidFill>
                  <a:srgbClr val="FFFFFF"/>
                </a:solidFill>
                <a:latin typeface="微软雅黑" panose="020B0503020204020204" charset="-122"/>
                <a:ea typeface="微软雅黑" panose="020B0503020204020204" charset="-122"/>
                <a:cs typeface="微软雅黑" panose="020B0503020204020204" charset="-122"/>
              </a:defRPr>
            </a:pPr>
            <a:r>
              <a:rPr lang="zh-CN" altLang="en-US" sz="1500" b="1" dirty="0">
                <a:solidFill>
                  <a:srgbClr val="FFFFFF"/>
                </a:solidFill>
                <a:latin typeface="微软雅黑" panose="020B0503020204020204" charset="-122"/>
                <a:ea typeface="微软雅黑" panose="020B0503020204020204" charset="-122"/>
                <a:cs typeface="微软雅黑" panose="020B0503020204020204" charset="-122"/>
              </a:rPr>
              <a:t>跨</a:t>
            </a:r>
            <a:r>
              <a:rPr lang="zh-CN" altLang="en-US" sz="1500" b="1" dirty="0" smtClean="0">
                <a:solidFill>
                  <a:srgbClr val="FFFFFF"/>
                </a:solidFill>
                <a:latin typeface="微软雅黑" panose="020B0503020204020204" charset="-122"/>
                <a:ea typeface="微软雅黑" panose="020B0503020204020204" charset="-122"/>
                <a:cs typeface="微软雅黑" panose="020B0503020204020204" charset="-122"/>
              </a:rPr>
              <a:t>平台效率量化</a:t>
            </a:r>
            <a:endParaRPr lang="zh-CN" altLang="en-US" sz="1500" b="1" dirty="0">
              <a:solidFill>
                <a:srgbClr val="FFFFFF"/>
              </a:solidFill>
              <a:latin typeface="微软雅黑" panose="020B0503020204020204" charset="-122"/>
              <a:ea typeface="微软雅黑" panose="020B0503020204020204" charset="-122"/>
              <a:cs typeface="微软雅黑" panose="020B0503020204020204" charset="-122"/>
            </a:endParaRPr>
          </a:p>
        </p:txBody>
      </p:sp>
      <p:sp>
        <p:nvSpPr>
          <p:cNvPr id="40" name="直接连接符 39"/>
          <p:cNvSpPr>
            <a:spLocks noGrp="1"/>
          </p:cNvSpPr>
          <p:nvPr/>
        </p:nvSpPr>
        <p:spPr>
          <a:xfrm>
            <a:off x="685800" y="6448425"/>
            <a:ext cx="10820400" cy="0"/>
          </a:xfrm>
          <a:prstGeom prst="line">
            <a:avLst/>
          </a:prstGeom>
          <a:noFill/>
          <a:ln w="7620">
            <a:solidFill>
              <a:srgbClr val="416987"/>
            </a:solidFill>
            <a:prstDash val="solid"/>
          </a:ln>
        </p:spPr>
      </p:sp>
      <p:sp>
        <p:nvSpPr>
          <p:cNvPr id="43" name="contents-title"/>
          <p:cNvSpPr>
            <a:spLocks noGrp="1"/>
          </p:cNvSpPr>
          <p:nvPr/>
        </p:nvSpPr>
        <p:spPr>
          <a:xfrm>
            <a:off x="1356678" y="150718"/>
            <a:ext cx="6858000" cy="533400"/>
          </a:xfrm>
          <a:prstGeom prst="rect">
            <a:avLst/>
          </a:prstGeom>
          <a:noFill/>
          <a:ln w="0">
            <a:noFill/>
            <a:prstDash val="solid"/>
          </a:ln>
        </p:spPr>
        <p:txBody>
          <a:bodyPr wrap="square" lIns="0" tIns="0" rIns="0" bIns="0" anchor="ctr">
            <a:normAutofit/>
          </a:bodyPr>
          <a:lstStyle/>
          <a:p>
            <a:pPr algn="l">
              <a:buNone/>
              <a:defRPr sz="2850" b="1">
                <a:solidFill>
                  <a:srgbClr val="072A67"/>
                </a:solidFill>
                <a:latin typeface="微软雅黑" panose="020B0503020204020204" charset="-122"/>
                <a:ea typeface="微软雅黑" panose="020B0503020204020204" charset="-122"/>
                <a:cs typeface="微软雅黑" panose="020B0503020204020204" charset="-122"/>
              </a:defRPr>
            </a:pPr>
            <a:r>
              <a:rPr sz="2850" b="1" dirty="0" err="1">
                <a:solidFill>
                  <a:srgbClr val="072A67"/>
                </a:solidFill>
                <a:latin typeface="微软雅黑" panose="020B0503020204020204" charset="-122"/>
                <a:ea typeface="微软雅黑" panose="020B0503020204020204" charset="-122"/>
                <a:cs typeface="微软雅黑" panose="020B0503020204020204" charset="-122"/>
              </a:rPr>
              <a:t>未来计划</a:t>
            </a:r>
            <a:endParaRPr sz="2850" b="1" dirty="0">
              <a:solidFill>
                <a:srgbClr val="072A67"/>
              </a:solidFill>
              <a:latin typeface="微软雅黑" panose="020B0503020204020204" charset="-122"/>
              <a:ea typeface="微软雅黑" panose="020B0503020204020204" charset="-122"/>
              <a:cs typeface="微软雅黑" panose="020B0503020204020204" charset="-122"/>
            </a:endParaRPr>
          </a:p>
        </p:txBody>
      </p:sp>
      <p:sp>
        <p:nvSpPr>
          <p:cNvPr id="45" name="next_page_navigation_background"/>
          <p:cNvSpPr>
            <a:spLocks noGrp="1"/>
          </p:cNvSpPr>
          <p:nvPr/>
        </p:nvSpPr>
        <p:spPr>
          <a:xfrm>
            <a:off x="1165569" y="5770079"/>
            <a:ext cx="9801225" cy="523875"/>
          </a:xfrm>
          <a:prstGeom prst="roundRect">
            <a:avLst>
              <a:gd name="adj" fmla="val 10909"/>
            </a:avLst>
          </a:prstGeom>
          <a:solidFill>
            <a:srgbClr val="EEF4FE"/>
          </a:solidFill>
          <a:ln w="0">
            <a:solidFill>
              <a:srgbClr val="EEF4FE"/>
            </a:solidFill>
            <a:prstDash val="solid"/>
          </a:ln>
        </p:spPr>
        <p:txBody>
          <a:bodyPr wrap="square" lIns="0" tIns="0" rIns="0" bIns="0" anchor="ctr">
            <a:normAutofit/>
          </a:bodyPr>
          <a:lstStyle/>
          <a:p>
            <a:endParaRPr/>
          </a:p>
        </p:txBody>
      </p:sp>
      <p:sp>
        <p:nvSpPr>
          <p:cNvPr id="7" name="矩形 6"/>
          <p:cNvSpPr/>
          <p:nvPr/>
        </p:nvSpPr>
        <p:spPr>
          <a:xfrm>
            <a:off x="1553842" y="5860494"/>
            <a:ext cx="9375775" cy="337185"/>
          </a:xfrm>
          <a:prstGeom prst="rect">
            <a:avLst/>
          </a:prstGeom>
        </p:spPr>
        <p:txBody>
          <a:bodyPr wrap="none">
            <a:spAutoFit/>
          </a:bodyPr>
          <a:lstStyle/>
          <a:p>
            <a:pPr>
              <a:defRPr sz="1500" b="1">
                <a:solidFill>
                  <a:srgbClr val="E97132"/>
                </a:solidFill>
                <a:latin typeface="微软雅黑" panose="020B0503020204020204" charset="-122"/>
                <a:ea typeface="微软雅黑" panose="020B0503020204020204" charset="-122"/>
                <a:cs typeface="微软雅黑" panose="020B0503020204020204" charset="-122"/>
              </a:defRPr>
            </a:pPr>
            <a:r>
              <a:rPr lang="zh-CN" altLang="en-US" sz="1600" b="1" dirty="0">
                <a:solidFill>
                  <a:srgbClr val="072A67"/>
                </a:solidFill>
                <a:latin typeface="微软雅黑" panose="020B0503020204020204" charset="-122"/>
                <a:ea typeface="微软雅黑" panose="020B0503020204020204" charset="-122"/>
                <a:cs typeface="微软雅黑" panose="020B0503020204020204" charset="-122"/>
              </a:rPr>
              <a:t>最终目标</a:t>
            </a:r>
            <a:r>
              <a:rPr lang="zh-CN" altLang="en-US" b="1" dirty="0">
                <a:solidFill>
                  <a:schemeClr val="tx1">
                    <a:lumMod val="85000"/>
                    <a:lumOff val="15000"/>
                  </a:schemeClr>
                </a:solidFill>
                <a:latin typeface="微软雅黑" panose="020B0503020204020204" charset="-122"/>
                <a:ea typeface="微软雅黑" panose="020B0503020204020204" charset="-122"/>
                <a:cs typeface="微软雅黑" panose="020B0503020204020204" charset="-122"/>
              </a:rPr>
              <a:t> ：</a:t>
            </a:r>
            <a:r>
              <a:rPr lang="zh-CN" altLang="en-US" sz="1600" b="1" dirty="0">
                <a:solidFill>
                  <a:srgbClr val="072A67"/>
                </a:solidFill>
                <a:latin typeface="微软雅黑" panose="020B0503020204020204" charset="-122"/>
                <a:ea typeface="微软雅黑" panose="020B0503020204020204" charset="-122"/>
                <a:cs typeface="微软雅黑" panose="020B0503020204020204" charset="-122"/>
              </a:rPr>
              <a:t>从“</a:t>
            </a:r>
            <a:r>
              <a:rPr lang="en-US" altLang="zh-CN" sz="1600" b="1" dirty="0">
                <a:solidFill>
                  <a:srgbClr val="072A67"/>
                </a:solidFill>
                <a:latin typeface="微软雅黑" panose="020B0503020204020204" charset="-122"/>
                <a:ea typeface="微软雅黑" panose="020B0503020204020204" charset="-122"/>
                <a:cs typeface="微软雅黑" panose="020B0503020204020204" charset="-122"/>
              </a:rPr>
              <a:t>Agent</a:t>
            </a:r>
            <a:r>
              <a:rPr lang="zh-CN" altLang="en-US" sz="1600" b="1" dirty="0">
                <a:solidFill>
                  <a:srgbClr val="072A67"/>
                </a:solidFill>
                <a:latin typeface="微软雅黑" panose="020B0503020204020204" charset="-122"/>
                <a:ea typeface="微软雅黑" panose="020B0503020204020204" charset="-122"/>
                <a:cs typeface="微软雅黑" panose="020B0503020204020204" charset="-122"/>
              </a:rPr>
              <a:t> 辅助写算子”扩展到“人 </a:t>
            </a:r>
            <a:r>
              <a:rPr lang="en-US" altLang="zh-CN" sz="1600" b="1" dirty="0">
                <a:solidFill>
                  <a:srgbClr val="072A67"/>
                </a:solidFill>
                <a:latin typeface="微软雅黑" panose="020B0503020204020204" charset="-122"/>
                <a:ea typeface="微软雅黑" panose="020B0503020204020204" charset="-122"/>
                <a:cs typeface="微软雅黑" panose="020B0503020204020204" charset="-122"/>
              </a:rPr>
              <a:t>+ Agent + </a:t>
            </a:r>
            <a:r>
              <a:rPr lang="zh-CN" altLang="en-US" sz="1600" b="1" dirty="0">
                <a:solidFill>
                  <a:srgbClr val="072A67"/>
                </a:solidFill>
                <a:latin typeface="微软雅黑" panose="020B0503020204020204" charset="-122"/>
                <a:ea typeface="微软雅黑" panose="020B0503020204020204" charset="-122"/>
                <a:cs typeface="微软雅黑" panose="020B0503020204020204" charset="-122"/>
              </a:rPr>
              <a:t>真实硬件”协同完成模型部署与性能优化</a:t>
            </a:r>
            <a:endParaRPr lang="zh-CN" altLang="en-US" b="1" dirty="0">
              <a:solidFill>
                <a:schemeClr val="tx1">
                  <a:lumMod val="85000"/>
                  <a:lumOff val="15000"/>
                </a:schemeClr>
              </a:solidFill>
              <a:latin typeface="微软雅黑" panose="020B0503020204020204" charset="-122"/>
              <a:ea typeface="微软雅黑" panose="020B0503020204020204" charset="-122"/>
              <a:cs typeface="微软雅黑" panose="020B0503020204020204" charset="-122"/>
            </a:endParaRPr>
          </a:p>
        </p:txBody>
      </p:sp>
      <p:sp>
        <p:nvSpPr>
          <p:cNvPr id="19" name="slide-1-title"/>
          <p:cNvSpPr>
            <a:spLocks noGrp="1"/>
          </p:cNvSpPr>
          <p:nvPr/>
        </p:nvSpPr>
        <p:spPr>
          <a:xfrm>
            <a:off x="342900" y="223460"/>
            <a:ext cx="635000" cy="495300"/>
          </a:xfrm>
          <a:prstGeom prst="rect">
            <a:avLst/>
          </a:prstGeom>
          <a:noFill/>
          <a:ln w="0">
            <a:noFill/>
            <a:prstDash val="solid"/>
          </a:ln>
          <a:effectLst/>
        </p:spPr>
        <p:txBody>
          <a:bodyPr wrap="square" lIns="0" tIns="0" rIns="0" bIns="0" anchor="t">
            <a:noAutofit/>
          </a:bodyPr>
          <a:lstStyle/>
          <a:p>
            <a:pPr>
              <a:buNone/>
              <a:defRPr sz="3000" b="1">
                <a:solidFill>
                  <a:srgbClr val="072A67"/>
                </a:solidFill>
                <a:latin typeface="微软雅黑" panose="020B0503020204020204" charset="-122"/>
                <a:ea typeface="微软雅黑" panose="020B0503020204020204" charset="-122"/>
                <a:cs typeface="微软雅黑" panose="020B0503020204020204" charset="-122"/>
              </a:defRPr>
            </a:pPr>
            <a:r>
              <a:rPr lang="en-US" sz="3000" b="1" dirty="0">
                <a:solidFill>
                  <a:srgbClr val="243B53"/>
                </a:solidFill>
                <a:latin typeface="Arial" panose="020B0604020202020204" pitchFamily="34" charset="0"/>
                <a:ea typeface="微软雅黑" panose="020B0503020204020204" charset="-122"/>
                <a:cs typeface="微软雅黑" panose="020B0503020204020204" charset="-122"/>
              </a:rPr>
              <a:t>4.1</a:t>
            </a:r>
            <a:endParaRPr sz="3000" b="1" dirty="0">
              <a:solidFill>
                <a:srgbClr val="243B53"/>
              </a:solidFill>
              <a:latin typeface="Arial" panose="020B0604020202020204" pitchFamily="34" charset="0"/>
              <a:ea typeface="微软雅黑" panose="020B0503020204020204" charset="-122"/>
              <a:cs typeface="微软雅黑" panose="020B0503020204020204" charset="-122"/>
            </a:endParaRPr>
          </a:p>
        </p:txBody>
      </p:sp>
      <p:sp>
        <p:nvSpPr>
          <p:cNvPr id="20" name="s15-title-rule"/>
          <p:cNvSpPr>
            <a:spLocks noGrp="1"/>
          </p:cNvSpPr>
          <p:nvPr/>
        </p:nvSpPr>
        <p:spPr>
          <a:xfrm>
            <a:off x="247650" y="714375"/>
            <a:ext cx="11734800" cy="19050"/>
          </a:xfrm>
          <a:prstGeom prst="rect">
            <a:avLst/>
          </a:prstGeom>
          <a:solidFill>
            <a:srgbClr val="5B7188"/>
          </a:solidFill>
          <a:ln w="0">
            <a:solidFill>
              <a:srgbClr val="294A6D"/>
            </a:solidFill>
            <a:prstDash val="solid"/>
          </a:ln>
          <a:effectLst/>
        </p:spPr>
      </p:sp>
      <p:sp>
        <p:nvSpPr>
          <p:cNvPr id="21" name="圆角矩形 20"/>
          <p:cNvSpPr>
            <a:spLocks noGrp="1"/>
          </p:cNvSpPr>
          <p:nvPr/>
        </p:nvSpPr>
        <p:spPr>
          <a:xfrm>
            <a:off x="3896992" y="1733543"/>
            <a:ext cx="3581400" cy="514350"/>
          </a:xfrm>
          <a:prstGeom prst="roundRect">
            <a:avLst>
              <a:gd name="adj" fmla="val 11111"/>
            </a:avLst>
          </a:prstGeom>
          <a:solidFill>
            <a:srgbClr val="153B5D"/>
          </a:solidFill>
          <a:ln w="7620">
            <a:solidFill>
              <a:srgbClr val="416987"/>
            </a:solidFill>
            <a:prstDash val="solid"/>
          </a:ln>
        </p:spPr>
        <p:txBody>
          <a:bodyPr wrap="square" lIns="0" tIns="0" rIns="0" bIns="0" anchor="ctr">
            <a:noAutofit/>
          </a:bodyPr>
          <a:lstStyle/>
          <a:p>
            <a:pPr algn="ctr">
              <a:lnSpc>
                <a:spcPct val="108000"/>
              </a:lnSpc>
              <a:buNone/>
              <a:defRPr sz="1500" b="1">
                <a:solidFill>
                  <a:srgbClr val="FFFFFF"/>
                </a:solidFill>
                <a:latin typeface="微软雅黑" panose="020B0503020204020204" charset="-122"/>
                <a:ea typeface="微软雅黑" panose="020B0503020204020204" charset="-122"/>
                <a:cs typeface="微软雅黑" panose="020B0503020204020204" charset="-122"/>
              </a:defRPr>
            </a:pPr>
            <a:r>
              <a:rPr lang="zh-CN" altLang="en-US" sz="1500" b="1" dirty="0" smtClean="0">
                <a:solidFill>
                  <a:srgbClr val="FFFFFF"/>
                </a:solidFill>
                <a:latin typeface="微软雅黑" panose="020B0503020204020204" charset="-122"/>
                <a:ea typeface="微软雅黑" panose="020B0503020204020204" charset="-122"/>
                <a:cs typeface="微软雅黑" panose="020B0503020204020204" charset="-122"/>
              </a:rPr>
              <a:t>算子优化方式进一步调整</a:t>
            </a:r>
            <a:endParaRPr lang="en-US" sz="1500" b="1" dirty="0">
              <a:solidFill>
                <a:srgbClr val="FFFFFF"/>
              </a:solidFill>
              <a:latin typeface="微软雅黑" panose="020B0503020204020204" charset="-122"/>
              <a:ea typeface="微软雅黑" panose="020B0503020204020204" charset="-122"/>
              <a:cs typeface="微软雅黑" panose="020B0503020204020204" charset="-122"/>
            </a:endParaRPr>
          </a:p>
        </p:txBody>
      </p:sp>
    </p:spTree>
  </p:cSld>
  <p:clrMapOvr>
    <a:masterClrMapping/>
  </p:clrMapOvr>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127</TotalTime>
  <Words>6382</Words>
  <Application>Microsoft Office PowerPoint</Application>
  <PresentationFormat>宽屏</PresentationFormat>
  <Paragraphs>1114</Paragraphs>
  <Slides>27</Slides>
  <Notes>27</Notes>
  <HiddenSlides>0</HiddenSlides>
  <MMClips>0</MMClips>
  <ScaleCrop>false</ScaleCrop>
  <HeadingPairs>
    <vt:vector size="6" baseType="variant">
      <vt:variant>
        <vt:lpstr>已用的字体</vt:lpstr>
      </vt:variant>
      <vt:variant>
        <vt:i4>6</vt:i4>
      </vt:variant>
      <vt:variant>
        <vt:lpstr>主题</vt:lpstr>
      </vt:variant>
      <vt:variant>
        <vt:i4>1</vt:i4>
      </vt:variant>
      <vt:variant>
        <vt:lpstr>幻灯片标题</vt:lpstr>
      </vt:variant>
      <vt:variant>
        <vt:i4>27</vt:i4>
      </vt:variant>
    </vt:vector>
  </HeadingPairs>
  <TitlesOfParts>
    <vt:vector size="34" baseType="lpstr">
      <vt:lpstr>楷体_GB2312</vt:lpstr>
      <vt:lpstr>微软雅黑</vt:lpstr>
      <vt:lpstr>Arial</vt:lpstr>
      <vt:lpstr>Calibri</vt:lpstr>
      <vt:lpstr>Consolas</vt:lpstr>
      <vt:lpstr>Times New Roman</vt:lpstr>
      <vt:lpstr>ChatGPT</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Presentation</dc:title>
  <dc:creator>Walnut Exporter</dc:creator>
  <cp:lastModifiedBy>霍子昂</cp:lastModifiedBy>
  <cp:revision>205</cp:revision>
  <dcterms:created xsi:type="dcterms:W3CDTF">2026-08-17T11:31:00Z</dcterms:created>
  <dcterms:modified xsi:type="dcterms:W3CDTF">2026-08-27T10:21:40Z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KSOProductBuildVer">
    <vt:lpwstr>2052-12.1.0.28043</vt:lpwstr>
  </property>
  <property fmtid="{D5CDD505-2E9C-101B-9397-08002B2CF9AE}" pid="3" name="ICV">
    <vt:lpwstr>EB95D0488D594F14AB70C2DE36E43D4E_12</vt:lpwstr>
  </property>
</Properties>
</file>