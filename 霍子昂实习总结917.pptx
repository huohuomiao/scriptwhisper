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86" r:id="rId4"/>
    <p:sldId id="291" r:id="rId5"/>
    <p:sldId id="292" r:id="rId6"/>
    <p:sldId id="293" r:id="rId7"/>
    <p:sldId id="294" r:id="rId8"/>
    <p:sldId id="295" r:id="rId9"/>
    <p:sldId id="306" r:id="rId10"/>
    <p:sldId id="307" r:id="rId11"/>
    <p:sldId id="290" r:id="rId12"/>
    <p:sldId id="297" r:id="rId13"/>
    <p:sldId id="298" r:id="rId14"/>
    <p:sldId id="299" r:id="rId15"/>
    <p:sldId id="300" r:id="rId16"/>
    <p:sldId id="301" r:id="rId17"/>
    <p:sldId id="302" r:id="rId18"/>
    <p:sldId id="304" r:id="rId19"/>
    <p:sldId id="305" r:id="rId20"/>
    <p:sldId id="308" r:id="rId21"/>
    <p:sldId id="28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291"/>
            <p14:sldId id="292"/>
            <p14:sldId id="293"/>
            <p14:sldId id="294"/>
            <p14:sldId id="295"/>
            <p14:sldId id="306"/>
            <p14:sldId id="307"/>
            <p14:sldId id="290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8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pos="285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ECFF"/>
    <a:srgbClr val="FF9933"/>
    <a:srgbClr val="6699FF"/>
    <a:srgbClr val="00CC66"/>
    <a:srgbClr val="FF9900"/>
    <a:srgbClr val="D9D9F3"/>
    <a:srgbClr val="CDF2FF"/>
    <a:srgbClr val="DAEFC3"/>
    <a:srgbClr val="FFE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96" autoAdjust="0"/>
  </p:normalViewPr>
  <p:slideViewPr>
    <p:cSldViewPr>
      <p:cViewPr varScale="1">
        <p:scale>
          <a:sx n="97" d="100"/>
          <a:sy n="97" d="100"/>
        </p:scale>
        <p:origin x="2004" y="84"/>
      </p:cViewPr>
      <p:guideLst>
        <p:guide orient="horz" pos="2186"/>
        <p:guide pos="28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275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LayerNorm</a:t>
            </a:r>
            <a:endParaRPr lang="en-US" sz="1275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LayerNorm</c:v>
          </c:tx>
          <c:spPr>
            <a:solidFill>
              <a:srgbClr val="D7000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A4-4405-B1AC-AF263C1F7A7B}"/>
              </c:ext>
            </c:extLst>
          </c:dPt>
          <c:dPt>
            <c:idx val="1"/>
            <c:invertIfNegative val="0"/>
            <c:bubble3D val="0"/>
            <c:spPr>
              <a:solidFill>
                <a:srgbClr val="9B9B9B"/>
              </a:solidFill>
            </c:spPr>
            <c:extLst>
              <c:ext xmlns:c16="http://schemas.microsoft.com/office/drawing/2014/chart" uri="{C3380CC4-5D6E-409C-BE32-E72D297353CC}">
                <c16:uniqueId val="{00000003-0AA4-4405-B1AC-AF263C1F7A7B}"/>
              </c:ext>
            </c:extLst>
          </c:dPt>
          <c:dPt>
            <c:idx val="2"/>
            <c:invertIfNegative val="0"/>
            <c:bubble3D val="0"/>
            <c:spPr>
              <a:solidFill>
                <a:srgbClr val="595959"/>
              </a:solidFill>
            </c:spPr>
            <c:extLst>
              <c:ext xmlns:c16="http://schemas.microsoft.com/office/drawing/2014/chart" uri="{C3380CC4-5D6E-409C-BE32-E72D297353CC}">
                <c16:uniqueId val="{00000005-0AA4-4405-B1AC-AF263C1F7A7B}"/>
              </c:ext>
            </c:extLst>
          </c:dPt>
          <c:dPt>
            <c:idx val="3"/>
            <c:invertIfNegative val="0"/>
            <c:bubble3D val="0"/>
            <c:spPr>
              <a:solidFill>
                <a:srgbClr val="F19BA2"/>
              </a:solidFill>
            </c:spPr>
            <c:extLst>
              <c:ext xmlns:c16="http://schemas.microsoft.com/office/drawing/2014/chart" uri="{C3380CC4-5D6E-409C-BE32-E72D297353CC}">
                <c16:uniqueId val="{00000007-0AA4-4405-B1AC-AF263C1F7A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</c:v>
                </c:pt>
                <c:pt idx="1">
                  <c:v>0.01</c:v>
                </c:pt>
                <c:pt idx="2">
                  <c:v>1.43</c:v>
                </c:pt>
                <c:pt idx="3">
                  <c:v>1.45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0AA4-4405-B1AC-AF263C1F7A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275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Softmax</a:t>
            </a:r>
            <a:endParaRPr lang="en-US" sz="1275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Softmax</c:v>
          </c:tx>
          <c:spPr>
            <a:solidFill>
              <a:srgbClr val="D7000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5C-4BD9-AC7B-E1E6B8E7A955}"/>
              </c:ext>
            </c:extLst>
          </c:dPt>
          <c:dPt>
            <c:idx val="1"/>
            <c:invertIfNegative val="0"/>
            <c:bubble3D val="0"/>
            <c:spPr>
              <a:solidFill>
                <a:srgbClr val="9B9B9B"/>
              </a:solidFill>
            </c:spPr>
            <c:extLst>
              <c:ext xmlns:c16="http://schemas.microsoft.com/office/drawing/2014/chart" uri="{C3380CC4-5D6E-409C-BE32-E72D297353CC}">
                <c16:uniqueId val="{00000003-AC5C-4BD9-AC7B-E1E6B8E7A955}"/>
              </c:ext>
            </c:extLst>
          </c:dPt>
          <c:dPt>
            <c:idx val="2"/>
            <c:invertIfNegative val="0"/>
            <c:bubble3D val="0"/>
            <c:spPr>
              <a:solidFill>
                <a:srgbClr val="595959"/>
              </a:solidFill>
            </c:spPr>
            <c:extLst>
              <c:ext xmlns:c16="http://schemas.microsoft.com/office/drawing/2014/chart" uri="{C3380CC4-5D6E-409C-BE32-E72D297353CC}">
                <c16:uniqueId val="{00000005-AC5C-4BD9-AC7B-E1E6B8E7A955}"/>
              </c:ext>
            </c:extLst>
          </c:dPt>
          <c:dPt>
            <c:idx val="3"/>
            <c:invertIfNegative val="0"/>
            <c:bubble3D val="0"/>
            <c:spPr>
              <a:solidFill>
                <a:srgbClr val="F19BA2"/>
              </a:solidFill>
            </c:spPr>
            <c:extLst>
              <c:ext xmlns:c16="http://schemas.microsoft.com/office/drawing/2014/chart" uri="{C3380CC4-5D6E-409C-BE32-E72D297353CC}">
                <c16:uniqueId val="{00000007-AC5C-4BD9-AC7B-E1E6B8E7A9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1.23</c:v>
                </c:pt>
                <c:pt idx="1">
                  <c:v>0.05</c:v>
                </c:pt>
                <c:pt idx="2">
                  <c:v>1.06</c:v>
                </c:pt>
                <c:pt idx="3">
                  <c:v>1.06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AC5C-4BD9-AC7B-E1E6B8E7A9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275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MatMul</a:t>
            </a:r>
            <a:endParaRPr lang="en-US" sz="1275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MatMul</c:v>
          </c:tx>
          <c:spPr>
            <a:solidFill>
              <a:srgbClr val="D7000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84-4133-A106-AB711B495571}"/>
              </c:ext>
            </c:extLst>
          </c:dPt>
          <c:dPt>
            <c:idx val="1"/>
            <c:invertIfNegative val="0"/>
            <c:bubble3D val="0"/>
            <c:spPr>
              <a:solidFill>
                <a:srgbClr val="9B9B9B"/>
              </a:solidFill>
            </c:spPr>
            <c:extLst>
              <c:ext xmlns:c16="http://schemas.microsoft.com/office/drawing/2014/chart" uri="{C3380CC4-5D6E-409C-BE32-E72D297353CC}">
                <c16:uniqueId val="{00000003-3D84-4133-A106-AB711B495571}"/>
              </c:ext>
            </c:extLst>
          </c:dPt>
          <c:dPt>
            <c:idx val="2"/>
            <c:invertIfNegative val="0"/>
            <c:bubble3D val="0"/>
            <c:spPr>
              <a:solidFill>
                <a:srgbClr val="595959"/>
              </a:solidFill>
            </c:spPr>
            <c:extLst>
              <c:ext xmlns:c16="http://schemas.microsoft.com/office/drawing/2014/chart" uri="{C3380CC4-5D6E-409C-BE32-E72D297353CC}">
                <c16:uniqueId val="{00000005-3D84-4133-A106-AB711B495571}"/>
              </c:ext>
            </c:extLst>
          </c:dPt>
          <c:dPt>
            <c:idx val="3"/>
            <c:invertIfNegative val="0"/>
            <c:bubble3D val="0"/>
            <c:spPr>
              <a:solidFill>
                <a:srgbClr val="F19BA2"/>
              </a:solidFill>
            </c:spPr>
            <c:extLst>
              <c:ext xmlns:c16="http://schemas.microsoft.com/office/drawing/2014/chart" uri="{C3380CC4-5D6E-409C-BE32-E72D297353CC}">
                <c16:uniqueId val="{00000007-3D84-4133-A106-AB711B4955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0.45</c:v>
                </c:pt>
                <c:pt idx="1">
                  <c:v>0.33</c:v>
                </c:pt>
                <c:pt idx="2">
                  <c:v>0.53</c:v>
                </c:pt>
                <c:pt idx="3">
                  <c:v>0.33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D84-4133-A106-AB711B4955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LayerNorm</c:v>
          </c:tx>
          <c:spPr>
            <a:solidFill>
              <a:srgbClr val="D7000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36-418B-8CFB-10AFD841DEC9}"/>
            </c:ext>
          </c:extLst>
        </c:ser>
        <c:ser>
          <c:idx val="1"/>
          <c:order val="1"/>
          <c:tx>
            <c:v>Softmax</c:v>
          </c:tx>
          <c:spPr>
            <a:solidFill>
              <a:srgbClr val="77777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36-418B-8CFB-10AFD841DEC9}"/>
            </c:ext>
          </c:extLst>
        </c:ser>
        <c:ser>
          <c:idx val="2"/>
          <c:order val="2"/>
          <c:tx>
            <c:v>MatMul</c:v>
          </c:tx>
          <c:spPr>
            <a:solidFill>
              <a:srgbClr val="F19BA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136-418B-8CFB-10AFD841DE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975">
              <a:solidFill>
                <a:srgbClr val="242424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smtClean="0"/>
            <a:t>自我介绍</a:t>
          </a:r>
          <a:endParaRPr lang="zh-CN" altLang="en-US" sz="2000" b="1"/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  <dgm:t>
        <a:bodyPr/>
        <a:lstStyle/>
        <a:p>
          <a:endParaRPr lang="zh-CN" altLang="en-US"/>
        </a:p>
      </dgm:t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  <dgm:t>
        <a:bodyPr/>
        <a:lstStyle/>
        <a:p>
          <a:endParaRPr lang="zh-CN" altLang="en-US"/>
        </a:p>
      </dgm:t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07274C-1018-4D57-AA5C-718010CCE74F}" type="pres">
      <dgm:prSet presAssocID="{3A1DFD91-6042-4471-98C1-87903CF1668E}" presName="spaceBetweenRectangles" presStyleCnt="0"/>
      <dgm:spPr/>
      <dgm:t>
        <a:bodyPr/>
        <a:lstStyle/>
        <a:p>
          <a:endParaRPr lang="zh-CN" altLang="en-US"/>
        </a:p>
      </dgm:t>
    </dgm:pt>
    <dgm:pt modelId="{67A6475B-C843-4769-AFD7-BD620849CA3A}" type="pres">
      <dgm:prSet presAssocID="{3AC1DE5D-0C7B-4F77-A8E1-863ADFF7D298}" presName="parentLin" presStyleCnt="0"/>
      <dgm:spPr/>
      <dgm:t>
        <a:bodyPr/>
        <a:lstStyle/>
        <a:p>
          <a:endParaRPr lang="zh-CN" altLang="en-US"/>
        </a:p>
      </dgm:t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  <dgm:t>
        <a:bodyPr/>
        <a:lstStyle/>
        <a:p>
          <a:endParaRPr lang="zh-CN" altLang="en-US"/>
        </a:p>
      </dgm:t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181A8A4-D221-487B-8F17-E170D730C7F3}" type="pres">
      <dgm:prSet presAssocID="{3DAB2A60-3F2E-4034-81A2-3EB9E57EE331}" presName="spaceBetweenRectangles" presStyleCnt="0"/>
      <dgm:spPr/>
      <dgm:t>
        <a:bodyPr/>
        <a:lstStyle/>
        <a:p>
          <a:endParaRPr lang="zh-CN" altLang="en-US"/>
        </a:p>
      </dgm:t>
    </dgm:pt>
    <dgm:pt modelId="{70E5C4EF-B51E-438D-A083-CA000233B185}" type="pres">
      <dgm:prSet presAssocID="{CA79CA1E-6203-4C5E-89B8-D5BC85C20887}" presName="parentLin" presStyleCnt="0"/>
      <dgm:spPr/>
      <dgm:t>
        <a:bodyPr/>
        <a:lstStyle/>
        <a:p>
          <a:endParaRPr lang="zh-CN" altLang="en-US"/>
        </a:p>
      </dgm:t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  <dgm:t>
        <a:bodyPr/>
        <a:lstStyle/>
        <a:p>
          <a:endParaRPr lang="zh-CN" altLang="en-US"/>
        </a:p>
      </dgm:t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smtClean="0"/>
            <a:t>自我介绍</a:t>
          </a:r>
          <a:endParaRPr lang="zh-CN" altLang="en-US" sz="2000" b="1" kern="1200"/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 smtClean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05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 smtClean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 smtClean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162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4581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每个子步骤都需要重新读取资料 和理解上下文，一个子步骤中，读取理解资料的时间比实际工作的时间还长。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843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每一次都要加载上下文和 资料加载的开销。</a:t>
            </a:r>
            <a:endParaRPr lang="en-US" altLang="zh-CN" dirty="0" smtClean="0"/>
          </a:p>
          <a:p>
            <a:r>
              <a:rPr lang="zh-CN" altLang="en-US" dirty="0" smtClean="0"/>
              <a:t>只排除确定用不了的优化</a:t>
            </a:r>
            <a:endParaRPr lang="en-US" altLang="zh-CN" dirty="0" smtClean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875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L1检查文件结构和基础规范：Markdown、Python语法、JSON格式、引用与路径合法性、必需文件完整性。</a:t>
            </a:r>
          </a:p>
          <a:p>
            <a:r>
              <a:rPr dirty="0"/>
              <a:t>L2验证Skill行为：Routing、Mode </a:t>
            </a:r>
            <a:r>
              <a:rPr dirty="0" err="1"/>
              <a:t>Switch、Budget、State</a:t>
            </a:r>
            <a:r>
              <a:rPr dirty="0"/>
              <a:t> </a:t>
            </a:r>
            <a:r>
              <a:rPr dirty="0" err="1"/>
              <a:t>Machine、Cache命中与失效、Resume断点续跑、路径穿越防护、错误分类和Regression回归测试</a:t>
            </a:r>
            <a:r>
              <a:rPr dirty="0"/>
              <a:t>。</a:t>
            </a:r>
          </a:p>
          <a:p>
            <a:r>
              <a:rPr dirty="0"/>
              <a:t>L3在真实硬件环境执行Compile/</a:t>
            </a:r>
            <a:r>
              <a:rPr dirty="0" err="1"/>
              <a:t>Run、Accuracy、Benchmark、Profiler，以及硬件和工具链绑定验证，检查算子全流程能力</a:t>
            </a:r>
            <a:r>
              <a:rPr dirty="0"/>
              <a:t>。</a:t>
            </a:r>
          </a:p>
          <a:p>
            <a:r>
              <a:rPr dirty="0" err="1"/>
              <a:t>四类修改的建议验证范围及预期耗时完全沿用原材料。流程按修改范围选择累加验证层级，不能将文档变更与架构变更同等处理</a:t>
            </a:r>
            <a:r>
              <a:rPr dirty="0" smtClean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98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4584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002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61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在 V1 </a:t>
            </a:r>
            <a:r>
              <a:rPr dirty="0" err="1"/>
              <a:t>动态算子开发闭环的基础上，将经验驱动的参数搜索升级为标准化自动化流程</a:t>
            </a:r>
            <a:r>
              <a:rPr dirty="0"/>
              <a:t>。</a:t>
            </a:r>
          </a:p>
          <a:p>
            <a:r>
              <a:rPr dirty="0"/>
              <a:t>V1 </a:t>
            </a:r>
            <a:r>
              <a:rPr dirty="0" err="1"/>
              <a:t>定义输入范围与约束，生成覆盖支持域的动态</a:t>
            </a:r>
            <a:r>
              <a:rPr dirty="0"/>
              <a:t> </a:t>
            </a:r>
            <a:r>
              <a:rPr dirty="0" err="1"/>
              <a:t>Kernel，验证边界、典型及随机</a:t>
            </a:r>
            <a:r>
              <a:rPr dirty="0"/>
              <a:t> </a:t>
            </a:r>
            <a:r>
              <a:rPr dirty="0" err="1"/>
              <a:t>Shape，进行初步选参</a:t>
            </a:r>
            <a:r>
              <a:rPr dirty="0"/>
              <a:t>。</a:t>
            </a:r>
          </a:p>
          <a:p>
            <a:r>
              <a:rPr dirty="0"/>
              <a:t>V1 </a:t>
            </a:r>
            <a:r>
              <a:rPr dirty="0" err="1"/>
              <a:t>的主要问题是</a:t>
            </a:r>
            <a:r>
              <a:rPr dirty="0"/>
              <a:t> </a:t>
            </a:r>
            <a:r>
              <a:rPr dirty="0" err="1"/>
              <a:t>Shape×Config</a:t>
            </a:r>
            <a:r>
              <a:rPr dirty="0"/>
              <a:t> </a:t>
            </a:r>
            <a:r>
              <a:rPr dirty="0" err="1"/>
              <a:t>组合数量大、搜索与终止策略不统一、搜索中断或修改后结果不易复用</a:t>
            </a:r>
            <a:r>
              <a:rPr dirty="0"/>
              <a:t>。</a:t>
            </a:r>
          </a:p>
          <a:p>
            <a:r>
              <a:rPr dirty="0"/>
              <a:t>V2 </a:t>
            </a:r>
            <a:r>
              <a:rPr dirty="0" err="1"/>
              <a:t>构建搜索空间，在少量代表</a:t>
            </a:r>
            <a:r>
              <a:rPr dirty="0"/>
              <a:t> Shape </a:t>
            </a:r>
            <a:r>
              <a:rPr dirty="0" err="1"/>
              <a:t>上粗搜筛选</a:t>
            </a:r>
            <a:r>
              <a:rPr dirty="0"/>
              <a:t> Top-K </a:t>
            </a:r>
            <a:r>
              <a:rPr dirty="0" err="1"/>
              <a:t>Config，再在完整</a:t>
            </a:r>
            <a:r>
              <a:rPr dirty="0"/>
              <a:t> Shape </a:t>
            </a:r>
            <a:r>
              <a:rPr dirty="0" err="1"/>
              <a:t>上精细优化，生成分派映射，完成全量正确性与性能验证后冻结部署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8307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每一个</a:t>
            </a:r>
            <a:r>
              <a:rPr lang="en-US" altLang="zh-CN" dirty="0" smtClean="0"/>
              <a:t>kernel</a:t>
            </a:r>
            <a:r>
              <a:rPr lang="zh-CN" altLang="en-US" dirty="0" smtClean="0"/>
              <a:t>都有一个</a:t>
            </a:r>
            <a:r>
              <a:rPr lang="en-US" altLang="zh-CN" dirty="0" smtClean="0"/>
              <a:t>shape-</a:t>
            </a:r>
            <a:r>
              <a:rPr lang="en-US" altLang="zh-CN" dirty="0" err="1" smtClean="0"/>
              <a:t>config</a:t>
            </a:r>
            <a:r>
              <a:rPr lang="zh-CN" altLang="en-US" dirty="0" smtClean="0"/>
              <a:t>表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5788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917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最终</a:t>
            </a:r>
            <a:r>
              <a:rPr dirty="0"/>
              <a:t> Skill </a:t>
            </a:r>
            <a:r>
              <a:rPr dirty="0" err="1"/>
              <a:t>架构按用户输入、需求分析、Family</a:t>
            </a:r>
            <a:r>
              <a:rPr dirty="0"/>
              <a:t> 生成、参数搜索、验证回归、生成部署包组织。能力矩阵为原材料的定性归纳，非实测性能结果。原文开发效率的“显著提升”改为“进一步提升”，避免没有量化证据的强判断。</a:t>
            </a:r>
          </a:p>
          <a:p>
            <a:endParaRPr dirty="0"/>
          </a:p>
          <a:p>
            <a:r>
              <a:rPr dirty="0"/>
              <a:t>6. </a:t>
            </a:r>
            <a:r>
              <a:rPr dirty="0" err="1"/>
              <a:t>最终成果：动态算子开发</a:t>
            </a:r>
            <a:r>
              <a:rPr dirty="0"/>
              <a:t> Skill </a:t>
            </a:r>
            <a:r>
              <a:rPr dirty="0" err="1"/>
              <a:t>架构与能力总结</a:t>
            </a:r>
            <a:endParaRPr dirty="0"/>
          </a:p>
          <a:p>
            <a:r>
              <a:rPr dirty="0" err="1"/>
              <a:t>通过</a:t>
            </a:r>
            <a:r>
              <a:rPr dirty="0"/>
              <a:t> V1 → V2 → V3 </a:t>
            </a:r>
            <a:r>
              <a:rPr dirty="0" err="1"/>
              <a:t>的逐步演进，形成了一套完整的动态算子开发</a:t>
            </a:r>
            <a:r>
              <a:rPr dirty="0"/>
              <a:t> </a:t>
            </a:r>
            <a:r>
              <a:rPr dirty="0" err="1"/>
              <a:t>Skill，实现了从“单一静态</a:t>
            </a:r>
            <a:r>
              <a:rPr dirty="0"/>
              <a:t> </a:t>
            </a:r>
            <a:r>
              <a:rPr dirty="0" err="1"/>
              <a:t>Shape”到“多</a:t>
            </a:r>
            <a:r>
              <a:rPr dirty="0"/>
              <a:t> </a:t>
            </a:r>
            <a:r>
              <a:rPr dirty="0" err="1"/>
              <a:t>Shape、多</a:t>
            </a:r>
            <a:r>
              <a:rPr dirty="0"/>
              <a:t> </a:t>
            </a:r>
            <a:r>
              <a:rPr dirty="0" err="1"/>
              <a:t>Kernel、自动化搜索”的工程化方案</a:t>
            </a:r>
            <a:r>
              <a:rPr dirty="0"/>
              <a:t>。</a:t>
            </a:r>
          </a:p>
          <a:p>
            <a:r>
              <a:rPr dirty="0" err="1"/>
              <a:t>演进路径回顾</a:t>
            </a:r>
            <a:endParaRPr dirty="0"/>
          </a:p>
          <a:p>
            <a:r>
              <a:rPr dirty="0"/>
              <a:t>V1：基础动态支持</a:t>
            </a:r>
          </a:p>
          <a:p>
            <a:r>
              <a:rPr dirty="0" err="1"/>
              <a:t>定义</a:t>
            </a:r>
            <a:r>
              <a:rPr dirty="0"/>
              <a:t> Shape Contract</a:t>
            </a:r>
          </a:p>
          <a:p>
            <a:r>
              <a:rPr dirty="0" err="1"/>
              <a:t>实现动态</a:t>
            </a:r>
            <a:r>
              <a:rPr dirty="0"/>
              <a:t> Kernel</a:t>
            </a:r>
          </a:p>
          <a:p>
            <a:r>
              <a:rPr dirty="0" err="1"/>
              <a:t>正确性验证</a:t>
            </a:r>
            <a:endParaRPr dirty="0"/>
          </a:p>
          <a:p>
            <a:r>
              <a:rPr dirty="0" err="1"/>
              <a:t>初步</a:t>
            </a:r>
            <a:r>
              <a:rPr dirty="0"/>
              <a:t> Shape-aware </a:t>
            </a:r>
            <a:r>
              <a:rPr dirty="0" err="1"/>
              <a:t>Config</a:t>
            </a:r>
            <a:endParaRPr dirty="0"/>
          </a:p>
          <a:p>
            <a:r>
              <a:rPr dirty="0" err="1"/>
              <a:t>能支持</a:t>
            </a:r>
            <a:endParaRPr dirty="0"/>
          </a:p>
          <a:p>
            <a:r>
              <a:rPr dirty="0" err="1"/>
              <a:t>动态</a:t>
            </a:r>
            <a:r>
              <a:rPr dirty="0"/>
              <a:t> Shape</a:t>
            </a:r>
          </a:p>
          <a:p>
            <a:r>
              <a:rPr dirty="0" err="1"/>
              <a:t>正确运行</a:t>
            </a:r>
            <a:endParaRPr dirty="0"/>
          </a:p>
          <a:p>
            <a:r>
              <a:rPr dirty="0"/>
              <a:t>V2：自动化参数搜索</a:t>
            </a:r>
          </a:p>
          <a:p>
            <a:r>
              <a:rPr dirty="0" err="1"/>
              <a:t>标准化搜索流程</a:t>
            </a:r>
            <a:endParaRPr dirty="0"/>
          </a:p>
          <a:p>
            <a:r>
              <a:rPr dirty="0" err="1"/>
              <a:t>自动化</a:t>
            </a:r>
            <a:r>
              <a:rPr dirty="0"/>
              <a:t> </a:t>
            </a:r>
            <a:r>
              <a:rPr dirty="0" err="1"/>
              <a:t>Config</a:t>
            </a:r>
            <a:r>
              <a:rPr dirty="0"/>
              <a:t> Search</a:t>
            </a:r>
          </a:p>
          <a:p>
            <a:r>
              <a:rPr dirty="0" err="1"/>
              <a:t>性能评估与筛选</a:t>
            </a:r>
            <a:endParaRPr dirty="0"/>
          </a:p>
          <a:p>
            <a:r>
              <a:rPr dirty="0" err="1"/>
              <a:t>生成最优</a:t>
            </a:r>
            <a:r>
              <a:rPr dirty="0"/>
              <a:t> </a:t>
            </a:r>
            <a:r>
              <a:rPr dirty="0" err="1"/>
              <a:t>Config</a:t>
            </a:r>
            <a:r>
              <a:rPr dirty="0"/>
              <a:t> </a:t>
            </a:r>
            <a:r>
              <a:rPr dirty="0" err="1"/>
              <a:t>映射</a:t>
            </a:r>
            <a:endParaRPr dirty="0"/>
          </a:p>
          <a:p>
            <a:r>
              <a:rPr dirty="0" err="1"/>
              <a:t>会调参</a:t>
            </a:r>
            <a:endParaRPr dirty="0"/>
          </a:p>
          <a:p>
            <a:r>
              <a:rPr dirty="0" err="1"/>
              <a:t>不同</a:t>
            </a:r>
            <a:r>
              <a:rPr dirty="0"/>
              <a:t> Shape</a:t>
            </a:r>
          </a:p>
          <a:p>
            <a:r>
              <a:rPr dirty="0" err="1"/>
              <a:t>自动选择</a:t>
            </a:r>
            <a:endParaRPr dirty="0"/>
          </a:p>
          <a:p>
            <a:r>
              <a:rPr dirty="0" err="1"/>
              <a:t>最优参数</a:t>
            </a:r>
            <a:endParaRPr dirty="0"/>
          </a:p>
          <a:p>
            <a:r>
              <a:rPr dirty="0"/>
              <a:t>V3：多 Kernel </a:t>
            </a:r>
            <a:r>
              <a:rPr dirty="0" err="1"/>
              <a:t>结构适配</a:t>
            </a:r>
            <a:endParaRPr dirty="0"/>
          </a:p>
          <a:p>
            <a:r>
              <a:rPr dirty="0" err="1"/>
              <a:t>引入多</a:t>
            </a:r>
            <a:r>
              <a:rPr dirty="0"/>
              <a:t> Kernel Family</a:t>
            </a:r>
          </a:p>
          <a:p>
            <a:r>
              <a:rPr dirty="0"/>
              <a:t>Family × </a:t>
            </a:r>
            <a:r>
              <a:rPr dirty="0" err="1"/>
              <a:t>Config</a:t>
            </a:r>
            <a:r>
              <a:rPr dirty="0"/>
              <a:t> </a:t>
            </a:r>
            <a:r>
              <a:rPr dirty="0" err="1"/>
              <a:t>联合搜索</a:t>
            </a:r>
            <a:endParaRPr dirty="0"/>
          </a:p>
          <a:p>
            <a:r>
              <a:rPr dirty="0" err="1"/>
              <a:t>形状特征驱动的调度策略</a:t>
            </a:r>
            <a:endParaRPr dirty="0"/>
          </a:p>
          <a:p>
            <a:r>
              <a:rPr dirty="0" err="1"/>
              <a:t>面向</a:t>
            </a:r>
            <a:r>
              <a:rPr dirty="0"/>
              <a:t> MLU </a:t>
            </a:r>
            <a:r>
              <a:rPr dirty="0" err="1"/>
              <a:t>的硬件感知优化</a:t>
            </a:r>
            <a:endParaRPr dirty="0"/>
          </a:p>
          <a:p>
            <a:r>
              <a:rPr dirty="0" err="1"/>
              <a:t>选结构</a:t>
            </a:r>
            <a:endParaRPr dirty="0"/>
          </a:p>
          <a:p>
            <a:r>
              <a:rPr dirty="0" err="1"/>
              <a:t>不同</a:t>
            </a:r>
            <a:r>
              <a:rPr dirty="0"/>
              <a:t> Shape</a:t>
            </a:r>
          </a:p>
          <a:p>
            <a:r>
              <a:rPr dirty="0" err="1"/>
              <a:t>选择最合适的</a:t>
            </a:r>
            <a:endParaRPr dirty="0"/>
          </a:p>
          <a:p>
            <a:r>
              <a:rPr dirty="0"/>
              <a:t>Kernel + </a:t>
            </a:r>
            <a:r>
              <a:rPr dirty="0" err="1"/>
              <a:t>Config</a:t>
            </a:r>
            <a:endParaRPr dirty="0"/>
          </a:p>
          <a:p>
            <a:r>
              <a:rPr dirty="0" err="1"/>
              <a:t>最终的动态算子开发</a:t>
            </a:r>
            <a:r>
              <a:rPr dirty="0"/>
              <a:t> Skill </a:t>
            </a:r>
            <a:r>
              <a:rPr dirty="0" err="1"/>
              <a:t>架构</a:t>
            </a:r>
            <a:endParaRPr dirty="0"/>
          </a:p>
          <a:p>
            <a:r>
              <a:rPr dirty="0" err="1"/>
              <a:t>用户输入</a:t>
            </a:r>
            <a:endParaRPr dirty="0"/>
          </a:p>
          <a:p>
            <a:r>
              <a:rPr dirty="0" err="1"/>
              <a:t>算子需求</a:t>
            </a:r>
            <a:r>
              <a:rPr dirty="0"/>
              <a:t> + </a:t>
            </a:r>
            <a:r>
              <a:rPr dirty="0" err="1"/>
              <a:t>动态</a:t>
            </a:r>
            <a:r>
              <a:rPr dirty="0"/>
              <a:t> Shape </a:t>
            </a:r>
            <a:r>
              <a:rPr dirty="0" err="1"/>
              <a:t>范围</a:t>
            </a:r>
            <a:r>
              <a:rPr dirty="0"/>
              <a:t> + </a:t>
            </a:r>
            <a:r>
              <a:rPr dirty="0" err="1"/>
              <a:t>目标平台</a:t>
            </a:r>
            <a:endParaRPr dirty="0"/>
          </a:p>
          <a:p>
            <a:r>
              <a:rPr dirty="0"/>
              <a:t>1</a:t>
            </a:r>
          </a:p>
          <a:p>
            <a:r>
              <a:rPr dirty="0" err="1"/>
              <a:t>需求分析与</a:t>
            </a:r>
            <a:r>
              <a:rPr dirty="0"/>
              <a:t> Shape </a:t>
            </a:r>
            <a:r>
              <a:rPr dirty="0" err="1"/>
              <a:t>定义</a:t>
            </a:r>
            <a:endParaRPr dirty="0"/>
          </a:p>
          <a:p>
            <a:r>
              <a:rPr dirty="0" err="1"/>
              <a:t>解析需求，生成</a:t>
            </a:r>
            <a:r>
              <a:rPr dirty="0"/>
              <a:t> Shape Contract </a:t>
            </a:r>
            <a:r>
              <a:rPr dirty="0" err="1"/>
              <a:t>和约束条件</a:t>
            </a:r>
            <a:endParaRPr dirty="0"/>
          </a:p>
          <a:p>
            <a:r>
              <a:rPr dirty="0"/>
              <a:t>2</a:t>
            </a:r>
          </a:p>
          <a:p>
            <a:r>
              <a:rPr dirty="0"/>
              <a:t>Kernel Family </a:t>
            </a:r>
            <a:r>
              <a:rPr dirty="0" err="1"/>
              <a:t>设计与生成</a:t>
            </a:r>
            <a:endParaRPr dirty="0"/>
          </a:p>
          <a:p>
            <a:r>
              <a:rPr dirty="0" err="1"/>
              <a:t>根据</a:t>
            </a:r>
            <a:r>
              <a:rPr dirty="0"/>
              <a:t> Shape </a:t>
            </a:r>
            <a:r>
              <a:rPr dirty="0" err="1"/>
              <a:t>特征生成多种</a:t>
            </a:r>
            <a:r>
              <a:rPr dirty="0"/>
              <a:t> Kernel </a:t>
            </a:r>
            <a:r>
              <a:rPr dirty="0" err="1"/>
              <a:t>结构</a:t>
            </a:r>
            <a:endParaRPr dirty="0"/>
          </a:p>
          <a:p>
            <a:r>
              <a:rPr dirty="0"/>
              <a:t>3</a:t>
            </a:r>
          </a:p>
          <a:p>
            <a:r>
              <a:rPr dirty="0" err="1"/>
              <a:t>参数搜索与性能评估</a:t>
            </a:r>
            <a:endParaRPr dirty="0"/>
          </a:p>
          <a:p>
            <a:r>
              <a:rPr dirty="0" err="1"/>
              <a:t>自动化搜索</a:t>
            </a:r>
            <a:r>
              <a:rPr dirty="0"/>
              <a:t> </a:t>
            </a:r>
            <a:r>
              <a:rPr dirty="0" err="1"/>
              <a:t>Config，评估并筛选最优组合</a:t>
            </a:r>
            <a:endParaRPr dirty="0"/>
          </a:p>
          <a:p>
            <a:r>
              <a:rPr dirty="0"/>
              <a:t>4</a:t>
            </a:r>
          </a:p>
          <a:p>
            <a:r>
              <a:rPr dirty="0" err="1"/>
              <a:t>验证与回归</a:t>
            </a:r>
            <a:endParaRPr dirty="0"/>
          </a:p>
          <a:p>
            <a:r>
              <a:rPr dirty="0"/>
              <a:t>多 Shape </a:t>
            </a:r>
            <a:r>
              <a:rPr dirty="0" err="1"/>
              <a:t>全面测试，确保正确性与性能稳定</a:t>
            </a:r>
            <a:endParaRPr dirty="0"/>
          </a:p>
          <a:p>
            <a:r>
              <a:rPr dirty="0"/>
              <a:t>5</a:t>
            </a:r>
          </a:p>
          <a:p>
            <a:r>
              <a:rPr dirty="0" err="1"/>
              <a:t>生成部署包</a:t>
            </a:r>
            <a:endParaRPr dirty="0"/>
          </a:p>
          <a:p>
            <a:r>
              <a:rPr dirty="0" err="1"/>
              <a:t>输出最终</a:t>
            </a:r>
            <a:r>
              <a:rPr dirty="0"/>
              <a:t> </a:t>
            </a:r>
            <a:r>
              <a:rPr dirty="0" err="1"/>
              <a:t>Kernel、调度逻辑与配置文件</a:t>
            </a:r>
            <a:endParaRPr dirty="0"/>
          </a:p>
          <a:p>
            <a:r>
              <a:rPr dirty="0" err="1"/>
              <a:t>可部署的动态算子</a:t>
            </a:r>
            <a:endParaRPr dirty="0"/>
          </a:p>
          <a:p>
            <a:r>
              <a:rPr dirty="0" err="1"/>
              <a:t>支持多</a:t>
            </a:r>
            <a:r>
              <a:rPr dirty="0"/>
              <a:t> Shape / 多 Kernel / </a:t>
            </a:r>
            <a:r>
              <a:rPr dirty="0" err="1"/>
              <a:t>自动调度</a:t>
            </a:r>
            <a:r>
              <a:rPr dirty="0"/>
              <a:t> / </a:t>
            </a:r>
            <a:r>
              <a:rPr dirty="0" err="1"/>
              <a:t>高性能</a:t>
            </a:r>
            <a:endParaRPr dirty="0"/>
          </a:p>
          <a:p>
            <a:r>
              <a:rPr dirty="0" err="1"/>
              <a:t>关键能力对比</a:t>
            </a:r>
            <a:endParaRPr dirty="0"/>
          </a:p>
          <a:p>
            <a:r>
              <a:rPr dirty="0" err="1"/>
              <a:t>最终成果的核心优势</a:t>
            </a:r>
            <a:endParaRPr dirty="0"/>
          </a:p>
          <a:p>
            <a:r>
              <a:rPr dirty="0" err="1"/>
              <a:t>更强的通用性</a:t>
            </a:r>
            <a:endParaRPr dirty="0"/>
          </a:p>
          <a:p>
            <a:r>
              <a:rPr dirty="0" err="1"/>
              <a:t>支持多</a:t>
            </a:r>
            <a:r>
              <a:rPr dirty="0"/>
              <a:t> </a:t>
            </a:r>
            <a:r>
              <a:rPr dirty="0" err="1"/>
              <a:t>Shape、多场景</a:t>
            </a:r>
            <a:endParaRPr dirty="0"/>
          </a:p>
          <a:p>
            <a:r>
              <a:rPr dirty="0" err="1"/>
              <a:t>适应不同业务需求</a:t>
            </a:r>
            <a:endParaRPr dirty="0"/>
          </a:p>
          <a:p>
            <a:r>
              <a:rPr dirty="0" err="1"/>
              <a:t>更高的性能</a:t>
            </a:r>
            <a:endParaRPr dirty="0"/>
          </a:p>
          <a:p>
            <a:r>
              <a:rPr dirty="0" err="1"/>
              <a:t>自动化选参</a:t>
            </a:r>
            <a:r>
              <a:rPr dirty="0"/>
              <a:t> + </a:t>
            </a:r>
            <a:r>
              <a:rPr dirty="0" err="1"/>
              <a:t>结构特化</a:t>
            </a:r>
            <a:endParaRPr dirty="0"/>
          </a:p>
          <a:p>
            <a:r>
              <a:rPr dirty="0" err="1"/>
              <a:t>充分利用</a:t>
            </a:r>
            <a:r>
              <a:rPr dirty="0"/>
              <a:t> MLU </a:t>
            </a:r>
            <a:r>
              <a:rPr dirty="0" err="1"/>
              <a:t>硬件特性</a:t>
            </a:r>
            <a:endParaRPr dirty="0"/>
          </a:p>
          <a:p>
            <a:r>
              <a:rPr dirty="0" err="1"/>
              <a:t>更高的开发效率</a:t>
            </a:r>
            <a:endParaRPr dirty="0"/>
          </a:p>
          <a:p>
            <a:r>
              <a:rPr dirty="0" err="1"/>
              <a:t>标准化流程，减少人工调试</a:t>
            </a:r>
            <a:endParaRPr dirty="0"/>
          </a:p>
          <a:p>
            <a:r>
              <a:rPr dirty="0" err="1"/>
              <a:t>可复用、可扩展的开发框架</a:t>
            </a:r>
            <a:endParaRPr dirty="0"/>
          </a:p>
          <a:p>
            <a:r>
              <a:rPr dirty="0" err="1"/>
              <a:t>更好的工程落地</a:t>
            </a:r>
            <a:endParaRPr dirty="0"/>
          </a:p>
          <a:p>
            <a:r>
              <a:rPr dirty="0" err="1"/>
              <a:t>完整的调度与部署方案</a:t>
            </a:r>
            <a:endParaRPr dirty="0"/>
          </a:p>
          <a:p>
            <a:r>
              <a:rPr dirty="0" err="1"/>
              <a:t>便于后续维护和扩展</a:t>
            </a:r>
            <a:endParaRPr dirty="0"/>
          </a:p>
          <a:p>
            <a:r>
              <a:rPr dirty="0" smtClean="0"/>
              <a:t>»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7214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硬件架构的差异和原</a:t>
            </a:r>
            <a:r>
              <a:rPr lang="en-US" altLang="zh-CN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skill</a:t>
            </a:r>
            <a:r>
              <a:rPr lang="zh-CN" altLang="en-US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各种专属信息相互耦合，无法简单修改复用。</a:t>
            </a:r>
            <a:endParaRPr lang="zh-CN" altLang="en-US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1388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973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L1基础能力验证首先确认开发环境和基础工具链正常，能够编译运行简单Kernel，输出Environment Report。L2通过Microbenchmark验证内存带宽、延迟、计算峰值、数据类型、Tile和并行策略、资源占用、计数器、时间分布及瓶颈，确认Platform </a:t>
            </a:r>
            <a:r>
              <a:rPr dirty="0" err="1"/>
              <a:t>Profile准确性，输出Platform</a:t>
            </a:r>
            <a:r>
              <a:rPr dirty="0"/>
              <a:t> Behavior Report。L3开发LayerNorm、Softmax和MatMul，验证正确性、性能及开发效率，输出Kernel Result &amp; Benchmark。</a:t>
            </a:r>
          </a:p>
          <a:p>
            <a:r>
              <a:rPr dirty="0" err="1"/>
              <a:t>LayerNorm包含静态和动态Shape、与PyTorch正确性对比及性能测试；Softmax包含因果</a:t>
            </a:r>
            <a:r>
              <a:rPr dirty="0"/>
              <a:t>/</a:t>
            </a:r>
            <a:r>
              <a:rPr dirty="0" err="1"/>
              <a:t>Mask、大规模Shape、性能和显存占用；MatMul包含矩阵规模、精度、数值正确性与并行策略</a:t>
            </a:r>
            <a:r>
              <a:rPr dirty="0"/>
              <a:t>。</a:t>
            </a:r>
          </a:p>
          <a:p>
            <a:r>
              <a:rPr dirty="0" err="1"/>
              <a:t>失败或性能不达标时分类定位：环境与工具问题（驱动版本不兼容、依赖缺失、编译运行错误、硬件不可用</a:t>
            </a:r>
            <a:r>
              <a:rPr dirty="0"/>
              <a:t>）、</a:t>
            </a:r>
            <a:r>
              <a:rPr dirty="0" err="1"/>
              <a:t>平台知识问题（API理解、硬件特性、访存</a:t>
            </a:r>
            <a:r>
              <a:rPr dirty="0"/>
              <a:t>/</a:t>
            </a:r>
            <a:r>
              <a:rPr dirty="0" err="1"/>
              <a:t>计算聚合与Profiler口径</a:t>
            </a:r>
            <a:r>
              <a:rPr dirty="0"/>
              <a:t>）、</a:t>
            </a:r>
            <a:r>
              <a:rPr dirty="0" err="1"/>
              <a:t>其他问题（用例、性能评估等</a:t>
            </a:r>
            <a:r>
              <a:rPr dirty="0"/>
              <a:t>）。修正后更新代码与资源并Re-test；FAIL继续迭代，PASS形成稳定可用Skill。本页L1/L2/L3定义为本组新平台开发指南的验证分层。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7385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338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424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hart" Target="../charts/chart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 smtClean="0">
                <a:latin typeface="+mn-ea"/>
                <a:ea typeface="+mn-ea"/>
              </a:rPr>
              <a:t>转正答辩</a:t>
            </a:r>
            <a:endParaRPr lang="zh-CN" altLang="en-US" sz="20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目录</a:t>
            </a:r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576205554"/>
              </p:ext>
            </p:extLst>
          </p:nvPr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892116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31760"/>
              </p:ext>
            </p:extLst>
          </p:nvPr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3920443464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984309687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918942851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/>
                        <a:t>AI</a:t>
                      </a:r>
                      <a:r>
                        <a:rPr lang="zh-CN" altLang="en-US" sz="1100" dirty="0" smtClean="0"/>
                        <a:t>加速算子开发</a:t>
                      </a:r>
                      <a:r>
                        <a:rPr lang="zh-CN" altLang="en-US" sz="1100" dirty="0"/>
                        <a:t>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88403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00063" y="3290818"/>
            <a:ext cx="7996807" cy="2387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cs typeface="楷体" panose="02010609060101010101" pitchFamily="49" charset="-122"/>
              </a:rPr>
              <a:t>责任概述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、负责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寒武纪算子开发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Skill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的优化与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重构；</a:t>
            </a:r>
            <a:endParaRPr kumimoji="1" lang="en-US" altLang="zh-CN" sz="1200" b="1" dirty="0">
              <a:latin typeface="微软雅黑" panose="020B0503020204020204" pitchFamily="34" charset="-122"/>
              <a:cs typeface="楷体" panose="02010609060101010101" pitchFamily="49" charset="-122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2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、负责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动态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Shape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算子开发能力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建设；</a:t>
            </a:r>
            <a:endParaRPr kumimoji="1" lang="en-US" altLang="zh-CN" sz="1200" b="1" dirty="0">
              <a:latin typeface="微软雅黑" panose="020B0503020204020204" pitchFamily="34" charset="-122"/>
              <a:cs typeface="楷体" panose="02010609060101010101" pitchFamily="49" charset="-122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3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、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总结跨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平台算子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Skill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开发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方法并验证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。</a:t>
            </a:r>
            <a:endParaRPr kumimoji="1" lang="en-US" altLang="zh-CN" sz="12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cs typeface="楷体" panose="02010609060101010101" pitchFamily="49" charset="-122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cs typeface="楷体" panose="02010609060101010101" pitchFamily="49" charset="-122"/>
              </a:rPr>
              <a:t>核心贡献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、完成算子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Skill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架构优化：通过平台知识解耦、上下文精简、按需优化、分层验证及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Artifact 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复用；</a:t>
            </a:r>
            <a:endParaRPr kumimoji="1" lang="en-US" altLang="zh-CN" sz="1200" b="1" dirty="0">
              <a:latin typeface="微软雅黑" panose="020B0503020204020204" pitchFamily="34" charset="-122"/>
              <a:cs typeface="楷体" panose="02010609060101010101" pitchFamily="49" charset="-122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2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、构建动态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Shape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算子开发方案：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形成动态支持、自动化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参数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搜索、多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Kernel Family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适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配的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完整演进路线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；</a:t>
            </a:r>
            <a:endParaRPr kumimoji="1" lang="en-US" altLang="zh-CN" sz="1200" b="1" dirty="0" smtClean="0">
              <a:latin typeface="微软雅黑" panose="020B0503020204020204" pitchFamily="34" charset="-122"/>
              <a:cs typeface="楷体" panose="02010609060101010101" pitchFamily="49" charset="-122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3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、总结跨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平台 </a:t>
            </a:r>
            <a:r>
              <a:rPr kumimoji="1" lang="en-US" altLang="zh-CN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Skill 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开发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方法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，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并在多个平台上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完成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算子</a:t>
            </a:r>
            <a:r>
              <a:rPr kumimoji="1" lang="en-US" altLang="zh-CN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skill</a:t>
            </a:r>
            <a:r>
              <a:rPr kumimoji="1" lang="zh-CN" altLang="en-US" sz="1200" b="1" dirty="0" smtClean="0">
                <a:latin typeface="微软雅黑" panose="020B0503020204020204" pitchFamily="34" charset="-122"/>
                <a:cs typeface="楷体" panose="02010609060101010101" pitchFamily="49" charset="-122"/>
              </a:rPr>
              <a:t>开发</a:t>
            </a:r>
            <a:r>
              <a:rPr kumimoji="1" lang="zh-CN" altLang="en-US" sz="1200" b="1" dirty="0">
                <a:latin typeface="微软雅黑" panose="020B0503020204020204" pitchFamily="34" charset="-122"/>
                <a:cs typeface="楷体" panose="02010609060101010101" pitchFamily="49" charset="-122"/>
              </a:rPr>
              <a:t>与验证。</a:t>
            </a:r>
            <a:endParaRPr kumimoji="1" lang="en-US" altLang="zh-CN" sz="1200" dirty="0">
              <a:latin typeface="微软雅黑" panose="020B0503020204020204" pitchFamily="34" charset="-122"/>
              <a:cs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103_原始 Skill 已具备完整开发流程"/>
          <p:cNvSpPr>
            <a:spLocks noGrp="1"/>
          </p:cNvSpPr>
          <p:nvPr/>
        </p:nvSpPr>
        <p:spPr>
          <a:xfrm>
            <a:off x="885307" y="1221581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575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1575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</a:p>
        </p:txBody>
      </p:sp>
      <p:sp>
        <p:nvSpPr>
          <p:cNvPr id="7" name="connector_108"/>
          <p:cNvSpPr>
            <a:spLocks noGrp="1"/>
          </p:cNvSpPr>
          <p:nvPr/>
        </p:nvSpPr>
        <p:spPr>
          <a:xfrm>
            <a:off x="1802939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" name="connector_109"/>
          <p:cNvSpPr>
            <a:spLocks noGrp="1"/>
          </p:cNvSpPr>
          <p:nvPr/>
        </p:nvSpPr>
        <p:spPr>
          <a:xfrm>
            <a:off x="1851923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1" name="connector_113"/>
          <p:cNvSpPr>
            <a:spLocks noGrp="1"/>
          </p:cNvSpPr>
          <p:nvPr/>
        </p:nvSpPr>
        <p:spPr>
          <a:xfrm>
            <a:off x="3181683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" name="connector_114"/>
          <p:cNvSpPr>
            <a:spLocks noGrp="1"/>
          </p:cNvSpPr>
          <p:nvPr/>
        </p:nvSpPr>
        <p:spPr>
          <a:xfrm>
            <a:off x="3230667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15" name="connector_118"/>
          <p:cNvSpPr>
            <a:spLocks noGrp="1"/>
          </p:cNvSpPr>
          <p:nvPr/>
        </p:nvSpPr>
        <p:spPr>
          <a:xfrm>
            <a:off x="4560427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" name="connector_119"/>
          <p:cNvSpPr>
            <a:spLocks noGrp="1"/>
          </p:cNvSpPr>
          <p:nvPr/>
        </p:nvSpPr>
        <p:spPr>
          <a:xfrm>
            <a:off x="4609411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9" name="connector_123"/>
          <p:cNvSpPr>
            <a:spLocks noGrp="1"/>
          </p:cNvSpPr>
          <p:nvPr/>
        </p:nvSpPr>
        <p:spPr>
          <a:xfrm>
            <a:off x="5939170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" name="connector_124"/>
          <p:cNvSpPr>
            <a:spLocks noGrp="1"/>
          </p:cNvSpPr>
          <p:nvPr/>
        </p:nvSpPr>
        <p:spPr>
          <a:xfrm>
            <a:off x="5988154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2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23" name="connector_128"/>
          <p:cNvSpPr>
            <a:spLocks noGrp="1"/>
          </p:cNvSpPr>
          <p:nvPr/>
        </p:nvSpPr>
        <p:spPr>
          <a:xfrm>
            <a:off x="7317914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4" name="connector_129"/>
          <p:cNvSpPr>
            <a:spLocks noGrp="1"/>
          </p:cNvSpPr>
          <p:nvPr/>
        </p:nvSpPr>
        <p:spPr>
          <a:xfrm>
            <a:off x="7366898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5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6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实际使用中的核心问题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0" name="text_141_新版 Skill 重构方向"/>
          <p:cNvSpPr>
            <a:spLocks noGrp="1"/>
          </p:cNvSpPr>
          <p:nvPr/>
        </p:nvSpPr>
        <p:spPr>
          <a:xfrm>
            <a:off x="4886280" y="2698078"/>
            <a:ext cx="35290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新版</a:t>
            </a:r>
            <a:r>
              <a:rPr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重构方向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onnector_142"/>
          <p:cNvSpPr>
            <a:spLocks noGrp="1"/>
          </p:cNvSpPr>
          <p:nvPr/>
        </p:nvSpPr>
        <p:spPr>
          <a:xfrm>
            <a:off x="4859718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2" name="connector_143"/>
          <p:cNvSpPr>
            <a:spLocks noGrp="1"/>
          </p:cNvSpPr>
          <p:nvPr/>
        </p:nvSpPr>
        <p:spPr>
          <a:xfrm>
            <a:off x="4609687" y="27749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144"/>
          <p:cNvSpPr>
            <a:spLocks noGrp="1"/>
          </p:cNvSpPr>
          <p:nvPr/>
        </p:nvSpPr>
        <p:spPr>
          <a:xfrm>
            <a:off x="4609687" y="28678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145"/>
          <p:cNvSpPr>
            <a:spLocks noGrp="1"/>
          </p:cNvSpPr>
          <p:nvPr/>
        </p:nvSpPr>
        <p:spPr>
          <a:xfrm>
            <a:off x="4609687" y="29607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146"/>
          <p:cNvSpPr>
            <a:spLocks noGrp="1"/>
          </p:cNvSpPr>
          <p:nvPr/>
        </p:nvSpPr>
        <p:spPr>
          <a:xfrm>
            <a:off x="4609687" y="30535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147"/>
          <p:cNvSpPr>
            <a:spLocks noGrp="1"/>
          </p:cNvSpPr>
          <p:nvPr/>
        </p:nvSpPr>
        <p:spPr>
          <a:xfrm>
            <a:off x="4609687" y="31464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148"/>
          <p:cNvSpPr>
            <a:spLocks noGrp="1"/>
          </p:cNvSpPr>
          <p:nvPr/>
        </p:nvSpPr>
        <p:spPr>
          <a:xfrm>
            <a:off x="4609687" y="32393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149"/>
          <p:cNvSpPr>
            <a:spLocks noGrp="1"/>
          </p:cNvSpPr>
          <p:nvPr/>
        </p:nvSpPr>
        <p:spPr>
          <a:xfrm>
            <a:off x="4609687" y="33321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150"/>
          <p:cNvSpPr>
            <a:spLocks noGrp="1"/>
          </p:cNvSpPr>
          <p:nvPr/>
        </p:nvSpPr>
        <p:spPr>
          <a:xfrm>
            <a:off x="4609687" y="34250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151"/>
          <p:cNvSpPr>
            <a:spLocks noGrp="1"/>
          </p:cNvSpPr>
          <p:nvPr/>
        </p:nvSpPr>
        <p:spPr>
          <a:xfrm>
            <a:off x="4609687" y="35179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152"/>
          <p:cNvSpPr>
            <a:spLocks noGrp="1"/>
          </p:cNvSpPr>
          <p:nvPr/>
        </p:nvSpPr>
        <p:spPr>
          <a:xfrm>
            <a:off x="4609687" y="36107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153"/>
          <p:cNvSpPr>
            <a:spLocks noGrp="1"/>
          </p:cNvSpPr>
          <p:nvPr/>
        </p:nvSpPr>
        <p:spPr>
          <a:xfrm>
            <a:off x="4609687" y="37036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154"/>
          <p:cNvSpPr>
            <a:spLocks noGrp="1"/>
          </p:cNvSpPr>
          <p:nvPr/>
        </p:nvSpPr>
        <p:spPr>
          <a:xfrm>
            <a:off x="4609687" y="37965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155"/>
          <p:cNvSpPr>
            <a:spLocks noGrp="1"/>
          </p:cNvSpPr>
          <p:nvPr/>
        </p:nvSpPr>
        <p:spPr>
          <a:xfrm>
            <a:off x="4609687" y="38893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156"/>
          <p:cNvSpPr>
            <a:spLocks noGrp="1"/>
          </p:cNvSpPr>
          <p:nvPr/>
        </p:nvSpPr>
        <p:spPr>
          <a:xfrm>
            <a:off x="4609687" y="39822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157"/>
          <p:cNvSpPr>
            <a:spLocks noGrp="1"/>
          </p:cNvSpPr>
          <p:nvPr/>
        </p:nvSpPr>
        <p:spPr>
          <a:xfrm>
            <a:off x="4609687" y="40751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158"/>
          <p:cNvSpPr>
            <a:spLocks noGrp="1"/>
          </p:cNvSpPr>
          <p:nvPr/>
        </p:nvSpPr>
        <p:spPr>
          <a:xfrm>
            <a:off x="4609687" y="41680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159"/>
          <p:cNvSpPr>
            <a:spLocks noGrp="1"/>
          </p:cNvSpPr>
          <p:nvPr/>
        </p:nvSpPr>
        <p:spPr>
          <a:xfrm>
            <a:off x="4609687" y="42608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160"/>
          <p:cNvSpPr>
            <a:spLocks noGrp="1"/>
          </p:cNvSpPr>
          <p:nvPr/>
        </p:nvSpPr>
        <p:spPr>
          <a:xfrm>
            <a:off x="4609687" y="43537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161"/>
          <p:cNvSpPr>
            <a:spLocks noGrp="1"/>
          </p:cNvSpPr>
          <p:nvPr/>
        </p:nvSpPr>
        <p:spPr>
          <a:xfrm>
            <a:off x="4609687" y="44466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162"/>
          <p:cNvSpPr>
            <a:spLocks noGrp="1"/>
          </p:cNvSpPr>
          <p:nvPr/>
        </p:nvSpPr>
        <p:spPr>
          <a:xfrm>
            <a:off x="4609687" y="45394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163"/>
          <p:cNvSpPr>
            <a:spLocks noGrp="1"/>
          </p:cNvSpPr>
          <p:nvPr/>
        </p:nvSpPr>
        <p:spPr>
          <a:xfrm>
            <a:off x="4609687" y="4632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164"/>
          <p:cNvSpPr>
            <a:spLocks noGrp="1"/>
          </p:cNvSpPr>
          <p:nvPr/>
        </p:nvSpPr>
        <p:spPr>
          <a:xfrm>
            <a:off x="4609687" y="47252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165"/>
          <p:cNvSpPr>
            <a:spLocks noGrp="1"/>
          </p:cNvSpPr>
          <p:nvPr/>
        </p:nvSpPr>
        <p:spPr>
          <a:xfrm>
            <a:off x="4609687" y="48180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166"/>
          <p:cNvSpPr>
            <a:spLocks noGrp="1"/>
          </p:cNvSpPr>
          <p:nvPr/>
        </p:nvSpPr>
        <p:spPr>
          <a:xfrm>
            <a:off x="4609687" y="49109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167"/>
          <p:cNvSpPr>
            <a:spLocks noGrp="1"/>
          </p:cNvSpPr>
          <p:nvPr/>
        </p:nvSpPr>
        <p:spPr>
          <a:xfrm>
            <a:off x="4609687" y="5003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168"/>
          <p:cNvSpPr>
            <a:spLocks noGrp="1"/>
          </p:cNvSpPr>
          <p:nvPr/>
        </p:nvSpPr>
        <p:spPr>
          <a:xfrm>
            <a:off x="4609687" y="50966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169"/>
          <p:cNvSpPr>
            <a:spLocks noGrp="1"/>
          </p:cNvSpPr>
          <p:nvPr/>
        </p:nvSpPr>
        <p:spPr>
          <a:xfrm>
            <a:off x="4609687" y="5189558"/>
            <a:ext cx="14288" cy="50006"/>
          </a:xfrm>
          <a:custGeom>
            <a:avLst/>
            <a:gdLst/>
            <a:ahLst/>
            <a:cxnLst/>
            <a:rect l="0" t="0" r="0" b="0"/>
            <a:pathLst>
              <a:path w="19050" h="66675">
                <a:moveTo>
                  <a:pt x="9525" y="9525"/>
                </a:moveTo>
                <a:lnTo>
                  <a:pt x="9525" y="571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text_171_上下文重复"/>
          <p:cNvSpPr>
            <a:spLocks noGrp="1"/>
          </p:cNvSpPr>
          <p:nvPr/>
        </p:nvSpPr>
        <p:spPr>
          <a:xfrm>
            <a:off x="630619" y="3153589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上下文重复</a:t>
            </a:r>
          </a:p>
        </p:txBody>
      </p:sp>
      <p:sp>
        <p:nvSpPr>
          <p:cNvPr id="60" name="text_173_相同语义反复读取&#10;Token 消耗高"/>
          <p:cNvSpPr>
            <a:spLocks noGrp="1"/>
          </p:cNvSpPr>
          <p:nvPr/>
        </p:nvSpPr>
        <p:spPr>
          <a:xfrm>
            <a:off x="1873631" y="3153588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相同语义反复读取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消耗高</a:t>
            </a:r>
          </a:p>
        </p:txBody>
      </p:sp>
      <p:sp>
        <p:nvSpPr>
          <p:cNvPr id="61" name="connector_174"/>
          <p:cNvSpPr>
            <a:spLocks noGrp="1"/>
          </p:cNvSpPr>
          <p:nvPr/>
        </p:nvSpPr>
        <p:spPr>
          <a:xfrm>
            <a:off x="616331" y="3589357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176_调度过多"/>
          <p:cNvSpPr>
            <a:spLocks noGrp="1"/>
          </p:cNvSpPr>
          <p:nvPr/>
        </p:nvSpPr>
        <p:spPr>
          <a:xfrm>
            <a:off x="630619" y="364650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调度过多</a:t>
            </a:r>
          </a:p>
        </p:txBody>
      </p:sp>
      <p:sp>
        <p:nvSpPr>
          <p:cNvPr id="63" name="text_178_小任务也独立分发&#10;开发周期长"/>
          <p:cNvSpPr>
            <a:spLocks noGrp="1"/>
          </p:cNvSpPr>
          <p:nvPr/>
        </p:nvSpPr>
        <p:spPr>
          <a:xfrm>
            <a:off x="1873631" y="3646507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小任务也独立分发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开发周期长</a:t>
            </a:r>
          </a:p>
        </p:txBody>
      </p:sp>
      <p:sp>
        <p:nvSpPr>
          <p:cNvPr id="64" name="connector_179"/>
          <p:cNvSpPr>
            <a:spLocks noGrp="1"/>
          </p:cNvSpPr>
          <p:nvPr/>
        </p:nvSpPr>
        <p:spPr>
          <a:xfrm>
            <a:off x="616331" y="4082276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5" name="text_181_优化不稳"/>
          <p:cNvSpPr>
            <a:spLocks noGrp="1"/>
          </p:cNvSpPr>
          <p:nvPr/>
        </p:nvSpPr>
        <p:spPr>
          <a:xfrm>
            <a:off x="630619" y="4139426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</a:t>
            </a:r>
            <a:r>
              <a:rPr sz="135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sz="135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_183_默认遍历策略&#10;无效优化较多"/>
          <p:cNvSpPr>
            <a:spLocks noGrp="1"/>
          </p:cNvSpPr>
          <p:nvPr/>
        </p:nvSpPr>
        <p:spPr>
          <a:xfrm>
            <a:off x="1873631" y="4139426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默认遍历策略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无效优化较多</a:t>
            </a:r>
          </a:p>
        </p:txBody>
      </p:sp>
      <p:sp>
        <p:nvSpPr>
          <p:cNvPr id="67" name="connector_184"/>
          <p:cNvSpPr>
            <a:spLocks noGrp="1"/>
          </p:cNvSpPr>
          <p:nvPr/>
        </p:nvSpPr>
        <p:spPr>
          <a:xfrm>
            <a:off x="616331" y="4575194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8" name="text_186_验证成本高"/>
          <p:cNvSpPr>
            <a:spLocks noGrp="1"/>
          </p:cNvSpPr>
          <p:nvPr/>
        </p:nvSpPr>
        <p:spPr>
          <a:xfrm>
            <a:off x="630619" y="463234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</a:p>
        </p:txBody>
      </p:sp>
      <p:sp>
        <p:nvSpPr>
          <p:cNvPr id="69" name="text_188_小改动也全量验证&#10;中断后重复执行"/>
          <p:cNvSpPr>
            <a:spLocks noGrp="1"/>
          </p:cNvSpPr>
          <p:nvPr/>
        </p:nvSpPr>
        <p:spPr>
          <a:xfrm>
            <a:off x="1873631" y="4632345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小改动也全量验证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中断后重复执行</a:t>
            </a:r>
          </a:p>
        </p:txBody>
      </p:sp>
      <p:sp>
        <p:nvSpPr>
          <p:cNvPr id="70" name="text_190_参考资料共享"/>
          <p:cNvSpPr>
            <a:spLocks noGrp="1"/>
          </p:cNvSpPr>
          <p:nvPr/>
        </p:nvSpPr>
        <p:spPr>
          <a:xfrm>
            <a:off x="4888293" y="31321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参考资料共享</a:t>
            </a:r>
          </a:p>
        </p:txBody>
      </p:sp>
      <p:sp>
        <p:nvSpPr>
          <p:cNvPr id="71" name="text_192_集中管理公共知识"/>
          <p:cNvSpPr>
            <a:spLocks noGrp="1"/>
          </p:cNvSpPr>
          <p:nvPr/>
        </p:nvSpPr>
        <p:spPr>
          <a:xfrm>
            <a:off x="6388481" y="31321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集中管理公共知识</a:t>
            </a:r>
          </a:p>
        </p:txBody>
      </p:sp>
      <p:sp>
        <p:nvSpPr>
          <p:cNvPr id="72" name="text_194_上下文轻量化"/>
          <p:cNvSpPr>
            <a:spLocks noGrp="1"/>
          </p:cNvSpPr>
          <p:nvPr/>
        </p:nvSpPr>
        <p:spPr>
          <a:xfrm>
            <a:off x="4888293" y="34750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上下文轻量化</a:t>
            </a:r>
          </a:p>
        </p:txBody>
      </p:sp>
      <p:sp>
        <p:nvSpPr>
          <p:cNvPr id="73" name="text_196_合并执行单元，减少重复理解"/>
          <p:cNvSpPr>
            <a:spLocks noGrp="1"/>
          </p:cNvSpPr>
          <p:nvPr/>
        </p:nvSpPr>
        <p:spPr>
          <a:xfrm>
            <a:off x="6388481" y="34750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合并执行单元，减少重复理解</a:t>
            </a:r>
          </a:p>
        </p:txBody>
      </p:sp>
      <p:sp>
        <p:nvSpPr>
          <p:cNvPr id="74" name="text_198_策略按需选择"/>
          <p:cNvSpPr>
            <a:spLocks noGrp="1"/>
          </p:cNvSpPr>
          <p:nvPr/>
        </p:nvSpPr>
        <p:spPr>
          <a:xfrm>
            <a:off x="4888293" y="38179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策略按需选择</a:t>
            </a:r>
          </a:p>
        </p:txBody>
      </p:sp>
      <p:sp>
        <p:nvSpPr>
          <p:cNvPr id="75" name="text_200_基于 Profile 判断适用优化"/>
          <p:cNvSpPr>
            <a:spLocks noGrp="1"/>
          </p:cNvSpPr>
          <p:nvPr/>
        </p:nvSpPr>
        <p:spPr>
          <a:xfrm>
            <a:off x="6388481" y="38179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 Profile 判断适用优化</a:t>
            </a:r>
          </a:p>
        </p:txBody>
      </p:sp>
      <p:sp>
        <p:nvSpPr>
          <p:cNvPr id="76" name="text_202_三层验证"/>
          <p:cNvSpPr>
            <a:spLocks noGrp="1"/>
          </p:cNvSpPr>
          <p:nvPr/>
        </p:nvSpPr>
        <p:spPr>
          <a:xfrm>
            <a:off x="4888293" y="41608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三层验证</a:t>
            </a:r>
          </a:p>
        </p:txBody>
      </p:sp>
      <p:sp>
        <p:nvSpPr>
          <p:cNvPr id="77" name="text_204_按修改范围选择验证深度"/>
          <p:cNvSpPr>
            <a:spLocks noGrp="1"/>
          </p:cNvSpPr>
          <p:nvPr/>
        </p:nvSpPr>
        <p:spPr>
          <a:xfrm>
            <a:off x="6388481" y="41608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按修改范围选择验证深度</a:t>
            </a:r>
          </a:p>
        </p:txBody>
      </p:sp>
      <p:sp>
        <p:nvSpPr>
          <p:cNvPr id="78" name="text_206_分阶段缓存复用"/>
          <p:cNvSpPr>
            <a:spLocks noGrp="1"/>
          </p:cNvSpPr>
          <p:nvPr/>
        </p:nvSpPr>
        <p:spPr>
          <a:xfrm>
            <a:off x="4888293" y="45037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分阶段缓存复用</a:t>
            </a:r>
          </a:p>
        </p:txBody>
      </p:sp>
      <p:sp>
        <p:nvSpPr>
          <p:cNvPr id="79" name="text_208_复用阶段产物与执行状态"/>
          <p:cNvSpPr>
            <a:spLocks noGrp="1"/>
          </p:cNvSpPr>
          <p:nvPr/>
        </p:nvSpPr>
        <p:spPr>
          <a:xfrm>
            <a:off x="6388481" y="45037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复用阶段产物与执行状态</a:t>
            </a:r>
          </a:p>
        </p:txBody>
      </p:sp>
      <p:sp>
        <p:nvSpPr>
          <p:cNvPr id="80" name="text_210_多平台迁移"/>
          <p:cNvSpPr>
            <a:spLocks noGrp="1"/>
          </p:cNvSpPr>
          <p:nvPr/>
        </p:nvSpPr>
        <p:spPr>
          <a:xfrm>
            <a:off x="4888293" y="48466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多平台迁移</a:t>
            </a:r>
            <a:r>
              <a:rPr lang="zh-CN" altLang="en-US"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能力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_212_模块化管理平台知识"/>
          <p:cNvSpPr>
            <a:spLocks noGrp="1"/>
          </p:cNvSpPr>
          <p:nvPr/>
        </p:nvSpPr>
        <p:spPr>
          <a:xfrm>
            <a:off x="6388481" y="48466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模块化管理平台知识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_214_保留算子开发主流程，重点减少重复上下文、无效调度"/>
          <p:cNvSpPr>
            <a:spLocks noGrp="1"/>
          </p:cNvSpPr>
          <p:nvPr/>
        </p:nvSpPr>
        <p:spPr>
          <a:xfrm>
            <a:off x="614833" y="5661248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保留算子开发主流程，重点减少重复上下文、无效调度和重复验证</a:t>
            </a:r>
            <a:r>
              <a:rPr sz="13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6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07" y="1235868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</p:spTree>
    <p:extLst>
      <p:ext uri="{BB962C8B-B14F-4D97-AF65-F5344CB8AC3E}">
        <p14:creationId xmlns:p14="http://schemas.microsoft.com/office/powerpoint/2010/main" val="442137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4831523" y="4787324"/>
            <a:ext cx="3360398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667788" y="4781224"/>
            <a:ext cx="3406204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：资料</a:t>
            </a:r>
            <a:r>
              <a:rPr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统一管理与按需加载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217_原始：平台知识分散"/>
          <p:cNvSpPr>
            <a:spLocks noGrp="1"/>
          </p:cNvSpPr>
          <p:nvPr/>
        </p:nvSpPr>
        <p:spPr>
          <a:xfrm>
            <a:off x="871190" y="1274787"/>
            <a:ext cx="25431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原始：</a:t>
            </a:r>
            <a:r>
              <a:rPr sz="1575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</a:t>
            </a:r>
            <a:r>
              <a:rPr lang="zh-CN" altLang="en-US" sz="157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sz="1575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分散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218"/>
          <p:cNvSpPr>
            <a:spLocks noGrp="1"/>
          </p:cNvSpPr>
          <p:nvPr/>
        </p:nvSpPr>
        <p:spPr>
          <a:xfrm>
            <a:off x="521146" y="1610543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221_新版：流程与知识解耦"/>
          <p:cNvSpPr>
            <a:spLocks noGrp="1"/>
          </p:cNvSpPr>
          <p:nvPr/>
        </p:nvSpPr>
        <p:spPr>
          <a:xfrm>
            <a:off x="4228753" y="1274787"/>
            <a:ext cx="4436269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新版：</a:t>
            </a:r>
            <a:r>
              <a:rPr sz="1575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流程与</a:t>
            </a:r>
            <a:r>
              <a:rPr lang="zh-CN" altLang="en-US" sz="157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sz="1575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解耦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222"/>
          <p:cNvSpPr>
            <a:spLocks noGrp="1"/>
          </p:cNvSpPr>
          <p:nvPr/>
        </p:nvSpPr>
        <p:spPr>
          <a:xfrm>
            <a:off x="3878709" y="1610543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5" name="object_251"/>
          <p:cNvSpPr>
            <a:spLocks noGrp="1"/>
          </p:cNvSpPr>
          <p:nvPr/>
        </p:nvSpPr>
        <p:spPr>
          <a:xfrm>
            <a:off x="806408" y="1856414"/>
            <a:ext cx="2328863" cy="36433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36" name="text_253_用户任务 / 需求"/>
          <p:cNvSpPr>
            <a:spLocks noGrp="1"/>
          </p:cNvSpPr>
          <p:nvPr/>
        </p:nvSpPr>
        <p:spPr>
          <a:xfrm>
            <a:off x="856415" y="1892133"/>
            <a:ext cx="2228850" cy="2928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用户任务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onnector_254"/>
          <p:cNvSpPr>
            <a:spLocks noGrp="1"/>
          </p:cNvSpPr>
          <p:nvPr/>
        </p:nvSpPr>
        <p:spPr>
          <a:xfrm>
            <a:off x="1963696" y="2242176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connector_255"/>
          <p:cNvSpPr>
            <a:spLocks noGrp="1"/>
          </p:cNvSpPr>
          <p:nvPr/>
        </p:nvSpPr>
        <p:spPr>
          <a:xfrm>
            <a:off x="1939722" y="231259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9" name="object_256"/>
          <p:cNvSpPr>
            <a:spLocks noGrp="1"/>
          </p:cNvSpPr>
          <p:nvPr/>
        </p:nvSpPr>
        <p:spPr>
          <a:xfrm>
            <a:off x="806408" y="2406483"/>
            <a:ext cx="2328863" cy="37861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0" name="text_258_Main"/>
          <p:cNvSpPr>
            <a:spLocks noGrp="1"/>
          </p:cNvSpPr>
          <p:nvPr/>
        </p:nvSpPr>
        <p:spPr>
          <a:xfrm>
            <a:off x="856415" y="2427914"/>
            <a:ext cx="222885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41" name="text_260_环境准备 / 需求提取"/>
          <p:cNvSpPr>
            <a:spLocks noGrp="1"/>
          </p:cNvSpPr>
          <p:nvPr/>
        </p:nvSpPr>
        <p:spPr>
          <a:xfrm>
            <a:off x="863558" y="2606507"/>
            <a:ext cx="221456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环境准备 / 需求提取</a:t>
            </a:r>
          </a:p>
        </p:txBody>
      </p:sp>
      <p:sp>
        <p:nvSpPr>
          <p:cNvPr id="42" name="object_261"/>
          <p:cNvSpPr>
            <a:spLocks noGrp="1"/>
          </p:cNvSpPr>
          <p:nvPr/>
        </p:nvSpPr>
        <p:spPr>
          <a:xfrm>
            <a:off x="534946" y="2992270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3" name="text_263_Code-Gen"/>
          <p:cNvSpPr>
            <a:spLocks noGrp="1"/>
          </p:cNvSpPr>
          <p:nvPr/>
        </p:nvSpPr>
        <p:spPr>
          <a:xfrm>
            <a:off x="584952" y="3027989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44" name="object_264"/>
          <p:cNvSpPr>
            <a:spLocks noGrp="1"/>
          </p:cNvSpPr>
          <p:nvPr/>
        </p:nvSpPr>
        <p:spPr>
          <a:xfrm>
            <a:off x="534946" y="3378033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5" name="text_266_primitive / rules"/>
          <p:cNvSpPr>
            <a:spLocks noGrp="1"/>
          </p:cNvSpPr>
          <p:nvPr/>
        </p:nvSpPr>
        <p:spPr>
          <a:xfrm>
            <a:off x="563521" y="3413751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46" name="text_268_hardware / profiler"/>
          <p:cNvSpPr>
            <a:spLocks noGrp="1"/>
          </p:cNvSpPr>
          <p:nvPr/>
        </p:nvSpPr>
        <p:spPr>
          <a:xfrm>
            <a:off x="563521" y="3599489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48" name="object_270"/>
          <p:cNvSpPr>
            <a:spLocks noGrp="1"/>
          </p:cNvSpPr>
          <p:nvPr/>
        </p:nvSpPr>
        <p:spPr>
          <a:xfrm>
            <a:off x="1535071" y="2992270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9" name="text_272_Review"/>
          <p:cNvSpPr>
            <a:spLocks noGrp="1"/>
          </p:cNvSpPr>
          <p:nvPr/>
        </p:nvSpPr>
        <p:spPr>
          <a:xfrm>
            <a:off x="1585077" y="3027989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50" name="object_273"/>
          <p:cNvSpPr>
            <a:spLocks noGrp="1"/>
          </p:cNvSpPr>
          <p:nvPr/>
        </p:nvSpPr>
        <p:spPr>
          <a:xfrm>
            <a:off x="1535071" y="3378033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1" name="text_275_primitive / rules"/>
          <p:cNvSpPr>
            <a:spLocks noGrp="1"/>
          </p:cNvSpPr>
          <p:nvPr/>
        </p:nvSpPr>
        <p:spPr>
          <a:xfrm>
            <a:off x="1563646" y="3413751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52" name="text_277_hardware / profiler"/>
          <p:cNvSpPr>
            <a:spLocks noGrp="1"/>
          </p:cNvSpPr>
          <p:nvPr/>
        </p:nvSpPr>
        <p:spPr>
          <a:xfrm>
            <a:off x="1563646" y="3599489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54" name="object_279"/>
          <p:cNvSpPr>
            <a:spLocks noGrp="1"/>
          </p:cNvSpPr>
          <p:nvPr/>
        </p:nvSpPr>
        <p:spPr>
          <a:xfrm>
            <a:off x="2535196" y="2992270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5" name="text_281_Optimize"/>
          <p:cNvSpPr>
            <a:spLocks noGrp="1"/>
          </p:cNvSpPr>
          <p:nvPr/>
        </p:nvSpPr>
        <p:spPr>
          <a:xfrm>
            <a:off x="2585202" y="3027989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56" name="object_282"/>
          <p:cNvSpPr>
            <a:spLocks noGrp="1"/>
          </p:cNvSpPr>
          <p:nvPr/>
        </p:nvSpPr>
        <p:spPr>
          <a:xfrm>
            <a:off x="2535196" y="3378033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284_primitive / rules"/>
          <p:cNvSpPr>
            <a:spLocks noGrp="1"/>
          </p:cNvSpPr>
          <p:nvPr/>
        </p:nvSpPr>
        <p:spPr>
          <a:xfrm>
            <a:off x="2563771" y="3413751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58" name="text_286_hardware / profiler"/>
          <p:cNvSpPr>
            <a:spLocks noGrp="1"/>
          </p:cNvSpPr>
          <p:nvPr/>
        </p:nvSpPr>
        <p:spPr>
          <a:xfrm>
            <a:off x="2563771" y="3599489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62" name="text_291_Reference 重复，20+ 平台规则文件分"/>
          <p:cNvSpPr>
            <a:spLocks noGrp="1"/>
          </p:cNvSpPr>
          <p:nvPr/>
        </p:nvSpPr>
        <p:spPr>
          <a:xfrm>
            <a:off x="557213" y="4071938"/>
            <a:ext cx="3007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平台资料与流程混合</a:t>
            </a:r>
            <a:r>
              <a:rPr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，20+ </a:t>
            </a: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平台规则文件分散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bject_292"/>
          <p:cNvSpPr>
            <a:spLocks noGrp="1"/>
          </p:cNvSpPr>
          <p:nvPr/>
        </p:nvSpPr>
        <p:spPr>
          <a:xfrm>
            <a:off x="5085514" y="1856414"/>
            <a:ext cx="2328863" cy="36433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4" name="text_294_用户任务 / 需求"/>
          <p:cNvSpPr>
            <a:spLocks noGrp="1"/>
          </p:cNvSpPr>
          <p:nvPr/>
        </p:nvSpPr>
        <p:spPr>
          <a:xfrm>
            <a:off x="5135521" y="1892133"/>
            <a:ext cx="2228850" cy="2928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用户任务 / 需求</a:t>
            </a:r>
          </a:p>
        </p:txBody>
      </p:sp>
      <p:sp>
        <p:nvSpPr>
          <p:cNvPr id="65" name="connector_295"/>
          <p:cNvSpPr>
            <a:spLocks noGrp="1"/>
          </p:cNvSpPr>
          <p:nvPr/>
        </p:nvSpPr>
        <p:spPr>
          <a:xfrm>
            <a:off x="6242802" y="2235032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connector_296"/>
          <p:cNvSpPr>
            <a:spLocks noGrp="1"/>
          </p:cNvSpPr>
          <p:nvPr/>
        </p:nvSpPr>
        <p:spPr>
          <a:xfrm>
            <a:off x="6218828" y="230544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7" name="object_297"/>
          <p:cNvSpPr>
            <a:spLocks noGrp="1"/>
          </p:cNvSpPr>
          <p:nvPr/>
        </p:nvSpPr>
        <p:spPr>
          <a:xfrm>
            <a:off x="3935371" y="2399339"/>
            <a:ext cx="4664869" cy="60007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8" name="text_299_Skill Workflow"/>
          <p:cNvSpPr>
            <a:spLocks noGrp="1"/>
          </p:cNvSpPr>
          <p:nvPr/>
        </p:nvSpPr>
        <p:spPr>
          <a:xfrm>
            <a:off x="4021096" y="2427914"/>
            <a:ext cx="44719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Workflow</a:t>
            </a:r>
          </a:p>
        </p:txBody>
      </p:sp>
      <p:sp>
        <p:nvSpPr>
          <p:cNvPr id="69" name="text_301_Main"/>
          <p:cNvSpPr>
            <a:spLocks noGrp="1"/>
          </p:cNvSpPr>
          <p:nvPr/>
        </p:nvSpPr>
        <p:spPr>
          <a:xfrm>
            <a:off x="4035383" y="2677945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70" name="connector_302"/>
          <p:cNvSpPr>
            <a:spLocks noGrp="1"/>
          </p:cNvSpPr>
          <p:nvPr/>
        </p:nvSpPr>
        <p:spPr>
          <a:xfrm>
            <a:off x="5028365" y="2799389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1" name="connector_303"/>
          <p:cNvSpPr>
            <a:spLocks noGrp="1"/>
          </p:cNvSpPr>
          <p:nvPr/>
        </p:nvSpPr>
        <p:spPr>
          <a:xfrm>
            <a:off x="5091637" y="277541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2" name="text_305_Code-Gen"/>
          <p:cNvSpPr>
            <a:spLocks noGrp="1"/>
          </p:cNvSpPr>
          <p:nvPr/>
        </p:nvSpPr>
        <p:spPr>
          <a:xfrm>
            <a:off x="5171240" y="2677945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73" name="connector_306"/>
          <p:cNvSpPr>
            <a:spLocks noGrp="1"/>
          </p:cNvSpPr>
          <p:nvPr/>
        </p:nvSpPr>
        <p:spPr>
          <a:xfrm>
            <a:off x="6164221" y="2799389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4" name="connector_307"/>
          <p:cNvSpPr>
            <a:spLocks noGrp="1"/>
          </p:cNvSpPr>
          <p:nvPr/>
        </p:nvSpPr>
        <p:spPr>
          <a:xfrm>
            <a:off x="6227493" y="277541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5" name="text_309_Verify"/>
          <p:cNvSpPr>
            <a:spLocks noGrp="1"/>
          </p:cNvSpPr>
          <p:nvPr/>
        </p:nvSpPr>
        <p:spPr>
          <a:xfrm>
            <a:off x="6307096" y="2677945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76" name="connector_310"/>
          <p:cNvSpPr>
            <a:spLocks noGrp="1"/>
          </p:cNvSpPr>
          <p:nvPr/>
        </p:nvSpPr>
        <p:spPr>
          <a:xfrm>
            <a:off x="7300077" y="2799389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7" name="connector_311"/>
          <p:cNvSpPr>
            <a:spLocks noGrp="1"/>
          </p:cNvSpPr>
          <p:nvPr/>
        </p:nvSpPr>
        <p:spPr>
          <a:xfrm>
            <a:off x="7363349" y="277541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8" name="text_313_Optimize"/>
          <p:cNvSpPr>
            <a:spLocks noGrp="1"/>
          </p:cNvSpPr>
          <p:nvPr/>
        </p:nvSpPr>
        <p:spPr>
          <a:xfrm>
            <a:off x="7442952" y="2677945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79" name="connector_314"/>
          <p:cNvSpPr>
            <a:spLocks noGrp="1"/>
          </p:cNvSpPr>
          <p:nvPr/>
        </p:nvSpPr>
        <p:spPr>
          <a:xfrm>
            <a:off x="6242802" y="3020845"/>
            <a:ext cx="14288" cy="121444"/>
          </a:xfrm>
          <a:custGeom>
            <a:avLst/>
            <a:gdLst/>
            <a:ahLst/>
            <a:cxnLst/>
            <a:rect l="0" t="0" r="0" b="0"/>
            <a:pathLst>
              <a:path w="19050" h="161925">
                <a:moveTo>
                  <a:pt x="9525" y="9525"/>
                </a:moveTo>
                <a:lnTo>
                  <a:pt x="9525" y="1524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0" name="connector_315"/>
          <p:cNvSpPr>
            <a:spLocks noGrp="1"/>
          </p:cNvSpPr>
          <p:nvPr/>
        </p:nvSpPr>
        <p:spPr>
          <a:xfrm>
            <a:off x="6218828" y="308411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object_316"/>
          <p:cNvSpPr>
            <a:spLocks noGrp="1"/>
          </p:cNvSpPr>
          <p:nvPr/>
        </p:nvSpPr>
        <p:spPr>
          <a:xfrm>
            <a:off x="3935371" y="3178007"/>
            <a:ext cx="4664869" cy="700088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82" name="text_318_shared/mlu（Shared Layer）"/>
          <p:cNvSpPr>
            <a:spLocks noGrp="1"/>
          </p:cNvSpPr>
          <p:nvPr/>
        </p:nvSpPr>
        <p:spPr>
          <a:xfrm>
            <a:off x="4021096" y="3213726"/>
            <a:ext cx="447198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shared/mlu（Shared Layer）</a:t>
            </a:r>
          </a:p>
        </p:txBody>
      </p:sp>
      <p:sp>
        <p:nvSpPr>
          <p:cNvPr id="83" name="text_320_primitives.md    platfor"/>
          <p:cNvSpPr>
            <a:spLocks noGrp="1"/>
          </p:cNvSpPr>
          <p:nvPr/>
        </p:nvSpPr>
        <p:spPr>
          <a:xfrm>
            <a:off x="4035384" y="3463758"/>
            <a:ext cx="447913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primitives.md    platform-rules.md    hardware.md</a:t>
            </a:r>
          </a:p>
        </p:txBody>
      </p:sp>
      <p:sp>
        <p:nvSpPr>
          <p:cNvPr id="84" name="text_322_profiler.md    optimizat"/>
          <p:cNvSpPr>
            <a:spLocks noGrp="1"/>
          </p:cNvSpPr>
          <p:nvPr/>
        </p:nvSpPr>
        <p:spPr>
          <a:xfrm>
            <a:off x="4035384" y="3642352"/>
            <a:ext cx="447913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profiler.md    optimization.md</a:t>
            </a:r>
          </a:p>
        </p:txBody>
      </p:sp>
      <p:sp>
        <p:nvSpPr>
          <p:cNvPr id="85" name="text_324_知识只维护一次，各 Skill 按需加载，支持 "/>
          <p:cNvSpPr>
            <a:spLocks noGrp="1"/>
          </p:cNvSpPr>
          <p:nvPr/>
        </p:nvSpPr>
        <p:spPr>
          <a:xfrm>
            <a:off x="3936206" y="4071938"/>
            <a:ext cx="4948371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069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出来</a:t>
            </a:r>
            <a:r>
              <a:rPr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，各 Skill </a:t>
            </a: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按需加载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。解耦</a:t>
            </a:r>
            <a:r>
              <a:rPr lang="zh-CN" altLang="en-US" sz="1069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之后也有利于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开发其他平台算子开发</a:t>
            </a:r>
            <a:r>
              <a:rPr lang="en-US" altLang="zh-CN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connector_325"/>
          <p:cNvSpPr>
            <a:spLocks noGrp="1"/>
          </p:cNvSpPr>
          <p:nvPr/>
        </p:nvSpPr>
        <p:spPr>
          <a:xfrm>
            <a:off x="535434" y="4588342"/>
            <a:ext cx="8129588" cy="14288"/>
          </a:xfrm>
          <a:custGeom>
            <a:avLst/>
            <a:gdLst/>
            <a:ahLst/>
            <a:cxnLst/>
            <a:rect l="0" t="0" r="0" b="0"/>
            <a:pathLst>
              <a:path w="10839450" h="19050">
                <a:moveTo>
                  <a:pt x="9525" y="9525"/>
                </a:moveTo>
                <a:lnTo>
                  <a:pt x="10829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7" name="text_327_Case 1：Primitive 合并"/>
          <p:cNvSpPr>
            <a:spLocks noGrp="1"/>
          </p:cNvSpPr>
          <p:nvPr/>
        </p:nvSpPr>
        <p:spPr>
          <a:xfrm>
            <a:off x="834983" y="4836318"/>
            <a:ext cx="387191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1：Primitive </a:t>
            </a:r>
            <a:r>
              <a:rPr sz="135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_329_Case 2：平台规则合并"/>
          <p:cNvSpPr>
            <a:spLocks noGrp="1"/>
          </p:cNvSpPr>
          <p:nvPr/>
        </p:nvSpPr>
        <p:spPr>
          <a:xfrm>
            <a:off x="5092658" y="4836318"/>
            <a:ext cx="3843338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2：平台规则合并</a:t>
            </a:r>
          </a:p>
        </p:txBody>
      </p:sp>
      <p:sp>
        <p:nvSpPr>
          <p:cNvPr id="89" name="text_331_code-gen/semantic.md"/>
          <p:cNvSpPr>
            <a:spLocks noGrp="1"/>
          </p:cNvSpPr>
          <p:nvPr/>
        </p:nvSpPr>
        <p:spPr>
          <a:xfrm>
            <a:off x="842128" y="5122068"/>
            <a:ext cx="38219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code-gen/semantic.md</a:t>
            </a:r>
          </a:p>
        </p:txBody>
      </p:sp>
      <p:sp>
        <p:nvSpPr>
          <p:cNvPr id="90" name="text_333_review/mlu_supported_pri"/>
          <p:cNvSpPr>
            <a:spLocks noGrp="1"/>
          </p:cNvSpPr>
          <p:nvPr/>
        </p:nvSpPr>
        <p:spPr>
          <a:xfrm>
            <a:off x="842128" y="5300662"/>
            <a:ext cx="38219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review/mlu_supported_primitives.md</a:t>
            </a:r>
          </a:p>
        </p:txBody>
      </p:sp>
      <p:sp>
        <p:nvSpPr>
          <p:cNvPr id="91" name="connector_334"/>
          <p:cNvSpPr>
            <a:spLocks noGrp="1"/>
          </p:cNvSpPr>
          <p:nvPr/>
        </p:nvSpPr>
        <p:spPr>
          <a:xfrm>
            <a:off x="2599490" y="5522118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2" name="connector_335"/>
          <p:cNvSpPr>
            <a:spLocks noGrp="1"/>
          </p:cNvSpPr>
          <p:nvPr/>
        </p:nvSpPr>
        <p:spPr>
          <a:xfrm>
            <a:off x="2575516" y="5592534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3" name="text_337_share/mlu/references/pri"/>
          <p:cNvSpPr>
            <a:spLocks noGrp="1"/>
          </p:cNvSpPr>
          <p:nvPr/>
        </p:nvSpPr>
        <p:spPr>
          <a:xfrm>
            <a:off x="850730" y="5700712"/>
            <a:ext cx="38219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share/mlu/references/primitives.md</a:t>
            </a:r>
          </a:p>
        </p:txBody>
      </p:sp>
      <p:sp>
        <p:nvSpPr>
          <p:cNvPr id="94" name="text_339_原 20+ 文件：Grid 上限、NRAM、CU"/>
          <p:cNvSpPr>
            <a:spLocks noGrp="1"/>
          </p:cNvSpPr>
          <p:nvPr/>
        </p:nvSpPr>
        <p:spPr>
          <a:xfrm>
            <a:off x="5099803" y="5122068"/>
            <a:ext cx="37790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文件：Grid 上限、NRAM、CUDA→MLU</a:t>
            </a:r>
          </a:p>
        </p:txBody>
      </p:sp>
      <p:sp>
        <p:nvSpPr>
          <p:cNvPr id="95" name="text_341_num_warps、Persistent Ker"/>
          <p:cNvSpPr>
            <a:spLocks noGrp="1"/>
          </p:cNvSpPr>
          <p:nvPr/>
        </p:nvSpPr>
        <p:spPr>
          <a:xfrm>
            <a:off x="5099803" y="5300662"/>
            <a:ext cx="37790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 Kernel 等平台约束</a:t>
            </a:r>
          </a:p>
        </p:txBody>
      </p:sp>
      <p:sp>
        <p:nvSpPr>
          <p:cNvPr id="96" name="connector_342"/>
          <p:cNvSpPr>
            <a:spLocks noGrp="1"/>
          </p:cNvSpPr>
          <p:nvPr/>
        </p:nvSpPr>
        <p:spPr>
          <a:xfrm>
            <a:off x="6957177" y="5522118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343"/>
          <p:cNvSpPr>
            <a:spLocks noGrp="1"/>
          </p:cNvSpPr>
          <p:nvPr/>
        </p:nvSpPr>
        <p:spPr>
          <a:xfrm>
            <a:off x="6933203" y="5592534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text_345_platform-rules.md"/>
          <p:cNvSpPr>
            <a:spLocks noGrp="1"/>
          </p:cNvSpPr>
          <p:nvPr/>
        </p:nvSpPr>
        <p:spPr>
          <a:xfrm>
            <a:off x="5099803" y="5700712"/>
            <a:ext cx="38219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platform-rules.md</a:t>
            </a:r>
          </a:p>
        </p:txBody>
      </p:sp>
      <p:sp>
        <p:nvSpPr>
          <p:cNvPr id="99" name="text_347_Workflow 与平台知识解耦，减少重复维护与"/>
          <p:cNvSpPr>
            <a:spLocks noGrp="1"/>
          </p:cNvSpPr>
          <p:nvPr/>
        </p:nvSpPr>
        <p:spPr>
          <a:xfrm>
            <a:off x="570193" y="6143037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与平台知识解耦，减少重复维护与重复加载，降低迁移成本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0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90" y="1289074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1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852" y="1289074"/>
            <a:ext cx="271463" cy="271463"/>
          </a:xfrm>
          <a:prstGeom prst="rect">
            <a:avLst/>
          </a:prstGeom>
        </p:spPr>
      </p:pic>
      <p:cxnSp>
        <p:nvCxnSpPr>
          <p:cNvPr id="102" name="连接符: 肘形 24">
            <a:extLst>
              <a:ext uri="{FF2B5EF4-FFF2-40B4-BE49-F238E27FC236}">
                <a16:creationId xmlns:a16="http://schemas.microsoft.com/office/drawing/2014/main" id="{645F5EE4-7D1D-34BD-C85B-F7577ED0E28D}"/>
              </a:ext>
            </a:extLst>
          </p:cNvPr>
          <p:cNvCxnSpPr>
            <a:cxnSpLocks/>
          </p:cNvCxnSpPr>
          <p:nvPr/>
        </p:nvCxnSpPr>
        <p:spPr>
          <a:xfrm rot="5400000">
            <a:off x="1369025" y="2441509"/>
            <a:ext cx="260654" cy="886271"/>
          </a:xfrm>
          <a:prstGeom prst="bentConnector3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26">
            <a:extLst>
              <a:ext uri="{FF2B5EF4-FFF2-40B4-BE49-F238E27FC236}">
                <a16:creationId xmlns:a16="http://schemas.microsoft.com/office/drawing/2014/main" id="{4F6DB58B-48B3-F53D-1C44-71CE6D7B59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92420" y="2404385"/>
            <a:ext cx="260654" cy="960519"/>
          </a:xfrm>
          <a:prstGeom prst="bentConnector3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24">
            <a:extLst>
              <a:ext uri="{FF2B5EF4-FFF2-40B4-BE49-F238E27FC236}">
                <a16:creationId xmlns:a16="http://schemas.microsoft.com/office/drawing/2014/main" id="{645F5EE4-7D1D-34BD-C85B-F7577ED0E28D}"/>
              </a:ext>
            </a:extLst>
          </p:cNvPr>
          <p:cNvCxnSpPr>
            <a:cxnSpLocks/>
          </p:cNvCxnSpPr>
          <p:nvPr/>
        </p:nvCxnSpPr>
        <p:spPr>
          <a:xfrm rot="5400000">
            <a:off x="1877776" y="2945592"/>
            <a:ext cx="129423" cy="952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707904" y="1164100"/>
            <a:ext cx="0" cy="334502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</p:spTree>
    <p:extLst>
      <p:ext uri="{BB962C8B-B14F-4D97-AF65-F5344CB8AC3E}">
        <p14:creationId xmlns:p14="http://schemas.microsoft.com/office/powerpoint/2010/main" val="31339947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4814326"/>
            <a:ext cx="3406204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3864874"/>
            <a:ext cx="3406204" cy="83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1922792"/>
            <a:ext cx="3406204" cy="18776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优化②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上下文优化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50_原版：七个独立子步骤"/>
          <p:cNvSpPr>
            <a:spLocks noGrp="1"/>
          </p:cNvSpPr>
          <p:nvPr/>
        </p:nvSpPr>
        <p:spPr>
          <a:xfrm>
            <a:off x="794259" y="1320931"/>
            <a:ext cx="315039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原版：七个独立子步骤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阶段）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351"/>
          <p:cNvSpPr>
            <a:spLocks noGrp="1"/>
          </p:cNvSpPr>
          <p:nvPr/>
        </p:nvSpPr>
        <p:spPr>
          <a:xfrm>
            <a:off x="444215" y="165668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54_新版：三个核心 Agent"/>
          <p:cNvSpPr>
            <a:spLocks noGrp="1"/>
          </p:cNvSpPr>
          <p:nvPr/>
        </p:nvSpPr>
        <p:spPr>
          <a:xfrm>
            <a:off x="4700588" y="1285875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三个核心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</a:t>
            </a:r>
          </a:p>
        </p:txBody>
      </p:sp>
      <p:sp>
        <p:nvSpPr>
          <p:cNvPr id="6" name="connector_355"/>
          <p:cNvSpPr>
            <a:spLocks noGrp="1"/>
          </p:cNvSpPr>
          <p:nvPr/>
        </p:nvSpPr>
        <p:spPr>
          <a:xfrm>
            <a:off x="4350544" y="16216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58_优化效果"/>
          <p:cNvSpPr>
            <a:spLocks noGrp="1"/>
          </p:cNvSpPr>
          <p:nvPr/>
        </p:nvSpPr>
        <p:spPr>
          <a:xfrm>
            <a:off x="7424352" y="1301025"/>
            <a:ext cx="12430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nector_359"/>
          <p:cNvSpPr>
            <a:spLocks noGrp="1"/>
          </p:cNvSpPr>
          <p:nvPr/>
        </p:nvSpPr>
        <p:spPr>
          <a:xfrm>
            <a:off x="7074308" y="163678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2" name="connector_363"/>
          <p:cNvSpPr>
            <a:spLocks noGrp="1"/>
          </p:cNvSpPr>
          <p:nvPr/>
        </p:nvSpPr>
        <p:spPr>
          <a:xfrm>
            <a:off x="4143375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64"/>
          <p:cNvSpPr>
            <a:spLocks noGrp="1"/>
          </p:cNvSpPr>
          <p:nvPr/>
        </p:nvSpPr>
        <p:spPr>
          <a:xfrm>
            <a:off x="4143375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65"/>
          <p:cNvSpPr>
            <a:spLocks noGrp="1"/>
          </p:cNvSpPr>
          <p:nvPr/>
        </p:nvSpPr>
        <p:spPr>
          <a:xfrm>
            <a:off x="4143375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66"/>
          <p:cNvSpPr>
            <a:spLocks noGrp="1"/>
          </p:cNvSpPr>
          <p:nvPr/>
        </p:nvSpPr>
        <p:spPr>
          <a:xfrm>
            <a:off x="4143375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67"/>
          <p:cNvSpPr>
            <a:spLocks noGrp="1"/>
          </p:cNvSpPr>
          <p:nvPr/>
        </p:nvSpPr>
        <p:spPr>
          <a:xfrm>
            <a:off x="4143375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68"/>
          <p:cNvSpPr>
            <a:spLocks noGrp="1"/>
          </p:cNvSpPr>
          <p:nvPr/>
        </p:nvSpPr>
        <p:spPr>
          <a:xfrm>
            <a:off x="4143375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69"/>
          <p:cNvSpPr>
            <a:spLocks noGrp="1"/>
          </p:cNvSpPr>
          <p:nvPr/>
        </p:nvSpPr>
        <p:spPr>
          <a:xfrm>
            <a:off x="4143375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70"/>
          <p:cNvSpPr>
            <a:spLocks noGrp="1"/>
          </p:cNvSpPr>
          <p:nvPr/>
        </p:nvSpPr>
        <p:spPr>
          <a:xfrm>
            <a:off x="4143375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71"/>
          <p:cNvSpPr>
            <a:spLocks noGrp="1"/>
          </p:cNvSpPr>
          <p:nvPr/>
        </p:nvSpPr>
        <p:spPr>
          <a:xfrm>
            <a:off x="4143375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72"/>
          <p:cNvSpPr>
            <a:spLocks noGrp="1"/>
          </p:cNvSpPr>
          <p:nvPr/>
        </p:nvSpPr>
        <p:spPr>
          <a:xfrm>
            <a:off x="4143375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73"/>
          <p:cNvSpPr>
            <a:spLocks noGrp="1"/>
          </p:cNvSpPr>
          <p:nvPr/>
        </p:nvSpPr>
        <p:spPr>
          <a:xfrm>
            <a:off x="4143375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74"/>
          <p:cNvSpPr>
            <a:spLocks noGrp="1"/>
          </p:cNvSpPr>
          <p:nvPr/>
        </p:nvSpPr>
        <p:spPr>
          <a:xfrm>
            <a:off x="4143375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75"/>
          <p:cNvSpPr>
            <a:spLocks noGrp="1"/>
          </p:cNvSpPr>
          <p:nvPr/>
        </p:nvSpPr>
        <p:spPr>
          <a:xfrm>
            <a:off x="4143375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76"/>
          <p:cNvSpPr>
            <a:spLocks noGrp="1"/>
          </p:cNvSpPr>
          <p:nvPr/>
        </p:nvSpPr>
        <p:spPr>
          <a:xfrm>
            <a:off x="4143375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77"/>
          <p:cNvSpPr>
            <a:spLocks noGrp="1"/>
          </p:cNvSpPr>
          <p:nvPr/>
        </p:nvSpPr>
        <p:spPr>
          <a:xfrm>
            <a:off x="4143375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78"/>
          <p:cNvSpPr>
            <a:spLocks noGrp="1"/>
          </p:cNvSpPr>
          <p:nvPr/>
        </p:nvSpPr>
        <p:spPr>
          <a:xfrm>
            <a:off x="4143375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79"/>
          <p:cNvSpPr>
            <a:spLocks noGrp="1"/>
          </p:cNvSpPr>
          <p:nvPr/>
        </p:nvSpPr>
        <p:spPr>
          <a:xfrm>
            <a:off x="4143375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80"/>
          <p:cNvSpPr>
            <a:spLocks noGrp="1"/>
          </p:cNvSpPr>
          <p:nvPr/>
        </p:nvSpPr>
        <p:spPr>
          <a:xfrm>
            <a:off x="4143375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81"/>
          <p:cNvSpPr>
            <a:spLocks noGrp="1"/>
          </p:cNvSpPr>
          <p:nvPr/>
        </p:nvSpPr>
        <p:spPr>
          <a:xfrm>
            <a:off x="4143375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82"/>
          <p:cNvSpPr>
            <a:spLocks noGrp="1"/>
          </p:cNvSpPr>
          <p:nvPr/>
        </p:nvSpPr>
        <p:spPr>
          <a:xfrm>
            <a:off x="4143375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83"/>
          <p:cNvSpPr>
            <a:spLocks noGrp="1"/>
          </p:cNvSpPr>
          <p:nvPr/>
        </p:nvSpPr>
        <p:spPr>
          <a:xfrm>
            <a:off x="4143375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84"/>
          <p:cNvSpPr>
            <a:spLocks noGrp="1"/>
          </p:cNvSpPr>
          <p:nvPr/>
        </p:nvSpPr>
        <p:spPr>
          <a:xfrm>
            <a:off x="4143375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85"/>
          <p:cNvSpPr>
            <a:spLocks noGrp="1"/>
          </p:cNvSpPr>
          <p:nvPr/>
        </p:nvSpPr>
        <p:spPr>
          <a:xfrm>
            <a:off x="4143375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86"/>
          <p:cNvSpPr>
            <a:spLocks noGrp="1"/>
          </p:cNvSpPr>
          <p:nvPr/>
        </p:nvSpPr>
        <p:spPr>
          <a:xfrm>
            <a:off x="4143375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87"/>
          <p:cNvSpPr>
            <a:spLocks noGrp="1"/>
          </p:cNvSpPr>
          <p:nvPr/>
        </p:nvSpPr>
        <p:spPr>
          <a:xfrm>
            <a:off x="4143375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88"/>
          <p:cNvSpPr>
            <a:spLocks noGrp="1"/>
          </p:cNvSpPr>
          <p:nvPr/>
        </p:nvSpPr>
        <p:spPr>
          <a:xfrm>
            <a:off x="4143375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89"/>
          <p:cNvSpPr>
            <a:spLocks noGrp="1"/>
          </p:cNvSpPr>
          <p:nvPr/>
        </p:nvSpPr>
        <p:spPr>
          <a:xfrm>
            <a:off x="4143375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90"/>
          <p:cNvSpPr>
            <a:spLocks noGrp="1"/>
          </p:cNvSpPr>
          <p:nvPr/>
        </p:nvSpPr>
        <p:spPr>
          <a:xfrm>
            <a:off x="4143375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91"/>
          <p:cNvSpPr>
            <a:spLocks noGrp="1"/>
          </p:cNvSpPr>
          <p:nvPr/>
        </p:nvSpPr>
        <p:spPr>
          <a:xfrm>
            <a:off x="4143375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92"/>
          <p:cNvSpPr>
            <a:spLocks noGrp="1"/>
          </p:cNvSpPr>
          <p:nvPr/>
        </p:nvSpPr>
        <p:spPr>
          <a:xfrm>
            <a:off x="4143375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93"/>
          <p:cNvSpPr>
            <a:spLocks noGrp="1"/>
          </p:cNvSpPr>
          <p:nvPr/>
        </p:nvSpPr>
        <p:spPr>
          <a:xfrm>
            <a:off x="4143375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94"/>
          <p:cNvSpPr>
            <a:spLocks noGrp="1"/>
          </p:cNvSpPr>
          <p:nvPr/>
        </p:nvSpPr>
        <p:spPr>
          <a:xfrm>
            <a:off x="4143375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95"/>
          <p:cNvSpPr>
            <a:spLocks noGrp="1"/>
          </p:cNvSpPr>
          <p:nvPr/>
        </p:nvSpPr>
        <p:spPr>
          <a:xfrm>
            <a:off x="4143375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96"/>
          <p:cNvSpPr>
            <a:spLocks noGrp="1"/>
          </p:cNvSpPr>
          <p:nvPr/>
        </p:nvSpPr>
        <p:spPr>
          <a:xfrm>
            <a:off x="4143375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97"/>
          <p:cNvSpPr>
            <a:spLocks noGrp="1"/>
          </p:cNvSpPr>
          <p:nvPr/>
        </p:nvSpPr>
        <p:spPr>
          <a:xfrm>
            <a:off x="4143375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98"/>
          <p:cNvSpPr>
            <a:spLocks noGrp="1"/>
          </p:cNvSpPr>
          <p:nvPr/>
        </p:nvSpPr>
        <p:spPr>
          <a:xfrm>
            <a:off x="4143375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99"/>
          <p:cNvSpPr>
            <a:spLocks noGrp="1"/>
          </p:cNvSpPr>
          <p:nvPr/>
        </p:nvSpPr>
        <p:spPr>
          <a:xfrm>
            <a:off x="4143375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400"/>
          <p:cNvSpPr>
            <a:spLocks noGrp="1"/>
          </p:cNvSpPr>
          <p:nvPr/>
        </p:nvSpPr>
        <p:spPr>
          <a:xfrm>
            <a:off x="4143375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401"/>
          <p:cNvSpPr>
            <a:spLocks noGrp="1"/>
          </p:cNvSpPr>
          <p:nvPr/>
        </p:nvSpPr>
        <p:spPr>
          <a:xfrm>
            <a:off x="4143375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object_444"/>
          <p:cNvSpPr>
            <a:spLocks noGrp="1"/>
          </p:cNvSpPr>
          <p:nvPr/>
        </p:nvSpPr>
        <p:spPr>
          <a:xfrm>
            <a:off x="557213" y="203596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4" name="text_446_1. 需求理解"/>
          <p:cNvSpPr>
            <a:spLocks noGrp="1"/>
          </p:cNvSpPr>
          <p:nvPr/>
        </p:nvSpPr>
        <p:spPr>
          <a:xfrm>
            <a:off x="607219" y="208597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95" name="text_448_读取需求、语义与平台规则"/>
          <p:cNvSpPr>
            <a:spLocks noGrp="1"/>
          </p:cNvSpPr>
          <p:nvPr/>
        </p:nvSpPr>
        <p:spPr>
          <a:xfrm>
            <a:off x="1885951" y="2057400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读取需求、语义与平台规则</a:t>
            </a:r>
          </a:p>
        </p:txBody>
      </p:sp>
      <p:sp>
        <p:nvSpPr>
          <p:cNvPr id="96" name="connector_449"/>
          <p:cNvSpPr>
            <a:spLocks noGrp="1"/>
          </p:cNvSpPr>
          <p:nvPr/>
        </p:nvSpPr>
        <p:spPr>
          <a:xfrm>
            <a:off x="1135856" y="2393157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450"/>
          <p:cNvSpPr>
            <a:spLocks noGrp="1"/>
          </p:cNvSpPr>
          <p:nvPr/>
        </p:nvSpPr>
        <p:spPr>
          <a:xfrm>
            <a:off x="1111882" y="24278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object_451"/>
          <p:cNvSpPr>
            <a:spLocks noGrp="1"/>
          </p:cNvSpPr>
          <p:nvPr/>
        </p:nvSpPr>
        <p:spPr>
          <a:xfrm>
            <a:off x="557213" y="2500313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9" name="text_453_2. 语义分析"/>
          <p:cNvSpPr>
            <a:spLocks noGrp="1"/>
          </p:cNvSpPr>
          <p:nvPr/>
        </p:nvSpPr>
        <p:spPr>
          <a:xfrm>
            <a:off x="607219" y="2550319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100" name="text_455_理解公式、Shape、Axis"/>
          <p:cNvSpPr>
            <a:spLocks noGrp="1"/>
          </p:cNvSpPr>
          <p:nvPr/>
        </p:nvSpPr>
        <p:spPr>
          <a:xfrm>
            <a:off x="1885951" y="2521744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理解公式、Shape、Axis</a:t>
            </a:r>
          </a:p>
        </p:txBody>
      </p:sp>
      <p:sp>
        <p:nvSpPr>
          <p:cNvPr id="101" name="connector_456"/>
          <p:cNvSpPr>
            <a:spLocks noGrp="1"/>
          </p:cNvSpPr>
          <p:nvPr/>
        </p:nvSpPr>
        <p:spPr>
          <a:xfrm>
            <a:off x="1135856" y="2857500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2" name="connector_457"/>
          <p:cNvSpPr>
            <a:spLocks noGrp="1"/>
          </p:cNvSpPr>
          <p:nvPr/>
        </p:nvSpPr>
        <p:spPr>
          <a:xfrm>
            <a:off x="1111882" y="28921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3" name="object_458"/>
          <p:cNvSpPr>
            <a:spLocks noGrp="1"/>
          </p:cNvSpPr>
          <p:nvPr/>
        </p:nvSpPr>
        <p:spPr>
          <a:xfrm>
            <a:off x="557213" y="2964656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4" name="text_460_3. Mapping 设计"/>
          <p:cNvSpPr>
            <a:spLocks noGrp="1"/>
          </p:cNvSpPr>
          <p:nvPr/>
        </p:nvSpPr>
        <p:spPr>
          <a:xfrm>
            <a:off x="607219" y="301466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105" name="text_462_加载硬件规则与 Mapping 资料"/>
          <p:cNvSpPr>
            <a:spLocks noGrp="1"/>
          </p:cNvSpPr>
          <p:nvPr/>
        </p:nvSpPr>
        <p:spPr>
          <a:xfrm>
            <a:off x="1885951" y="2986088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加载硬件规则与 Mapping 资料</a:t>
            </a:r>
          </a:p>
        </p:txBody>
      </p:sp>
      <p:sp>
        <p:nvSpPr>
          <p:cNvPr id="106" name="connector_463"/>
          <p:cNvSpPr>
            <a:spLocks noGrp="1"/>
          </p:cNvSpPr>
          <p:nvPr/>
        </p:nvSpPr>
        <p:spPr>
          <a:xfrm>
            <a:off x="1135856" y="3321844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7" name="connector_464"/>
          <p:cNvSpPr>
            <a:spLocks noGrp="1"/>
          </p:cNvSpPr>
          <p:nvPr/>
        </p:nvSpPr>
        <p:spPr>
          <a:xfrm>
            <a:off x="1111882" y="33565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object_465"/>
          <p:cNvSpPr>
            <a:spLocks noGrp="1"/>
          </p:cNvSpPr>
          <p:nvPr/>
        </p:nvSpPr>
        <p:spPr>
          <a:xfrm>
            <a:off x="557213" y="3429000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9" name="text_467_4. Kernel 设计"/>
          <p:cNvSpPr>
            <a:spLocks noGrp="1"/>
          </p:cNvSpPr>
          <p:nvPr/>
        </p:nvSpPr>
        <p:spPr>
          <a:xfrm>
            <a:off x="607219" y="3479006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110" name="text_469_再次理解语义和平台约束"/>
          <p:cNvSpPr>
            <a:spLocks noGrp="1"/>
          </p:cNvSpPr>
          <p:nvPr/>
        </p:nvSpPr>
        <p:spPr>
          <a:xfrm>
            <a:off x="1885951" y="3450431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再次理解语义和平台约束</a:t>
            </a:r>
          </a:p>
        </p:txBody>
      </p:sp>
      <p:sp>
        <p:nvSpPr>
          <p:cNvPr id="111" name="connector_470"/>
          <p:cNvSpPr>
            <a:spLocks noGrp="1"/>
          </p:cNvSpPr>
          <p:nvPr/>
        </p:nvSpPr>
        <p:spPr>
          <a:xfrm>
            <a:off x="1135856" y="378618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471"/>
          <p:cNvSpPr>
            <a:spLocks noGrp="1"/>
          </p:cNvSpPr>
          <p:nvPr/>
        </p:nvSpPr>
        <p:spPr>
          <a:xfrm>
            <a:off x="1111882" y="382088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472"/>
          <p:cNvSpPr>
            <a:spLocks noGrp="1"/>
          </p:cNvSpPr>
          <p:nvPr/>
        </p:nvSpPr>
        <p:spPr>
          <a:xfrm>
            <a:off x="557213" y="389334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4" name="text_474_5. 代码生成"/>
          <p:cNvSpPr>
            <a:spLocks noGrp="1"/>
          </p:cNvSpPr>
          <p:nvPr/>
        </p:nvSpPr>
        <p:spPr>
          <a:xfrm>
            <a:off x="607219" y="3943350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115" name="text_476_重复读取前序上下文"/>
          <p:cNvSpPr>
            <a:spLocks noGrp="1"/>
          </p:cNvSpPr>
          <p:nvPr/>
        </p:nvSpPr>
        <p:spPr>
          <a:xfrm>
            <a:off x="1885951" y="3914775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重复读取上下文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connector_477"/>
          <p:cNvSpPr>
            <a:spLocks noGrp="1"/>
          </p:cNvSpPr>
          <p:nvPr/>
        </p:nvSpPr>
        <p:spPr>
          <a:xfrm>
            <a:off x="1135856" y="425053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connector_478"/>
          <p:cNvSpPr>
            <a:spLocks noGrp="1"/>
          </p:cNvSpPr>
          <p:nvPr/>
        </p:nvSpPr>
        <p:spPr>
          <a:xfrm>
            <a:off x="1111882" y="428522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8" name="object_479"/>
          <p:cNvSpPr>
            <a:spLocks noGrp="1"/>
          </p:cNvSpPr>
          <p:nvPr/>
        </p:nvSpPr>
        <p:spPr>
          <a:xfrm>
            <a:off x="557213" y="435768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9" name="text_481_6. 测试生成"/>
          <p:cNvSpPr>
            <a:spLocks noGrp="1"/>
          </p:cNvSpPr>
          <p:nvPr/>
        </p:nvSpPr>
        <p:spPr>
          <a:xfrm>
            <a:off x="607219" y="440769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120" name="text_483_再次加载规则和接口说明"/>
          <p:cNvSpPr>
            <a:spLocks noGrp="1"/>
          </p:cNvSpPr>
          <p:nvPr/>
        </p:nvSpPr>
        <p:spPr>
          <a:xfrm>
            <a:off x="1885951" y="4379119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再次加载规则和接口说明</a:t>
            </a:r>
          </a:p>
        </p:txBody>
      </p:sp>
      <p:sp>
        <p:nvSpPr>
          <p:cNvPr id="121" name="connector_484"/>
          <p:cNvSpPr>
            <a:spLocks noGrp="1"/>
          </p:cNvSpPr>
          <p:nvPr/>
        </p:nvSpPr>
        <p:spPr>
          <a:xfrm>
            <a:off x="1135856" y="471487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2" name="connector_485"/>
          <p:cNvSpPr>
            <a:spLocks noGrp="1"/>
          </p:cNvSpPr>
          <p:nvPr/>
        </p:nvSpPr>
        <p:spPr>
          <a:xfrm>
            <a:off x="1111882" y="474957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3" name="object_486"/>
          <p:cNvSpPr>
            <a:spLocks noGrp="1"/>
          </p:cNvSpPr>
          <p:nvPr/>
        </p:nvSpPr>
        <p:spPr>
          <a:xfrm>
            <a:off x="557213" y="482203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4" name="text_488_7. 自检与整理"/>
          <p:cNvSpPr>
            <a:spLocks noGrp="1"/>
          </p:cNvSpPr>
          <p:nvPr/>
        </p:nvSpPr>
        <p:spPr>
          <a:xfrm>
            <a:off x="607219" y="487203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自检与整理</a:t>
            </a:r>
          </a:p>
        </p:txBody>
      </p:sp>
      <p:sp>
        <p:nvSpPr>
          <p:cNvPr id="125" name="text_490_重新理解需求与实现细节"/>
          <p:cNvSpPr>
            <a:spLocks noGrp="1"/>
          </p:cNvSpPr>
          <p:nvPr/>
        </p:nvSpPr>
        <p:spPr>
          <a:xfrm>
            <a:off x="1885951" y="4843463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重新理解需求与实现细节</a:t>
            </a:r>
          </a:p>
        </p:txBody>
      </p:sp>
      <p:sp>
        <p:nvSpPr>
          <p:cNvPr id="126" name="text_492_重复读取与理解，增加 Token 和调度开销"/>
          <p:cNvSpPr>
            <a:spLocks noGrp="1"/>
          </p:cNvSpPr>
          <p:nvPr/>
        </p:nvSpPr>
        <p:spPr>
          <a:xfrm>
            <a:off x="583184" y="5475684"/>
            <a:ext cx="342185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重复读取与理解，增加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Token </a:t>
            </a: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和调度开销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object_493"/>
          <p:cNvSpPr>
            <a:spLocks noGrp="1"/>
          </p:cNvSpPr>
          <p:nvPr/>
        </p:nvSpPr>
        <p:spPr>
          <a:xfrm>
            <a:off x="4429125" y="2021682"/>
            <a:ext cx="2350294" cy="3929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28" name="text_495_输入"/>
          <p:cNvSpPr>
            <a:spLocks noGrp="1"/>
          </p:cNvSpPr>
          <p:nvPr/>
        </p:nvSpPr>
        <p:spPr>
          <a:xfrm>
            <a:off x="4479132" y="2043113"/>
            <a:ext cx="225028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129" name="text_497_算子需求 / 参考资料 / 平台规则"/>
          <p:cNvSpPr>
            <a:spLocks noGrp="1"/>
          </p:cNvSpPr>
          <p:nvPr/>
        </p:nvSpPr>
        <p:spPr>
          <a:xfrm>
            <a:off x="4486275" y="2235994"/>
            <a:ext cx="2235994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算子需求 / 参考资料 / 平台规则</a:t>
            </a:r>
          </a:p>
        </p:txBody>
      </p:sp>
      <p:sp>
        <p:nvSpPr>
          <p:cNvPr id="130" name="connector_498"/>
          <p:cNvSpPr>
            <a:spLocks noGrp="1"/>
          </p:cNvSpPr>
          <p:nvPr/>
        </p:nvSpPr>
        <p:spPr>
          <a:xfrm>
            <a:off x="5593556" y="2428875"/>
            <a:ext cx="14288" cy="142875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499"/>
          <p:cNvSpPr>
            <a:spLocks noGrp="1"/>
          </p:cNvSpPr>
          <p:nvPr/>
        </p:nvSpPr>
        <p:spPr>
          <a:xfrm>
            <a:off x="5569582" y="251357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object_500"/>
          <p:cNvSpPr>
            <a:spLocks noGrp="1"/>
          </p:cNvSpPr>
          <p:nvPr/>
        </p:nvSpPr>
        <p:spPr>
          <a:xfrm>
            <a:off x="4429125" y="2636044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502_Design Agent  步骤 1–4"/>
          <p:cNvSpPr>
            <a:spLocks noGrp="1"/>
          </p:cNvSpPr>
          <p:nvPr/>
        </p:nvSpPr>
        <p:spPr>
          <a:xfrm>
            <a:off x="4507707" y="267890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134" name="text_504_需求理解、语义分析"/>
          <p:cNvSpPr>
            <a:spLocks noGrp="1"/>
          </p:cNvSpPr>
          <p:nvPr/>
        </p:nvSpPr>
        <p:spPr>
          <a:xfrm>
            <a:off x="4521994" y="2943225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需求理解、语义分析</a:t>
            </a:r>
          </a:p>
        </p:txBody>
      </p:sp>
      <p:sp>
        <p:nvSpPr>
          <p:cNvPr id="135" name="text_506_Mapping 与 Kernel 设计"/>
          <p:cNvSpPr>
            <a:spLocks noGrp="1"/>
          </p:cNvSpPr>
          <p:nvPr/>
        </p:nvSpPr>
        <p:spPr>
          <a:xfrm>
            <a:off x="4521994" y="3128962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 与 Kernel 设计</a:t>
            </a:r>
          </a:p>
        </p:txBody>
      </p:sp>
      <p:sp>
        <p:nvSpPr>
          <p:cNvPr id="136" name="connector_507"/>
          <p:cNvSpPr>
            <a:spLocks noGrp="1"/>
          </p:cNvSpPr>
          <p:nvPr/>
        </p:nvSpPr>
        <p:spPr>
          <a:xfrm>
            <a:off x="5593556" y="3400426"/>
            <a:ext cx="14288" cy="107156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connector_508"/>
          <p:cNvSpPr>
            <a:spLocks noGrp="1"/>
          </p:cNvSpPr>
          <p:nvPr/>
        </p:nvSpPr>
        <p:spPr>
          <a:xfrm>
            <a:off x="5569582" y="344941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8" name="object_509"/>
          <p:cNvSpPr>
            <a:spLocks noGrp="1"/>
          </p:cNvSpPr>
          <p:nvPr/>
        </p:nvSpPr>
        <p:spPr>
          <a:xfrm>
            <a:off x="4429125" y="3521869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9" name="text_511_Build Agent  步骤 5–6"/>
          <p:cNvSpPr>
            <a:spLocks noGrp="1"/>
          </p:cNvSpPr>
          <p:nvPr/>
        </p:nvSpPr>
        <p:spPr>
          <a:xfrm>
            <a:off x="4507707" y="356473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140" name="text_513_代码生成、测试生成"/>
          <p:cNvSpPr>
            <a:spLocks noGrp="1"/>
          </p:cNvSpPr>
          <p:nvPr/>
        </p:nvSpPr>
        <p:spPr>
          <a:xfrm>
            <a:off x="4521994" y="3829050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代码生成、测试生成</a:t>
            </a:r>
          </a:p>
        </p:txBody>
      </p:sp>
      <p:sp>
        <p:nvSpPr>
          <p:cNvPr id="141" name="text_515_完成工程化实现"/>
          <p:cNvSpPr>
            <a:spLocks noGrp="1"/>
          </p:cNvSpPr>
          <p:nvPr/>
        </p:nvSpPr>
        <p:spPr>
          <a:xfrm>
            <a:off x="4521994" y="4014787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完成工程化实现</a:t>
            </a:r>
          </a:p>
        </p:txBody>
      </p:sp>
      <p:sp>
        <p:nvSpPr>
          <p:cNvPr id="142" name="connector_516"/>
          <p:cNvSpPr>
            <a:spLocks noGrp="1"/>
          </p:cNvSpPr>
          <p:nvPr/>
        </p:nvSpPr>
        <p:spPr>
          <a:xfrm>
            <a:off x="5593556" y="4286251"/>
            <a:ext cx="14288" cy="107156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3" name="connector_517"/>
          <p:cNvSpPr>
            <a:spLocks noGrp="1"/>
          </p:cNvSpPr>
          <p:nvPr/>
        </p:nvSpPr>
        <p:spPr>
          <a:xfrm>
            <a:off x="5569582" y="43352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4" name="object_518"/>
          <p:cNvSpPr>
            <a:spLocks noGrp="1"/>
          </p:cNvSpPr>
          <p:nvPr/>
        </p:nvSpPr>
        <p:spPr>
          <a:xfrm>
            <a:off x="4429125" y="4407694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45" name="text_520_Verify Agent  步骤 7"/>
          <p:cNvSpPr>
            <a:spLocks noGrp="1"/>
          </p:cNvSpPr>
          <p:nvPr/>
        </p:nvSpPr>
        <p:spPr>
          <a:xfrm>
            <a:off x="4507707" y="445055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sp>
        <p:nvSpPr>
          <p:cNvPr id="146" name="text_522_自检、结果整理"/>
          <p:cNvSpPr>
            <a:spLocks noGrp="1"/>
          </p:cNvSpPr>
          <p:nvPr/>
        </p:nvSpPr>
        <p:spPr>
          <a:xfrm>
            <a:off x="4521994" y="4714875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自检、结果整理</a:t>
            </a:r>
          </a:p>
        </p:txBody>
      </p:sp>
      <p:sp>
        <p:nvSpPr>
          <p:cNvPr id="147" name="text_524_输出中间文件与最终产物"/>
          <p:cNvSpPr>
            <a:spLocks noGrp="1"/>
          </p:cNvSpPr>
          <p:nvPr/>
        </p:nvSpPr>
        <p:spPr>
          <a:xfrm>
            <a:off x="4521994" y="4900612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输出中间文件与最终产物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_526_保留原有七步逻辑与全部产物"/>
          <p:cNvSpPr>
            <a:spLocks noGrp="1"/>
          </p:cNvSpPr>
          <p:nvPr/>
        </p:nvSpPr>
        <p:spPr>
          <a:xfrm>
            <a:off x="4414838" y="5379244"/>
            <a:ext cx="2378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保留原有七步逻辑与全部产物</a:t>
            </a:r>
          </a:p>
        </p:txBody>
      </p:sp>
      <p:sp>
        <p:nvSpPr>
          <p:cNvPr id="149" name="text_528_共享上下文"/>
          <p:cNvSpPr>
            <a:spLocks noGrp="1"/>
          </p:cNvSpPr>
          <p:nvPr/>
        </p:nvSpPr>
        <p:spPr>
          <a:xfrm>
            <a:off x="7348223" y="1922792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共享上下文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_530_减少相同资料"/>
          <p:cNvSpPr>
            <a:spLocks noGrp="1"/>
          </p:cNvSpPr>
          <p:nvPr/>
        </p:nvSpPr>
        <p:spPr>
          <a:xfrm>
            <a:off x="7355366" y="2244261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减少相同资料</a:t>
            </a:r>
          </a:p>
        </p:txBody>
      </p:sp>
      <p:sp>
        <p:nvSpPr>
          <p:cNvPr id="151" name="text_532_重复加载"/>
          <p:cNvSpPr>
            <a:spLocks noGrp="1"/>
          </p:cNvSpPr>
          <p:nvPr/>
        </p:nvSpPr>
        <p:spPr>
          <a:xfrm>
            <a:off x="7355366" y="2451430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重复加载</a:t>
            </a:r>
          </a:p>
        </p:txBody>
      </p:sp>
      <p:sp>
        <p:nvSpPr>
          <p:cNvPr id="152" name="text_534_降低 Token"/>
          <p:cNvSpPr>
            <a:spLocks noGrp="1"/>
          </p:cNvSpPr>
          <p:nvPr/>
        </p:nvSpPr>
        <p:spPr>
          <a:xfrm>
            <a:off x="7348223" y="2808617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降低 Token</a:t>
            </a:r>
          </a:p>
        </p:txBody>
      </p:sp>
      <p:sp>
        <p:nvSpPr>
          <p:cNvPr id="153" name="text_536_减少重复理解"/>
          <p:cNvSpPr>
            <a:spLocks noGrp="1"/>
          </p:cNvSpPr>
          <p:nvPr/>
        </p:nvSpPr>
        <p:spPr>
          <a:xfrm>
            <a:off x="7355366" y="3130086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减少重复理解</a:t>
            </a:r>
          </a:p>
        </p:txBody>
      </p:sp>
      <p:sp>
        <p:nvSpPr>
          <p:cNvPr id="154" name="text_538_与资料读取"/>
          <p:cNvSpPr>
            <a:spLocks noGrp="1"/>
          </p:cNvSpPr>
          <p:nvPr/>
        </p:nvSpPr>
        <p:spPr>
          <a:xfrm>
            <a:off x="7355366" y="3337255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与资料读取</a:t>
            </a:r>
          </a:p>
        </p:txBody>
      </p:sp>
      <p:sp>
        <p:nvSpPr>
          <p:cNvPr id="155" name="text_540_缩短开发时间"/>
          <p:cNvSpPr>
            <a:spLocks noGrp="1"/>
          </p:cNvSpPr>
          <p:nvPr/>
        </p:nvSpPr>
        <p:spPr>
          <a:xfrm>
            <a:off x="7348223" y="3694442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缩短开发时间</a:t>
            </a:r>
          </a:p>
        </p:txBody>
      </p:sp>
      <p:sp>
        <p:nvSpPr>
          <p:cNvPr id="156" name="text_542_减少子 Agent"/>
          <p:cNvSpPr>
            <a:spLocks noGrp="1"/>
          </p:cNvSpPr>
          <p:nvPr/>
        </p:nvSpPr>
        <p:spPr>
          <a:xfrm>
            <a:off x="7355366" y="4015911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减少子 Agent</a:t>
            </a:r>
          </a:p>
        </p:txBody>
      </p:sp>
      <p:sp>
        <p:nvSpPr>
          <p:cNvPr id="157" name="text_544_调度与切换"/>
          <p:cNvSpPr>
            <a:spLocks noGrp="1"/>
          </p:cNvSpPr>
          <p:nvPr/>
        </p:nvSpPr>
        <p:spPr>
          <a:xfrm>
            <a:off x="7355366" y="4223080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调度与切换</a:t>
            </a:r>
          </a:p>
        </p:txBody>
      </p:sp>
      <p:sp>
        <p:nvSpPr>
          <p:cNvPr id="158" name="text_546_保持原有流程"/>
          <p:cNvSpPr>
            <a:spLocks noGrp="1"/>
          </p:cNvSpPr>
          <p:nvPr/>
        </p:nvSpPr>
        <p:spPr>
          <a:xfrm>
            <a:off x="7348223" y="4580267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保持原有流程</a:t>
            </a:r>
          </a:p>
        </p:txBody>
      </p:sp>
      <p:sp>
        <p:nvSpPr>
          <p:cNvPr id="159" name="text_548_保留中间文件"/>
          <p:cNvSpPr>
            <a:spLocks noGrp="1"/>
          </p:cNvSpPr>
          <p:nvPr/>
        </p:nvSpPr>
        <p:spPr>
          <a:xfrm>
            <a:off x="7355366" y="4901736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保留中间文件</a:t>
            </a:r>
          </a:p>
        </p:txBody>
      </p:sp>
      <p:sp>
        <p:nvSpPr>
          <p:cNvPr id="160" name="text_550_与最终交付物"/>
          <p:cNvSpPr>
            <a:spLocks noGrp="1"/>
          </p:cNvSpPr>
          <p:nvPr/>
        </p:nvSpPr>
        <p:spPr>
          <a:xfrm>
            <a:off x="7355366" y="5108905"/>
            <a:ext cx="15573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与最终交付物</a:t>
            </a:r>
          </a:p>
        </p:txBody>
      </p:sp>
      <p:pic>
        <p:nvPicPr>
          <p:cNvPr id="325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59" y="1335218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6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7" y="1300162"/>
            <a:ext cx="271463" cy="271463"/>
          </a:xfrm>
          <a:prstGeom prst="rect">
            <a:avLst/>
          </a:prstGeom>
        </p:spPr>
      </p:pic>
      <p:pic>
        <p:nvPicPr>
          <p:cNvPr id="327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452" y="131531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>
            <a:off x="3832350" y="2964656"/>
            <a:ext cx="58561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138" idx="1"/>
          </p:cNvCxnSpPr>
          <p:nvPr/>
        </p:nvCxnSpPr>
        <p:spPr>
          <a:xfrm flipV="1">
            <a:off x="3843507" y="3896916"/>
            <a:ext cx="585619" cy="32006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144" idx="1"/>
          </p:cNvCxnSpPr>
          <p:nvPr/>
        </p:nvCxnSpPr>
        <p:spPr>
          <a:xfrm flipV="1">
            <a:off x="3801747" y="4782741"/>
            <a:ext cx="627379" cy="25031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26" y="5925299"/>
            <a:ext cx="5787722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每个子步骤都需要重新读取资料 和理解上下文，一个子步骤中，读取理解资料的时间比实际工作的时间还长。</a:t>
            </a: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6948264" y="1488282"/>
            <a:ext cx="0" cy="405526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</p:spTree>
    <p:extLst>
      <p:ext uri="{BB962C8B-B14F-4D97-AF65-F5344CB8AC3E}">
        <p14:creationId xmlns:p14="http://schemas.microsoft.com/office/powerpoint/2010/main" val="35250769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2918221" y="2957513"/>
            <a:ext cx="2393156" cy="20502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优化③：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Profile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驱动的按需优化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555_原版：遍历策略"/>
          <p:cNvSpPr>
            <a:spLocks noGrp="1"/>
          </p:cNvSpPr>
          <p:nvPr/>
        </p:nvSpPr>
        <p:spPr>
          <a:xfrm>
            <a:off x="885825" y="1514475"/>
            <a:ext cx="18145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原版：遍历策略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556"/>
          <p:cNvSpPr>
            <a:spLocks noGrp="1"/>
          </p:cNvSpPr>
          <p:nvPr/>
        </p:nvSpPr>
        <p:spPr>
          <a:xfrm>
            <a:off x="53578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559_新版：按需选择"/>
          <p:cNvSpPr>
            <a:spLocks noGrp="1"/>
          </p:cNvSpPr>
          <p:nvPr/>
        </p:nvSpPr>
        <p:spPr>
          <a:xfrm>
            <a:off x="3307557" y="1514475"/>
            <a:ext cx="193595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按需选择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560"/>
          <p:cNvSpPr>
            <a:spLocks noGrp="1"/>
          </p:cNvSpPr>
          <p:nvPr/>
        </p:nvSpPr>
        <p:spPr>
          <a:xfrm>
            <a:off x="2957512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563_类型判断与决策记录"/>
          <p:cNvSpPr>
            <a:spLocks noGrp="1"/>
          </p:cNvSpPr>
          <p:nvPr/>
        </p:nvSpPr>
        <p:spPr>
          <a:xfrm>
            <a:off x="5872163" y="1514475"/>
            <a:ext cx="28003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类型判断与决策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nector_564"/>
          <p:cNvSpPr>
            <a:spLocks noGrp="1"/>
          </p:cNvSpPr>
          <p:nvPr/>
        </p:nvSpPr>
        <p:spPr>
          <a:xfrm>
            <a:off x="5522119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565"/>
          <p:cNvSpPr>
            <a:spLocks noGrp="1"/>
          </p:cNvSpPr>
          <p:nvPr/>
        </p:nvSpPr>
        <p:spPr>
          <a:xfrm>
            <a:off x="2778919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566"/>
          <p:cNvSpPr>
            <a:spLocks noGrp="1"/>
          </p:cNvSpPr>
          <p:nvPr/>
        </p:nvSpPr>
        <p:spPr>
          <a:xfrm>
            <a:off x="2778919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567"/>
          <p:cNvSpPr>
            <a:spLocks noGrp="1"/>
          </p:cNvSpPr>
          <p:nvPr/>
        </p:nvSpPr>
        <p:spPr>
          <a:xfrm>
            <a:off x="2778919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568"/>
          <p:cNvSpPr>
            <a:spLocks noGrp="1"/>
          </p:cNvSpPr>
          <p:nvPr/>
        </p:nvSpPr>
        <p:spPr>
          <a:xfrm>
            <a:off x="2778919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569"/>
          <p:cNvSpPr>
            <a:spLocks noGrp="1"/>
          </p:cNvSpPr>
          <p:nvPr/>
        </p:nvSpPr>
        <p:spPr>
          <a:xfrm>
            <a:off x="2778919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570"/>
          <p:cNvSpPr>
            <a:spLocks noGrp="1"/>
          </p:cNvSpPr>
          <p:nvPr/>
        </p:nvSpPr>
        <p:spPr>
          <a:xfrm>
            <a:off x="2778919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571"/>
          <p:cNvSpPr>
            <a:spLocks noGrp="1"/>
          </p:cNvSpPr>
          <p:nvPr/>
        </p:nvSpPr>
        <p:spPr>
          <a:xfrm>
            <a:off x="2778919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572"/>
          <p:cNvSpPr>
            <a:spLocks noGrp="1"/>
          </p:cNvSpPr>
          <p:nvPr/>
        </p:nvSpPr>
        <p:spPr>
          <a:xfrm>
            <a:off x="2778919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573"/>
          <p:cNvSpPr>
            <a:spLocks noGrp="1"/>
          </p:cNvSpPr>
          <p:nvPr/>
        </p:nvSpPr>
        <p:spPr>
          <a:xfrm>
            <a:off x="2778919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574"/>
          <p:cNvSpPr>
            <a:spLocks noGrp="1"/>
          </p:cNvSpPr>
          <p:nvPr/>
        </p:nvSpPr>
        <p:spPr>
          <a:xfrm>
            <a:off x="2778919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575"/>
          <p:cNvSpPr>
            <a:spLocks noGrp="1"/>
          </p:cNvSpPr>
          <p:nvPr/>
        </p:nvSpPr>
        <p:spPr>
          <a:xfrm>
            <a:off x="2778919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576"/>
          <p:cNvSpPr>
            <a:spLocks noGrp="1"/>
          </p:cNvSpPr>
          <p:nvPr/>
        </p:nvSpPr>
        <p:spPr>
          <a:xfrm>
            <a:off x="2778919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577"/>
          <p:cNvSpPr>
            <a:spLocks noGrp="1"/>
          </p:cNvSpPr>
          <p:nvPr/>
        </p:nvSpPr>
        <p:spPr>
          <a:xfrm>
            <a:off x="2778919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578"/>
          <p:cNvSpPr>
            <a:spLocks noGrp="1"/>
          </p:cNvSpPr>
          <p:nvPr/>
        </p:nvSpPr>
        <p:spPr>
          <a:xfrm>
            <a:off x="2778919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579"/>
          <p:cNvSpPr>
            <a:spLocks noGrp="1"/>
          </p:cNvSpPr>
          <p:nvPr/>
        </p:nvSpPr>
        <p:spPr>
          <a:xfrm>
            <a:off x="2778919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580"/>
          <p:cNvSpPr>
            <a:spLocks noGrp="1"/>
          </p:cNvSpPr>
          <p:nvPr/>
        </p:nvSpPr>
        <p:spPr>
          <a:xfrm>
            <a:off x="2778919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581"/>
          <p:cNvSpPr>
            <a:spLocks noGrp="1"/>
          </p:cNvSpPr>
          <p:nvPr/>
        </p:nvSpPr>
        <p:spPr>
          <a:xfrm>
            <a:off x="2778919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582"/>
          <p:cNvSpPr>
            <a:spLocks noGrp="1"/>
          </p:cNvSpPr>
          <p:nvPr/>
        </p:nvSpPr>
        <p:spPr>
          <a:xfrm>
            <a:off x="2778919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583"/>
          <p:cNvSpPr>
            <a:spLocks noGrp="1"/>
          </p:cNvSpPr>
          <p:nvPr/>
        </p:nvSpPr>
        <p:spPr>
          <a:xfrm>
            <a:off x="2778919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584"/>
          <p:cNvSpPr>
            <a:spLocks noGrp="1"/>
          </p:cNvSpPr>
          <p:nvPr/>
        </p:nvSpPr>
        <p:spPr>
          <a:xfrm>
            <a:off x="2778919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585"/>
          <p:cNvSpPr>
            <a:spLocks noGrp="1"/>
          </p:cNvSpPr>
          <p:nvPr/>
        </p:nvSpPr>
        <p:spPr>
          <a:xfrm>
            <a:off x="2778919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586"/>
          <p:cNvSpPr>
            <a:spLocks noGrp="1"/>
          </p:cNvSpPr>
          <p:nvPr/>
        </p:nvSpPr>
        <p:spPr>
          <a:xfrm>
            <a:off x="2778919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587"/>
          <p:cNvSpPr>
            <a:spLocks noGrp="1"/>
          </p:cNvSpPr>
          <p:nvPr/>
        </p:nvSpPr>
        <p:spPr>
          <a:xfrm>
            <a:off x="2778919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588"/>
          <p:cNvSpPr>
            <a:spLocks noGrp="1"/>
          </p:cNvSpPr>
          <p:nvPr/>
        </p:nvSpPr>
        <p:spPr>
          <a:xfrm>
            <a:off x="2778919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589"/>
          <p:cNvSpPr>
            <a:spLocks noGrp="1"/>
          </p:cNvSpPr>
          <p:nvPr/>
        </p:nvSpPr>
        <p:spPr>
          <a:xfrm>
            <a:off x="2778919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590"/>
          <p:cNvSpPr>
            <a:spLocks noGrp="1"/>
          </p:cNvSpPr>
          <p:nvPr/>
        </p:nvSpPr>
        <p:spPr>
          <a:xfrm>
            <a:off x="2778919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591"/>
          <p:cNvSpPr>
            <a:spLocks noGrp="1"/>
          </p:cNvSpPr>
          <p:nvPr/>
        </p:nvSpPr>
        <p:spPr>
          <a:xfrm>
            <a:off x="2778919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592"/>
          <p:cNvSpPr>
            <a:spLocks noGrp="1"/>
          </p:cNvSpPr>
          <p:nvPr/>
        </p:nvSpPr>
        <p:spPr>
          <a:xfrm>
            <a:off x="2778919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593"/>
          <p:cNvSpPr>
            <a:spLocks noGrp="1"/>
          </p:cNvSpPr>
          <p:nvPr/>
        </p:nvSpPr>
        <p:spPr>
          <a:xfrm>
            <a:off x="2778919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594"/>
          <p:cNvSpPr>
            <a:spLocks noGrp="1"/>
          </p:cNvSpPr>
          <p:nvPr/>
        </p:nvSpPr>
        <p:spPr>
          <a:xfrm>
            <a:off x="2778919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595"/>
          <p:cNvSpPr>
            <a:spLocks noGrp="1"/>
          </p:cNvSpPr>
          <p:nvPr/>
        </p:nvSpPr>
        <p:spPr>
          <a:xfrm>
            <a:off x="2778919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596"/>
          <p:cNvSpPr>
            <a:spLocks noGrp="1"/>
          </p:cNvSpPr>
          <p:nvPr/>
        </p:nvSpPr>
        <p:spPr>
          <a:xfrm>
            <a:off x="2778919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597"/>
          <p:cNvSpPr>
            <a:spLocks noGrp="1"/>
          </p:cNvSpPr>
          <p:nvPr/>
        </p:nvSpPr>
        <p:spPr>
          <a:xfrm>
            <a:off x="2778919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598"/>
          <p:cNvSpPr>
            <a:spLocks noGrp="1"/>
          </p:cNvSpPr>
          <p:nvPr/>
        </p:nvSpPr>
        <p:spPr>
          <a:xfrm>
            <a:off x="2778919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599"/>
          <p:cNvSpPr>
            <a:spLocks noGrp="1"/>
          </p:cNvSpPr>
          <p:nvPr/>
        </p:nvSpPr>
        <p:spPr>
          <a:xfrm>
            <a:off x="2778919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600"/>
          <p:cNvSpPr>
            <a:spLocks noGrp="1"/>
          </p:cNvSpPr>
          <p:nvPr/>
        </p:nvSpPr>
        <p:spPr>
          <a:xfrm>
            <a:off x="2778919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601"/>
          <p:cNvSpPr>
            <a:spLocks noGrp="1"/>
          </p:cNvSpPr>
          <p:nvPr/>
        </p:nvSpPr>
        <p:spPr>
          <a:xfrm>
            <a:off x="2778919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602"/>
          <p:cNvSpPr>
            <a:spLocks noGrp="1"/>
          </p:cNvSpPr>
          <p:nvPr/>
        </p:nvSpPr>
        <p:spPr>
          <a:xfrm>
            <a:off x="2778919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603"/>
          <p:cNvSpPr>
            <a:spLocks noGrp="1"/>
          </p:cNvSpPr>
          <p:nvPr/>
        </p:nvSpPr>
        <p:spPr>
          <a:xfrm>
            <a:off x="2778919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604"/>
          <p:cNvSpPr>
            <a:spLocks noGrp="1"/>
          </p:cNvSpPr>
          <p:nvPr/>
        </p:nvSpPr>
        <p:spPr>
          <a:xfrm>
            <a:off x="2778919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605"/>
          <p:cNvSpPr>
            <a:spLocks noGrp="1"/>
          </p:cNvSpPr>
          <p:nvPr/>
        </p:nvSpPr>
        <p:spPr>
          <a:xfrm>
            <a:off x="2778919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606"/>
          <p:cNvSpPr>
            <a:spLocks noGrp="1"/>
          </p:cNvSpPr>
          <p:nvPr/>
        </p:nvSpPr>
        <p:spPr>
          <a:xfrm>
            <a:off x="2778919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607"/>
          <p:cNvSpPr>
            <a:spLocks noGrp="1"/>
          </p:cNvSpPr>
          <p:nvPr/>
        </p:nvSpPr>
        <p:spPr>
          <a:xfrm>
            <a:off x="2778919" y="5507832"/>
            <a:ext cx="14288" cy="21431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608"/>
          <p:cNvSpPr>
            <a:spLocks noGrp="1"/>
          </p:cNvSpPr>
          <p:nvPr/>
        </p:nvSpPr>
        <p:spPr>
          <a:xfrm>
            <a:off x="5343525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609"/>
          <p:cNvSpPr>
            <a:spLocks noGrp="1"/>
          </p:cNvSpPr>
          <p:nvPr/>
        </p:nvSpPr>
        <p:spPr>
          <a:xfrm>
            <a:off x="5343525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610"/>
          <p:cNvSpPr>
            <a:spLocks noGrp="1"/>
          </p:cNvSpPr>
          <p:nvPr/>
        </p:nvSpPr>
        <p:spPr>
          <a:xfrm>
            <a:off x="5343525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611"/>
          <p:cNvSpPr>
            <a:spLocks noGrp="1"/>
          </p:cNvSpPr>
          <p:nvPr/>
        </p:nvSpPr>
        <p:spPr>
          <a:xfrm>
            <a:off x="5343525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612"/>
          <p:cNvSpPr>
            <a:spLocks noGrp="1"/>
          </p:cNvSpPr>
          <p:nvPr/>
        </p:nvSpPr>
        <p:spPr>
          <a:xfrm>
            <a:off x="5343525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613"/>
          <p:cNvSpPr>
            <a:spLocks noGrp="1"/>
          </p:cNvSpPr>
          <p:nvPr/>
        </p:nvSpPr>
        <p:spPr>
          <a:xfrm>
            <a:off x="5343525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614"/>
          <p:cNvSpPr>
            <a:spLocks noGrp="1"/>
          </p:cNvSpPr>
          <p:nvPr/>
        </p:nvSpPr>
        <p:spPr>
          <a:xfrm>
            <a:off x="5343525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615"/>
          <p:cNvSpPr>
            <a:spLocks noGrp="1"/>
          </p:cNvSpPr>
          <p:nvPr/>
        </p:nvSpPr>
        <p:spPr>
          <a:xfrm>
            <a:off x="5343525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616"/>
          <p:cNvSpPr>
            <a:spLocks noGrp="1"/>
          </p:cNvSpPr>
          <p:nvPr/>
        </p:nvSpPr>
        <p:spPr>
          <a:xfrm>
            <a:off x="5343525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617"/>
          <p:cNvSpPr>
            <a:spLocks noGrp="1"/>
          </p:cNvSpPr>
          <p:nvPr/>
        </p:nvSpPr>
        <p:spPr>
          <a:xfrm>
            <a:off x="5343525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618"/>
          <p:cNvSpPr>
            <a:spLocks noGrp="1"/>
          </p:cNvSpPr>
          <p:nvPr/>
        </p:nvSpPr>
        <p:spPr>
          <a:xfrm>
            <a:off x="5343525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619"/>
          <p:cNvSpPr>
            <a:spLocks noGrp="1"/>
          </p:cNvSpPr>
          <p:nvPr/>
        </p:nvSpPr>
        <p:spPr>
          <a:xfrm>
            <a:off x="5343525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620"/>
          <p:cNvSpPr>
            <a:spLocks noGrp="1"/>
          </p:cNvSpPr>
          <p:nvPr/>
        </p:nvSpPr>
        <p:spPr>
          <a:xfrm>
            <a:off x="5343525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621"/>
          <p:cNvSpPr>
            <a:spLocks noGrp="1"/>
          </p:cNvSpPr>
          <p:nvPr/>
        </p:nvSpPr>
        <p:spPr>
          <a:xfrm>
            <a:off x="5343525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622"/>
          <p:cNvSpPr>
            <a:spLocks noGrp="1"/>
          </p:cNvSpPr>
          <p:nvPr/>
        </p:nvSpPr>
        <p:spPr>
          <a:xfrm>
            <a:off x="5343525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623"/>
          <p:cNvSpPr>
            <a:spLocks noGrp="1"/>
          </p:cNvSpPr>
          <p:nvPr/>
        </p:nvSpPr>
        <p:spPr>
          <a:xfrm>
            <a:off x="5343525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624"/>
          <p:cNvSpPr>
            <a:spLocks noGrp="1"/>
          </p:cNvSpPr>
          <p:nvPr/>
        </p:nvSpPr>
        <p:spPr>
          <a:xfrm>
            <a:off x="5343525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625"/>
          <p:cNvSpPr>
            <a:spLocks noGrp="1"/>
          </p:cNvSpPr>
          <p:nvPr/>
        </p:nvSpPr>
        <p:spPr>
          <a:xfrm>
            <a:off x="5343525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626"/>
          <p:cNvSpPr>
            <a:spLocks noGrp="1"/>
          </p:cNvSpPr>
          <p:nvPr/>
        </p:nvSpPr>
        <p:spPr>
          <a:xfrm>
            <a:off x="5343525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627"/>
          <p:cNvSpPr>
            <a:spLocks noGrp="1"/>
          </p:cNvSpPr>
          <p:nvPr/>
        </p:nvSpPr>
        <p:spPr>
          <a:xfrm>
            <a:off x="5343525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628"/>
          <p:cNvSpPr>
            <a:spLocks noGrp="1"/>
          </p:cNvSpPr>
          <p:nvPr/>
        </p:nvSpPr>
        <p:spPr>
          <a:xfrm>
            <a:off x="5343525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629"/>
          <p:cNvSpPr>
            <a:spLocks noGrp="1"/>
          </p:cNvSpPr>
          <p:nvPr/>
        </p:nvSpPr>
        <p:spPr>
          <a:xfrm>
            <a:off x="5343525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630"/>
          <p:cNvSpPr>
            <a:spLocks noGrp="1"/>
          </p:cNvSpPr>
          <p:nvPr/>
        </p:nvSpPr>
        <p:spPr>
          <a:xfrm>
            <a:off x="5343525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631"/>
          <p:cNvSpPr>
            <a:spLocks noGrp="1"/>
          </p:cNvSpPr>
          <p:nvPr/>
        </p:nvSpPr>
        <p:spPr>
          <a:xfrm>
            <a:off x="5343525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632"/>
          <p:cNvSpPr>
            <a:spLocks noGrp="1"/>
          </p:cNvSpPr>
          <p:nvPr/>
        </p:nvSpPr>
        <p:spPr>
          <a:xfrm>
            <a:off x="5343525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633"/>
          <p:cNvSpPr>
            <a:spLocks noGrp="1"/>
          </p:cNvSpPr>
          <p:nvPr/>
        </p:nvSpPr>
        <p:spPr>
          <a:xfrm>
            <a:off x="5343525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634"/>
          <p:cNvSpPr>
            <a:spLocks noGrp="1"/>
          </p:cNvSpPr>
          <p:nvPr/>
        </p:nvSpPr>
        <p:spPr>
          <a:xfrm>
            <a:off x="5343525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635"/>
          <p:cNvSpPr>
            <a:spLocks noGrp="1"/>
          </p:cNvSpPr>
          <p:nvPr/>
        </p:nvSpPr>
        <p:spPr>
          <a:xfrm>
            <a:off x="5343525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636"/>
          <p:cNvSpPr>
            <a:spLocks noGrp="1"/>
          </p:cNvSpPr>
          <p:nvPr/>
        </p:nvSpPr>
        <p:spPr>
          <a:xfrm>
            <a:off x="5343525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637"/>
          <p:cNvSpPr>
            <a:spLocks noGrp="1"/>
          </p:cNvSpPr>
          <p:nvPr/>
        </p:nvSpPr>
        <p:spPr>
          <a:xfrm>
            <a:off x="5343525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638"/>
          <p:cNvSpPr>
            <a:spLocks noGrp="1"/>
          </p:cNvSpPr>
          <p:nvPr/>
        </p:nvSpPr>
        <p:spPr>
          <a:xfrm>
            <a:off x="5343525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639"/>
          <p:cNvSpPr>
            <a:spLocks noGrp="1"/>
          </p:cNvSpPr>
          <p:nvPr/>
        </p:nvSpPr>
        <p:spPr>
          <a:xfrm>
            <a:off x="5343525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640"/>
          <p:cNvSpPr>
            <a:spLocks noGrp="1"/>
          </p:cNvSpPr>
          <p:nvPr/>
        </p:nvSpPr>
        <p:spPr>
          <a:xfrm>
            <a:off x="5343525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641"/>
          <p:cNvSpPr>
            <a:spLocks noGrp="1"/>
          </p:cNvSpPr>
          <p:nvPr/>
        </p:nvSpPr>
        <p:spPr>
          <a:xfrm>
            <a:off x="5343525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642"/>
          <p:cNvSpPr>
            <a:spLocks noGrp="1"/>
          </p:cNvSpPr>
          <p:nvPr/>
        </p:nvSpPr>
        <p:spPr>
          <a:xfrm>
            <a:off x="5343525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643"/>
          <p:cNvSpPr>
            <a:spLocks noGrp="1"/>
          </p:cNvSpPr>
          <p:nvPr/>
        </p:nvSpPr>
        <p:spPr>
          <a:xfrm>
            <a:off x="5343525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644"/>
          <p:cNvSpPr>
            <a:spLocks noGrp="1"/>
          </p:cNvSpPr>
          <p:nvPr/>
        </p:nvSpPr>
        <p:spPr>
          <a:xfrm>
            <a:off x="5343525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645"/>
          <p:cNvSpPr>
            <a:spLocks noGrp="1"/>
          </p:cNvSpPr>
          <p:nvPr/>
        </p:nvSpPr>
        <p:spPr>
          <a:xfrm>
            <a:off x="5343525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646"/>
          <p:cNvSpPr>
            <a:spLocks noGrp="1"/>
          </p:cNvSpPr>
          <p:nvPr/>
        </p:nvSpPr>
        <p:spPr>
          <a:xfrm>
            <a:off x="5343525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647"/>
          <p:cNvSpPr>
            <a:spLocks noGrp="1"/>
          </p:cNvSpPr>
          <p:nvPr/>
        </p:nvSpPr>
        <p:spPr>
          <a:xfrm>
            <a:off x="5343525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648"/>
          <p:cNvSpPr>
            <a:spLocks noGrp="1"/>
          </p:cNvSpPr>
          <p:nvPr/>
        </p:nvSpPr>
        <p:spPr>
          <a:xfrm>
            <a:off x="5343525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connector_649"/>
          <p:cNvSpPr>
            <a:spLocks noGrp="1"/>
          </p:cNvSpPr>
          <p:nvPr/>
        </p:nvSpPr>
        <p:spPr>
          <a:xfrm>
            <a:off x="5343525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4" name="connector_650"/>
          <p:cNvSpPr>
            <a:spLocks noGrp="1"/>
          </p:cNvSpPr>
          <p:nvPr/>
        </p:nvSpPr>
        <p:spPr>
          <a:xfrm>
            <a:off x="5343525" y="5507832"/>
            <a:ext cx="14288" cy="21431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5" name="object_651"/>
          <p:cNvSpPr>
            <a:spLocks noGrp="1"/>
          </p:cNvSpPr>
          <p:nvPr/>
        </p:nvSpPr>
        <p:spPr>
          <a:xfrm>
            <a:off x="764381" y="1978819"/>
            <a:ext cx="1885950" cy="292894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96" name="text_653_正确的 Kernel"/>
          <p:cNvSpPr>
            <a:spLocks noGrp="1"/>
          </p:cNvSpPr>
          <p:nvPr/>
        </p:nvSpPr>
        <p:spPr>
          <a:xfrm>
            <a:off x="814387" y="2014538"/>
            <a:ext cx="1785938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Kernel</a:t>
            </a:r>
          </a:p>
        </p:txBody>
      </p:sp>
      <p:sp>
        <p:nvSpPr>
          <p:cNvPr id="97" name="object_654"/>
          <p:cNvSpPr>
            <a:spLocks noGrp="1"/>
          </p:cNvSpPr>
          <p:nvPr/>
        </p:nvSpPr>
        <p:spPr>
          <a:xfrm>
            <a:off x="764381" y="2393156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8" name="text_656_基础优化（基础配置）"/>
          <p:cNvSpPr>
            <a:spLocks noGrp="1"/>
          </p:cNvSpPr>
          <p:nvPr/>
        </p:nvSpPr>
        <p:spPr>
          <a:xfrm>
            <a:off x="814387" y="2428875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</a:p>
        </p:txBody>
      </p:sp>
      <p:sp>
        <p:nvSpPr>
          <p:cNvPr id="99" name="connector_657"/>
          <p:cNvSpPr>
            <a:spLocks noGrp="1"/>
          </p:cNvSpPr>
          <p:nvPr/>
        </p:nvSpPr>
        <p:spPr>
          <a:xfrm>
            <a:off x="1700212" y="2293144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658"/>
          <p:cNvSpPr>
            <a:spLocks noGrp="1"/>
          </p:cNvSpPr>
          <p:nvPr/>
        </p:nvSpPr>
        <p:spPr>
          <a:xfrm>
            <a:off x="1676238" y="23206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object_659"/>
          <p:cNvSpPr>
            <a:spLocks noGrp="1"/>
          </p:cNvSpPr>
          <p:nvPr/>
        </p:nvSpPr>
        <p:spPr>
          <a:xfrm>
            <a:off x="764381" y="2786063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2" name="text_661_Retiling（Tile / Block）"/>
          <p:cNvSpPr>
            <a:spLocks noGrp="1"/>
          </p:cNvSpPr>
          <p:nvPr/>
        </p:nvSpPr>
        <p:spPr>
          <a:xfrm>
            <a:off x="814387" y="2821781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Retiling（Tile / Block）</a:t>
            </a:r>
          </a:p>
        </p:txBody>
      </p:sp>
      <p:sp>
        <p:nvSpPr>
          <p:cNvPr id="103" name="connector_662"/>
          <p:cNvSpPr>
            <a:spLocks noGrp="1"/>
          </p:cNvSpPr>
          <p:nvPr/>
        </p:nvSpPr>
        <p:spPr>
          <a:xfrm>
            <a:off x="1700212" y="2686050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4" name="connector_663"/>
          <p:cNvSpPr>
            <a:spLocks noGrp="1"/>
          </p:cNvSpPr>
          <p:nvPr/>
        </p:nvSpPr>
        <p:spPr>
          <a:xfrm>
            <a:off x="1676238" y="27136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5" name="object_664"/>
          <p:cNvSpPr>
            <a:spLocks noGrp="1"/>
          </p:cNvSpPr>
          <p:nvPr/>
        </p:nvSpPr>
        <p:spPr>
          <a:xfrm>
            <a:off x="764381" y="3178969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6" name="text_666_Reduce（规约相关）"/>
          <p:cNvSpPr>
            <a:spLocks noGrp="1"/>
          </p:cNvSpPr>
          <p:nvPr/>
        </p:nvSpPr>
        <p:spPr>
          <a:xfrm>
            <a:off x="814387" y="3214687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Reduce（规约相关）</a:t>
            </a:r>
          </a:p>
        </p:txBody>
      </p:sp>
      <p:sp>
        <p:nvSpPr>
          <p:cNvPr id="107" name="connector_667"/>
          <p:cNvSpPr>
            <a:spLocks noGrp="1"/>
          </p:cNvSpPr>
          <p:nvPr/>
        </p:nvSpPr>
        <p:spPr>
          <a:xfrm>
            <a:off x="1700212" y="3078956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connector_668"/>
          <p:cNvSpPr>
            <a:spLocks noGrp="1"/>
          </p:cNvSpPr>
          <p:nvPr/>
        </p:nvSpPr>
        <p:spPr>
          <a:xfrm>
            <a:off x="1676238" y="310651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object_669"/>
          <p:cNvSpPr>
            <a:spLocks noGrp="1"/>
          </p:cNvSpPr>
          <p:nvPr/>
        </p:nvSpPr>
        <p:spPr>
          <a:xfrm>
            <a:off x="764381" y="3571875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0" name="text_671_Grid（并行策略）"/>
          <p:cNvSpPr>
            <a:spLocks noGrp="1"/>
          </p:cNvSpPr>
          <p:nvPr/>
        </p:nvSpPr>
        <p:spPr>
          <a:xfrm>
            <a:off x="814387" y="3607594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Grid（并行策略）</a:t>
            </a:r>
          </a:p>
        </p:txBody>
      </p:sp>
      <p:sp>
        <p:nvSpPr>
          <p:cNvPr id="111" name="connector_672"/>
          <p:cNvSpPr>
            <a:spLocks noGrp="1"/>
          </p:cNvSpPr>
          <p:nvPr/>
        </p:nvSpPr>
        <p:spPr>
          <a:xfrm>
            <a:off x="1700212" y="3471863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673"/>
          <p:cNvSpPr>
            <a:spLocks noGrp="1"/>
          </p:cNvSpPr>
          <p:nvPr/>
        </p:nvSpPr>
        <p:spPr>
          <a:xfrm>
            <a:off x="1676238" y="3499416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674"/>
          <p:cNvSpPr>
            <a:spLocks noGrp="1"/>
          </p:cNvSpPr>
          <p:nvPr/>
        </p:nvSpPr>
        <p:spPr>
          <a:xfrm>
            <a:off x="764381" y="3964781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4" name="text_676_Config（num_warps 等）"/>
          <p:cNvSpPr>
            <a:spLocks noGrp="1"/>
          </p:cNvSpPr>
          <p:nvPr/>
        </p:nvSpPr>
        <p:spPr>
          <a:xfrm>
            <a:off x="814387" y="4000500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Config（num_warps 等）</a:t>
            </a:r>
          </a:p>
        </p:txBody>
      </p:sp>
      <p:sp>
        <p:nvSpPr>
          <p:cNvPr id="115" name="connector_677"/>
          <p:cNvSpPr>
            <a:spLocks noGrp="1"/>
          </p:cNvSpPr>
          <p:nvPr/>
        </p:nvSpPr>
        <p:spPr>
          <a:xfrm>
            <a:off x="1700212" y="3864769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6" name="connector_678"/>
          <p:cNvSpPr>
            <a:spLocks noGrp="1"/>
          </p:cNvSpPr>
          <p:nvPr/>
        </p:nvSpPr>
        <p:spPr>
          <a:xfrm>
            <a:off x="1676238" y="389232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object_679"/>
          <p:cNvSpPr>
            <a:spLocks noGrp="1"/>
          </p:cNvSpPr>
          <p:nvPr/>
        </p:nvSpPr>
        <p:spPr>
          <a:xfrm>
            <a:off x="764381" y="4357688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8" name="text_681_其他（内存 / 指令 / 流水）"/>
          <p:cNvSpPr>
            <a:spLocks noGrp="1"/>
          </p:cNvSpPr>
          <p:nvPr/>
        </p:nvSpPr>
        <p:spPr>
          <a:xfrm>
            <a:off x="814387" y="4393406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9" name="connector_682"/>
          <p:cNvSpPr>
            <a:spLocks noGrp="1"/>
          </p:cNvSpPr>
          <p:nvPr/>
        </p:nvSpPr>
        <p:spPr>
          <a:xfrm>
            <a:off x="1700212" y="4257675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0" name="connector_683"/>
          <p:cNvSpPr>
            <a:spLocks noGrp="1"/>
          </p:cNvSpPr>
          <p:nvPr/>
        </p:nvSpPr>
        <p:spPr>
          <a:xfrm>
            <a:off x="1676238" y="428522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1" name="object_684"/>
          <p:cNvSpPr>
            <a:spLocks noGrp="1"/>
          </p:cNvSpPr>
          <p:nvPr/>
        </p:nvSpPr>
        <p:spPr>
          <a:xfrm>
            <a:off x="757238" y="4786313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2" name="text_686_连续 3 轮无性能提升"/>
          <p:cNvSpPr>
            <a:spLocks noGrp="1"/>
          </p:cNvSpPr>
          <p:nvPr/>
        </p:nvSpPr>
        <p:spPr>
          <a:xfrm>
            <a:off x="792957" y="4807744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23" name="text_688_且 Profile 无新建议？"/>
          <p:cNvSpPr>
            <a:spLocks noGrp="1"/>
          </p:cNvSpPr>
          <p:nvPr/>
        </p:nvSpPr>
        <p:spPr>
          <a:xfrm>
            <a:off x="792957" y="4986338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24" name="connector_689"/>
          <p:cNvSpPr>
            <a:spLocks noGrp="1"/>
          </p:cNvSpPr>
          <p:nvPr/>
        </p:nvSpPr>
        <p:spPr>
          <a:xfrm>
            <a:off x="1700212" y="5257800"/>
            <a:ext cx="14288" cy="142875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5" name="connector_690"/>
          <p:cNvSpPr>
            <a:spLocks noGrp="1"/>
          </p:cNvSpPr>
          <p:nvPr/>
        </p:nvSpPr>
        <p:spPr>
          <a:xfrm>
            <a:off x="1676238" y="53425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6" name="text_692_是"/>
          <p:cNvSpPr>
            <a:spLocks noGrp="1"/>
          </p:cNvSpPr>
          <p:nvPr/>
        </p:nvSpPr>
        <p:spPr>
          <a:xfrm>
            <a:off x="1507332" y="5250656"/>
            <a:ext cx="178594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44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</a:p>
        </p:txBody>
      </p:sp>
      <p:sp>
        <p:nvSpPr>
          <p:cNvPr id="127" name="text_694_结束优化"/>
          <p:cNvSpPr>
            <a:spLocks noGrp="1"/>
          </p:cNvSpPr>
          <p:nvPr/>
        </p:nvSpPr>
        <p:spPr>
          <a:xfrm>
            <a:off x="1157288" y="5414963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</a:p>
        </p:txBody>
      </p:sp>
      <p:sp>
        <p:nvSpPr>
          <p:cNvPr id="128" name="connector_695"/>
          <p:cNvSpPr>
            <a:spLocks noGrp="1"/>
          </p:cNvSpPr>
          <p:nvPr/>
        </p:nvSpPr>
        <p:spPr>
          <a:xfrm>
            <a:off x="614363" y="5022056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190500" y="9525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29" name="connector_696"/>
          <p:cNvSpPr>
            <a:spLocks noGrp="1"/>
          </p:cNvSpPr>
          <p:nvPr/>
        </p:nvSpPr>
        <p:spPr>
          <a:xfrm>
            <a:off x="614362" y="2528888"/>
            <a:ext cx="14288" cy="2507456"/>
          </a:xfrm>
          <a:custGeom>
            <a:avLst/>
            <a:gdLst/>
            <a:ahLst/>
            <a:cxnLst/>
            <a:rect l="0" t="0" r="0" b="0"/>
            <a:pathLst>
              <a:path w="19050" h="3343275">
                <a:moveTo>
                  <a:pt x="9525" y="3333750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30" name="connector_697"/>
          <p:cNvSpPr>
            <a:spLocks noGrp="1"/>
          </p:cNvSpPr>
          <p:nvPr/>
        </p:nvSpPr>
        <p:spPr>
          <a:xfrm>
            <a:off x="614362" y="2528887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698"/>
          <p:cNvSpPr>
            <a:spLocks noGrp="1"/>
          </p:cNvSpPr>
          <p:nvPr/>
        </p:nvSpPr>
        <p:spPr>
          <a:xfrm>
            <a:off x="684778" y="250491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text_700_否"/>
          <p:cNvSpPr>
            <a:spLocks noGrp="1"/>
          </p:cNvSpPr>
          <p:nvPr/>
        </p:nvSpPr>
        <p:spPr>
          <a:xfrm>
            <a:off x="435769" y="4357688"/>
            <a:ext cx="157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</a:t>
            </a:r>
          </a:p>
        </p:txBody>
      </p:sp>
      <p:graphicFrame>
        <p:nvGraphicFramePr>
          <p:cNvPr id="348" name="表格 347"/>
          <p:cNvGraphicFramePr/>
          <p:nvPr>
            <p:extLst>
              <p:ext uri="{D42A27DB-BD31-4B8C-83A1-F6EECF244321}">
                <p14:modId xmlns:p14="http://schemas.microsoft.com/office/powerpoint/2010/main" val="1400457177"/>
              </p:ext>
            </p:extLst>
          </p:nvPr>
        </p:nvGraphicFramePr>
        <p:xfrm>
          <a:off x="5550694" y="1978819"/>
          <a:ext cx="3086101" cy="1546479"/>
        </p:xfrm>
        <a:graphic>
          <a:graphicData uri="http://schemas.openxmlformats.org/drawingml/2006/table">
            <a:tbl>
              <a:tblPr/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判断项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Elementwise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计算特征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无 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存在 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主要瓶颈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内存带宽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规约性能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适用策略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Tiling /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Vectorize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Reduce / Tiling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排除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慎用</a:t>
                      </a:r>
                      <a:endParaRPr sz="900" b="0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跳过 Reduce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rid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优化</a:t>
                      </a:r>
                      <a:endParaRPr sz="900" b="0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text_749_策略决策文件（示例）"/>
          <p:cNvSpPr>
            <a:spLocks noGrp="1"/>
          </p:cNvSpPr>
          <p:nvPr/>
        </p:nvSpPr>
        <p:spPr>
          <a:xfrm>
            <a:off x="5557838" y="3621882"/>
            <a:ext cx="3057525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策略决策文件（示例）</a:t>
            </a:r>
          </a:p>
        </p:txBody>
      </p:sp>
      <p:sp>
        <p:nvSpPr>
          <p:cNvPr id="168" name="object_750"/>
          <p:cNvSpPr>
            <a:spLocks noGrp="1"/>
          </p:cNvSpPr>
          <p:nvPr/>
        </p:nvSpPr>
        <p:spPr>
          <a:xfrm>
            <a:off x="5550694" y="3893344"/>
            <a:ext cx="3086100" cy="14358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69" name="text_752_{"/>
          <p:cNvSpPr>
            <a:spLocks noGrp="1"/>
          </p:cNvSpPr>
          <p:nvPr/>
        </p:nvSpPr>
        <p:spPr>
          <a:xfrm>
            <a:off x="5622131" y="392191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</p:txBody>
      </p:sp>
      <p:sp>
        <p:nvSpPr>
          <p:cNvPr id="170" name="text_754_  &quot;op_type&quot;: &quot;elementwis"/>
          <p:cNvSpPr>
            <a:spLocks noGrp="1"/>
          </p:cNvSpPr>
          <p:nvPr/>
        </p:nvSpPr>
        <p:spPr>
          <a:xfrm>
            <a:off x="5622131" y="405622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"op_type": "elementwise",</a:t>
            </a:r>
          </a:p>
        </p:txBody>
      </p:sp>
      <p:sp>
        <p:nvSpPr>
          <p:cNvPr id="171" name="text_756_  &quot;applicable_strategies"/>
          <p:cNvSpPr>
            <a:spLocks noGrp="1"/>
          </p:cNvSpPr>
          <p:nvPr/>
        </p:nvSpPr>
        <p:spPr>
          <a:xfrm>
            <a:off x="5622131" y="4190524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"applicable_strategies": [</a:t>
            </a:r>
          </a:p>
        </p:txBody>
      </p:sp>
      <p:sp>
        <p:nvSpPr>
          <p:cNvPr id="172" name="text_758_    &quot;tiling&quot;, &quot;vectorize"/>
          <p:cNvSpPr>
            <a:spLocks noGrp="1"/>
          </p:cNvSpPr>
          <p:nvPr/>
        </p:nvSpPr>
        <p:spPr>
          <a:xfrm>
            <a:off x="5622131" y="4324826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"tiling", "vectorize", "memory"],</a:t>
            </a:r>
          </a:p>
        </p:txBody>
      </p:sp>
      <p:sp>
        <p:nvSpPr>
          <p:cNvPr id="173" name="text_760_  &quot;excluded_strategies&quot;:"/>
          <p:cNvSpPr>
            <a:spLocks noGrp="1"/>
          </p:cNvSpPr>
          <p:nvPr/>
        </p:nvSpPr>
        <p:spPr>
          <a:xfrm>
            <a:off x="5622131" y="445912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sz="8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excluded_strategies</a:t>
            </a:r>
            <a:r>
              <a:rPr sz="88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["reduce"],</a:t>
            </a:r>
          </a:p>
        </p:txBody>
      </p:sp>
      <p:sp>
        <p:nvSpPr>
          <p:cNvPr id="174" name="text_762_  &quot;reason&quot;: &quot;no reductio"/>
          <p:cNvSpPr>
            <a:spLocks noGrp="1"/>
          </p:cNvSpPr>
          <p:nvPr/>
        </p:nvSpPr>
        <p:spPr>
          <a:xfrm>
            <a:off x="5622131" y="459343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"reason": "no reduction in operator",</a:t>
            </a:r>
          </a:p>
        </p:txBody>
      </p:sp>
      <p:sp>
        <p:nvSpPr>
          <p:cNvPr id="175" name="text_764_  &quot;profiler_signals&quot;: {"/>
          <p:cNvSpPr>
            <a:spLocks noGrp="1"/>
          </p:cNvSpPr>
          <p:nvPr/>
        </p:nvSpPr>
        <p:spPr>
          <a:xfrm>
            <a:off x="5622131" y="4727734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"profiler_signals": {</a:t>
            </a:r>
          </a:p>
        </p:txBody>
      </p:sp>
      <p:sp>
        <p:nvSpPr>
          <p:cNvPr id="176" name="text_766_    &quot;memory_bound&quot;: true"/>
          <p:cNvSpPr>
            <a:spLocks noGrp="1"/>
          </p:cNvSpPr>
          <p:nvPr/>
        </p:nvSpPr>
        <p:spPr>
          <a:xfrm>
            <a:off x="5622131" y="4862036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"memory_bound": true,</a:t>
            </a:r>
          </a:p>
        </p:txBody>
      </p:sp>
      <p:sp>
        <p:nvSpPr>
          <p:cNvPr id="177" name="text_768_    &quot;compute_bound&quot;: fal"/>
          <p:cNvSpPr>
            <a:spLocks noGrp="1"/>
          </p:cNvSpPr>
          <p:nvPr/>
        </p:nvSpPr>
        <p:spPr>
          <a:xfrm>
            <a:off x="5622131" y="499633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"compute_bound": false }</a:t>
            </a:r>
          </a:p>
        </p:txBody>
      </p:sp>
      <p:sp>
        <p:nvSpPr>
          <p:cNvPr id="178" name="text_770_}"/>
          <p:cNvSpPr>
            <a:spLocks noGrp="1"/>
          </p:cNvSpPr>
          <p:nvPr/>
        </p:nvSpPr>
        <p:spPr>
          <a:xfrm>
            <a:off x="5622131" y="513064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79" name="text_772_保存判断结果，后续 Agent 再次确认"/>
          <p:cNvSpPr>
            <a:spLocks noGrp="1"/>
          </p:cNvSpPr>
          <p:nvPr/>
        </p:nvSpPr>
        <p:spPr>
          <a:xfrm>
            <a:off x="5557838" y="5379244"/>
            <a:ext cx="30789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保存判断结果，后续 Agent 再次确认</a:t>
            </a:r>
          </a:p>
        </p:txBody>
      </p:sp>
      <p:sp>
        <p:nvSpPr>
          <p:cNvPr id="180" name="text_774_依据算子类型与 Profile 信号筛选策略，减"/>
          <p:cNvSpPr>
            <a:spLocks noGrp="1"/>
          </p:cNvSpPr>
          <p:nvPr/>
        </p:nvSpPr>
        <p:spPr>
          <a:xfrm>
            <a:off x="558710" y="6150808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依据算子类型与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Profile </a:t>
            </a: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信号筛选策略，减少无效优化和重复搜索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6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4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656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5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262" y="1528762"/>
            <a:ext cx="271463" cy="271463"/>
          </a:xfrm>
          <a:prstGeom prst="rect">
            <a:avLst/>
          </a:prstGeom>
        </p:spPr>
      </p:pic>
      <p:sp>
        <p:nvSpPr>
          <p:cNvPr id="186" name="文本框 185">
            <a:extLst>
              <a:ext uri="{FF2B5EF4-FFF2-40B4-BE49-F238E27FC236}">
                <a16:creationId xmlns:a16="http://schemas.microsoft.com/office/drawing/2014/main" id="{5DD2B837-D4F1-3A6F-1B0A-568521133E70}"/>
              </a:ext>
            </a:extLst>
          </p:cNvPr>
          <p:cNvSpPr txBox="1"/>
          <p:nvPr/>
        </p:nvSpPr>
        <p:spPr>
          <a:xfrm>
            <a:off x="88720" y="5407819"/>
            <a:ext cx="939980" cy="3000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存在浪费</a:t>
            </a:r>
          </a:p>
        </p:txBody>
      </p:sp>
      <p:sp>
        <p:nvSpPr>
          <p:cNvPr id="189" name="矩形 188"/>
          <p:cNvSpPr/>
          <p:nvPr/>
        </p:nvSpPr>
        <p:spPr>
          <a:xfrm>
            <a:off x="2239626" y="6579433"/>
            <a:ext cx="6079281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Anthropic. Equipping agents for the real world with Agent Skills. Anthropic Engineering, 2025.</a:t>
            </a:r>
          </a:p>
        </p:txBody>
      </p:sp>
      <p:sp>
        <p:nvSpPr>
          <p:cNvPr id="190" name="object_701"/>
          <p:cNvSpPr>
            <a:spLocks noGrp="1"/>
          </p:cNvSpPr>
          <p:nvPr/>
        </p:nvSpPr>
        <p:spPr>
          <a:xfrm>
            <a:off x="3007519" y="19859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1" name="text_703_正确的 Kernel"/>
          <p:cNvSpPr>
            <a:spLocks noGrp="1"/>
          </p:cNvSpPr>
          <p:nvPr/>
        </p:nvSpPr>
        <p:spPr>
          <a:xfrm>
            <a:off x="3057526" y="2084953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</a:p>
        </p:txBody>
      </p:sp>
      <p:sp>
        <p:nvSpPr>
          <p:cNvPr id="192" name="connector_706"/>
          <p:cNvSpPr>
            <a:spLocks noGrp="1"/>
          </p:cNvSpPr>
          <p:nvPr/>
        </p:nvSpPr>
        <p:spPr>
          <a:xfrm>
            <a:off x="4107656" y="23860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3" name="connector_707"/>
          <p:cNvSpPr>
            <a:spLocks noGrp="1"/>
          </p:cNvSpPr>
          <p:nvPr/>
        </p:nvSpPr>
        <p:spPr>
          <a:xfrm>
            <a:off x="4083682" y="24278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4" name="object_708"/>
          <p:cNvSpPr>
            <a:spLocks noGrp="1"/>
          </p:cNvSpPr>
          <p:nvPr/>
        </p:nvSpPr>
        <p:spPr>
          <a:xfrm>
            <a:off x="3007519" y="25003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5" name="text_710_基准测试"/>
          <p:cNvSpPr>
            <a:spLocks noGrp="1"/>
          </p:cNvSpPr>
          <p:nvPr/>
        </p:nvSpPr>
        <p:spPr>
          <a:xfrm>
            <a:off x="3043238" y="2650002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基准测试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713"/>
          <p:cNvSpPr>
            <a:spLocks noGrp="1"/>
          </p:cNvSpPr>
          <p:nvPr/>
        </p:nvSpPr>
        <p:spPr>
          <a:xfrm>
            <a:off x="4107656" y="29003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7" name="connector_714"/>
          <p:cNvSpPr>
            <a:spLocks noGrp="1"/>
          </p:cNvSpPr>
          <p:nvPr/>
        </p:nvSpPr>
        <p:spPr>
          <a:xfrm>
            <a:off x="4083682" y="29422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8" name="object_715"/>
          <p:cNvSpPr>
            <a:spLocks noGrp="1"/>
          </p:cNvSpPr>
          <p:nvPr/>
        </p:nvSpPr>
        <p:spPr>
          <a:xfrm>
            <a:off x="3007519" y="30146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9" name="text_717_性能分析"/>
          <p:cNvSpPr>
            <a:spLocks noGrp="1"/>
          </p:cNvSpPr>
          <p:nvPr/>
        </p:nvSpPr>
        <p:spPr>
          <a:xfrm>
            <a:off x="3057526" y="3115187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connector_720"/>
          <p:cNvSpPr>
            <a:spLocks noGrp="1"/>
          </p:cNvSpPr>
          <p:nvPr/>
        </p:nvSpPr>
        <p:spPr>
          <a:xfrm>
            <a:off x="4107656" y="34147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1" name="connector_721"/>
          <p:cNvSpPr>
            <a:spLocks noGrp="1"/>
          </p:cNvSpPr>
          <p:nvPr/>
        </p:nvSpPr>
        <p:spPr>
          <a:xfrm>
            <a:off x="4083682" y="34565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2" name="object_722"/>
          <p:cNvSpPr>
            <a:spLocks noGrp="1"/>
          </p:cNvSpPr>
          <p:nvPr/>
        </p:nvSpPr>
        <p:spPr>
          <a:xfrm>
            <a:off x="3007519" y="35290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3" name="text_724_算子类型分类"/>
          <p:cNvSpPr>
            <a:spLocks noGrp="1"/>
          </p:cNvSpPr>
          <p:nvPr/>
        </p:nvSpPr>
        <p:spPr>
          <a:xfrm>
            <a:off x="3057526" y="3550444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算子类型分类</a:t>
            </a:r>
          </a:p>
        </p:txBody>
      </p:sp>
      <p:sp>
        <p:nvSpPr>
          <p:cNvPr id="204" name="text_726_分析瓶颈与特征"/>
          <p:cNvSpPr>
            <a:spLocks noGrp="1"/>
          </p:cNvSpPr>
          <p:nvPr/>
        </p:nvSpPr>
        <p:spPr>
          <a:xfrm>
            <a:off x="3064669" y="3736181"/>
            <a:ext cx="2093119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分析瓶颈与特征</a:t>
            </a:r>
            <a:endParaRPr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connector_727"/>
          <p:cNvSpPr>
            <a:spLocks noGrp="1"/>
          </p:cNvSpPr>
          <p:nvPr/>
        </p:nvSpPr>
        <p:spPr>
          <a:xfrm>
            <a:off x="4107656" y="39290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6" name="connector_728"/>
          <p:cNvSpPr>
            <a:spLocks noGrp="1"/>
          </p:cNvSpPr>
          <p:nvPr/>
        </p:nvSpPr>
        <p:spPr>
          <a:xfrm>
            <a:off x="4083682" y="39709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7" name="object_729"/>
          <p:cNvSpPr>
            <a:spLocks noGrp="1"/>
          </p:cNvSpPr>
          <p:nvPr/>
        </p:nvSpPr>
        <p:spPr>
          <a:xfrm>
            <a:off x="3007519" y="4043362"/>
            <a:ext cx="2207419" cy="38576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208" name="text_731_优化策略选择"/>
          <p:cNvSpPr>
            <a:spLocks noGrp="1"/>
          </p:cNvSpPr>
          <p:nvPr/>
        </p:nvSpPr>
        <p:spPr>
          <a:xfrm>
            <a:off x="3050382" y="4157663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connector_734"/>
          <p:cNvSpPr>
            <a:spLocks noGrp="1"/>
          </p:cNvSpPr>
          <p:nvPr/>
        </p:nvSpPr>
        <p:spPr>
          <a:xfrm>
            <a:off x="4107656" y="44434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0" name="connector_735"/>
          <p:cNvSpPr>
            <a:spLocks noGrp="1"/>
          </p:cNvSpPr>
          <p:nvPr/>
        </p:nvSpPr>
        <p:spPr>
          <a:xfrm>
            <a:off x="4083682" y="44852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1" name="object_736"/>
          <p:cNvSpPr>
            <a:spLocks noGrp="1"/>
          </p:cNvSpPr>
          <p:nvPr/>
        </p:nvSpPr>
        <p:spPr>
          <a:xfrm>
            <a:off x="3007519" y="45577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2" name="text_738_针对性优化"/>
          <p:cNvSpPr>
            <a:spLocks noGrp="1"/>
          </p:cNvSpPr>
          <p:nvPr/>
        </p:nvSpPr>
        <p:spPr>
          <a:xfrm>
            <a:off x="3057526" y="4579144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</a:p>
        </p:txBody>
      </p:sp>
      <p:sp>
        <p:nvSpPr>
          <p:cNvPr id="213" name="text_740_执行选定策略"/>
          <p:cNvSpPr>
            <a:spLocks noGrp="1"/>
          </p:cNvSpPr>
          <p:nvPr/>
        </p:nvSpPr>
        <p:spPr>
          <a:xfrm>
            <a:off x="3064669" y="4764881"/>
            <a:ext cx="2093119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执行选定策略</a:t>
            </a:r>
          </a:p>
        </p:txBody>
      </p:sp>
      <p:sp>
        <p:nvSpPr>
          <p:cNvPr id="214" name="connector_741"/>
          <p:cNvSpPr>
            <a:spLocks noGrp="1"/>
          </p:cNvSpPr>
          <p:nvPr/>
        </p:nvSpPr>
        <p:spPr>
          <a:xfrm>
            <a:off x="4107656" y="49577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5" name="connector_742"/>
          <p:cNvSpPr>
            <a:spLocks noGrp="1"/>
          </p:cNvSpPr>
          <p:nvPr/>
        </p:nvSpPr>
        <p:spPr>
          <a:xfrm>
            <a:off x="4083682" y="49996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6" name="object_743"/>
          <p:cNvSpPr>
            <a:spLocks noGrp="1"/>
          </p:cNvSpPr>
          <p:nvPr/>
        </p:nvSpPr>
        <p:spPr>
          <a:xfrm>
            <a:off x="3007519" y="50720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7" name="text_745_优化结果"/>
          <p:cNvSpPr>
            <a:spLocks noGrp="1"/>
          </p:cNvSpPr>
          <p:nvPr/>
        </p:nvSpPr>
        <p:spPr>
          <a:xfrm>
            <a:off x="3057526" y="5172075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优化结果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86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优化④：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按修改范围选择验证深度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777_验证层级与检查内容"/>
          <p:cNvSpPr>
            <a:spLocks noGrp="1"/>
          </p:cNvSpPr>
          <p:nvPr/>
        </p:nvSpPr>
        <p:spPr>
          <a:xfrm>
            <a:off x="885826" y="1514475"/>
            <a:ext cx="345043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三层验证体系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778"/>
          <p:cNvSpPr>
            <a:spLocks noGrp="1"/>
          </p:cNvSpPr>
          <p:nvPr/>
        </p:nvSpPr>
        <p:spPr>
          <a:xfrm>
            <a:off x="53578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781_修改类型与验证策略"/>
          <p:cNvSpPr>
            <a:spLocks noGrp="1"/>
          </p:cNvSpPr>
          <p:nvPr/>
        </p:nvSpPr>
        <p:spPr>
          <a:xfrm>
            <a:off x="5079206" y="1514475"/>
            <a:ext cx="35861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修改类型与验证策略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782"/>
          <p:cNvSpPr>
            <a:spLocks noGrp="1"/>
          </p:cNvSpPr>
          <p:nvPr/>
        </p:nvSpPr>
        <p:spPr>
          <a:xfrm>
            <a:off x="4729162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783"/>
          <p:cNvSpPr>
            <a:spLocks noGrp="1"/>
          </p:cNvSpPr>
          <p:nvPr/>
        </p:nvSpPr>
        <p:spPr>
          <a:xfrm>
            <a:off x="4529137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784"/>
          <p:cNvSpPr>
            <a:spLocks noGrp="1"/>
          </p:cNvSpPr>
          <p:nvPr/>
        </p:nvSpPr>
        <p:spPr>
          <a:xfrm>
            <a:off x="4529137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785"/>
          <p:cNvSpPr>
            <a:spLocks noGrp="1"/>
          </p:cNvSpPr>
          <p:nvPr/>
        </p:nvSpPr>
        <p:spPr>
          <a:xfrm>
            <a:off x="4529137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786"/>
          <p:cNvSpPr>
            <a:spLocks noGrp="1"/>
          </p:cNvSpPr>
          <p:nvPr/>
        </p:nvSpPr>
        <p:spPr>
          <a:xfrm>
            <a:off x="4529137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787"/>
          <p:cNvSpPr>
            <a:spLocks noGrp="1"/>
          </p:cNvSpPr>
          <p:nvPr/>
        </p:nvSpPr>
        <p:spPr>
          <a:xfrm>
            <a:off x="4529137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788"/>
          <p:cNvSpPr>
            <a:spLocks noGrp="1"/>
          </p:cNvSpPr>
          <p:nvPr/>
        </p:nvSpPr>
        <p:spPr>
          <a:xfrm>
            <a:off x="4529137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789"/>
          <p:cNvSpPr>
            <a:spLocks noGrp="1"/>
          </p:cNvSpPr>
          <p:nvPr/>
        </p:nvSpPr>
        <p:spPr>
          <a:xfrm>
            <a:off x="4529137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790"/>
          <p:cNvSpPr>
            <a:spLocks noGrp="1"/>
          </p:cNvSpPr>
          <p:nvPr/>
        </p:nvSpPr>
        <p:spPr>
          <a:xfrm>
            <a:off x="4529137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791"/>
          <p:cNvSpPr>
            <a:spLocks noGrp="1"/>
          </p:cNvSpPr>
          <p:nvPr/>
        </p:nvSpPr>
        <p:spPr>
          <a:xfrm>
            <a:off x="4529137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792"/>
          <p:cNvSpPr>
            <a:spLocks noGrp="1"/>
          </p:cNvSpPr>
          <p:nvPr/>
        </p:nvSpPr>
        <p:spPr>
          <a:xfrm>
            <a:off x="4529137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793"/>
          <p:cNvSpPr>
            <a:spLocks noGrp="1"/>
          </p:cNvSpPr>
          <p:nvPr/>
        </p:nvSpPr>
        <p:spPr>
          <a:xfrm>
            <a:off x="4529137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794"/>
          <p:cNvSpPr>
            <a:spLocks noGrp="1"/>
          </p:cNvSpPr>
          <p:nvPr/>
        </p:nvSpPr>
        <p:spPr>
          <a:xfrm>
            <a:off x="4529137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795"/>
          <p:cNvSpPr>
            <a:spLocks noGrp="1"/>
          </p:cNvSpPr>
          <p:nvPr/>
        </p:nvSpPr>
        <p:spPr>
          <a:xfrm>
            <a:off x="4529137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796"/>
          <p:cNvSpPr>
            <a:spLocks noGrp="1"/>
          </p:cNvSpPr>
          <p:nvPr/>
        </p:nvSpPr>
        <p:spPr>
          <a:xfrm>
            <a:off x="4529137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797"/>
          <p:cNvSpPr>
            <a:spLocks noGrp="1"/>
          </p:cNvSpPr>
          <p:nvPr/>
        </p:nvSpPr>
        <p:spPr>
          <a:xfrm>
            <a:off x="4529137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798"/>
          <p:cNvSpPr>
            <a:spLocks noGrp="1"/>
          </p:cNvSpPr>
          <p:nvPr/>
        </p:nvSpPr>
        <p:spPr>
          <a:xfrm>
            <a:off x="4529137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799"/>
          <p:cNvSpPr>
            <a:spLocks noGrp="1"/>
          </p:cNvSpPr>
          <p:nvPr/>
        </p:nvSpPr>
        <p:spPr>
          <a:xfrm>
            <a:off x="4529137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800"/>
          <p:cNvSpPr>
            <a:spLocks noGrp="1"/>
          </p:cNvSpPr>
          <p:nvPr/>
        </p:nvSpPr>
        <p:spPr>
          <a:xfrm>
            <a:off x="4529137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801"/>
          <p:cNvSpPr>
            <a:spLocks noGrp="1"/>
          </p:cNvSpPr>
          <p:nvPr/>
        </p:nvSpPr>
        <p:spPr>
          <a:xfrm>
            <a:off x="4529137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802"/>
          <p:cNvSpPr>
            <a:spLocks noGrp="1"/>
          </p:cNvSpPr>
          <p:nvPr/>
        </p:nvSpPr>
        <p:spPr>
          <a:xfrm>
            <a:off x="4529137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803"/>
          <p:cNvSpPr>
            <a:spLocks noGrp="1"/>
          </p:cNvSpPr>
          <p:nvPr/>
        </p:nvSpPr>
        <p:spPr>
          <a:xfrm>
            <a:off x="4529137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804"/>
          <p:cNvSpPr>
            <a:spLocks noGrp="1"/>
          </p:cNvSpPr>
          <p:nvPr/>
        </p:nvSpPr>
        <p:spPr>
          <a:xfrm>
            <a:off x="4529137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805"/>
          <p:cNvSpPr>
            <a:spLocks noGrp="1"/>
          </p:cNvSpPr>
          <p:nvPr/>
        </p:nvSpPr>
        <p:spPr>
          <a:xfrm>
            <a:off x="4529137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806"/>
          <p:cNvSpPr>
            <a:spLocks noGrp="1"/>
          </p:cNvSpPr>
          <p:nvPr/>
        </p:nvSpPr>
        <p:spPr>
          <a:xfrm>
            <a:off x="4529137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807"/>
          <p:cNvSpPr>
            <a:spLocks noGrp="1"/>
          </p:cNvSpPr>
          <p:nvPr/>
        </p:nvSpPr>
        <p:spPr>
          <a:xfrm>
            <a:off x="4529137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808"/>
          <p:cNvSpPr>
            <a:spLocks noGrp="1"/>
          </p:cNvSpPr>
          <p:nvPr/>
        </p:nvSpPr>
        <p:spPr>
          <a:xfrm>
            <a:off x="4529137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809"/>
          <p:cNvSpPr>
            <a:spLocks noGrp="1"/>
          </p:cNvSpPr>
          <p:nvPr/>
        </p:nvSpPr>
        <p:spPr>
          <a:xfrm>
            <a:off x="4529137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810"/>
          <p:cNvSpPr>
            <a:spLocks noGrp="1"/>
          </p:cNvSpPr>
          <p:nvPr/>
        </p:nvSpPr>
        <p:spPr>
          <a:xfrm>
            <a:off x="4529137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811"/>
          <p:cNvSpPr>
            <a:spLocks noGrp="1"/>
          </p:cNvSpPr>
          <p:nvPr/>
        </p:nvSpPr>
        <p:spPr>
          <a:xfrm>
            <a:off x="4529137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812"/>
          <p:cNvSpPr>
            <a:spLocks noGrp="1"/>
          </p:cNvSpPr>
          <p:nvPr/>
        </p:nvSpPr>
        <p:spPr>
          <a:xfrm>
            <a:off x="4529137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813"/>
          <p:cNvSpPr>
            <a:spLocks noGrp="1"/>
          </p:cNvSpPr>
          <p:nvPr/>
        </p:nvSpPr>
        <p:spPr>
          <a:xfrm>
            <a:off x="4529137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814"/>
          <p:cNvSpPr>
            <a:spLocks noGrp="1"/>
          </p:cNvSpPr>
          <p:nvPr/>
        </p:nvSpPr>
        <p:spPr>
          <a:xfrm>
            <a:off x="4529137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815"/>
          <p:cNvSpPr>
            <a:spLocks noGrp="1"/>
          </p:cNvSpPr>
          <p:nvPr/>
        </p:nvSpPr>
        <p:spPr>
          <a:xfrm>
            <a:off x="4529137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816"/>
          <p:cNvSpPr>
            <a:spLocks noGrp="1"/>
          </p:cNvSpPr>
          <p:nvPr/>
        </p:nvSpPr>
        <p:spPr>
          <a:xfrm>
            <a:off x="4529137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817"/>
          <p:cNvSpPr>
            <a:spLocks noGrp="1"/>
          </p:cNvSpPr>
          <p:nvPr/>
        </p:nvSpPr>
        <p:spPr>
          <a:xfrm>
            <a:off x="4529137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818"/>
          <p:cNvSpPr>
            <a:spLocks noGrp="1"/>
          </p:cNvSpPr>
          <p:nvPr/>
        </p:nvSpPr>
        <p:spPr>
          <a:xfrm>
            <a:off x="4529137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819"/>
          <p:cNvSpPr>
            <a:spLocks noGrp="1"/>
          </p:cNvSpPr>
          <p:nvPr/>
        </p:nvSpPr>
        <p:spPr>
          <a:xfrm>
            <a:off x="4529137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820"/>
          <p:cNvSpPr>
            <a:spLocks noGrp="1"/>
          </p:cNvSpPr>
          <p:nvPr/>
        </p:nvSpPr>
        <p:spPr>
          <a:xfrm>
            <a:off x="4529137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821"/>
          <p:cNvSpPr>
            <a:spLocks noGrp="1"/>
          </p:cNvSpPr>
          <p:nvPr/>
        </p:nvSpPr>
        <p:spPr>
          <a:xfrm>
            <a:off x="4529137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822"/>
          <p:cNvSpPr>
            <a:spLocks noGrp="1"/>
          </p:cNvSpPr>
          <p:nvPr/>
        </p:nvSpPr>
        <p:spPr>
          <a:xfrm>
            <a:off x="4529137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823"/>
          <p:cNvSpPr>
            <a:spLocks noGrp="1"/>
          </p:cNvSpPr>
          <p:nvPr/>
        </p:nvSpPr>
        <p:spPr>
          <a:xfrm>
            <a:off x="4529137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824"/>
          <p:cNvSpPr>
            <a:spLocks noGrp="1"/>
          </p:cNvSpPr>
          <p:nvPr/>
        </p:nvSpPr>
        <p:spPr>
          <a:xfrm>
            <a:off x="4529137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object_825"/>
          <p:cNvSpPr>
            <a:spLocks noGrp="1"/>
          </p:cNvSpPr>
          <p:nvPr/>
        </p:nvSpPr>
        <p:spPr>
          <a:xfrm>
            <a:off x="557213" y="2043112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0" name="text_827_L1"/>
          <p:cNvSpPr>
            <a:spLocks noGrp="1"/>
          </p:cNvSpPr>
          <p:nvPr/>
        </p:nvSpPr>
        <p:spPr>
          <a:xfrm>
            <a:off x="585788" y="2157413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51" name="text_829_低成本"/>
          <p:cNvSpPr>
            <a:spLocks noGrp="1"/>
          </p:cNvSpPr>
          <p:nvPr/>
        </p:nvSpPr>
        <p:spPr>
          <a:xfrm>
            <a:off x="578644" y="2586038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低成本</a:t>
            </a:r>
          </a:p>
        </p:txBody>
      </p:sp>
      <p:sp>
        <p:nvSpPr>
          <p:cNvPr id="52" name="text_831_静态结构验证"/>
          <p:cNvSpPr>
            <a:spLocks noGrp="1"/>
          </p:cNvSpPr>
          <p:nvPr/>
        </p:nvSpPr>
        <p:spPr>
          <a:xfrm>
            <a:off x="1500188" y="2043113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静态结构验证</a:t>
            </a:r>
          </a:p>
        </p:txBody>
      </p:sp>
      <p:sp>
        <p:nvSpPr>
          <p:cNvPr id="53" name="text_833_快速、低成本"/>
          <p:cNvSpPr>
            <a:spLocks noGrp="1"/>
          </p:cNvSpPr>
          <p:nvPr/>
        </p:nvSpPr>
        <p:spPr>
          <a:xfrm>
            <a:off x="1500188" y="228600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快速、低成本</a:t>
            </a:r>
          </a:p>
        </p:txBody>
      </p:sp>
      <p:sp>
        <p:nvSpPr>
          <p:cNvPr id="54" name="text_835_Markdown 规范 / Python 语法"/>
          <p:cNvSpPr>
            <a:spLocks noGrp="1"/>
          </p:cNvSpPr>
          <p:nvPr/>
        </p:nvSpPr>
        <p:spPr>
          <a:xfrm>
            <a:off x="1507331" y="2536031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比如 ：</a:t>
            </a:r>
            <a:r>
              <a:rPr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Markdown </a:t>
            </a:r>
            <a:r>
              <a:rPr sz="1069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规范</a:t>
            </a:r>
            <a:r>
              <a:rPr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Python </a:t>
            </a:r>
            <a:r>
              <a:rPr sz="1069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语法</a:t>
            </a:r>
            <a:endParaRPr sz="1069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837_JSON 格式 / 引用与路径合法性"/>
          <p:cNvSpPr>
            <a:spLocks noGrp="1"/>
          </p:cNvSpPr>
          <p:nvPr/>
        </p:nvSpPr>
        <p:spPr>
          <a:xfrm>
            <a:off x="1507331" y="2721769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格式 / 引用与路径合法性</a:t>
            </a:r>
          </a:p>
        </p:txBody>
      </p:sp>
      <p:sp>
        <p:nvSpPr>
          <p:cNvPr id="56" name="text_839_必需文件完整性"/>
          <p:cNvSpPr>
            <a:spLocks noGrp="1"/>
          </p:cNvSpPr>
          <p:nvPr/>
        </p:nvSpPr>
        <p:spPr>
          <a:xfrm>
            <a:off x="1507331" y="2907506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必需文件完整性</a:t>
            </a:r>
          </a:p>
        </p:txBody>
      </p:sp>
      <p:sp>
        <p:nvSpPr>
          <p:cNvPr id="57" name="object_840"/>
          <p:cNvSpPr>
            <a:spLocks noGrp="1"/>
          </p:cNvSpPr>
          <p:nvPr/>
        </p:nvSpPr>
        <p:spPr>
          <a:xfrm>
            <a:off x="557213" y="3186112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8" name="text_842_L2"/>
          <p:cNvSpPr>
            <a:spLocks noGrp="1"/>
          </p:cNvSpPr>
          <p:nvPr/>
        </p:nvSpPr>
        <p:spPr>
          <a:xfrm>
            <a:off x="585788" y="3300413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59" name="text_844_中等成本"/>
          <p:cNvSpPr>
            <a:spLocks noGrp="1"/>
          </p:cNvSpPr>
          <p:nvPr/>
        </p:nvSpPr>
        <p:spPr>
          <a:xfrm>
            <a:off x="578644" y="3729038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中等成本</a:t>
            </a:r>
          </a:p>
        </p:txBody>
      </p:sp>
      <p:sp>
        <p:nvSpPr>
          <p:cNvPr id="60" name="text_846_Workflow 行为验证"/>
          <p:cNvSpPr>
            <a:spLocks noGrp="1"/>
          </p:cNvSpPr>
          <p:nvPr/>
        </p:nvSpPr>
        <p:spPr>
          <a:xfrm>
            <a:off x="1500188" y="3186113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行为验证</a:t>
            </a:r>
          </a:p>
        </p:txBody>
      </p:sp>
      <p:sp>
        <p:nvSpPr>
          <p:cNvPr id="61" name="text_848_验证流程是否按预期工作"/>
          <p:cNvSpPr>
            <a:spLocks noGrp="1"/>
          </p:cNvSpPr>
          <p:nvPr/>
        </p:nvSpPr>
        <p:spPr>
          <a:xfrm>
            <a:off x="1500188" y="342900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验证流程是否按预期工作</a:t>
            </a:r>
          </a:p>
        </p:txBody>
      </p:sp>
      <p:sp>
        <p:nvSpPr>
          <p:cNvPr id="62" name="text_850_Routing / Mode Switch / "/>
          <p:cNvSpPr>
            <a:spLocks noGrp="1"/>
          </p:cNvSpPr>
          <p:nvPr/>
        </p:nvSpPr>
        <p:spPr>
          <a:xfrm>
            <a:off x="1507331" y="3679031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比如：</a:t>
            </a:r>
            <a:r>
              <a:rPr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/ Mode Switch / Budget</a:t>
            </a:r>
          </a:p>
        </p:txBody>
      </p:sp>
      <p:sp>
        <p:nvSpPr>
          <p:cNvPr id="63" name="text_852_State Machine / Cache / "/>
          <p:cNvSpPr>
            <a:spLocks noGrp="1"/>
          </p:cNvSpPr>
          <p:nvPr/>
        </p:nvSpPr>
        <p:spPr>
          <a:xfrm>
            <a:off x="1507331" y="3864769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 / Cache / Resume</a:t>
            </a:r>
          </a:p>
        </p:txBody>
      </p:sp>
      <p:sp>
        <p:nvSpPr>
          <p:cNvPr id="64" name="text_854_路径穿越防护 / 错误分类 / Regressi"/>
          <p:cNvSpPr>
            <a:spLocks noGrp="1"/>
          </p:cNvSpPr>
          <p:nvPr/>
        </p:nvSpPr>
        <p:spPr>
          <a:xfrm>
            <a:off x="1507331" y="4050506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路径穿越防护 / 错误分类 / Regression</a:t>
            </a:r>
          </a:p>
        </p:txBody>
      </p:sp>
      <p:sp>
        <p:nvSpPr>
          <p:cNvPr id="65" name="object_855"/>
          <p:cNvSpPr>
            <a:spLocks noGrp="1"/>
          </p:cNvSpPr>
          <p:nvPr/>
        </p:nvSpPr>
        <p:spPr>
          <a:xfrm>
            <a:off x="557213" y="4329112"/>
            <a:ext cx="792956" cy="900113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66" name="text_857_L3"/>
          <p:cNvSpPr>
            <a:spLocks noGrp="1"/>
          </p:cNvSpPr>
          <p:nvPr/>
        </p:nvSpPr>
        <p:spPr>
          <a:xfrm>
            <a:off x="585788" y="4443413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67" name="text_859_高成本"/>
          <p:cNvSpPr>
            <a:spLocks noGrp="1"/>
          </p:cNvSpPr>
          <p:nvPr/>
        </p:nvSpPr>
        <p:spPr>
          <a:xfrm>
            <a:off x="578644" y="4872038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高成本</a:t>
            </a:r>
          </a:p>
        </p:txBody>
      </p:sp>
      <p:sp>
        <p:nvSpPr>
          <p:cNvPr id="68" name="text_861_真实环境验证"/>
          <p:cNvSpPr>
            <a:spLocks noGrp="1"/>
          </p:cNvSpPr>
          <p:nvPr/>
        </p:nvSpPr>
        <p:spPr>
          <a:xfrm>
            <a:off x="1500188" y="4329113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真实环境验证</a:t>
            </a:r>
          </a:p>
        </p:txBody>
      </p:sp>
      <p:sp>
        <p:nvSpPr>
          <p:cNvPr id="69" name="text_863_硬件与工具链绑定验证"/>
          <p:cNvSpPr>
            <a:spLocks noGrp="1"/>
          </p:cNvSpPr>
          <p:nvPr/>
        </p:nvSpPr>
        <p:spPr>
          <a:xfrm>
            <a:off x="1500188" y="457200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硬件与工具链验证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_865_Compile / Run 与 Accuracy"/>
          <p:cNvSpPr>
            <a:spLocks noGrp="1"/>
          </p:cNvSpPr>
          <p:nvPr/>
        </p:nvSpPr>
        <p:spPr>
          <a:xfrm>
            <a:off x="1507331" y="4822031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比如：</a:t>
            </a:r>
            <a:r>
              <a:rPr sz="1069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 / Run 与 Accuracy</a:t>
            </a:r>
          </a:p>
        </p:txBody>
      </p:sp>
      <p:sp>
        <p:nvSpPr>
          <p:cNvPr id="71" name="text_867_Benchmark 与 Profiler 分析"/>
          <p:cNvSpPr>
            <a:spLocks noGrp="1"/>
          </p:cNvSpPr>
          <p:nvPr/>
        </p:nvSpPr>
        <p:spPr>
          <a:xfrm>
            <a:off x="1507331" y="5007769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与 Profiler 分析</a:t>
            </a:r>
          </a:p>
        </p:txBody>
      </p:sp>
      <p:sp>
        <p:nvSpPr>
          <p:cNvPr id="72" name="text_869_验证算子全流程能力"/>
          <p:cNvSpPr>
            <a:spLocks noGrp="1"/>
          </p:cNvSpPr>
          <p:nvPr/>
        </p:nvSpPr>
        <p:spPr>
          <a:xfrm>
            <a:off x="1507331" y="5193506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验证算子全流程能力</a:t>
            </a:r>
          </a:p>
        </p:txBody>
      </p:sp>
      <p:sp>
        <p:nvSpPr>
          <p:cNvPr id="73" name="text_871_修改范围越大，所需验证深度与成本越高"/>
          <p:cNvSpPr>
            <a:spLocks noGrp="1"/>
          </p:cNvSpPr>
          <p:nvPr/>
        </p:nvSpPr>
        <p:spPr>
          <a:xfrm>
            <a:off x="564357" y="5464969"/>
            <a:ext cx="3750469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修改范围越大，所需验证深度与成本越高</a:t>
            </a:r>
          </a:p>
        </p:txBody>
      </p:sp>
      <p:graphicFrame>
        <p:nvGraphicFramePr>
          <p:cNvPr id="177" name="表格 176"/>
          <p:cNvGraphicFramePr/>
          <p:nvPr>
            <p:extLst>
              <p:ext uri="{D42A27DB-BD31-4B8C-83A1-F6EECF244321}">
                <p14:modId xmlns:p14="http://schemas.microsoft.com/office/powerpoint/2010/main" val="534579410"/>
              </p:ext>
            </p:extLst>
          </p:nvPr>
        </p:nvGraphicFramePr>
        <p:xfrm>
          <a:off x="4729163" y="2007394"/>
          <a:ext cx="3943350" cy="1714500"/>
        </p:xfrm>
        <a:graphic>
          <a:graphicData uri="http://schemas.openxmlformats.org/drawingml/2006/table">
            <a:tbl>
              <a:tblPr/>
              <a:tblGrid>
                <a:gridCol w="86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修改类型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示例</a:t>
                      </a:r>
                      <a:endParaRPr sz="1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建议范围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预期耗时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文档 / 规则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Markdown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规则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平台说明更新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分钟级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子 Agent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Prompt / 工具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单个 Skill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十分钟级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中间流程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路由 / Gate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调度逻辑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分钟～小时级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版本级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主流程调整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架构变更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 + L3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小时级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text_875_验证流程"/>
          <p:cNvSpPr>
            <a:spLocks noGrp="1"/>
          </p:cNvSpPr>
          <p:nvPr/>
        </p:nvSpPr>
        <p:spPr>
          <a:xfrm>
            <a:off x="4750594" y="4057650"/>
            <a:ext cx="39147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</a:t>
            </a:r>
          </a:p>
        </p:txBody>
      </p:sp>
      <p:sp>
        <p:nvSpPr>
          <p:cNvPr id="77" name="object_876"/>
          <p:cNvSpPr>
            <a:spLocks noGrp="1"/>
          </p:cNvSpPr>
          <p:nvPr/>
        </p:nvSpPr>
        <p:spPr>
          <a:xfrm>
            <a:off x="4756789" y="4544028"/>
            <a:ext cx="1014413" cy="464344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78" name="text_878_修改内容"/>
          <p:cNvSpPr>
            <a:spLocks noGrp="1"/>
          </p:cNvSpPr>
          <p:nvPr/>
        </p:nvSpPr>
        <p:spPr>
          <a:xfrm>
            <a:off x="4806796" y="4620200"/>
            <a:ext cx="91440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修改内容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_880_判断修改范围"/>
          <p:cNvSpPr>
            <a:spLocks noGrp="1"/>
          </p:cNvSpPr>
          <p:nvPr/>
        </p:nvSpPr>
        <p:spPr>
          <a:xfrm>
            <a:off x="4813939" y="4814887"/>
            <a:ext cx="90011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判断修改范围</a:t>
            </a:r>
            <a:endParaRPr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connector_881"/>
          <p:cNvSpPr>
            <a:spLocks noGrp="1"/>
          </p:cNvSpPr>
          <p:nvPr/>
        </p:nvSpPr>
        <p:spPr>
          <a:xfrm>
            <a:off x="5769060" y="4772627"/>
            <a:ext cx="235744" cy="14288"/>
          </a:xfrm>
          <a:custGeom>
            <a:avLst/>
            <a:gdLst/>
            <a:ahLst/>
            <a:cxnLst/>
            <a:rect l="0" t="0" r="0" b="0"/>
            <a:pathLst>
              <a:path w="314325" h="19050">
                <a:moveTo>
                  <a:pt x="9525" y="9525"/>
                </a:moveTo>
                <a:lnTo>
                  <a:pt x="3048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connector_882"/>
          <p:cNvSpPr>
            <a:spLocks noGrp="1"/>
          </p:cNvSpPr>
          <p:nvPr/>
        </p:nvSpPr>
        <p:spPr>
          <a:xfrm>
            <a:off x="5977349" y="474865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2" name="connector_883"/>
          <p:cNvSpPr>
            <a:spLocks noGrp="1"/>
          </p:cNvSpPr>
          <p:nvPr/>
        </p:nvSpPr>
        <p:spPr>
          <a:xfrm flipH="1">
            <a:off x="6007894" y="4366102"/>
            <a:ext cx="59046" cy="834548"/>
          </a:xfrm>
          <a:custGeom>
            <a:avLst/>
            <a:gdLst/>
            <a:ahLst/>
            <a:cxnLst/>
            <a:rect l="0" t="0" r="0" b="0"/>
            <a:pathLst>
              <a:path w="19050" h="1209675">
                <a:moveTo>
                  <a:pt x="9525" y="9525"/>
                </a:moveTo>
                <a:lnTo>
                  <a:pt x="9525" y="1200150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3" name="connector_884"/>
          <p:cNvSpPr>
            <a:spLocks noGrp="1"/>
          </p:cNvSpPr>
          <p:nvPr/>
        </p:nvSpPr>
        <p:spPr>
          <a:xfrm>
            <a:off x="6043612" y="4357687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4" name="connector_885"/>
          <p:cNvSpPr>
            <a:spLocks noGrp="1"/>
          </p:cNvSpPr>
          <p:nvPr/>
        </p:nvSpPr>
        <p:spPr>
          <a:xfrm>
            <a:off x="6142603" y="433371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5" name="object_886"/>
          <p:cNvSpPr>
            <a:spLocks noGrp="1"/>
          </p:cNvSpPr>
          <p:nvPr/>
        </p:nvSpPr>
        <p:spPr>
          <a:xfrm>
            <a:off x="6236494" y="4207669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86" name="text_888_L1 静态验证"/>
          <p:cNvSpPr>
            <a:spLocks noGrp="1"/>
          </p:cNvSpPr>
          <p:nvPr/>
        </p:nvSpPr>
        <p:spPr>
          <a:xfrm>
            <a:off x="6286500" y="4243388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静态验证</a:t>
            </a:r>
          </a:p>
        </p:txBody>
      </p:sp>
      <p:sp>
        <p:nvSpPr>
          <p:cNvPr id="87" name="connector_889"/>
          <p:cNvSpPr>
            <a:spLocks noGrp="1"/>
          </p:cNvSpPr>
          <p:nvPr/>
        </p:nvSpPr>
        <p:spPr>
          <a:xfrm>
            <a:off x="8051007" y="4350544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8" name="connector_890"/>
          <p:cNvSpPr>
            <a:spLocks noGrp="1"/>
          </p:cNvSpPr>
          <p:nvPr/>
        </p:nvSpPr>
        <p:spPr>
          <a:xfrm>
            <a:off x="6043612" y="4772025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9" name="connector_891"/>
          <p:cNvSpPr>
            <a:spLocks noGrp="1"/>
          </p:cNvSpPr>
          <p:nvPr/>
        </p:nvSpPr>
        <p:spPr>
          <a:xfrm>
            <a:off x="6142603" y="4748051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0" name="object_892"/>
          <p:cNvSpPr>
            <a:spLocks noGrp="1"/>
          </p:cNvSpPr>
          <p:nvPr/>
        </p:nvSpPr>
        <p:spPr>
          <a:xfrm>
            <a:off x="6236494" y="4622007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1" name="text_894_L1 + L2 流程验证"/>
          <p:cNvSpPr>
            <a:spLocks noGrp="1"/>
          </p:cNvSpPr>
          <p:nvPr/>
        </p:nvSpPr>
        <p:spPr>
          <a:xfrm>
            <a:off x="6286500" y="4657725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</a:t>
            </a:r>
            <a:r>
              <a:rPr sz="986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流程验证</a:t>
            </a:r>
            <a:endParaRPr sz="98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connector_895"/>
          <p:cNvSpPr>
            <a:spLocks noGrp="1"/>
          </p:cNvSpPr>
          <p:nvPr/>
        </p:nvSpPr>
        <p:spPr>
          <a:xfrm>
            <a:off x="8051007" y="4764881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3" name="connector_896"/>
          <p:cNvSpPr>
            <a:spLocks noGrp="1"/>
          </p:cNvSpPr>
          <p:nvPr/>
        </p:nvSpPr>
        <p:spPr>
          <a:xfrm>
            <a:off x="6043612" y="5186362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4" name="connector_897"/>
          <p:cNvSpPr>
            <a:spLocks noGrp="1"/>
          </p:cNvSpPr>
          <p:nvPr/>
        </p:nvSpPr>
        <p:spPr>
          <a:xfrm>
            <a:off x="6142603" y="51623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5" name="object_898"/>
          <p:cNvSpPr>
            <a:spLocks noGrp="1"/>
          </p:cNvSpPr>
          <p:nvPr/>
        </p:nvSpPr>
        <p:spPr>
          <a:xfrm>
            <a:off x="6236494" y="5036344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6" name="text_900_L1 + L2 + L3 全流程"/>
          <p:cNvSpPr>
            <a:spLocks noGrp="1"/>
          </p:cNvSpPr>
          <p:nvPr/>
        </p:nvSpPr>
        <p:spPr>
          <a:xfrm>
            <a:off x="6286500" y="5072063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+ L3 全流程</a:t>
            </a:r>
          </a:p>
        </p:txBody>
      </p:sp>
      <p:sp>
        <p:nvSpPr>
          <p:cNvPr id="97" name="connector_901"/>
          <p:cNvSpPr>
            <a:spLocks noGrp="1"/>
          </p:cNvSpPr>
          <p:nvPr/>
        </p:nvSpPr>
        <p:spPr>
          <a:xfrm>
            <a:off x="8051007" y="5179219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8" name="connector_902"/>
          <p:cNvSpPr>
            <a:spLocks noGrp="1"/>
          </p:cNvSpPr>
          <p:nvPr/>
        </p:nvSpPr>
        <p:spPr>
          <a:xfrm>
            <a:off x="8172450" y="4350544"/>
            <a:ext cx="14288" cy="842963"/>
          </a:xfrm>
          <a:custGeom>
            <a:avLst/>
            <a:gdLst/>
            <a:ahLst/>
            <a:cxnLst/>
            <a:rect l="0" t="0" r="0" b="0"/>
            <a:pathLst>
              <a:path w="19050" h="1123950">
                <a:moveTo>
                  <a:pt x="9525" y="9525"/>
                </a:moveTo>
                <a:lnTo>
                  <a:pt x="9525" y="11144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9" name="connector_903"/>
          <p:cNvSpPr>
            <a:spLocks noGrp="1"/>
          </p:cNvSpPr>
          <p:nvPr/>
        </p:nvSpPr>
        <p:spPr>
          <a:xfrm>
            <a:off x="8172450" y="4764881"/>
            <a:ext cx="142875" cy="14288"/>
          </a:xfrm>
          <a:custGeom>
            <a:avLst/>
            <a:gdLst/>
            <a:ahLst/>
            <a:cxnLst/>
            <a:rect l="0" t="0" r="0" b="0"/>
            <a:pathLst>
              <a:path w="190500" h="19050">
                <a:moveTo>
                  <a:pt x="9525" y="9525"/>
                </a:moveTo>
                <a:lnTo>
                  <a:pt x="1809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904"/>
          <p:cNvSpPr>
            <a:spLocks noGrp="1"/>
          </p:cNvSpPr>
          <p:nvPr/>
        </p:nvSpPr>
        <p:spPr>
          <a:xfrm>
            <a:off x="8257153" y="474090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text_906_验证&#10;通过"/>
          <p:cNvSpPr>
            <a:spLocks noGrp="1"/>
          </p:cNvSpPr>
          <p:nvPr/>
        </p:nvSpPr>
        <p:spPr>
          <a:xfrm>
            <a:off x="8351044" y="4507707"/>
            <a:ext cx="307181" cy="5500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</a:p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</a:p>
        </p:txBody>
      </p:sp>
      <p:sp>
        <p:nvSpPr>
          <p:cNvPr id="102" name="text_908_根据修改范围匹配验证层级，避免不必要的全量验证，"/>
          <p:cNvSpPr>
            <a:spLocks noGrp="1"/>
          </p:cNvSpPr>
          <p:nvPr/>
        </p:nvSpPr>
        <p:spPr>
          <a:xfrm>
            <a:off x="564357" y="6097191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根据修改范围匹配验证层级，避免不必要的全量验证，同时保留质量检查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0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7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306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5" name="矩形 104"/>
          <p:cNvSpPr/>
          <p:nvPr/>
        </p:nvSpPr>
        <p:spPr>
          <a:xfrm>
            <a:off x="2148096" y="6609051"/>
            <a:ext cx="6156573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Xia, C. S., Deng, Y., Dunn, S., Zhang, L. Agentless: Demystifying LLM-based Software Engineering Agents.</a:t>
            </a:r>
          </a:p>
        </p:txBody>
      </p:sp>
    </p:spTree>
    <p:extLst>
      <p:ext uri="{BB962C8B-B14F-4D97-AF65-F5344CB8AC3E}">
        <p14:creationId xmlns:p14="http://schemas.microsoft.com/office/powerpoint/2010/main" val="26213049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2031682" y="1947386"/>
            <a:ext cx="1683068" cy="2588895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2CEF0F-6364-4B12-8A94-117F90A3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⑤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中间产物复用与断点续跑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877_Artifact 驱动的开发流程">
            <a:extLst>
              <a:ext uri="{FF2B5EF4-FFF2-40B4-BE49-F238E27FC236}">
                <a16:creationId xmlns:a16="http://schemas.microsoft.com/office/drawing/2014/main" id="{38A3B9AF-298A-46E2-BDEF-CCD26FA634B7}"/>
              </a:ext>
            </a:extLst>
          </p:cNvPr>
          <p:cNvSpPr>
            <a:spLocks noGrp="1"/>
          </p:cNvSpPr>
          <p:nvPr/>
        </p:nvSpPr>
        <p:spPr>
          <a:xfrm>
            <a:off x="885826" y="1514475"/>
            <a:ext cx="282178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驱动的开发流程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3878">
            <a:extLst>
              <a:ext uri="{FF2B5EF4-FFF2-40B4-BE49-F238E27FC236}">
                <a16:creationId xmlns:a16="http://schemas.microsoft.com/office/drawing/2014/main" id="{4B230B64-9A2B-407E-B9BB-B6E83695C25E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881_Artifact Card 与复用机制">
            <a:extLst>
              <a:ext uri="{FF2B5EF4-FFF2-40B4-BE49-F238E27FC236}">
                <a16:creationId xmlns:a16="http://schemas.microsoft.com/office/drawing/2014/main" id="{85EDEF05-0A1B-42F7-90F5-CA1F1CB6D0EF}"/>
              </a:ext>
            </a:extLst>
          </p:cNvPr>
          <p:cNvSpPr>
            <a:spLocks noGrp="1"/>
          </p:cNvSpPr>
          <p:nvPr/>
        </p:nvSpPr>
        <p:spPr>
          <a:xfrm>
            <a:off x="4307681" y="1514475"/>
            <a:ext cx="43719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保存的内容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3882">
            <a:extLst>
              <a:ext uri="{FF2B5EF4-FFF2-40B4-BE49-F238E27FC236}">
                <a16:creationId xmlns:a16="http://schemas.microsoft.com/office/drawing/2014/main" id="{A116E722-D608-49E6-8E8A-0633346B2D77}"/>
              </a:ext>
            </a:extLst>
          </p:cNvPr>
          <p:cNvSpPr>
            <a:spLocks noGrp="1"/>
          </p:cNvSpPr>
          <p:nvPr/>
        </p:nvSpPr>
        <p:spPr>
          <a:xfrm>
            <a:off x="3957637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3883">
            <a:extLst>
              <a:ext uri="{FF2B5EF4-FFF2-40B4-BE49-F238E27FC236}">
                <a16:creationId xmlns:a16="http://schemas.microsoft.com/office/drawing/2014/main" id="{E426E4B9-B419-4996-8253-44F2812110D6}"/>
              </a:ext>
            </a:extLst>
          </p:cNvPr>
          <p:cNvSpPr>
            <a:spLocks noGrp="1"/>
          </p:cNvSpPr>
          <p:nvPr/>
        </p:nvSpPr>
        <p:spPr>
          <a:xfrm>
            <a:off x="3786187" y="1614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3884">
            <a:extLst>
              <a:ext uri="{FF2B5EF4-FFF2-40B4-BE49-F238E27FC236}">
                <a16:creationId xmlns:a16="http://schemas.microsoft.com/office/drawing/2014/main" id="{D25A3B57-33C0-40BC-80EF-2ADFB1130F63}"/>
              </a:ext>
            </a:extLst>
          </p:cNvPr>
          <p:cNvSpPr>
            <a:spLocks noGrp="1"/>
          </p:cNvSpPr>
          <p:nvPr/>
        </p:nvSpPr>
        <p:spPr>
          <a:xfrm>
            <a:off x="3786187" y="1707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3885">
            <a:extLst>
              <a:ext uri="{FF2B5EF4-FFF2-40B4-BE49-F238E27FC236}">
                <a16:creationId xmlns:a16="http://schemas.microsoft.com/office/drawing/2014/main" id="{0FCB5204-1A35-48FC-8622-A4B348DCAE07}"/>
              </a:ext>
            </a:extLst>
          </p:cNvPr>
          <p:cNvSpPr>
            <a:spLocks noGrp="1"/>
          </p:cNvSpPr>
          <p:nvPr/>
        </p:nvSpPr>
        <p:spPr>
          <a:xfrm>
            <a:off x="3786187" y="1800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3886">
            <a:extLst>
              <a:ext uri="{FF2B5EF4-FFF2-40B4-BE49-F238E27FC236}">
                <a16:creationId xmlns:a16="http://schemas.microsoft.com/office/drawing/2014/main" id="{772FE127-11AC-4457-AAA4-1C2E410DCA99}"/>
              </a:ext>
            </a:extLst>
          </p:cNvPr>
          <p:cNvSpPr>
            <a:spLocks noGrp="1"/>
          </p:cNvSpPr>
          <p:nvPr/>
        </p:nvSpPr>
        <p:spPr>
          <a:xfrm>
            <a:off x="3786187" y="1893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3887">
            <a:extLst>
              <a:ext uri="{FF2B5EF4-FFF2-40B4-BE49-F238E27FC236}">
                <a16:creationId xmlns:a16="http://schemas.microsoft.com/office/drawing/2014/main" id="{4A5F4525-076C-47E3-8962-F044B28CE3D5}"/>
              </a:ext>
            </a:extLst>
          </p:cNvPr>
          <p:cNvSpPr>
            <a:spLocks noGrp="1"/>
          </p:cNvSpPr>
          <p:nvPr/>
        </p:nvSpPr>
        <p:spPr>
          <a:xfrm>
            <a:off x="3786187" y="1985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888">
            <a:extLst>
              <a:ext uri="{FF2B5EF4-FFF2-40B4-BE49-F238E27FC236}">
                <a16:creationId xmlns:a16="http://schemas.microsoft.com/office/drawing/2014/main" id="{1A779DF0-4A6B-4E21-8AC0-14E33E57EB81}"/>
              </a:ext>
            </a:extLst>
          </p:cNvPr>
          <p:cNvSpPr>
            <a:spLocks noGrp="1"/>
          </p:cNvSpPr>
          <p:nvPr/>
        </p:nvSpPr>
        <p:spPr>
          <a:xfrm>
            <a:off x="3786187" y="20788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889">
            <a:extLst>
              <a:ext uri="{FF2B5EF4-FFF2-40B4-BE49-F238E27FC236}">
                <a16:creationId xmlns:a16="http://schemas.microsoft.com/office/drawing/2014/main" id="{A7F33B19-6D16-4751-9191-F3B9D7C9F2A1}"/>
              </a:ext>
            </a:extLst>
          </p:cNvPr>
          <p:cNvSpPr>
            <a:spLocks noGrp="1"/>
          </p:cNvSpPr>
          <p:nvPr/>
        </p:nvSpPr>
        <p:spPr>
          <a:xfrm>
            <a:off x="3786187" y="21717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890">
            <a:extLst>
              <a:ext uri="{FF2B5EF4-FFF2-40B4-BE49-F238E27FC236}">
                <a16:creationId xmlns:a16="http://schemas.microsoft.com/office/drawing/2014/main" id="{7DD0DFB7-96F2-473B-BB50-9E43E485D2CC}"/>
              </a:ext>
            </a:extLst>
          </p:cNvPr>
          <p:cNvSpPr>
            <a:spLocks noGrp="1"/>
          </p:cNvSpPr>
          <p:nvPr/>
        </p:nvSpPr>
        <p:spPr>
          <a:xfrm>
            <a:off x="3786187" y="22645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891">
            <a:extLst>
              <a:ext uri="{FF2B5EF4-FFF2-40B4-BE49-F238E27FC236}">
                <a16:creationId xmlns:a16="http://schemas.microsoft.com/office/drawing/2014/main" id="{E2BACA0A-BAEE-4EAC-BD14-E1BD0B0B8F30}"/>
              </a:ext>
            </a:extLst>
          </p:cNvPr>
          <p:cNvSpPr>
            <a:spLocks noGrp="1"/>
          </p:cNvSpPr>
          <p:nvPr/>
        </p:nvSpPr>
        <p:spPr>
          <a:xfrm>
            <a:off x="3786187" y="23574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892">
            <a:extLst>
              <a:ext uri="{FF2B5EF4-FFF2-40B4-BE49-F238E27FC236}">
                <a16:creationId xmlns:a16="http://schemas.microsoft.com/office/drawing/2014/main" id="{E140DB3F-C216-40CD-A36D-DEAF0332EB40}"/>
              </a:ext>
            </a:extLst>
          </p:cNvPr>
          <p:cNvSpPr>
            <a:spLocks noGrp="1"/>
          </p:cNvSpPr>
          <p:nvPr/>
        </p:nvSpPr>
        <p:spPr>
          <a:xfrm>
            <a:off x="3786187" y="24503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893">
            <a:extLst>
              <a:ext uri="{FF2B5EF4-FFF2-40B4-BE49-F238E27FC236}">
                <a16:creationId xmlns:a16="http://schemas.microsoft.com/office/drawing/2014/main" id="{0C2D16BA-A6EF-4A68-8E9A-772A4B812C22}"/>
              </a:ext>
            </a:extLst>
          </p:cNvPr>
          <p:cNvSpPr>
            <a:spLocks noGrp="1"/>
          </p:cNvSpPr>
          <p:nvPr/>
        </p:nvSpPr>
        <p:spPr>
          <a:xfrm>
            <a:off x="3786187" y="25431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894">
            <a:extLst>
              <a:ext uri="{FF2B5EF4-FFF2-40B4-BE49-F238E27FC236}">
                <a16:creationId xmlns:a16="http://schemas.microsoft.com/office/drawing/2014/main" id="{B075226C-3CF7-4205-A522-DEC325A945D8}"/>
              </a:ext>
            </a:extLst>
          </p:cNvPr>
          <p:cNvSpPr>
            <a:spLocks noGrp="1"/>
          </p:cNvSpPr>
          <p:nvPr/>
        </p:nvSpPr>
        <p:spPr>
          <a:xfrm>
            <a:off x="3786187" y="26360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895">
            <a:extLst>
              <a:ext uri="{FF2B5EF4-FFF2-40B4-BE49-F238E27FC236}">
                <a16:creationId xmlns:a16="http://schemas.microsoft.com/office/drawing/2014/main" id="{C63DE32F-12A1-4CA2-8C0A-2A8CA445215E}"/>
              </a:ext>
            </a:extLst>
          </p:cNvPr>
          <p:cNvSpPr>
            <a:spLocks noGrp="1"/>
          </p:cNvSpPr>
          <p:nvPr/>
        </p:nvSpPr>
        <p:spPr>
          <a:xfrm>
            <a:off x="3786187" y="27289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896">
            <a:extLst>
              <a:ext uri="{FF2B5EF4-FFF2-40B4-BE49-F238E27FC236}">
                <a16:creationId xmlns:a16="http://schemas.microsoft.com/office/drawing/2014/main" id="{542D4739-A2E4-409A-B6AB-DD2FC99E8760}"/>
              </a:ext>
            </a:extLst>
          </p:cNvPr>
          <p:cNvSpPr>
            <a:spLocks noGrp="1"/>
          </p:cNvSpPr>
          <p:nvPr/>
        </p:nvSpPr>
        <p:spPr>
          <a:xfrm>
            <a:off x="3786187" y="28217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897">
            <a:extLst>
              <a:ext uri="{FF2B5EF4-FFF2-40B4-BE49-F238E27FC236}">
                <a16:creationId xmlns:a16="http://schemas.microsoft.com/office/drawing/2014/main" id="{1E93EB7C-427A-4FBE-A343-CD3298E01FB9}"/>
              </a:ext>
            </a:extLst>
          </p:cNvPr>
          <p:cNvSpPr>
            <a:spLocks noGrp="1"/>
          </p:cNvSpPr>
          <p:nvPr/>
        </p:nvSpPr>
        <p:spPr>
          <a:xfrm>
            <a:off x="3786187" y="29146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898">
            <a:extLst>
              <a:ext uri="{FF2B5EF4-FFF2-40B4-BE49-F238E27FC236}">
                <a16:creationId xmlns:a16="http://schemas.microsoft.com/office/drawing/2014/main" id="{195FD5B0-93F1-4CD6-8C38-634B1F7BE0A4}"/>
              </a:ext>
            </a:extLst>
          </p:cNvPr>
          <p:cNvSpPr>
            <a:spLocks noGrp="1"/>
          </p:cNvSpPr>
          <p:nvPr/>
        </p:nvSpPr>
        <p:spPr>
          <a:xfrm>
            <a:off x="3786187" y="30075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899">
            <a:extLst>
              <a:ext uri="{FF2B5EF4-FFF2-40B4-BE49-F238E27FC236}">
                <a16:creationId xmlns:a16="http://schemas.microsoft.com/office/drawing/2014/main" id="{35845051-C30C-4E12-AC9C-DBF16B02CA71}"/>
              </a:ext>
            </a:extLst>
          </p:cNvPr>
          <p:cNvSpPr>
            <a:spLocks noGrp="1"/>
          </p:cNvSpPr>
          <p:nvPr/>
        </p:nvSpPr>
        <p:spPr>
          <a:xfrm>
            <a:off x="3786187" y="31003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900">
            <a:extLst>
              <a:ext uri="{FF2B5EF4-FFF2-40B4-BE49-F238E27FC236}">
                <a16:creationId xmlns:a16="http://schemas.microsoft.com/office/drawing/2014/main" id="{D22C2B3D-CB29-4F64-B686-0824E69A9636}"/>
              </a:ext>
            </a:extLst>
          </p:cNvPr>
          <p:cNvSpPr>
            <a:spLocks noGrp="1"/>
          </p:cNvSpPr>
          <p:nvPr/>
        </p:nvSpPr>
        <p:spPr>
          <a:xfrm>
            <a:off x="3786187" y="31932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901">
            <a:extLst>
              <a:ext uri="{FF2B5EF4-FFF2-40B4-BE49-F238E27FC236}">
                <a16:creationId xmlns:a16="http://schemas.microsoft.com/office/drawing/2014/main" id="{498E886B-91D1-4882-9716-F0DA219ACF2A}"/>
              </a:ext>
            </a:extLst>
          </p:cNvPr>
          <p:cNvSpPr>
            <a:spLocks noGrp="1"/>
          </p:cNvSpPr>
          <p:nvPr/>
        </p:nvSpPr>
        <p:spPr>
          <a:xfrm>
            <a:off x="3786187" y="32861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902">
            <a:extLst>
              <a:ext uri="{FF2B5EF4-FFF2-40B4-BE49-F238E27FC236}">
                <a16:creationId xmlns:a16="http://schemas.microsoft.com/office/drawing/2014/main" id="{31BFD4C2-931A-4B9B-A5D9-0DB32C6F4600}"/>
              </a:ext>
            </a:extLst>
          </p:cNvPr>
          <p:cNvSpPr>
            <a:spLocks noGrp="1"/>
          </p:cNvSpPr>
          <p:nvPr/>
        </p:nvSpPr>
        <p:spPr>
          <a:xfrm>
            <a:off x="3786187" y="33789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903">
            <a:extLst>
              <a:ext uri="{FF2B5EF4-FFF2-40B4-BE49-F238E27FC236}">
                <a16:creationId xmlns:a16="http://schemas.microsoft.com/office/drawing/2014/main" id="{DD406842-36FC-47AF-8890-3C2DCCBAD353}"/>
              </a:ext>
            </a:extLst>
          </p:cNvPr>
          <p:cNvSpPr>
            <a:spLocks noGrp="1"/>
          </p:cNvSpPr>
          <p:nvPr/>
        </p:nvSpPr>
        <p:spPr>
          <a:xfrm>
            <a:off x="3786187" y="34718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904">
            <a:extLst>
              <a:ext uri="{FF2B5EF4-FFF2-40B4-BE49-F238E27FC236}">
                <a16:creationId xmlns:a16="http://schemas.microsoft.com/office/drawing/2014/main" id="{345E272E-2E06-4E2E-A2E6-24E6100377B6}"/>
              </a:ext>
            </a:extLst>
          </p:cNvPr>
          <p:cNvSpPr>
            <a:spLocks noGrp="1"/>
          </p:cNvSpPr>
          <p:nvPr/>
        </p:nvSpPr>
        <p:spPr>
          <a:xfrm>
            <a:off x="3786187" y="35647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905">
            <a:extLst>
              <a:ext uri="{FF2B5EF4-FFF2-40B4-BE49-F238E27FC236}">
                <a16:creationId xmlns:a16="http://schemas.microsoft.com/office/drawing/2014/main" id="{99648F2D-6A6E-4722-B8AF-4AA6786754A9}"/>
              </a:ext>
            </a:extLst>
          </p:cNvPr>
          <p:cNvSpPr>
            <a:spLocks noGrp="1"/>
          </p:cNvSpPr>
          <p:nvPr/>
        </p:nvSpPr>
        <p:spPr>
          <a:xfrm>
            <a:off x="3786187" y="36576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906">
            <a:extLst>
              <a:ext uri="{FF2B5EF4-FFF2-40B4-BE49-F238E27FC236}">
                <a16:creationId xmlns:a16="http://schemas.microsoft.com/office/drawing/2014/main" id="{E6BAD4F3-A0C1-4204-BA3B-80E0B1A4D693}"/>
              </a:ext>
            </a:extLst>
          </p:cNvPr>
          <p:cNvSpPr>
            <a:spLocks noGrp="1"/>
          </p:cNvSpPr>
          <p:nvPr/>
        </p:nvSpPr>
        <p:spPr>
          <a:xfrm>
            <a:off x="3786187" y="37504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907">
            <a:extLst>
              <a:ext uri="{FF2B5EF4-FFF2-40B4-BE49-F238E27FC236}">
                <a16:creationId xmlns:a16="http://schemas.microsoft.com/office/drawing/2014/main" id="{8D0FD7E8-C310-4231-9AE0-F94737AD9A8B}"/>
              </a:ext>
            </a:extLst>
          </p:cNvPr>
          <p:cNvSpPr>
            <a:spLocks noGrp="1"/>
          </p:cNvSpPr>
          <p:nvPr/>
        </p:nvSpPr>
        <p:spPr>
          <a:xfrm>
            <a:off x="3786187" y="38433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908">
            <a:extLst>
              <a:ext uri="{FF2B5EF4-FFF2-40B4-BE49-F238E27FC236}">
                <a16:creationId xmlns:a16="http://schemas.microsoft.com/office/drawing/2014/main" id="{59503A86-F303-4223-BD2E-BD7CA3A6835C}"/>
              </a:ext>
            </a:extLst>
          </p:cNvPr>
          <p:cNvSpPr>
            <a:spLocks noGrp="1"/>
          </p:cNvSpPr>
          <p:nvPr/>
        </p:nvSpPr>
        <p:spPr>
          <a:xfrm>
            <a:off x="3786187" y="39362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909">
            <a:extLst>
              <a:ext uri="{FF2B5EF4-FFF2-40B4-BE49-F238E27FC236}">
                <a16:creationId xmlns:a16="http://schemas.microsoft.com/office/drawing/2014/main" id="{FE035303-F7D4-44B9-B55A-51C292544945}"/>
              </a:ext>
            </a:extLst>
          </p:cNvPr>
          <p:cNvSpPr>
            <a:spLocks noGrp="1"/>
          </p:cNvSpPr>
          <p:nvPr/>
        </p:nvSpPr>
        <p:spPr>
          <a:xfrm>
            <a:off x="3786187" y="40290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910">
            <a:extLst>
              <a:ext uri="{FF2B5EF4-FFF2-40B4-BE49-F238E27FC236}">
                <a16:creationId xmlns:a16="http://schemas.microsoft.com/office/drawing/2014/main" id="{15F9C5E7-2997-4A7A-9DB0-A693E6A5C46B}"/>
              </a:ext>
            </a:extLst>
          </p:cNvPr>
          <p:cNvSpPr>
            <a:spLocks noGrp="1"/>
          </p:cNvSpPr>
          <p:nvPr/>
        </p:nvSpPr>
        <p:spPr>
          <a:xfrm>
            <a:off x="3786187" y="41219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911">
            <a:extLst>
              <a:ext uri="{FF2B5EF4-FFF2-40B4-BE49-F238E27FC236}">
                <a16:creationId xmlns:a16="http://schemas.microsoft.com/office/drawing/2014/main" id="{8D119EEC-54BB-4A55-ADCC-7B22172CAF53}"/>
              </a:ext>
            </a:extLst>
          </p:cNvPr>
          <p:cNvSpPr>
            <a:spLocks noGrp="1"/>
          </p:cNvSpPr>
          <p:nvPr/>
        </p:nvSpPr>
        <p:spPr>
          <a:xfrm>
            <a:off x="3786187" y="42148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912">
            <a:extLst>
              <a:ext uri="{FF2B5EF4-FFF2-40B4-BE49-F238E27FC236}">
                <a16:creationId xmlns:a16="http://schemas.microsoft.com/office/drawing/2014/main" id="{8CD19C7C-BE6D-4A97-9F4C-34347AE6677E}"/>
              </a:ext>
            </a:extLst>
          </p:cNvPr>
          <p:cNvSpPr>
            <a:spLocks noGrp="1"/>
          </p:cNvSpPr>
          <p:nvPr/>
        </p:nvSpPr>
        <p:spPr>
          <a:xfrm>
            <a:off x="3786187" y="43076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913">
            <a:extLst>
              <a:ext uri="{FF2B5EF4-FFF2-40B4-BE49-F238E27FC236}">
                <a16:creationId xmlns:a16="http://schemas.microsoft.com/office/drawing/2014/main" id="{4C2CC702-D924-48C2-B5AF-8127397592B5}"/>
              </a:ext>
            </a:extLst>
          </p:cNvPr>
          <p:cNvSpPr>
            <a:spLocks noGrp="1"/>
          </p:cNvSpPr>
          <p:nvPr/>
        </p:nvSpPr>
        <p:spPr>
          <a:xfrm>
            <a:off x="3786187" y="44005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914">
            <a:extLst>
              <a:ext uri="{FF2B5EF4-FFF2-40B4-BE49-F238E27FC236}">
                <a16:creationId xmlns:a16="http://schemas.microsoft.com/office/drawing/2014/main" id="{293D653A-EE24-4D4C-BB43-D7A6A20CD29F}"/>
              </a:ext>
            </a:extLst>
          </p:cNvPr>
          <p:cNvSpPr>
            <a:spLocks noGrp="1"/>
          </p:cNvSpPr>
          <p:nvPr/>
        </p:nvSpPr>
        <p:spPr>
          <a:xfrm>
            <a:off x="3786187" y="44934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915">
            <a:extLst>
              <a:ext uri="{FF2B5EF4-FFF2-40B4-BE49-F238E27FC236}">
                <a16:creationId xmlns:a16="http://schemas.microsoft.com/office/drawing/2014/main" id="{A05BF720-0584-4F49-BF2F-72836A6A689E}"/>
              </a:ext>
            </a:extLst>
          </p:cNvPr>
          <p:cNvSpPr>
            <a:spLocks noGrp="1"/>
          </p:cNvSpPr>
          <p:nvPr/>
        </p:nvSpPr>
        <p:spPr>
          <a:xfrm>
            <a:off x="3786187" y="45862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916">
            <a:extLst>
              <a:ext uri="{FF2B5EF4-FFF2-40B4-BE49-F238E27FC236}">
                <a16:creationId xmlns:a16="http://schemas.microsoft.com/office/drawing/2014/main" id="{1BD7F19E-AAE2-48D2-B8DC-C55366DF2C90}"/>
              </a:ext>
            </a:extLst>
          </p:cNvPr>
          <p:cNvSpPr>
            <a:spLocks noGrp="1"/>
          </p:cNvSpPr>
          <p:nvPr/>
        </p:nvSpPr>
        <p:spPr>
          <a:xfrm>
            <a:off x="3786187" y="46791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917">
            <a:extLst>
              <a:ext uri="{FF2B5EF4-FFF2-40B4-BE49-F238E27FC236}">
                <a16:creationId xmlns:a16="http://schemas.microsoft.com/office/drawing/2014/main" id="{C8C99371-39E1-4C8D-AB17-DCB6256E077B}"/>
              </a:ext>
            </a:extLst>
          </p:cNvPr>
          <p:cNvSpPr>
            <a:spLocks noGrp="1"/>
          </p:cNvSpPr>
          <p:nvPr/>
        </p:nvSpPr>
        <p:spPr>
          <a:xfrm>
            <a:off x="3786187" y="47720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918">
            <a:extLst>
              <a:ext uri="{FF2B5EF4-FFF2-40B4-BE49-F238E27FC236}">
                <a16:creationId xmlns:a16="http://schemas.microsoft.com/office/drawing/2014/main" id="{66B43845-1911-44DF-9E34-F83DE9A06008}"/>
              </a:ext>
            </a:extLst>
          </p:cNvPr>
          <p:cNvSpPr>
            <a:spLocks noGrp="1"/>
          </p:cNvSpPr>
          <p:nvPr/>
        </p:nvSpPr>
        <p:spPr>
          <a:xfrm>
            <a:off x="3786187" y="48648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919">
            <a:extLst>
              <a:ext uri="{FF2B5EF4-FFF2-40B4-BE49-F238E27FC236}">
                <a16:creationId xmlns:a16="http://schemas.microsoft.com/office/drawing/2014/main" id="{26906A6C-28CC-40DC-955F-45278E4452E9}"/>
              </a:ext>
            </a:extLst>
          </p:cNvPr>
          <p:cNvSpPr>
            <a:spLocks noGrp="1"/>
          </p:cNvSpPr>
          <p:nvPr/>
        </p:nvSpPr>
        <p:spPr>
          <a:xfrm>
            <a:off x="3786187" y="49577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920">
            <a:extLst>
              <a:ext uri="{FF2B5EF4-FFF2-40B4-BE49-F238E27FC236}">
                <a16:creationId xmlns:a16="http://schemas.microsoft.com/office/drawing/2014/main" id="{D172C929-35EF-4C11-A162-36692BEE698D}"/>
              </a:ext>
            </a:extLst>
          </p:cNvPr>
          <p:cNvSpPr>
            <a:spLocks noGrp="1"/>
          </p:cNvSpPr>
          <p:nvPr/>
        </p:nvSpPr>
        <p:spPr>
          <a:xfrm>
            <a:off x="3786187" y="5050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921">
            <a:extLst>
              <a:ext uri="{FF2B5EF4-FFF2-40B4-BE49-F238E27FC236}">
                <a16:creationId xmlns:a16="http://schemas.microsoft.com/office/drawing/2014/main" id="{6BC77DC1-E9A0-431A-B215-BF0512CE0E23}"/>
              </a:ext>
            </a:extLst>
          </p:cNvPr>
          <p:cNvSpPr>
            <a:spLocks noGrp="1"/>
          </p:cNvSpPr>
          <p:nvPr/>
        </p:nvSpPr>
        <p:spPr>
          <a:xfrm>
            <a:off x="3786187" y="5143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922">
            <a:extLst>
              <a:ext uri="{FF2B5EF4-FFF2-40B4-BE49-F238E27FC236}">
                <a16:creationId xmlns:a16="http://schemas.microsoft.com/office/drawing/2014/main" id="{19440FAF-B65A-44FB-BA8C-30EB1AF2A254}"/>
              </a:ext>
            </a:extLst>
          </p:cNvPr>
          <p:cNvSpPr>
            <a:spLocks noGrp="1"/>
          </p:cNvSpPr>
          <p:nvPr/>
        </p:nvSpPr>
        <p:spPr>
          <a:xfrm>
            <a:off x="3786187" y="5236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923">
            <a:extLst>
              <a:ext uri="{FF2B5EF4-FFF2-40B4-BE49-F238E27FC236}">
                <a16:creationId xmlns:a16="http://schemas.microsoft.com/office/drawing/2014/main" id="{BA2650A6-95BA-4466-A5ED-E82D3D5359AE}"/>
              </a:ext>
            </a:extLst>
          </p:cNvPr>
          <p:cNvSpPr>
            <a:spLocks noGrp="1"/>
          </p:cNvSpPr>
          <p:nvPr/>
        </p:nvSpPr>
        <p:spPr>
          <a:xfrm>
            <a:off x="3786187" y="5329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924">
            <a:extLst>
              <a:ext uri="{FF2B5EF4-FFF2-40B4-BE49-F238E27FC236}">
                <a16:creationId xmlns:a16="http://schemas.microsoft.com/office/drawing/2014/main" id="{DD6EE26B-0570-4597-B7AC-14C80FEE7EC5}"/>
              </a:ext>
            </a:extLst>
          </p:cNvPr>
          <p:cNvSpPr>
            <a:spLocks noGrp="1"/>
          </p:cNvSpPr>
          <p:nvPr/>
        </p:nvSpPr>
        <p:spPr>
          <a:xfrm>
            <a:off x="3786187" y="5422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object_3925">
            <a:extLst>
              <a:ext uri="{FF2B5EF4-FFF2-40B4-BE49-F238E27FC236}">
                <a16:creationId xmlns:a16="http://schemas.microsoft.com/office/drawing/2014/main" id="{D4677282-FC0E-43D0-871C-15D7448AEB4E}"/>
              </a:ext>
            </a:extLst>
          </p:cNvPr>
          <p:cNvSpPr>
            <a:spLocks noGrp="1"/>
          </p:cNvSpPr>
          <p:nvPr/>
        </p:nvSpPr>
        <p:spPr>
          <a:xfrm>
            <a:off x="542925" y="2007394"/>
            <a:ext cx="1293019" cy="30003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0" name="text_3927_Requirement">
            <a:extLst>
              <a:ext uri="{FF2B5EF4-FFF2-40B4-BE49-F238E27FC236}">
                <a16:creationId xmlns:a16="http://schemas.microsoft.com/office/drawing/2014/main" id="{18F353EE-FED3-445E-A0ED-A736EA5D8121}"/>
              </a:ext>
            </a:extLst>
          </p:cNvPr>
          <p:cNvSpPr>
            <a:spLocks noGrp="1"/>
          </p:cNvSpPr>
          <p:nvPr/>
        </p:nvSpPr>
        <p:spPr>
          <a:xfrm>
            <a:off x="592932" y="2035969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</p:txBody>
      </p:sp>
      <p:sp>
        <p:nvSpPr>
          <p:cNvPr id="52" name="connector_3930">
            <a:extLst>
              <a:ext uri="{FF2B5EF4-FFF2-40B4-BE49-F238E27FC236}">
                <a16:creationId xmlns:a16="http://schemas.microsoft.com/office/drawing/2014/main" id="{A99A77D4-B127-4C1C-AA81-DA401AA9AB7F}"/>
              </a:ext>
            </a:extLst>
          </p:cNvPr>
          <p:cNvSpPr>
            <a:spLocks noGrp="1"/>
          </p:cNvSpPr>
          <p:nvPr/>
        </p:nvSpPr>
        <p:spPr>
          <a:xfrm>
            <a:off x="1893094" y="2214562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3" name="connector_3931">
            <a:extLst>
              <a:ext uri="{FF2B5EF4-FFF2-40B4-BE49-F238E27FC236}">
                <a16:creationId xmlns:a16="http://schemas.microsoft.com/office/drawing/2014/main" id="{6CEFF338-B2C1-4B15-A225-A20A2A73F4F9}"/>
              </a:ext>
            </a:extLst>
          </p:cNvPr>
          <p:cNvSpPr>
            <a:spLocks noGrp="1"/>
          </p:cNvSpPr>
          <p:nvPr/>
        </p:nvSpPr>
        <p:spPr>
          <a:xfrm>
            <a:off x="1970653" y="21905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text_3935_需求文档 / 约束（可选）">
            <a:extLst>
              <a:ext uri="{FF2B5EF4-FFF2-40B4-BE49-F238E27FC236}">
                <a16:creationId xmlns:a16="http://schemas.microsoft.com/office/drawing/2014/main" id="{91788FBD-669F-41BE-8CBE-22D335DA27B1}"/>
              </a:ext>
            </a:extLst>
          </p:cNvPr>
          <p:cNvSpPr>
            <a:spLocks noGrp="1"/>
          </p:cNvSpPr>
          <p:nvPr/>
        </p:nvSpPr>
        <p:spPr>
          <a:xfrm>
            <a:off x="2128838" y="1978819"/>
            <a:ext cx="1607344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需求文档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约束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onnector_3936">
            <a:extLst>
              <a:ext uri="{FF2B5EF4-FFF2-40B4-BE49-F238E27FC236}">
                <a16:creationId xmlns:a16="http://schemas.microsoft.com/office/drawing/2014/main" id="{0D490940-91E9-4CE3-9E60-E55B4B5D2B65}"/>
              </a:ext>
            </a:extLst>
          </p:cNvPr>
          <p:cNvSpPr>
            <a:spLocks noGrp="1"/>
          </p:cNvSpPr>
          <p:nvPr/>
        </p:nvSpPr>
        <p:spPr>
          <a:xfrm>
            <a:off x="1175147" y="2314575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7" name="connector_3937">
            <a:extLst>
              <a:ext uri="{FF2B5EF4-FFF2-40B4-BE49-F238E27FC236}">
                <a16:creationId xmlns:a16="http://schemas.microsoft.com/office/drawing/2014/main" id="{BA995ADD-CCAA-4E91-88B2-51E75B8BA3F1}"/>
              </a:ext>
            </a:extLst>
          </p:cNvPr>
          <p:cNvSpPr>
            <a:spLocks noGrp="1"/>
          </p:cNvSpPr>
          <p:nvPr/>
        </p:nvSpPr>
        <p:spPr>
          <a:xfrm>
            <a:off x="1151173" y="246357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8" name="object_3938">
            <a:extLst>
              <a:ext uri="{FF2B5EF4-FFF2-40B4-BE49-F238E27FC236}">
                <a16:creationId xmlns:a16="http://schemas.microsoft.com/office/drawing/2014/main" id="{EBAAD31F-1932-4C62-BDB9-EDFE1C12B1E8}"/>
              </a:ext>
            </a:extLst>
          </p:cNvPr>
          <p:cNvSpPr>
            <a:spLocks noGrp="1"/>
          </p:cNvSpPr>
          <p:nvPr/>
        </p:nvSpPr>
        <p:spPr>
          <a:xfrm>
            <a:off x="539354" y="2550320"/>
            <a:ext cx="1293019" cy="26431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9" name="text_3940_Design">
            <a:extLst>
              <a:ext uri="{FF2B5EF4-FFF2-40B4-BE49-F238E27FC236}">
                <a16:creationId xmlns:a16="http://schemas.microsoft.com/office/drawing/2014/main" id="{0FB527C1-C480-440A-BEE7-4549C43D8047}"/>
              </a:ext>
            </a:extLst>
          </p:cNvPr>
          <p:cNvSpPr>
            <a:spLocks noGrp="1"/>
          </p:cNvSpPr>
          <p:nvPr/>
        </p:nvSpPr>
        <p:spPr>
          <a:xfrm>
            <a:off x="567929" y="2578894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61" name="connector_3943">
            <a:extLst>
              <a:ext uri="{FF2B5EF4-FFF2-40B4-BE49-F238E27FC236}">
                <a16:creationId xmlns:a16="http://schemas.microsoft.com/office/drawing/2014/main" id="{CFCCE9A1-6529-4915-8B0C-AF65103B558E}"/>
              </a:ext>
            </a:extLst>
          </p:cNvPr>
          <p:cNvSpPr>
            <a:spLocks noGrp="1"/>
          </p:cNvSpPr>
          <p:nvPr/>
        </p:nvSpPr>
        <p:spPr>
          <a:xfrm>
            <a:off x="1888493" y="2671762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2" name="connector_3944">
            <a:extLst>
              <a:ext uri="{FF2B5EF4-FFF2-40B4-BE49-F238E27FC236}">
                <a16:creationId xmlns:a16="http://schemas.microsoft.com/office/drawing/2014/main" id="{01203E44-0960-4E7A-89F6-BAB0EEAC9AD8}"/>
              </a:ext>
            </a:extLst>
          </p:cNvPr>
          <p:cNvSpPr>
            <a:spLocks noGrp="1"/>
          </p:cNvSpPr>
          <p:nvPr/>
        </p:nvSpPr>
        <p:spPr>
          <a:xfrm>
            <a:off x="1966052" y="26477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4" name="text_3948_语义 / Shape&#10;Axis / Mappin">
            <a:extLst>
              <a:ext uri="{FF2B5EF4-FFF2-40B4-BE49-F238E27FC236}">
                <a16:creationId xmlns:a16="http://schemas.microsoft.com/office/drawing/2014/main" id="{FC388197-B5B7-4851-9549-A6E2B1276D98}"/>
              </a:ext>
            </a:extLst>
          </p:cNvPr>
          <p:cNvSpPr>
            <a:spLocks noGrp="1"/>
          </p:cNvSpPr>
          <p:nvPr/>
        </p:nvSpPr>
        <p:spPr>
          <a:xfrm>
            <a:off x="2128838" y="2521744"/>
            <a:ext cx="1064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65" name="connector_3949">
            <a:extLst>
              <a:ext uri="{FF2B5EF4-FFF2-40B4-BE49-F238E27FC236}">
                <a16:creationId xmlns:a16="http://schemas.microsoft.com/office/drawing/2014/main" id="{B5B98B62-6290-4E03-A93B-71551BC3FF49}"/>
              </a:ext>
            </a:extLst>
          </p:cNvPr>
          <p:cNvSpPr>
            <a:spLocks noGrp="1"/>
          </p:cNvSpPr>
          <p:nvPr/>
        </p:nvSpPr>
        <p:spPr>
          <a:xfrm>
            <a:off x="1178719" y="2827903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connector_3950">
            <a:extLst>
              <a:ext uri="{FF2B5EF4-FFF2-40B4-BE49-F238E27FC236}">
                <a16:creationId xmlns:a16="http://schemas.microsoft.com/office/drawing/2014/main" id="{F589CD29-210B-41BA-922B-D6E2A6515C4E}"/>
              </a:ext>
            </a:extLst>
          </p:cNvPr>
          <p:cNvSpPr>
            <a:spLocks noGrp="1"/>
          </p:cNvSpPr>
          <p:nvPr/>
        </p:nvSpPr>
        <p:spPr>
          <a:xfrm>
            <a:off x="1154745" y="297690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7" name="object_3951">
            <a:extLst>
              <a:ext uri="{FF2B5EF4-FFF2-40B4-BE49-F238E27FC236}">
                <a16:creationId xmlns:a16="http://schemas.microsoft.com/office/drawing/2014/main" id="{9FEF3BBB-1193-4587-9DC3-FFE317128F39}"/>
              </a:ext>
            </a:extLst>
          </p:cNvPr>
          <p:cNvSpPr>
            <a:spLocks noGrp="1"/>
          </p:cNvSpPr>
          <p:nvPr/>
        </p:nvSpPr>
        <p:spPr>
          <a:xfrm>
            <a:off x="542925" y="3063647"/>
            <a:ext cx="1293019" cy="24288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8" name="text_3953_Build">
            <a:extLst>
              <a:ext uri="{FF2B5EF4-FFF2-40B4-BE49-F238E27FC236}">
                <a16:creationId xmlns:a16="http://schemas.microsoft.com/office/drawing/2014/main" id="{081AE65A-D564-426D-87FB-2BBB65B42EF1}"/>
              </a:ext>
            </a:extLst>
          </p:cNvPr>
          <p:cNvSpPr>
            <a:spLocks noGrp="1"/>
          </p:cNvSpPr>
          <p:nvPr/>
        </p:nvSpPr>
        <p:spPr>
          <a:xfrm>
            <a:off x="571500" y="3092222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</p:txBody>
      </p:sp>
      <p:sp>
        <p:nvSpPr>
          <p:cNvPr id="70" name="connector_3956">
            <a:extLst>
              <a:ext uri="{FF2B5EF4-FFF2-40B4-BE49-F238E27FC236}">
                <a16:creationId xmlns:a16="http://schemas.microsoft.com/office/drawing/2014/main" id="{FCD3FE84-1060-4AA3-87BA-775B74C11E50}"/>
              </a:ext>
            </a:extLst>
          </p:cNvPr>
          <p:cNvSpPr>
            <a:spLocks noGrp="1"/>
          </p:cNvSpPr>
          <p:nvPr/>
        </p:nvSpPr>
        <p:spPr>
          <a:xfrm>
            <a:off x="1893094" y="3178969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1" name="connector_3957">
            <a:extLst>
              <a:ext uri="{FF2B5EF4-FFF2-40B4-BE49-F238E27FC236}">
                <a16:creationId xmlns:a16="http://schemas.microsoft.com/office/drawing/2014/main" id="{3C0D110C-58CC-4E4E-ADFB-EBBCFC6B83B0}"/>
              </a:ext>
            </a:extLst>
          </p:cNvPr>
          <p:cNvSpPr>
            <a:spLocks noGrp="1"/>
          </p:cNvSpPr>
          <p:nvPr/>
        </p:nvSpPr>
        <p:spPr>
          <a:xfrm>
            <a:off x="1970653" y="315499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3" name="text_3961_Kernel / Wrapper / Test">
            <a:extLst>
              <a:ext uri="{FF2B5EF4-FFF2-40B4-BE49-F238E27FC236}">
                <a16:creationId xmlns:a16="http://schemas.microsoft.com/office/drawing/2014/main" id="{91E7AA82-DFA3-4434-AF26-330C182D2252}"/>
              </a:ext>
            </a:extLst>
          </p:cNvPr>
          <p:cNvSpPr>
            <a:spLocks noGrp="1"/>
          </p:cNvSpPr>
          <p:nvPr/>
        </p:nvSpPr>
        <p:spPr>
          <a:xfrm>
            <a:off x="2106385" y="3000375"/>
            <a:ext cx="1229747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74" name="connector_3962">
            <a:extLst>
              <a:ext uri="{FF2B5EF4-FFF2-40B4-BE49-F238E27FC236}">
                <a16:creationId xmlns:a16="http://schemas.microsoft.com/office/drawing/2014/main" id="{C0A4CB7B-EBFD-41CF-8DF6-49640F171EFA}"/>
              </a:ext>
            </a:extLst>
          </p:cNvPr>
          <p:cNvSpPr>
            <a:spLocks noGrp="1"/>
          </p:cNvSpPr>
          <p:nvPr/>
        </p:nvSpPr>
        <p:spPr>
          <a:xfrm>
            <a:off x="1171575" y="3314700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5" name="connector_3963">
            <a:extLst>
              <a:ext uri="{FF2B5EF4-FFF2-40B4-BE49-F238E27FC236}">
                <a16:creationId xmlns:a16="http://schemas.microsoft.com/office/drawing/2014/main" id="{F467D97C-A5BF-4851-8993-A9D30381A1BB}"/>
              </a:ext>
            </a:extLst>
          </p:cNvPr>
          <p:cNvSpPr>
            <a:spLocks noGrp="1"/>
          </p:cNvSpPr>
          <p:nvPr/>
        </p:nvSpPr>
        <p:spPr>
          <a:xfrm>
            <a:off x="1147601" y="34636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6" name="object_3964">
            <a:extLst>
              <a:ext uri="{FF2B5EF4-FFF2-40B4-BE49-F238E27FC236}">
                <a16:creationId xmlns:a16="http://schemas.microsoft.com/office/drawing/2014/main" id="{A87AB25B-66BD-49FD-B0B7-6BDD2F53AF0D}"/>
              </a:ext>
            </a:extLst>
          </p:cNvPr>
          <p:cNvSpPr>
            <a:spLocks noGrp="1"/>
          </p:cNvSpPr>
          <p:nvPr/>
        </p:nvSpPr>
        <p:spPr>
          <a:xfrm>
            <a:off x="535782" y="3550444"/>
            <a:ext cx="1293019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77" name="text_3966_Review">
            <a:extLst>
              <a:ext uri="{FF2B5EF4-FFF2-40B4-BE49-F238E27FC236}">
                <a16:creationId xmlns:a16="http://schemas.microsoft.com/office/drawing/2014/main" id="{8DBFBBD9-2578-4053-8310-033FDF472EC8}"/>
              </a:ext>
            </a:extLst>
          </p:cNvPr>
          <p:cNvSpPr>
            <a:spLocks noGrp="1"/>
          </p:cNvSpPr>
          <p:nvPr/>
        </p:nvSpPr>
        <p:spPr>
          <a:xfrm>
            <a:off x="564357" y="3579019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79" name="connector_3969">
            <a:extLst>
              <a:ext uri="{FF2B5EF4-FFF2-40B4-BE49-F238E27FC236}">
                <a16:creationId xmlns:a16="http://schemas.microsoft.com/office/drawing/2014/main" id="{F9D31DE1-7A19-413A-AF87-3A8F6068663B}"/>
              </a:ext>
            </a:extLst>
          </p:cNvPr>
          <p:cNvSpPr>
            <a:spLocks noGrp="1"/>
          </p:cNvSpPr>
          <p:nvPr/>
        </p:nvSpPr>
        <p:spPr>
          <a:xfrm>
            <a:off x="1885949" y="3664744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0" name="connector_3970">
            <a:extLst>
              <a:ext uri="{FF2B5EF4-FFF2-40B4-BE49-F238E27FC236}">
                <a16:creationId xmlns:a16="http://schemas.microsoft.com/office/drawing/2014/main" id="{40A67CF0-DA6A-456A-9659-7B1EE47A53C8}"/>
              </a:ext>
            </a:extLst>
          </p:cNvPr>
          <p:cNvSpPr>
            <a:spLocks noGrp="1"/>
          </p:cNvSpPr>
          <p:nvPr/>
        </p:nvSpPr>
        <p:spPr>
          <a:xfrm>
            <a:off x="1963508" y="3640770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2" name="text_3974_Correctness / Fix Record">
            <a:extLst>
              <a:ext uri="{FF2B5EF4-FFF2-40B4-BE49-F238E27FC236}">
                <a16:creationId xmlns:a16="http://schemas.microsoft.com/office/drawing/2014/main" id="{F8FC38A7-E6EA-42B8-AED2-C85BE52ED863}"/>
              </a:ext>
            </a:extLst>
          </p:cNvPr>
          <p:cNvSpPr>
            <a:spLocks noGrp="1"/>
          </p:cNvSpPr>
          <p:nvPr/>
        </p:nvSpPr>
        <p:spPr>
          <a:xfrm>
            <a:off x="2085974" y="3514725"/>
            <a:ext cx="1243013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</a:p>
        </p:txBody>
      </p:sp>
      <p:sp>
        <p:nvSpPr>
          <p:cNvPr id="83" name="connector_3975">
            <a:extLst>
              <a:ext uri="{FF2B5EF4-FFF2-40B4-BE49-F238E27FC236}">
                <a16:creationId xmlns:a16="http://schemas.microsoft.com/office/drawing/2014/main" id="{8865BF1B-0583-4EEC-807C-6C90602E2E24}"/>
              </a:ext>
            </a:extLst>
          </p:cNvPr>
          <p:cNvSpPr>
            <a:spLocks noGrp="1"/>
          </p:cNvSpPr>
          <p:nvPr/>
        </p:nvSpPr>
        <p:spPr>
          <a:xfrm>
            <a:off x="1171575" y="3843338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4" name="connector_3976">
            <a:extLst>
              <a:ext uri="{FF2B5EF4-FFF2-40B4-BE49-F238E27FC236}">
                <a16:creationId xmlns:a16="http://schemas.microsoft.com/office/drawing/2014/main" id="{1A0BF674-3FB6-4BEF-B1B5-BB487E78F202}"/>
              </a:ext>
            </a:extLst>
          </p:cNvPr>
          <p:cNvSpPr>
            <a:spLocks noGrp="1"/>
          </p:cNvSpPr>
          <p:nvPr/>
        </p:nvSpPr>
        <p:spPr>
          <a:xfrm>
            <a:off x="1147601" y="39923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5" name="object_3977">
            <a:extLst>
              <a:ext uri="{FF2B5EF4-FFF2-40B4-BE49-F238E27FC236}">
                <a16:creationId xmlns:a16="http://schemas.microsoft.com/office/drawing/2014/main" id="{A6E10664-3784-4245-98B8-7BF3E7313D65}"/>
              </a:ext>
            </a:extLst>
          </p:cNvPr>
          <p:cNvSpPr>
            <a:spLocks noGrp="1"/>
          </p:cNvSpPr>
          <p:nvPr/>
        </p:nvSpPr>
        <p:spPr>
          <a:xfrm>
            <a:off x="535782" y="4079082"/>
            <a:ext cx="1293019" cy="2571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86" name="text_3979_Optimize">
            <a:extLst>
              <a:ext uri="{FF2B5EF4-FFF2-40B4-BE49-F238E27FC236}">
                <a16:creationId xmlns:a16="http://schemas.microsoft.com/office/drawing/2014/main" id="{89D596F9-8E52-422C-A51F-4142373D8483}"/>
              </a:ext>
            </a:extLst>
          </p:cNvPr>
          <p:cNvSpPr>
            <a:spLocks noGrp="1"/>
          </p:cNvSpPr>
          <p:nvPr/>
        </p:nvSpPr>
        <p:spPr>
          <a:xfrm>
            <a:off x="564357" y="4107657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88" name="connector_3982">
            <a:extLst>
              <a:ext uri="{FF2B5EF4-FFF2-40B4-BE49-F238E27FC236}">
                <a16:creationId xmlns:a16="http://schemas.microsoft.com/office/drawing/2014/main" id="{18B720DB-279C-46C4-AA77-6A6656A07AED}"/>
              </a:ext>
            </a:extLst>
          </p:cNvPr>
          <p:cNvSpPr>
            <a:spLocks noGrp="1"/>
          </p:cNvSpPr>
          <p:nvPr/>
        </p:nvSpPr>
        <p:spPr>
          <a:xfrm>
            <a:off x="1885949" y="4186237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9" name="connector_3983">
            <a:extLst>
              <a:ext uri="{FF2B5EF4-FFF2-40B4-BE49-F238E27FC236}">
                <a16:creationId xmlns:a16="http://schemas.microsoft.com/office/drawing/2014/main" id="{B596CCF4-1635-4BC5-B28E-E3B8E2D8EB25}"/>
              </a:ext>
            </a:extLst>
          </p:cNvPr>
          <p:cNvSpPr>
            <a:spLocks noGrp="1"/>
          </p:cNvSpPr>
          <p:nvPr/>
        </p:nvSpPr>
        <p:spPr>
          <a:xfrm>
            <a:off x="1963508" y="416226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1" name="text_3987_Benchmark / Profile&#10;Best">
            <a:extLst>
              <a:ext uri="{FF2B5EF4-FFF2-40B4-BE49-F238E27FC236}">
                <a16:creationId xmlns:a16="http://schemas.microsoft.com/office/drawing/2014/main" id="{775A11A3-F93B-489C-B5E7-7BBEBF85E9C2}"/>
              </a:ext>
            </a:extLst>
          </p:cNvPr>
          <p:cNvSpPr>
            <a:spLocks noGrp="1"/>
          </p:cNvSpPr>
          <p:nvPr/>
        </p:nvSpPr>
        <p:spPr>
          <a:xfrm>
            <a:off x="2121692" y="4036219"/>
            <a:ext cx="1607344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6" name="表格 215"/>
          <p:cNvGraphicFramePr/>
          <p:nvPr>
            <p:extLst>
              <p:ext uri="{D42A27DB-BD31-4B8C-83A1-F6EECF244321}">
                <p14:modId xmlns:p14="http://schemas.microsoft.com/office/powerpoint/2010/main" val="2238223022"/>
              </p:ext>
            </p:extLst>
          </p:nvPr>
        </p:nvGraphicFramePr>
        <p:xfrm>
          <a:off x="3971926" y="1985963"/>
          <a:ext cx="4679157" cy="1435896"/>
        </p:xfrm>
        <a:graphic>
          <a:graphicData uri="http://schemas.openxmlformats.org/drawingml/2006/table">
            <a:tbl>
              <a:tblPr/>
              <a:tblGrid>
                <a:gridCol w="135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字段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保存内容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算子需求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参数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Fingerprint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输入、源码、规则版本摘要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Kernel /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Test / Report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Success / Failed / Verified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Validation &amp; Reuse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L1 / L2 / L3；Can Reuse / Need Rebuild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" name="text_3989_失败后：从最近有效阶段恢复">
            <a:extLst>
              <a:ext uri="{FF2B5EF4-FFF2-40B4-BE49-F238E27FC236}">
                <a16:creationId xmlns:a16="http://schemas.microsoft.com/office/drawing/2014/main" id="{E23A5853-0FCB-48F2-9051-85C26B6E5758}"/>
              </a:ext>
            </a:extLst>
          </p:cNvPr>
          <p:cNvSpPr>
            <a:spLocks noGrp="1"/>
          </p:cNvSpPr>
          <p:nvPr/>
        </p:nvSpPr>
        <p:spPr>
          <a:xfrm>
            <a:off x="3979069" y="3514726"/>
            <a:ext cx="4672013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当某阶段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失败后：从最近有效阶段恢复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_3991_原流程">
            <a:extLst>
              <a:ext uri="{FF2B5EF4-FFF2-40B4-BE49-F238E27FC236}">
                <a16:creationId xmlns:a16="http://schemas.microsoft.com/office/drawing/2014/main" id="{E2B6EAAC-BFC4-4706-B17B-CEDD781AC09A}"/>
              </a:ext>
            </a:extLst>
          </p:cNvPr>
          <p:cNvSpPr>
            <a:spLocks noGrp="1"/>
          </p:cNvSpPr>
          <p:nvPr/>
        </p:nvSpPr>
        <p:spPr>
          <a:xfrm>
            <a:off x="3986213" y="3843337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95" name="text_3993_复用后">
            <a:extLst>
              <a:ext uri="{FF2B5EF4-FFF2-40B4-BE49-F238E27FC236}">
                <a16:creationId xmlns:a16="http://schemas.microsoft.com/office/drawing/2014/main" id="{DA95F36B-6413-4FEF-9A24-ABF36EC59F6B}"/>
              </a:ext>
            </a:extLst>
          </p:cNvPr>
          <p:cNvSpPr>
            <a:spLocks noGrp="1"/>
          </p:cNvSpPr>
          <p:nvPr/>
        </p:nvSpPr>
        <p:spPr>
          <a:xfrm>
            <a:off x="3986213" y="4221956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</a:p>
        </p:txBody>
      </p:sp>
      <p:sp>
        <p:nvSpPr>
          <p:cNvPr id="96" name="object_3994">
            <a:extLst>
              <a:ext uri="{FF2B5EF4-FFF2-40B4-BE49-F238E27FC236}">
                <a16:creationId xmlns:a16="http://schemas.microsoft.com/office/drawing/2014/main" id="{C65A3224-B085-4CC5-B657-B65AA2246B7F}"/>
              </a:ext>
            </a:extLst>
          </p:cNvPr>
          <p:cNvSpPr>
            <a:spLocks noGrp="1"/>
          </p:cNvSpPr>
          <p:nvPr/>
        </p:nvSpPr>
        <p:spPr>
          <a:xfrm>
            <a:off x="4650581" y="3800476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7" name="text_3996_Design ✓">
            <a:extLst>
              <a:ext uri="{FF2B5EF4-FFF2-40B4-BE49-F238E27FC236}">
                <a16:creationId xmlns:a16="http://schemas.microsoft.com/office/drawing/2014/main" id="{246081AA-219E-479D-AE3F-471E019011D0}"/>
              </a:ext>
            </a:extLst>
          </p:cNvPr>
          <p:cNvSpPr>
            <a:spLocks noGrp="1"/>
          </p:cNvSpPr>
          <p:nvPr/>
        </p:nvSpPr>
        <p:spPr>
          <a:xfrm>
            <a:off x="4700587" y="3836194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sp>
        <p:nvSpPr>
          <p:cNvPr id="98" name="connector_3997">
            <a:extLst>
              <a:ext uri="{FF2B5EF4-FFF2-40B4-BE49-F238E27FC236}">
                <a16:creationId xmlns:a16="http://schemas.microsoft.com/office/drawing/2014/main" id="{3B8E23E4-2F3F-4F19-AF81-6A1DB1254487}"/>
              </a:ext>
            </a:extLst>
          </p:cNvPr>
          <p:cNvSpPr>
            <a:spLocks noGrp="1"/>
          </p:cNvSpPr>
          <p:nvPr/>
        </p:nvSpPr>
        <p:spPr>
          <a:xfrm>
            <a:off x="5550694" y="3929062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9" name="connector_3998">
            <a:extLst>
              <a:ext uri="{FF2B5EF4-FFF2-40B4-BE49-F238E27FC236}">
                <a16:creationId xmlns:a16="http://schemas.microsoft.com/office/drawing/2014/main" id="{E8E5DE76-745F-49ED-974C-31EF603BDDDC}"/>
              </a:ext>
            </a:extLst>
          </p:cNvPr>
          <p:cNvSpPr>
            <a:spLocks noGrp="1"/>
          </p:cNvSpPr>
          <p:nvPr/>
        </p:nvSpPr>
        <p:spPr>
          <a:xfrm>
            <a:off x="5585391" y="39050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object_3999">
            <a:extLst>
              <a:ext uri="{FF2B5EF4-FFF2-40B4-BE49-F238E27FC236}">
                <a16:creationId xmlns:a16="http://schemas.microsoft.com/office/drawing/2014/main" id="{9F87C0B0-16D6-4122-B8E1-82ACBC916F22}"/>
              </a:ext>
            </a:extLst>
          </p:cNvPr>
          <p:cNvSpPr>
            <a:spLocks noGrp="1"/>
          </p:cNvSpPr>
          <p:nvPr/>
        </p:nvSpPr>
        <p:spPr>
          <a:xfrm>
            <a:off x="5657850" y="3800476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1" name="text_4001_Build ✓">
            <a:extLst>
              <a:ext uri="{FF2B5EF4-FFF2-40B4-BE49-F238E27FC236}">
                <a16:creationId xmlns:a16="http://schemas.microsoft.com/office/drawing/2014/main" id="{65BC7D40-7CE0-4F64-A504-DF1EEC678A73}"/>
              </a:ext>
            </a:extLst>
          </p:cNvPr>
          <p:cNvSpPr>
            <a:spLocks noGrp="1"/>
          </p:cNvSpPr>
          <p:nvPr/>
        </p:nvSpPr>
        <p:spPr>
          <a:xfrm>
            <a:off x="5707856" y="3836194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✓</a:t>
            </a:r>
          </a:p>
        </p:txBody>
      </p:sp>
      <p:sp>
        <p:nvSpPr>
          <p:cNvPr id="102" name="connector_4002">
            <a:extLst>
              <a:ext uri="{FF2B5EF4-FFF2-40B4-BE49-F238E27FC236}">
                <a16:creationId xmlns:a16="http://schemas.microsoft.com/office/drawing/2014/main" id="{F2391DEB-32B4-4598-9143-C2673B0BF28F}"/>
              </a:ext>
            </a:extLst>
          </p:cNvPr>
          <p:cNvSpPr>
            <a:spLocks noGrp="1"/>
          </p:cNvSpPr>
          <p:nvPr/>
        </p:nvSpPr>
        <p:spPr>
          <a:xfrm>
            <a:off x="6557963" y="3929062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3" name="connector_4003">
            <a:extLst>
              <a:ext uri="{FF2B5EF4-FFF2-40B4-BE49-F238E27FC236}">
                <a16:creationId xmlns:a16="http://schemas.microsoft.com/office/drawing/2014/main" id="{3620EEC9-34E8-4E4D-B188-E9329CA6B950}"/>
              </a:ext>
            </a:extLst>
          </p:cNvPr>
          <p:cNvSpPr>
            <a:spLocks noGrp="1"/>
          </p:cNvSpPr>
          <p:nvPr/>
        </p:nvSpPr>
        <p:spPr>
          <a:xfrm>
            <a:off x="6592660" y="39050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4" name="object_4004">
            <a:extLst>
              <a:ext uri="{FF2B5EF4-FFF2-40B4-BE49-F238E27FC236}">
                <a16:creationId xmlns:a16="http://schemas.microsoft.com/office/drawing/2014/main" id="{739E9A24-4F4E-44D9-86F6-2359128D28BB}"/>
              </a:ext>
            </a:extLst>
          </p:cNvPr>
          <p:cNvSpPr>
            <a:spLocks noGrp="1"/>
          </p:cNvSpPr>
          <p:nvPr/>
        </p:nvSpPr>
        <p:spPr>
          <a:xfrm>
            <a:off x="6665119" y="3800476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5" name="text_4006_Review ×">
            <a:extLst>
              <a:ext uri="{FF2B5EF4-FFF2-40B4-BE49-F238E27FC236}">
                <a16:creationId xmlns:a16="http://schemas.microsoft.com/office/drawing/2014/main" id="{EC9B6FBA-47D3-4E4E-AF75-FF23BDDBBE93}"/>
              </a:ext>
            </a:extLst>
          </p:cNvPr>
          <p:cNvSpPr>
            <a:spLocks noGrp="1"/>
          </p:cNvSpPr>
          <p:nvPr/>
        </p:nvSpPr>
        <p:spPr>
          <a:xfrm>
            <a:off x="6715125" y="3836194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106" name="object_4007">
            <a:extLst>
              <a:ext uri="{FF2B5EF4-FFF2-40B4-BE49-F238E27FC236}">
                <a16:creationId xmlns:a16="http://schemas.microsoft.com/office/drawing/2014/main" id="{6287871F-BC5F-42E3-BF0D-89858BB575F5}"/>
              </a:ext>
            </a:extLst>
          </p:cNvPr>
          <p:cNvSpPr>
            <a:spLocks noGrp="1"/>
          </p:cNvSpPr>
          <p:nvPr/>
        </p:nvSpPr>
        <p:spPr>
          <a:xfrm>
            <a:off x="4650581" y="4179094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07" name="text_4009_Design 缓存">
            <a:extLst>
              <a:ext uri="{FF2B5EF4-FFF2-40B4-BE49-F238E27FC236}">
                <a16:creationId xmlns:a16="http://schemas.microsoft.com/office/drawing/2014/main" id="{601B627B-E8AC-4E16-8FEB-6BADA10DBB44}"/>
              </a:ext>
            </a:extLst>
          </p:cNvPr>
          <p:cNvSpPr>
            <a:spLocks noGrp="1"/>
          </p:cNvSpPr>
          <p:nvPr/>
        </p:nvSpPr>
        <p:spPr>
          <a:xfrm>
            <a:off x="4700587" y="4214813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8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  <a:endParaRPr sz="98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onnector_4010">
            <a:extLst>
              <a:ext uri="{FF2B5EF4-FFF2-40B4-BE49-F238E27FC236}">
                <a16:creationId xmlns:a16="http://schemas.microsoft.com/office/drawing/2014/main" id="{2743DF64-00F6-416F-8F6C-6EEEE38A2C55}"/>
              </a:ext>
            </a:extLst>
          </p:cNvPr>
          <p:cNvSpPr>
            <a:spLocks noGrp="1"/>
          </p:cNvSpPr>
          <p:nvPr/>
        </p:nvSpPr>
        <p:spPr>
          <a:xfrm>
            <a:off x="5550694" y="4307681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connector_4011">
            <a:extLst>
              <a:ext uri="{FF2B5EF4-FFF2-40B4-BE49-F238E27FC236}">
                <a16:creationId xmlns:a16="http://schemas.microsoft.com/office/drawing/2014/main" id="{F11B1476-2440-405C-BEAA-E2A7DE82BE2C}"/>
              </a:ext>
            </a:extLst>
          </p:cNvPr>
          <p:cNvSpPr>
            <a:spLocks noGrp="1"/>
          </p:cNvSpPr>
          <p:nvPr/>
        </p:nvSpPr>
        <p:spPr>
          <a:xfrm>
            <a:off x="5585391" y="428370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0" name="object_4012">
            <a:extLst>
              <a:ext uri="{FF2B5EF4-FFF2-40B4-BE49-F238E27FC236}">
                <a16:creationId xmlns:a16="http://schemas.microsoft.com/office/drawing/2014/main" id="{C42CB3FC-039A-4B06-98CF-910918F4C91E}"/>
              </a:ext>
            </a:extLst>
          </p:cNvPr>
          <p:cNvSpPr>
            <a:spLocks noGrp="1"/>
          </p:cNvSpPr>
          <p:nvPr/>
        </p:nvSpPr>
        <p:spPr>
          <a:xfrm>
            <a:off x="5657850" y="4179094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11" name="text_4014_Build 缓存">
            <a:extLst>
              <a:ext uri="{FF2B5EF4-FFF2-40B4-BE49-F238E27FC236}">
                <a16:creationId xmlns:a16="http://schemas.microsoft.com/office/drawing/2014/main" id="{DE84C2E0-70CD-471D-AA5D-D23D9C980746}"/>
              </a:ext>
            </a:extLst>
          </p:cNvPr>
          <p:cNvSpPr>
            <a:spLocks noGrp="1"/>
          </p:cNvSpPr>
          <p:nvPr/>
        </p:nvSpPr>
        <p:spPr>
          <a:xfrm>
            <a:off x="5707856" y="4214813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缓存</a:t>
            </a:r>
          </a:p>
        </p:txBody>
      </p:sp>
      <p:sp>
        <p:nvSpPr>
          <p:cNvPr id="112" name="connector_4015">
            <a:extLst>
              <a:ext uri="{FF2B5EF4-FFF2-40B4-BE49-F238E27FC236}">
                <a16:creationId xmlns:a16="http://schemas.microsoft.com/office/drawing/2014/main" id="{2CB64040-0077-4070-8283-243ECB34FA9D}"/>
              </a:ext>
            </a:extLst>
          </p:cNvPr>
          <p:cNvSpPr>
            <a:spLocks noGrp="1"/>
          </p:cNvSpPr>
          <p:nvPr/>
        </p:nvSpPr>
        <p:spPr>
          <a:xfrm>
            <a:off x="6557963" y="4307681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connector_4016">
            <a:extLst>
              <a:ext uri="{FF2B5EF4-FFF2-40B4-BE49-F238E27FC236}">
                <a16:creationId xmlns:a16="http://schemas.microsoft.com/office/drawing/2014/main" id="{E01CD8CE-FEB2-4568-8AA6-F8A85234A872}"/>
              </a:ext>
            </a:extLst>
          </p:cNvPr>
          <p:cNvSpPr>
            <a:spLocks noGrp="1"/>
          </p:cNvSpPr>
          <p:nvPr/>
        </p:nvSpPr>
        <p:spPr>
          <a:xfrm>
            <a:off x="6592660" y="428370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4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6665119" y="4179094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15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6715125" y="4214813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98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98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4021_从头执行">
            <a:extLst>
              <a:ext uri="{FF2B5EF4-FFF2-40B4-BE49-F238E27FC236}">
                <a16:creationId xmlns:a16="http://schemas.microsoft.com/office/drawing/2014/main" id="{46A23906-6C02-4364-A753-0A920C8380A5}"/>
              </a:ext>
            </a:extLst>
          </p:cNvPr>
          <p:cNvSpPr>
            <a:spLocks noGrp="1"/>
          </p:cNvSpPr>
          <p:nvPr/>
        </p:nvSpPr>
        <p:spPr>
          <a:xfrm>
            <a:off x="7715250" y="3786188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从头执行</a:t>
            </a:r>
          </a:p>
        </p:txBody>
      </p:sp>
      <p:sp>
        <p:nvSpPr>
          <p:cNvPr id="117" name="text_4023_前序重复">
            <a:extLst>
              <a:ext uri="{FF2B5EF4-FFF2-40B4-BE49-F238E27FC236}">
                <a16:creationId xmlns:a16="http://schemas.microsoft.com/office/drawing/2014/main" id="{E43CE6BE-608F-4F6C-9BF6-8F47923A3346}"/>
              </a:ext>
            </a:extLst>
          </p:cNvPr>
          <p:cNvSpPr>
            <a:spLocks noGrp="1"/>
          </p:cNvSpPr>
          <p:nvPr/>
        </p:nvSpPr>
        <p:spPr>
          <a:xfrm>
            <a:off x="7715250" y="3957638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前序重复</a:t>
            </a:r>
          </a:p>
        </p:txBody>
      </p:sp>
      <p:sp>
        <p:nvSpPr>
          <p:cNvPr id="118" name="text_4025_恢复 Artifact">
            <a:extLst>
              <a:ext uri="{FF2B5EF4-FFF2-40B4-BE49-F238E27FC236}">
                <a16:creationId xmlns:a16="http://schemas.microsoft.com/office/drawing/2014/main" id="{62DC45B2-C78E-4440-A063-6F6D039DD935}"/>
              </a:ext>
            </a:extLst>
          </p:cNvPr>
          <p:cNvSpPr>
            <a:spLocks noGrp="1"/>
          </p:cNvSpPr>
          <p:nvPr/>
        </p:nvSpPr>
        <p:spPr>
          <a:xfrm>
            <a:off x="7715250" y="4164806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恢复 Artifact</a:t>
            </a:r>
          </a:p>
        </p:txBody>
      </p:sp>
      <p:sp>
        <p:nvSpPr>
          <p:cNvPr id="119" name="text_4027_继续执行">
            <a:extLst>
              <a:ext uri="{FF2B5EF4-FFF2-40B4-BE49-F238E27FC236}">
                <a16:creationId xmlns:a16="http://schemas.microsoft.com/office/drawing/2014/main" id="{DEBFAC7E-25F2-4312-9136-4CE8C8D98519}"/>
              </a:ext>
            </a:extLst>
          </p:cNvPr>
          <p:cNvSpPr>
            <a:spLocks noGrp="1"/>
          </p:cNvSpPr>
          <p:nvPr/>
        </p:nvSpPr>
        <p:spPr>
          <a:xfrm>
            <a:off x="7715250" y="4336256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继续执行</a:t>
            </a:r>
          </a:p>
        </p:txBody>
      </p:sp>
      <p:sp>
        <p:nvSpPr>
          <p:cNvPr id="120" name="text_4029_仅修改 Review Rule：保留前序，失效后">
            <a:extLst>
              <a:ext uri="{FF2B5EF4-FFF2-40B4-BE49-F238E27FC236}">
                <a16:creationId xmlns:a16="http://schemas.microsoft.com/office/drawing/2014/main" id="{91E25775-419C-4E1B-8C13-366DF624F5C6}"/>
              </a:ext>
            </a:extLst>
          </p:cNvPr>
          <p:cNvSpPr>
            <a:spLocks noGrp="1"/>
          </p:cNvSpPr>
          <p:nvPr/>
        </p:nvSpPr>
        <p:spPr>
          <a:xfrm>
            <a:off x="3986213" y="4593431"/>
            <a:ext cx="465772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当进行</a:t>
            </a:r>
            <a:r>
              <a:rPr lang="en-US" altLang="zh-CN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修改验证时：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仅修改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Review Rule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，就从</a:t>
            </a:r>
            <a:r>
              <a:rPr lang="en-US" altLang="zh-CN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继续。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5" name="表格 244"/>
          <p:cNvGraphicFramePr/>
          <p:nvPr>
            <p:extLst>
              <p:ext uri="{D42A27DB-BD31-4B8C-83A1-F6EECF244321}">
                <p14:modId xmlns:p14="http://schemas.microsoft.com/office/powerpoint/2010/main" val="1211682821"/>
              </p:ext>
            </p:extLst>
          </p:nvPr>
        </p:nvGraphicFramePr>
        <p:xfrm>
          <a:off x="3979069" y="4886325"/>
          <a:ext cx="4672016" cy="557212"/>
        </p:xfrm>
        <a:graphic>
          <a:graphicData uri="http://schemas.openxmlformats.org/drawingml/2006/table">
            <a:tbl>
              <a:tblPr/>
              <a:tblGrid>
                <a:gridCol w="1168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Build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Optimize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Reuse ✓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Reuse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✓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Invalidate 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Invalidate 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text_4031_直接从 Review 开始，无需重做前序阶段。">
            <a:extLst>
              <a:ext uri="{FF2B5EF4-FFF2-40B4-BE49-F238E27FC236}">
                <a16:creationId xmlns:a16="http://schemas.microsoft.com/office/drawing/2014/main" id="{385B2830-6925-4DDE-A5A8-4001EC14596E}"/>
              </a:ext>
            </a:extLst>
          </p:cNvPr>
          <p:cNvSpPr>
            <a:spLocks noGrp="1"/>
          </p:cNvSpPr>
          <p:nvPr/>
        </p:nvSpPr>
        <p:spPr>
          <a:xfrm>
            <a:off x="3986213" y="5472113"/>
            <a:ext cx="465772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直接从 Review 开始，无需重做前序阶段。</a:t>
            </a:r>
          </a:p>
        </p:txBody>
      </p:sp>
      <p:sp>
        <p:nvSpPr>
          <p:cNvPr id="123" name="text_4033_结合 Stage Artifact、Finger">
            <a:extLst>
              <a:ext uri="{FF2B5EF4-FFF2-40B4-BE49-F238E27FC236}">
                <a16:creationId xmlns:a16="http://schemas.microsoft.com/office/drawing/2014/main" id="{DEA0CB02-2DC0-470D-8388-F2D5B720DFAB}"/>
              </a:ext>
            </a:extLst>
          </p:cNvPr>
          <p:cNvSpPr>
            <a:spLocks noGrp="1"/>
          </p:cNvSpPr>
          <p:nvPr/>
        </p:nvSpPr>
        <p:spPr>
          <a:xfrm>
            <a:off x="542925" y="6170853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结合Artifact，使执行过程可恢复、产物可复用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48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9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781" y="1528762"/>
            <a:ext cx="271463" cy="271463"/>
          </a:xfrm>
          <a:prstGeom prst="rect">
            <a:avLst/>
          </a:prstGeom>
        </p:spPr>
      </p:pic>
      <p:sp>
        <p:nvSpPr>
          <p:cNvPr id="126" name="矩形 125"/>
          <p:cNvSpPr/>
          <p:nvPr/>
        </p:nvSpPr>
        <p:spPr>
          <a:xfrm>
            <a:off x="1646634" y="6606621"/>
            <a:ext cx="6525766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128" name="text_850_Routing / Mode Switch / "/>
          <p:cNvSpPr>
            <a:spLocks noGrp="1"/>
          </p:cNvSpPr>
          <p:nvPr/>
        </p:nvSpPr>
        <p:spPr>
          <a:xfrm>
            <a:off x="75009" y="5229225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每一个阶段，每一个子代理，都产出并保留可以复用的</a:t>
            </a:r>
            <a:r>
              <a:rPr lang="en-US" altLang="zh-CN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endParaRPr sz="1069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 flipV="1">
            <a:off x="1885948" y="4582397"/>
            <a:ext cx="367820" cy="62079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5066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183802" y="4725376"/>
            <a:ext cx="4079091" cy="926248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211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167626" y="2512526"/>
            <a:ext cx="4146516" cy="840105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4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：从静态到动态</a:t>
            </a:r>
            <a:endParaRPr lang="zh-CN" altLang="en-US" dirty="0">
              <a:solidFill>
                <a:srgbClr val="11131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B6C76BA-EE8C-4A8C-B947-495DC83D5E6B}"/>
              </a:ext>
            </a:extLst>
          </p:cNvPr>
          <p:cNvSpPr txBox="1"/>
          <p:nvPr/>
        </p:nvSpPr>
        <p:spPr>
          <a:xfrm>
            <a:off x="380062" y="1210369"/>
            <a:ext cx="87639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随着模型和业务场景的多样化，输入 </a:t>
            </a:r>
            <a:r>
              <a:rPr lang="en-US" altLang="zh-C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不再固定，静态算子已难以满足实际需求，动态算子成为必然选择。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58B1ACF-3946-A48A-3384-74FA40269923}"/>
              </a:ext>
            </a:extLst>
          </p:cNvPr>
          <p:cNvGrpSpPr/>
          <p:nvPr/>
        </p:nvGrpSpPr>
        <p:grpSpPr>
          <a:xfrm>
            <a:off x="1510903" y="1844872"/>
            <a:ext cx="1404000" cy="418626"/>
            <a:chOff x="836294" y="996913"/>
            <a:chExt cx="1872000" cy="558168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6880B7A-4EF3-76BC-86C1-4BAF3D9380BF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静态算子</a:t>
              </a: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4764E67-2A95-9A8C-F3B8-2BB3AEDE2524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B01FAD12-340F-7C96-188B-CD8F63EA2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94" y="1027720"/>
              <a:ext cx="400050" cy="400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BB159A46-6192-0311-FA0E-B5D3AFF778E9}"/>
              </a:ext>
            </a:extLst>
          </p:cNvPr>
          <p:cNvSpPr/>
          <p:nvPr/>
        </p:nvSpPr>
        <p:spPr>
          <a:xfrm>
            <a:off x="1572317" y="2409286"/>
            <a:ext cx="2160000" cy="405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固定输入</a:t>
            </a:r>
            <a:r>
              <a:rPr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pPr algn="ctr"/>
            <a:r>
              <a:rPr lang="zh-CN" alt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比如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[N, C, H, W] = [1, 3, 224, 224]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A9D21BFD-6B93-7260-73F2-0E7F5D8C7C08}"/>
              </a:ext>
            </a:extLst>
          </p:cNvPr>
          <p:cNvSpPr/>
          <p:nvPr/>
        </p:nvSpPr>
        <p:spPr>
          <a:xfrm>
            <a:off x="1572317" y="3121857"/>
            <a:ext cx="2160000" cy="405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开发与</a:t>
            </a:r>
            <a:r>
              <a:rPr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zh-CN" altLang="en-US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005012F-9160-13C1-6170-3B28E1DD8ABD}"/>
              </a:ext>
            </a:extLst>
          </p:cNvPr>
          <p:cNvSpPr/>
          <p:nvPr/>
        </p:nvSpPr>
        <p:spPr>
          <a:xfrm>
            <a:off x="1572317" y="3814862"/>
            <a:ext cx="2160000" cy="405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优化与</a:t>
            </a:r>
            <a:r>
              <a:rPr lang="en-US" altLang="zh-CN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</a:t>
            </a:r>
            <a:endParaRPr lang="zh-CN" altLang="en-US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4A7CA2CA-71CB-5F89-D685-05D7C430EAD3}"/>
              </a:ext>
            </a:extLst>
          </p:cNvPr>
          <p:cNvSpPr/>
          <p:nvPr/>
        </p:nvSpPr>
        <p:spPr>
          <a:xfrm>
            <a:off x="1572317" y="4541075"/>
            <a:ext cx="2160000" cy="405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验证与测试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54B7F6E-5975-8E77-EB84-CE56330FA8AA}"/>
              </a:ext>
            </a:extLst>
          </p:cNvPr>
          <p:cNvSpPr/>
          <p:nvPr/>
        </p:nvSpPr>
        <p:spPr>
          <a:xfrm>
            <a:off x="1572317" y="5224823"/>
            <a:ext cx="2160000" cy="405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生成高性能算子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C56BD85-21BD-550F-248A-0F3B1FD5C2EC}"/>
              </a:ext>
            </a:extLst>
          </p:cNvPr>
          <p:cNvCxnSpPr>
            <a:cxnSpLocks/>
            <a:stCxn id="149" idx="2"/>
            <a:endCxn id="150" idx="0"/>
          </p:cNvCxnSpPr>
          <p:nvPr/>
        </p:nvCxnSpPr>
        <p:spPr>
          <a:xfrm>
            <a:off x="2652317" y="2814286"/>
            <a:ext cx="0" cy="30757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AC337315-3290-79BE-4527-EFFB8EDABF89}"/>
              </a:ext>
            </a:extLst>
          </p:cNvPr>
          <p:cNvCxnSpPr>
            <a:cxnSpLocks/>
            <a:stCxn id="150" idx="2"/>
          </p:cNvCxnSpPr>
          <p:nvPr/>
        </p:nvCxnSpPr>
        <p:spPr>
          <a:xfrm flipH="1">
            <a:off x="2650655" y="3526857"/>
            <a:ext cx="1662" cy="2717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B15F255-928D-8F92-F191-7DA5200D89CA}"/>
              </a:ext>
            </a:extLst>
          </p:cNvPr>
          <p:cNvCxnSpPr>
            <a:cxnSpLocks/>
            <a:stCxn id="151" idx="2"/>
            <a:endCxn id="152" idx="0"/>
          </p:cNvCxnSpPr>
          <p:nvPr/>
        </p:nvCxnSpPr>
        <p:spPr>
          <a:xfrm>
            <a:off x="2652317" y="4219862"/>
            <a:ext cx="0" cy="32121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4F7D3C20-956B-1F00-AD0A-EE1CBCB282C1}"/>
              </a:ext>
            </a:extLst>
          </p:cNvPr>
          <p:cNvCxnSpPr>
            <a:cxnSpLocks/>
          </p:cNvCxnSpPr>
          <p:nvPr/>
        </p:nvCxnSpPr>
        <p:spPr>
          <a:xfrm>
            <a:off x="2654230" y="4953031"/>
            <a:ext cx="1" cy="28105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928145" y="2000798"/>
            <a:ext cx="0" cy="36290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bject_79">
            <a:extLst>
              <a:ext uri="{FF2B5EF4-FFF2-40B4-BE49-F238E27FC236}">
                <a16:creationId xmlns:a16="http://schemas.microsoft.com/office/drawing/2014/main" id="{282CC6CF-8732-4230-8A1F-34A04E678A9C}"/>
              </a:ext>
            </a:extLst>
          </p:cNvPr>
          <p:cNvSpPr>
            <a:spLocks noGrp="1"/>
          </p:cNvSpPr>
          <p:nvPr/>
        </p:nvSpPr>
        <p:spPr>
          <a:xfrm>
            <a:off x="4374518" y="2582214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64" name="text_81_1">
            <a:extLst>
              <a:ext uri="{FF2B5EF4-FFF2-40B4-BE49-F238E27FC236}">
                <a16:creationId xmlns:a16="http://schemas.microsoft.com/office/drawing/2014/main" id="{94ED09D4-DEEA-4F14-99DE-449B5619E500}"/>
              </a:ext>
            </a:extLst>
          </p:cNvPr>
          <p:cNvSpPr>
            <a:spLocks noGrp="1"/>
          </p:cNvSpPr>
          <p:nvPr/>
        </p:nvSpPr>
        <p:spPr>
          <a:xfrm>
            <a:off x="4374518" y="2582214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5" name="text_83_正确性问题">
            <a:extLst>
              <a:ext uri="{FF2B5EF4-FFF2-40B4-BE49-F238E27FC236}">
                <a16:creationId xmlns:a16="http://schemas.microsoft.com/office/drawing/2014/main" id="{667FCCB4-7162-44AC-B55E-44C67626989A}"/>
              </a:ext>
            </a:extLst>
          </p:cNvPr>
          <p:cNvSpPr>
            <a:spLocks noGrp="1"/>
          </p:cNvSpPr>
          <p:nvPr/>
        </p:nvSpPr>
        <p:spPr>
          <a:xfrm>
            <a:off x="4751708" y="2587929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正确性问题</a:t>
            </a:r>
          </a:p>
        </p:txBody>
      </p:sp>
      <p:sp>
        <p:nvSpPr>
          <p:cNvPr id="172" name="text_93_循环范围或输出大小。">
            <a:extLst>
              <a:ext uri="{FF2B5EF4-FFF2-40B4-BE49-F238E27FC236}">
                <a16:creationId xmlns:a16="http://schemas.microsoft.com/office/drawing/2014/main" id="{E12E2636-EDCC-49D9-89B8-8AF617D804FC}"/>
              </a:ext>
            </a:extLst>
          </p:cNvPr>
          <p:cNvSpPr>
            <a:spLocks noGrp="1"/>
          </p:cNvSpPr>
          <p:nvPr/>
        </p:nvSpPr>
        <p:spPr>
          <a:xfrm>
            <a:off x="4505963" y="3519474"/>
            <a:ext cx="1508760" cy="1657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183803" y="3547844"/>
            <a:ext cx="4115747" cy="930318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175" name="object_97">
            <a:extLst>
              <a:ext uri="{FF2B5EF4-FFF2-40B4-BE49-F238E27FC236}">
                <a16:creationId xmlns:a16="http://schemas.microsoft.com/office/drawing/2014/main" id="{14053E37-3585-4388-A52B-C85C91612E62}"/>
              </a:ext>
            </a:extLst>
          </p:cNvPr>
          <p:cNvSpPr>
            <a:spLocks noGrp="1"/>
          </p:cNvSpPr>
          <p:nvPr/>
        </p:nvSpPr>
        <p:spPr>
          <a:xfrm>
            <a:off x="4374518" y="3651846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76" name="text_99_2">
            <a:extLst>
              <a:ext uri="{FF2B5EF4-FFF2-40B4-BE49-F238E27FC236}">
                <a16:creationId xmlns:a16="http://schemas.microsoft.com/office/drawing/2014/main" id="{7AAA2E47-BA6B-486D-B150-59D303665F25}"/>
              </a:ext>
            </a:extLst>
          </p:cNvPr>
          <p:cNvSpPr>
            <a:spLocks noGrp="1"/>
          </p:cNvSpPr>
          <p:nvPr/>
        </p:nvSpPr>
        <p:spPr>
          <a:xfrm>
            <a:off x="4374518" y="3651846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7" name="text_101_性能问题">
            <a:extLst>
              <a:ext uri="{FF2B5EF4-FFF2-40B4-BE49-F238E27FC236}">
                <a16:creationId xmlns:a16="http://schemas.microsoft.com/office/drawing/2014/main" id="{A23A639C-977D-499D-AEE6-7E88FB078BAF}"/>
              </a:ext>
            </a:extLst>
          </p:cNvPr>
          <p:cNvSpPr>
            <a:spLocks noGrp="1"/>
          </p:cNvSpPr>
          <p:nvPr/>
        </p:nvSpPr>
        <p:spPr>
          <a:xfrm>
            <a:off x="4787693" y="3658542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性能问题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object_120">
            <a:extLst>
              <a:ext uri="{FF2B5EF4-FFF2-40B4-BE49-F238E27FC236}">
                <a16:creationId xmlns:a16="http://schemas.microsoft.com/office/drawing/2014/main" id="{0EB08178-617C-4ADB-99C4-31CCC81C2E1B}"/>
              </a:ext>
            </a:extLst>
          </p:cNvPr>
          <p:cNvSpPr>
            <a:spLocks noGrp="1"/>
          </p:cNvSpPr>
          <p:nvPr/>
        </p:nvSpPr>
        <p:spPr>
          <a:xfrm>
            <a:off x="4374518" y="4829635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93" name="text_122_3">
            <a:extLst>
              <a:ext uri="{FF2B5EF4-FFF2-40B4-BE49-F238E27FC236}">
                <a16:creationId xmlns:a16="http://schemas.microsoft.com/office/drawing/2014/main" id="{A4C0544E-B5CC-47EA-8424-F0F9E0FDCD18}"/>
              </a:ext>
            </a:extLst>
          </p:cNvPr>
          <p:cNvSpPr>
            <a:spLocks noGrp="1"/>
          </p:cNvSpPr>
          <p:nvPr/>
        </p:nvSpPr>
        <p:spPr>
          <a:xfrm>
            <a:off x="4374518" y="4829635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4" name="text_124_结构问题">
            <a:extLst>
              <a:ext uri="{FF2B5EF4-FFF2-40B4-BE49-F238E27FC236}">
                <a16:creationId xmlns:a16="http://schemas.microsoft.com/office/drawing/2014/main" id="{5724F546-D930-4803-82DD-14E4F92FB581}"/>
              </a:ext>
            </a:extLst>
          </p:cNvPr>
          <p:cNvSpPr>
            <a:spLocks noGrp="1"/>
          </p:cNvSpPr>
          <p:nvPr/>
        </p:nvSpPr>
        <p:spPr>
          <a:xfrm>
            <a:off x="4800460" y="4829635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结构问题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22128" y="2732669"/>
            <a:ext cx="2996378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当输入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变化时，可能导致越界、结果错误或无法运行。</a:t>
            </a:r>
          </a:p>
        </p:txBody>
      </p:sp>
      <p:sp>
        <p:nvSpPr>
          <p:cNvPr id="214" name="矩形 213"/>
          <p:cNvSpPr/>
          <p:nvPr/>
        </p:nvSpPr>
        <p:spPr>
          <a:xfrm>
            <a:off x="5622127" y="3807460"/>
            <a:ext cx="2446310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下，最优的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Tile/Block/warp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参数不同。</a:t>
            </a:r>
          </a:p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</p:txBody>
      </p:sp>
      <p:sp>
        <p:nvSpPr>
          <p:cNvPr id="215" name="矩形 214"/>
          <p:cNvSpPr/>
          <p:nvPr/>
        </p:nvSpPr>
        <p:spPr>
          <a:xfrm>
            <a:off x="5622128" y="4976566"/>
            <a:ext cx="2586041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差异较大时，仅调整参数已不足以获得最佳性能。</a:t>
            </a:r>
          </a:p>
          <a:p>
            <a:pPr>
              <a:lnSpc>
                <a:spcPct val="150000"/>
              </a:lnSpc>
            </a:pP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 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可能需要不同的</a:t>
            </a:r>
            <a:r>
              <a:rPr lang="en-US" altLang="zh-CN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结构和算法实现。</a:t>
            </a: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4F72B5B5-718F-9C8C-F0F3-1360CE5918E1}"/>
              </a:ext>
            </a:extLst>
          </p:cNvPr>
          <p:cNvGrpSpPr/>
          <p:nvPr/>
        </p:nvGrpSpPr>
        <p:grpSpPr>
          <a:xfrm>
            <a:off x="4167627" y="1826408"/>
            <a:ext cx="2650411" cy="612475"/>
            <a:chOff x="4713985" y="884014"/>
            <a:chExt cx="3533881" cy="816634"/>
          </a:xfrm>
        </p:grpSpPr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EDEE2FE4-DAF0-9313-375E-90603C6DA9C6}"/>
                </a:ext>
              </a:extLst>
            </p:cNvPr>
            <p:cNvSpPr txBox="1"/>
            <p:nvPr/>
          </p:nvSpPr>
          <p:spPr>
            <a:xfrm>
              <a:off x="4713985" y="884014"/>
              <a:ext cx="3208570" cy="81663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面对动态输入的主要问题</a:t>
              </a:r>
            </a:p>
            <a:p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B8750A51-FB4A-C5EB-AB49-413A4DFB5032}"/>
                </a:ext>
              </a:extLst>
            </p:cNvPr>
            <p:cNvCxnSpPr/>
            <p:nvPr/>
          </p:nvCxnSpPr>
          <p:spPr>
            <a:xfrm>
              <a:off x="4798694" y="1459831"/>
              <a:ext cx="3449172" cy="697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矩形 72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132260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>
            <a:extLst>
              <a:ext uri="{FF2B5EF4-FFF2-40B4-BE49-F238E27FC236}">
                <a16:creationId xmlns:a16="http://schemas.microsoft.com/office/drawing/2014/main" id="{8AD90DE5-C595-4A05-CFDB-1A6FE8D82D94}"/>
              </a:ext>
            </a:extLst>
          </p:cNvPr>
          <p:cNvSpPr/>
          <p:nvPr/>
        </p:nvSpPr>
        <p:spPr>
          <a:xfrm>
            <a:off x="618273" y="5413949"/>
            <a:ext cx="8015476" cy="1116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224832" y="2108686"/>
            <a:ext cx="3599574" cy="1161836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4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现有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方法与解决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思路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915559" y="1476334"/>
            <a:ext cx="0" cy="36290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F58B1ACF-3946-A48A-3384-74FA40269923}"/>
              </a:ext>
            </a:extLst>
          </p:cNvPr>
          <p:cNvGrpSpPr/>
          <p:nvPr/>
        </p:nvGrpSpPr>
        <p:grpSpPr>
          <a:xfrm>
            <a:off x="1355434" y="1079428"/>
            <a:ext cx="1404000" cy="418626"/>
            <a:chOff x="836294" y="996913"/>
            <a:chExt cx="1872000" cy="558168"/>
          </a:xfrm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46880B7A-4EF3-76BC-86C1-4BAF3D9380BF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现有方法</a:t>
              </a:r>
            </a:p>
          </p:txBody>
        </p: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B4764E67-2A95-9A8C-F3B8-2BB3AEDE2524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B01FAD12-340F-7C96-188B-CD8F63EA2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94" y="1027720"/>
              <a:ext cx="400050" cy="400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D0EE0B3-DE6E-4C6C-907F-1A2BC5DD670E}"/>
              </a:ext>
            </a:extLst>
          </p:cNvPr>
          <p:cNvGrpSpPr/>
          <p:nvPr/>
        </p:nvGrpSpPr>
        <p:grpSpPr>
          <a:xfrm>
            <a:off x="1180742" y="1736968"/>
            <a:ext cx="1943545" cy="276999"/>
            <a:chOff x="522750" y="1923394"/>
            <a:chExt cx="3281071" cy="369332"/>
          </a:xfrm>
        </p:grpSpPr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10D0D4AC-3CB6-4438-A103-C7827A3D7BD8}"/>
                </a:ext>
              </a:extLst>
            </p:cNvPr>
            <p:cNvSpPr txBox="1"/>
            <p:nvPr/>
          </p:nvSpPr>
          <p:spPr>
            <a:xfrm>
              <a:off x="666751" y="1923394"/>
              <a:ext cx="3137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25" b="1" dirty="0" err="1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Pytorch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Compiler/Triton</a:t>
              </a:r>
              <a:endPara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43B7AE37-EB6B-4450-8E2A-AFA2A67C097E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281533" y="2061749"/>
            <a:ext cx="159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支持任意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动态计算图编译生成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生成速度快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136058" y="2698204"/>
            <a:ext cx="2602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局限性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：新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首次调用需编译，运行时开销大，高度依赖环境，缺少针对于硬件的深度优化。</a:t>
            </a:r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D0EE0B3-DE6E-4C6C-907F-1A2BC5DD670E}"/>
              </a:ext>
            </a:extLst>
          </p:cNvPr>
          <p:cNvGrpSpPr/>
          <p:nvPr/>
        </p:nvGrpSpPr>
        <p:grpSpPr>
          <a:xfrm>
            <a:off x="1177352" y="3378886"/>
            <a:ext cx="2248136" cy="276999"/>
            <a:chOff x="522750" y="1923394"/>
            <a:chExt cx="3795279" cy="369332"/>
          </a:xfrm>
        </p:grpSpPr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10D0D4AC-3CB6-4438-A103-C7827A3D7BD8}"/>
                </a:ext>
              </a:extLst>
            </p:cNvPr>
            <p:cNvSpPr txBox="1"/>
            <p:nvPr/>
          </p:nvSpPr>
          <p:spPr>
            <a:xfrm>
              <a:off x="666747" y="1923394"/>
              <a:ext cx="365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CUDA/CUTLASS/Ascend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43B7AE37-EB6B-4450-8E2A-AFA2A67C097E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237914" y="3708139"/>
            <a:ext cx="265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针对不同的问题规模设计不同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性能极高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模板参数编译器实例化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149148" y="4354393"/>
            <a:ext cx="2602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局限性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：代码</a:t>
            </a:r>
            <a:r>
              <a:rPr lang="zh-C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手写，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开发成本高昂。</a:t>
            </a:r>
          </a:p>
        </p:txBody>
      </p:sp>
      <p:sp>
        <p:nvSpPr>
          <p:cNvPr id="207" name="text_111_完整技术路线。">
            <a:extLst>
              <a:ext uri="{FF2B5EF4-FFF2-40B4-BE49-F238E27FC236}">
                <a16:creationId xmlns:a16="http://schemas.microsoft.com/office/drawing/2014/main" id="{E5FFA309-A172-4549-91AE-7B45A290EC09}"/>
              </a:ext>
            </a:extLst>
          </p:cNvPr>
          <p:cNvSpPr>
            <a:spLocks noGrp="1"/>
          </p:cNvSpPr>
          <p:nvPr/>
        </p:nvSpPr>
        <p:spPr>
          <a:xfrm>
            <a:off x="4389791" y="1949539"/>
            <a:ext cx="324612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112">
            <a:extLst>
              <a:ext uri="{FF2B5EF4-FFF2-40B4-BE49-F238E27FC236}">
                <a16:creationId xmlns:a16="http://schemas.microsoft.com/office/drawing/2014/main" id="{66FBE3A3-EEFD-42AC-8400-9B9FCC142DFF}"/>
              </a:ext>
            </a:extLst>
          </p:cNvPr>
          <p:cNvSpPr>
            <a:spLocks noGrp="1"/>
          </p:cNvSpPr>
          <p:nvPr/>
        </p:nvSpPr>
        <p:spPr>
          <a:xfrm>
            <a:off x="4349786" y="221814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09" name="text_114_动态 Shape 思想">
            <a:extLst>
              <a:ext uri="{FF2B5EF4-FFF2-40B4-BE49-F238E27FC236}">
                <a16:creationId xmlns:a16="http://schemas.microsoft.com/office/drawing/2014/main" id="{22D1E563-EBED-4686-BC91-9B2540899338}"/>
              </a:ext>
            </a:extLst>
          </p:cNvPr>
          <p:cNvSpPr>
            <a:spLocks noGrp="1"/>
          </p:cNvSpPr>
          <p:nvPr/>
        </p:nvSpPr>
        <p:spPr>
          <a:xfrm>
            <a:off x="4395506" y="231529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sz="990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lang="zh-CN" altLang="en-US" sz="990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sz="990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_116_(PyTorch Compiler)">
            <a:extLst>
              <a:ext uri="{FF2B5EF4-FFF2-40B4-BE49-F238E27FC236}">
                <a16:creationId xmlns:a16="http://schemas.microsoft.com/office/drawing/2014/main" id="{611D01B0-A508-46F9-A9BA-2C2C6204CD03}"/>
              </a:ext>
            </a:extLst>
          </p:cNvPr>
          <p:cNvSpPr>
            <a:spLocks noGrp="1"/>
          </p:cNvSpPr>
          <p:nvPr/>
        </p:nvSpPr>
        <p:spPr>
          <a:xfrm>
            <a:off x="4395506" y="251532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765" dirty="0" err="1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Compiler)</a:t>
            </a:r>
          </a:p>
        </p:txBody>
      </p:sp>
      <p:sp>
        <p:nvSpPr>
          <p:cNvPr id="213" name="object_117">
            <a:extLst>
              <a:ext uri="{FF2B5EF4-FFF2-40B4-BE49-F238E27FC236}">
                <a16:creationId xmlns:a16="http://schemas.microsoft.com/office/drawing/2014/main" id="{B6AA5575-986C-4145-84C3-98A332B83370}"/>
              </a:ext>
            </a:extLst>
          </p:cNvPr>
          <p:cNvSpPr>
            <a:spLocks noGrp="1"/>
          </p:cNvSpPr>
          <p:nvPr/>
        </p:nvSpPr>
        <p:spPr>
          <a:xfrm>
            <a:off x="4429796" y="272106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16" name="text_119_Shape 表达与守护">
            <a:extLst>
              <a:ext uri="{FF2B5EF4-FFF2-40B4-BE49-F238E27FC236}">
                <a16:creationId xmlns:a16="http://schemas.microsoft.com/office/drawing/2014/main" id="{624F2201-D7B9-414B-9DBC-C311D72510EC}"/>
              </a:ext>
            </a:extLst>
          </p:cNvPr>
          <p:cNvSpPr>
            <a:spLocks noGrp="1"/>
          </p:cNvSpPr>
          <p:nvPr/>
        </p:nvSpPr>
        <p:spPr>
          <a:xfrm>
            <a:off x="4452656" y="2743924"/>
            <a:ext cx="885825" cy="35433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构造和优化</a:t>
            </a:r>
            <a:r>
              <a:rPr lang="en-US" altLang="zh-CN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en-US" altLang="zh-CN"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</a:t>
            </a:r>
            <a:r>
              <a:rPr lang="en-US" altLang="zh-CN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区分</a:t>
            </a: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_121_多 Shape 覆盖能力">
            <a:extLst>
              <a:ext uri="{FF2B5EF4-FFF2-40B4-BE49-F238E27FC236}">
                <a16:creationId xmlns:a16="http://schemas.microsoft.com/office/drawing/2014/main" id="{50AD71B7-40B3-44AA-8256-B24D61514DB1}"/>
              </a:ext>
            </a:extLst>
          </p:cNvPr>
          <p:cNvSpPr>
            <a:spLocks noGrp="1"/>
          </p:cNvSpPr>
          <p:nvPr/>
        </p:nvSpPr>
        <p:spPr>
          <a:xfrm>
            <a:off x="4452656" y="290394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object_122">
            <a:extLst>
              <a:ext uri="{FF2B5EF4-FFF2-40B4-BE49-F238E27FC236}">
                <a16:creationId xmlns:a16="http://schemas.microsoft.com/office/drawing/2014/main" id="{DC946395-96D9-4FC3-91EF-5CD5214DF773}"/>
              </a:ext>
            </a:extLst>
          </p:cNvPr>
          <p:cNvSpPr>
            <a:spLocks noGrp="1"/>
          </p:cNvSpPr>
          <p:nvPr/>
        </p:nvSpPr>
        <p:spPr>
          <a:xfrm>
            <a:off x="5504216" y="221814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19" name="text_124_自动调参机制">
            <a:extLst>
              <a:ext uri="{FF2B5EF4-FFF2-40B4-BE49-F238E27FC236}">
                <a16:creationId xmlns:a16="http://schemas.microsoft.com/office/drawing/2014/main" id="{D6998E01-6166-4D48-8A00-FA0A931AC24B}"/>
              </a:ext>
            </a:extLst>
          </p:cNvPr>
          <p:cNvSpPr>
            <a:spLocks noGrp="1"/>
          </p:cNvSpPr>
          <p:nvPr/>
        </p:nvSpPr>
        <p:spPr>
          <a:xfrm>
            <a:off x="5549936" y="231529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自动调参机制</a:t>
            </a:r>
          </a:p>
        </p:txBody>
      </p:sp>
      <p:sp>
        <p:nvSpPr>
          <p:cNvPr id="220" name="text_126_(Triton)">
            <a:extLst>
              <a:ext uri="{FF2B5EF4-FFF2-40B4-BE49-F238E27FC236}">
                <a16:creationId xmlns:a16="http://schemas.microsoft.com/office/drawing/2014/main" id="{295F2501-C6E5-48A5-A10A-05D5E0DC9D01}"/>
              </a:ext>
            </a:extLst>
          </p:cNvPr>
          <p:cNvSpPr>
            <a:spLocks noGrp="1"/>
          </p:cNvSpPr>
          <p:nvPr/>
        </p:nvSpPr>
        <p:spPr>
          <a:xfrm>
            <a:off x="5549936" y="251532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(Triton)</a:t>
            </a:r>
          </a:p>
        </p:txBody>
      </p:sp>
      <p:sp>
        <p:nvSpPr>
          <p:cNvPr id="221" name="object_127">
            <a:extLst>
              <a:ext uri="{FF2B5EF4-FFF2-40B4-BE49-F238E27FC236}">
                <a16:creationId xmlns:a16="http://schemas.microsoft.com/office/drawing/2014/main" id="{553955B0-F127-4A98-B019-C8BD803FF45D}"/>
              </a:ext>
            </a:extLst>
          </p:cNvPr>
          <p:cNvSpPr>
            <a:spLocks noGrp="1"/>
          </p:cNvSpPr>
          <p:nvPr/>
        </p:nvSpPr>
        <p:spPr>
          <a:xfrm>
            <a:off x="5584226" y="272106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23" name="text_129_Config 搜索策略">
            <a:extLst>
              <a:ext uri="{FF2B5EF4-FFF2-40B4-BE49-F238E27FC236}">
                <a16:creationId xmlns:a16="http://schemas.microsoft.com/office/drawing/2014/main" id="{4B9BE497-32A0-4CD6-A055-C668700AC90C}"/>
              </a:ext>
            </a:extLst>
          </p:cNvPr>
          <p:cNvSpPr>
            <a:spLocks noGrp="1"/>
          </p:cNvSpPr>
          <p:nvPr/>
        </p:nvSpPr>
        <p:spPr>
          <a:xfrm>
            <a:off x="5607086" y="274392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搜索策略</a:t>
            </a:r>
          </a:p>
        </p:txBody>
      </p:sp>
      <p:sp>
        <p:nvSpPr>
          <p:cNvPr id="224" name="text_131_参数特化与分派">
            <a:extLst>
              <a:ext uri="{FF2B5EF4-FFF2-40B4-BE49-F238E27FC236}">
                <a16:creationId xmlns:a16="http://schemas.microsoft.com/office/drawing/2014/main" id="{60910273-7D6D-44F4-A064-C1E47D6E8DBD}"/>
              </a:ext>
            </a:extLst>
          </p:cNvPr>
          <p:cNvSpPr>
            <a:spLocks noGrp="1"/>
          </p:cNvSpPr>
          <p:nvPr/>
        </p:nvSpPr>
        <p:spPr>
          <a:xfrm>
            <a:off x="5607086" y="290394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参数特化与分派</a:t>
            </a:r>
          </a:p>
        </p:txBody>
      </p:sp>
      <p:sp>
        <p:nvSpPr>
          <p:cNvPr id="225" name="object_132">
            <a:extLst>
              <a:ext uri="{FF2B5EF4-FFF2-40B4-BE49-F238E27FC236}">
                <a16:creationId xmlns:a16="http://schemas.microsoft.com/office/drawing/2014/main" id="{E972E77D-66B5-42B9-A4DB-85AC38605014}"/>
              </a:ext>
            </a:extLst>
          </p:cNvPr>
          <p:cNvSpPr>
            <a:spLocks noGrp="1"/>
          </p:cNvSpPr>
          <p:nvPr/>
        </p:nvSpPr>
        <p:spPr>
          <a:xfrm>
            <a:off x="6658646" y="221814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26" name="text_134_多 Kernel 特化">
            <a:extLst>
              <a:ext uri="{FF2B5EF4-FFF2-40B4-BE49-F238E27FC236}">
                <a16:creationId xmlns:a16="http://schemas.microsoft.com/office/drawing/2014/main" id="{00B3DC37-E353-4A37-A325-15B611EB0C5C}"/>
              </a:ext>
            </a:extLst>
          </p:cNvPr>
          <p:cNvSpPr>
            <a:spLocks noGrp="1"/>
          </p:cNvSpPr>
          <p:nvPr/>
        </p:nvSpPr>
        <p:spPr>
          <a:xfrm>
            <a:off x="6704366" y="231529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特化</a:t>
            </a:r>
          </a:p>
        </p:txBody>
      </p:sp>
      <p:sp>
        <p:nvSpPr>
          <p:cNvPr id="227" name="text_136_(CUTLASS / Ascend C)">
            <a:extLst>
              <a:ext uri="{FF2B5EF4-FFF2-40B4-BE49-F238E27FC236}">
                <a16:creationId xmlns:a16="http://schemas.microsoft.com/office/drawing/2014/main" id="{B2CF30ED-590D-415E-B275-9552325F6A05}"/>
              </a:ext>
            </a:extLst>
          </p:cNvPr>
          <p:cNvSpPr>
            <a:spLocks noGrp="1"/>
          </p:cNvSpPr>
          <p:nvPr/>
        </p:nvSpPr>
        <p:spPr>
          <a:xfrm>
            <a:off x="6704366" y="251532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4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3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(CUTLASS / Ascend C)</a:t>
            </a:r>
          </a:p>
        </p:txBody>
      </p:sp>
      <p:sp>
        <p:nvSpPr>
          <p:cNvPr id="228" name="object_137">
            <a:extLst>
              <a:ext uri="{FF2B5EF4-FFF2-40B4-BE49-F238E27FC236}">
                <a16:creationId xmlns:a16="http://schemas.microsoft.com/office/drawing/2014/main" id="{78714049-48EE-4B0B-BB52-18601DB7433C}"/>
              </a:ext>
            </a:extLst>
          </p:cNvPr>
          <p:cNvSpPr>
            <a:spLocks noGrp="1"/>
          </p:cNvSpPr>
          <p:nvPr/>
        </p:nvSpPr>
        <p:spPr>
          <a:xfrm>
            <a:off x="6738656" y="272106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29" name="text_139_不同问题规模">
            <a:extLst>
              <a:ext uri="{FF2B5EF4-FFF2-40B4-BE49-F238E27FC236}">
                <a16:creationId xmlns:a16="http://schemas.microsoft.com/office/drawing/2014/main" id="{5D3B4A5D-7338-4389-A2B3-07C68A33CBFB}"/>
              </a:ext>
            </a:extLst>
          </p:cNvPr>
          <p:cNvSpPr>
            <a:spLocks noGrp="1"/>
          </p:cNvSpPr>
          <p:nvPr/>
        </p:nvSpPr>
        <p:spPr>
          <a:xfrm>
            <a:off x="6761516" y="2743924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不同问题规模</a:t>
            </a:r>
          </a:p>
        </p:txBody>
      </p:sp>
      <p:sp>
        <p:nvSpPr>
          <p:cNvPr id="231" name="text_141_不同 Kernel 结构">
            <a:extLst>
              <a:ext uri="{FF2B5EF4-FFF2-40B4-BE49-F238E27FC236}">
                <a16:creationId xmlns:a16="http://schemas.microsoft.com/office/drawing/2014/main" id="{2E686672-BE9B-4DC3-879F-972B38F1B168}"/>
              </a:ext>
            </a:extLst>
          </p:cNvPr>
          <p:cNvSpPr>
            <a:spLocks noGrp="1"/>
          </p:cNvSpPr>
          <p:nvPr/>
        </p:nvSpPr>
        <p:spPr>
          <a:xfrm>
            <a:off x="6761516" y="2863939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 Kernel 结构</a:t>
            </a:r>
          </a:p>
        </p:txBody>
      </p:sp>
      <p:sp>
        <p:nvSpPr>
          <p:cNvPr id="232" name="text_143_硬件感知优化">
            <a:extLst>
              <a:ext uri="{FF2B5EF4-FFF2-40B4-BE49-F238E27FC236}">
                <a16:creationId xmlns:a16="http://schemas.microsoft.com/office/drawing/2014/main" id="{6DE06E5A-A3C9-4DD9-AF00-F476FC8A5BBB}"/>
              </a:ext>
            </a:extLst>
          </p:cNvPr>
          <p:cNvSpPr>
            <a:spLocks noGrp="1"/>
          </p:cNvSpPr>
          <p:nvPr/>
        </p:nvSpPr>
        <p:spPr>
          <a:xfrm>
            <a:off x="6761516" y="2983954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硬件感知优化</a:t>
            </a:r>
          </a:p>
        </p:txBody>
      </p:sp>
      <p:sp>
        <p:nvSpPr>
          <p:cNvPr id="233" name="line_144">
            <a:extLst>
              <a:ext uri="{FF2B5EF4-FFF2-40B4-BE49-F238E27FC236}">
                <a16:creationId xmlns:a16="http://schemas.microsoft.com/office/drawing/2014/main" id="{9BF5755E-7F4D-4ED3-A577-94486E069B33}"/>
              </a:ext>
            </a:extLst>
          </p:cNvPr>
          <p:cNvSpPr>
            <a:spLocks noGrp="1"/>
          </p:cNvSpPr>
          <p:nvPr/>
        </p:nvSpPr>
        <p:spPr>
          <a:xfrm>
            <a:off x="4892711" y="3223984"/>
            <a:ext cx="11430" cy="148590"/>
          </a:xfrm>
          <a:custGeom>
            <a:avLst/>
            <a:gdLst/>
            <a:ahLst/>
            <a:cxnLst/>
            <a:rect l="0" t="0" r="0" b="0"/>
            <a:pathLst>
              <a:path w="15240" h="198120">
                <a:moveTo>
                  <a:pt x="7620" y="7620"/>
                </a:moveTo>
                <a:lnTo>
                  <a:pt x="7620" y="19050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2" name="line_145">
            <a:extLst>
              <a:ext uri="{FF2B5EF4-FFF2-40B4-BE49-F238E27FC236}">
                <a16:creationId xmlns:a16="http://schemas.microsoft.com/office/drawing/2014/main" id="{BB423440-AFAF-4889-8B39-31EBF3E81559}"/>
              </a:ext>
            </a:extLst>
          </p:cNvPr>
          <p:cNvSpPr>
            <a:spLocks noGrp="1"/>
          </p:cNvSpPr>
          <p:nvPr/>
        </p:nvSpPr>
        <p:spPr>
          <a:xfrm>
            <a:off x="7190141" y="3223984"/>
            <a:ext cx="11430" cy="148590"/>
          </a:xfrm>
          <a:custGeom>
            <a:avLst/>
            <a:gdLst/>
            <a:ahLst/>
            <a:cxnLst/>
            <a:rect l="0" t="0" r="0" b="0"/>
            <a:pathLst>
              <a:path w="15240" h="198120">
                <a:moveTo>
                  <a:pt x="7620" y="7620"/>
                </a:moveTo>
                <a:lnTo>
                  <a:pt x="7620" y="19050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3" name="line_146">
            <a:extLst>
              <a:ext uri="{FF2B5EF4-FFF2-40B4-BE49-F238E27FC236}">
                <a16:creationId xmlns:a16="http://schemas.microsoft.com/office/drawing/2014/main" id="{B3E27BB4-CEE8-48A8-99AD-A039D94F513A}"/>
              </a:ext>
            </a:extLst>
          </p:cNvPr>
          <p:cNvSpPr>
            <a:spLocks noGrp="1"/>
          </p:cNvSpPr>
          <p:nvPr/>
        </p:nvSpPr>
        <p:spPr>
          <a:xfrm>
            <a:off x="4892711" y="3361144"/>
            <a:ext cx="2308860" cy="11430"/>
          </a:xfrm>
          <a:custGeom>
            <a:avLst/>
            <a:gdLst/>
            <a:ahLst/>
            <a:cxnLst/>
            <a:rect l="0" t="0" r="0" b="0"/>
            <a:pathLst>
              <a:path w="3078480" h="15240">
                <a:moveTo>
                  <a:pt x="7620" y="7620"/>
                </a:moveTo>
                <a:lnTo>
                  <a:pt x="3070860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4" name="line_147">
            <a:extLst>
              <a:ext uri="{FF2B5EF4-FFF2-40B4-BE49-F238E27FC236}">
                <a16:creationId xmlns:a16="http://schemas.microsoft.com/office/drawing/2014/main" id="{02CE0F44-F1B5-4804-B388-F64370144BC5}"/>
              </a:ext>
            </a:extLst>
          </p:cNvPr>
          <p:cNvSpPr>
            <a:spLocks noGrp="1"/>
          </p:cNvSpPr>
          <p:nvPr/>
        </p:nvSpPr>
        <p:spPr>
          <a:xfrm>
            <a:off x="6041426" y="3223984"/>
            <a:ext cx="11430" cy="285750"/>
          </a:xfrm>
          <a:custGeom>
            <a:avLst/>
            <a:gdLst/>
            <a:ahLst/>
            <a:cxnLst/>
            <a:rect l="0" t="0" r="0" b="0"/>
            <a:pathLst>
              <a:path w="15240" h="381000">
                <a:moveTo>
                  <a:pt x="7620" y="7620"/>
                </a:moveTo>
                <a:lnTo>
                  <a:pt x="7620" y="37338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5" name="line_148">
            <a:extLst>
              <a:ext uri="{FF2B5EF4-FFF2-40B4-BE49-F238E27FC236}">
                <a16:creationId xmlns:a16="http://schemas.microsoft.com/office/drawing/2014/main" id="{2276207D-7AB5-4D88-A586-E9085CDF886F}"/>
              </a:ext>
            </a:extLst>
          </p:cNvPr>
          <p:cNvSpPr>
            <a:spLocks noGrp="1"/>
          </p:cNvSpPr>
          <p:nvPr/>
        </p:nvSpPr>
        <p:spPr>
          <a:xfrm>
            <a:off x="6022247" y="3463196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6" name="object_149">
            <a:extLst>
              <a:ext uri="{FF2B5EF4-FFF2-40B4-BE49-F238E27FC236}">
                <a16:creationId xmlns:a16="http://schemas.microsoft.com/office/drawing/2014/main" id="{D1118B64-C73C-4B4D-91FF-E9BB05A469BD}"/>
              </a:ext>
            </a:extLst>
          </p:cNvPr>
          <p:cNvSpPr>
            <a:spLocks noGrp="1"/>
          </p:cNvSpPr>
          <p:nvPr/>
        </p:nvSpPr>
        <p:spPr>
          <a:xfrm>
            <a:off x="5144171" y="3549739"/>
            <a:ext cx="1817370" cy="262890"/>
          </a:xfrm>
          <a:prstGeom prst="roundRect">
            <a:avLst>
              <a:gd name="adj" fmla="val 15217"/>
            </a:avLst>
          </a:prstGeom>
          <a:solidFill>
            <a:srgbClr val="C9000C"/>
          </a:solidFill>
          <a:ln w="7620">
            <a:solidFill>
              <a:srgbClr val="C9000C"/>
            </a:solidFill>
          </a:ln>
        </p:spPr>
      </p:sp>
      <p:sp>
        <p:nvSpPr>
          <p:cNvPr id="247" name="text_151_面向 MLU 的动态算子开发方法">
            <a:extLst>
              <a:ext uri="{FF2B5EF4-FFF2-40B4-BE49-F238E27FC236}">
                <a16:creationId xmlns:a16="http://schemas.microsoft.com/office/drawing/2014/main" id="{63289FBC-D0AE-4D10-B03D-3458AF45284D}"/>
              </a:ext>
            </a:extLst>
          </p:cNvPr>
          <p:cNvSpPr>
            <a:spLocks noGrp="1"/>
          </p:cNvSpPr>
          <p:nvPr/>
        </p:nvSpPr>
        <p:spPr>
          <a:xfrm>
            <a:off x="5189891" y="3566884"/>
            <a:ext cx="1725930" cy="22288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</a:t>
            </a:r>
            <a:r>
              <a:rPr sz="95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 </a:t>
            </a:r>
            <a:r>
              <a:rPr sz="953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的动态算子开发方法</a:t>
            </a:r>
            <a:endParaRPr sz="953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line_152">
            <a:extLst>
              <a:ext uri="{FF2B5EF4-FFF2-40B4-BE49-F238E27FC236}">
                <a16:creationId xmlns:a16="http://schemas.microsoft.com/office/drawing/2014/main" id="{1F31F7AB-4BCD-4905-9E89-2272B3E5D68C}"/>
              </a:ext>
            </a:extLst>
          </p:cNvPr>
          <p:cNvSpPr>
            <a:spLocks noGrp="1"/>
          </p:cNvSpPr>
          <p:nvPr/>
        </p:nvSpPr>
        <p:spPr>
          <a:xfrm>
            <a:off x="6041426" y="3812629"/>
            <a:ext cx="11430" cy="171450"/>
          </a:xfrm>
          <a:custGeom>
            <a:avLst/>
            <a:gdLst/>
            <a:ahLst/>
            <a:cxnLst/>
            <a:rect l="0" t="0" r="0" b="0"/>
            <a:pathLst>
              <a:path w="15240" h="228600">
                <a:moveTo>
                  <a:pt x="7620" y="7620"/>
                </a:moveTo>
                <a:lnTo>
                  <a:pt x="7620" y="22098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9" name="line_153">
            <a:extLst>
              <a:ext uri="{FF2B5EF4-FFF2-40B4-BE49-F238E27FC236}">
                <a16:creationId xmlns:a16="http://schemas.microsoft.com/office/drawing/2014/main" id="{5188C441-36F9-4D74-BF95-21C9691942A4}"/>
              </a:ext>
            </a:extLst>
          </p:cNvPr>
          <p:cNvSpPr>
            <a:spLocks noGrp="1"/>
          </p:cNvSpPr>
          <p:nvPr/>
        </p:nvSpPr>
        <p:spPr>
          <a:xfrm>
            <a:off x="4726976" y="3972649"/>
            <a:ext cx="2611755" cy="11430"/>
          </a:xfrm>
          <a:custGeom>
            <a:avLst/>
            <a:gdLst/>
            <a:ahLst/>
            <a:cxnLst/>
            <a:rect l="0" t="0" r="0" b="0"/>
            <a:pathLst>
              <a:path w="3482340" h="15240">
                <a:moveTo>
                  <a:pt x="7620" y="7620"/>
                </a:moveTo>
                <a:lnTo>
                  <a:pt x="3474720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50" name="line_154">
            <a:extLst>
              <a:ext uri="{FF2B5EF4-FFF2-40B4-BE49-F238E27FC236}">
                <a16:creationId xmlns:a16="http://schemas.microsoft.com/office/drawing/2014/main" id="{6EE3FF30-703C-4BE6-937E-E3E734A2D031}"/>
              </a:ext>
            </a:extLst>
          </p:cNvPr>
          <p:cNvSpPr>
            <a:spLocks noGrp="1"/>
          </p:cNvSpPr>
          <p:nvPr/>
        </p:nvSpPr>
        <p:spPr>
          <a:xfrm>
            <a:off x="4721261" y="3978364"/>
            <a:ext cx="11430" cy="131445"/>
          </a:xfrm>
          <a:custGeom>
            <a:avLst/>
            <a:gdLst/>
            <a:ahLst/>
            <a:cxnLst/>
            <a:rect l="0" t="0" r="0" b="0"/>
            <a:pathLst>
              <a:path w="15240" h="175260">
                <a:moveTo>
                  <a:pt x="7620" y="7620"/>
                </a:moveTo>
                <a:lnTo>
                  <a:pt x="7620" y="16764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51" name="line_155">
            <a:extLst>
              <a:ext uri="{FF2B5EF4-FFF2-40B4-BE49-F238E27FC236}">
                <a16:creationId xmlns:a16="http://schemas.microsoft.com/office/drawing/2014/main" id="{07273DCC-69F0-4FF3-931D-175AC0C8540F}"/>
              </a:ext>
            </a:extLst>
          </p:cNvPr>
          <p:cNvSpPr>
            <a:spLocks noGrp="1"/>
          </p:cNvSpPr>
          <p:nvPr/>
        </p:nvSpPr>
        <p:spPr>
          <a:xfrm>
            <a:off x="4702082" y="4063271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52" name="object_156">
            <a:extLst>
              <a:ext uri="{FF2B5EF4-FFF2-40B4-BE49-F238E27FC236}">
                <a16:creationId xmlns:a16="http://schemas.microsoft.com/office/drawing/2014/main" id="{A09C25B4-9F1E-4259-9F07-7CFA12758CA1}"/>
              </a:ext>
            </a:extLst>
          </p:cNvPr>
          <p:cNvSpPr>
            <a:spLocks noGrp="1"/>
          </p:cNvSpPr>
          <p:nvPr/>
        </p:nvSpPr>
        <p:spPr>
          <a:xfrm>
            <a:off x="4326926" y="4155529"/>
            <a:ext cx="822960" cy="897255"/>
          </a:xfrm>
          <a:prstGeom prst="roundRect">
            <a:avLst>
              <a:gd name="adj" fmla="val 4861"/>
            </a:avLst>
          </a:prstGeom>
          <a:solidFill>
            <a:srgbClr val="F3F5F6"/>
          </a:solidFill>
          <a:ln w="7620">
            <a:noFill/>
          </a:ln>
        </p:spPr>
      </p:sp>
      <p:sp>
        <p:nvSpPr>
          <p:cNvPr id="253" name="line_157">
            <a:extLst>
              <a:ext uri="{FF2B5EF4-FFF2-40B4-BE49-F238E27FC236}">
                <a16:creationId xmlns:a16="http://schemas.microsoft.com/office/drawing/2014/main" id="{B99C594A-58A5-4319-8AB7-69F71684AEBD}"/>
              </a:ext>
            </a:extLst>
          </p:cNvPr>
          <p:cNvSpPr>
            <a:spLocks noGrp="1"/>
          </p:cNvSpPr>
          <p:nvPr/>
        </p:nvSpPr>
        <p:spPr>
          <a:xfrm>
            <a:off x="4626011" y="4238396"/>
            <a:ext cx="201930" cy="120968"/>
          </a:xfrm>
          <a:custGeom>
            <a:avLst/>
            <a:gdLst/>
            <a:ahLst/>
            <a:cxnLst/>
            <a:rect l="0" t="0" r="0" b="0"/>
            <a:pathLst>
              <a:path w="269240" h="161290">
                <a:moveTo>
                  <a:pt x="134620" y="7620"/>
                </a:moveTo>
                <a:lnTo>
                  <a:pt x="261620" y="77470"/>
                </a:lnTo>
                <a:lnTo>
                  <a:pt x="134620" y="153670"/>
                </a:lnTo>
                <a:lnTo>
                  <a:pt x="7620" y="77470"/>
                </a:lnTo>
                <a:lnTo>
                  <a:pt x="134620" y="7620"/>
                </a:lnTo>
              </a:path>
            </a:pathLst>
          </a:custGeom>
          <a:noFill/>
          <a:ln w="17145">
            <a:solidFill>
              <a:srgbClr val="111315"/>
            </a:solidFill>
          </a:ln>
        </p:spPr>
      </p:sp>
      <p:sp>
        <p:nvSpPr>
          <p:cNvPr id="254" name="line_158">
            <a:extLst>
              <a:ext uri="{FF2B5EF4-FFF2-40B4-BE49-F238E27FC236}">
                <a16:creationId xmlns:a16="http://schemas.microsoft.com/office/drawing/2014/main" id="{2918398D-4805-4869-9FD8-22C01296929D}"/>
              </a:ext>
            </a:extLst>
          </p:cNvPr>
          <p:cNvSpPr>
            <a:spLocks noGrp="1"/>
          </p:cNvSpPr>
          <p:nvPr/>
        </p:nvSpPr>
        <p:spPr>
          <a:xfrm>
            <a:off x="4626011" y="4290784"/>
            <a:ext cx="11430" cy="116205"/>
          </a:xfrm>
          <a:custGeom>
            <a:avLst/>
            <a:gdLst/>
            <a:ahLst/>
            <a:cxnLst/>
            <a:rect l="0" t="0" r="0" b="0"/>
            <a:pathLst>
              <a:path w="15240" h="154940">
                <a:moveTo>
                  <a:pt x="7620" y="7620"/>
                </a:moveTo>
                <a:lnTo>
                  <a:pt x="7620" y="1473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55" name="line_159">
            <a:extLst>
              <a:ext uri="{FF2B5EF4-FFF2-40B4-BE49-F238E27FC236}">
                <a16:creationId xmlns:a16="http://schemas.microsoft.com/office/drawing/2014/main" id="{70A5BC46-B388-4BD4-AD59-9E6FF367A8E7}"/>
              </a:ext>
            </a:extLst>
          </p:cNvPr>
          <p:cNvSpPr>
            <a:spLocks noGrp="1"/>
          </p:cNvSpPr>
          <p:nvPr/>
        </p:nvSpPr>
        <p:spPr>
          <a:xfrm>
            <a:off x="4626011" y="4395559"/>
            <a:ext cx="106680" cy="63818"/>
          </a:xfrm>
          <a:custGeom>
            <a:avLst/>
            <a:gdLst/>
            <a:ahLst/>
            <a:cxnLst/>
            <a:rect l="0" t="0" r="0" b="0"/>
            <a:pathLst>
              <a:path w="142240" h="85090">
                <a:moveTo>
                  <a:pt x="7620" y="7620"/>
                </a:moveTo>
                <a:lnTo>
                  <a:pt x="134620" y="7747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56" name="line_160">
            <a:extLst>
              <a:ext uri="{FF2B5EF4-FFF2-40B4-BE49-F238E27FC236}">
                <a16:creationId xmlns:a16="http://schemas.microsoft.com/office/drawing/2014/main" id="{B1E76E9F-77B2-478F-8592-A6134D7CC8A1}"/>
              </a:ext>
            </a:extLst>
          </p:cNvPr>
          <p:cNvSpPr>
            <a:spLocks noGrp="1"/>
          </p:cNvSpPr>
          <p:nvPr/>
        </p:nvSpPr>
        <p:spPr>
          <a:xfrm>
            <a:off x="4721261" y="4395559"/>
            <a:ext cx="106680" cy="63818"/>
          </a:xfrm>
          <a:custGeom>
            <a:avLst/>
            <a:gdLst/>
            <a:ahLst/>
            <a:cxnLst/>
            <a:rect l="0" t="0" r="0" b="0"/>
            <a:pathLst>
              <a:path w="142240" h="85090">
                <a:moveTo>
                  <a:pt x="7620" y="77470"/>
                </a:moveTo>
                <a:lnTo>
                  <a:pt x="1346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57" name="line_161">
            <a:extLst>
              <a:ext uri="{FF2B5EF4-FFF2-40B4-BE49-F238E27FC236}">
                <a16:creationId xmlns:a16="http://schemas.microsoft.com/office/drawing/2014/main" id="{59ECE0A1-93D2-4A59-A399-93611423071D}"/>
              </a:ext>
            </a:extLst>
          </p:cNvPr>
          <p:cNvSpPr>
            <a:spLocks noGrp="1"/>
          </p:cNvSpPr>
          <p:nvPr/>
        </p:nvSpPr>
        <p:spPr>
          <a:xfrm>
            <a:off x="4816511" y="4290784"/>
            <a:ext cx="11430" cy="116205"/>
          </a:xfrm>
          <a:custGeom>
            <a:avLst/>
            <a:gdLst/>
            <a:ahLst/>
            <a:cxnLst/>
            <a:rect l="0" t="0" r="0" b="0"/>
            <a:pathLst>
              <a:path w="15240" h="154940">
                <a:moveTo>
                  <a:pt x="7620" y="147320"/>
                </a:moveTo>
                <a:lnTo>
                  <a:pt x="76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58" name="line_162">
            <a:extLst>
              <a:ext uri="{FF2B5EF4-FFF2-40B4-BE49-F238E27FC236}">
                <a16:creationId xmlns:a16="http://schemas.microsoft.com/office/drawing/2014/main" id="{09679B54-CDB3-4F3F-BE3A-765837C73DAB}"/>
              </a:ext>
            </a:extLst>
          </p:cNvPr>
          <p:cNvSpPr>
            <a:spLocks noGrp="1"/>
          </p:cNvSpPr>
          <p:nvPr/>
        </p:nvSpPr>
        <p:spPr>
          <a:xfrm>
            <a:off x="4721261" y="4347934"/>
            <a:ext cx="11430" cy="111443"/>
          </a:xfrm>
          <a:custGeom>
            <a:avLst/>
            <a:gdLst/>
            <a:ahLst/>
            <a:cxnLst/>
            <a:rect l="0" t="0" r="0" b="0"/>
            <a:pathLst>
              <a:path w="15240" h="148590">
                <a:moveTo>
                  <a:pt x="7620" y="7620"/>
                </a:moveTo>
                <a:lnTo>
                  <a:pt x="7620" y="14097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59" name="text_164_动态 Shape 支持">
            <a:extLst>
              <a:ext uri="{FF2B5EF4-FFF2-40B4-BE49-F238E27FC236}">
                <a16:creationId xmlns:a16="http://schemas.microsoft.com/office/drawing/2014/main" id="{A549458A-A43C-4FBC-8D66-F7E0A994083B}"/>
              </a:ext>
            </a:extLst>
          </p:cNvPr>
          <p:cNvSpPr>
            <a:spLocks noGrp="1"/>
          </p:cNvSpPr>
          <p:nvPr/>
        </p:nvSpPr>
        <p:spPr>
          <a:xfrm>
            <a:off x="4355501" y="4504144"/>
            <a:ext cx="765810" cy="17145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 dirty="0" err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sz="720" b="1" dirty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720" b="1" dirty="0" err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</a:t>
            </a:r>
            <a:endParaRPr sz="720" b="1" dirty="0">
              <a:solidFill>
                <a:srgbClr val="1113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text_166_明确支持域">
            <a:extLst>
              <a:ext uri="{FF2B5EF4-FFF2-40B4-BE49-F238E27FC236}">
                <a16:creationId xmlns:a16="http://schemas.microsoft.com/office/drawing/2014/main" id="{FC868211-A30E-4695-BFD5-411202569DF9}"/>
              </a:ext>
            </a:extLst>
          </p:cNvPr>
          <p:cNvSpPr>
            <a:spLocks noGrp="1"/>
          </p:cNvSpPr>
          <p:nvPr/>
        </p:nvSpPr>
        <p:spPr>
          <a:xfrm>
            <a:off x="4366931" y="4738459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明确支持域</a:t>
            </a:r>
          </a:p>
        </p:txBody>
      </p:sp>
      <p:sp>
        <p:nvSpPr>
          <p:cNvPr id="261" name="text_168_保证正确性">
            <a:extLst>
              <a:ext uri="{FF2B5EF4-FFF2-40B4-BE49-F238E27FC236}">
                <a16:creationId xmlns:a16="http://schemas.microsoft.com/office/drawing/2014/main" id="{9C7FC6DF-F136-4685-A0BB-6288E0058E75}"/>
              </a:ext>
            </a:extLst>
          </p:cNvPr>
          <p:cNvSpPr>
            <a:spLocks noGrp="1"/>
          </p:cNvSpPr>
          <p:nvPr/>
        </p:nvSpPr>
        <p:spPr>
          <a:xfrm>
            <a:off x="4366931" y="4881334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保证正确性</a:t>
            </a:r>
          </a:p>
        </p:txBody>
      </p:sp>
      <p:sp>
        <p:nvSpPr>
          <p:cNvPr id="262" name="line_169">
            <a:extLst>
              <a:ext uri="{FF2B5EF4-FFF2-40B4-BE49-F238E27FC236}">
                <a16:creationId xmlns:a16="http://schemas.microsoft.com/office/drawing/2014/main" id="{0AFF3C05-2A8D-467D-8DFD-33CF414978A7}"/>
              </a:ext>
            </a:extLst>
          </p:cNvPr>
          <p:cNvSpPr>
            <a:spLocks noGrp="1"/>
          </p:cNvSpPr>
          <p:nvPr/>
        </p:nvSpPr>
        <p:spPr>
          <a:xfrm>
            <a:off x="5589941" y="3978364"/>
            <a:ext cx="11430" cy="131445"/>
          </a:xfrm>
          <a:custGeom>
            <a:avLst/>
            <a:gdLst/>
            <a:ahLst/>
            <a:cxnLst/>
            <a:rect l="0" t="0" r="0" b="0"/>
            <a:pathLst>
              <a:path w="15240" h="175260">
                <a:moveTo>
                  <a:pt x="7620" y="7620"/>
                </a:moveTo>
                <a:lnTo>
                  <a:pt x="7620" y="16764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63" name="line_170">
            <a:extLst>
              <a:ext uri="{FF2B5EF4-FFF2-40B4-BE49-F238E27FC236}">
                <a16:creationId xmlns:a16="http://schemas.microsoft.com/office/drawing/2014/main" id="{0DF76644-8340-4E31-A70B-E4AE9350130F}"/>
              </a:ext>
            </a:extLst>
          </p:cNvPr>
          <p:cNvSpPr>
            <a:spLocks noGrp="1"/>
          </p:cNvSpPr>
          <p:nvPr/>
        </p:nvSpPr>
        <p:spPr>
          <a:xfrm>
            <a:off x="5570762" y="4063271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64" name="object_171">
            <a:extLst>
              <a:ext uri="{FF2B5EF4-FFF2-40B4-BE49-F238E27FC236}">
                <a16:creationId xmlns:a16="http://schemas.microsoft.com/office/drawing/2014/main" id="{70311BFB-F8DC-4DDD-B686-12D3AEFA6930}"/>
              </a:ext>
            </a:extLst>
          </p:cNvPr>
          <p:cNvSpPr>
            <a:spLocks noGrp="1"/>
          </p:cNvSpPr>
          <p:nvPr/>
        </p:nvSpPr>
        <p:spPr>
          <a:xfrm>
            <a:off x="5195606" y="4155529"/>
            <a:ext cx="822960" cy="897255"/>
          </a:xfrm>
          <a:prstGeom prst="roundRect">
            <a:avLst>
              <a:gd name="adj" fmla="val 4861"/>
            </a:avLst>
          </a:prstGeom>
          <a:solidFill>
            <a:srgbClr val="F3F5F6"/>
          </a:solidFill>
          <a:ln w="7620">
            <a:noFill/>
          </a:ln>
        </p:spPr>
      </p:sp>
      <p:sp>
        <p:nvSpPr>
          <p:cNvPr id="265" name="object_172">
            <a:extLst>
              <a:ext uri="{FF2B5EF4-FFF2-40B4-BE49-F238E27FC236}">
                <a16:creationId xmlns:a16="http://schemas.microsoft.com/office/drawing/2014/main" id="{B9BB5678-ADD6-4CCE-A782-642B19CCA425}"/>
              </a:ext>
            </a:extLst>
          </p:cNvPr>
          <p:cNvSpPr>
            <a:spLocks noGrp="1"/>
          </p:cNvSpPr>
          <p:nvPr/>
        </p:nvSpPr>
        <p:spPr>
          <a:xfrm>
            <a:off x="5481356" y="4229824"/>
            <a:ext cx="228600" cy="228600"/>
          </a:xfrm>
          <a:prstGeom prst="gear6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66" name="object_173">
            <a:extLst>
              <a:ext uri="{FF2B5EF4-FFF2-40B4-BE49-F238E27FC236}">
                <a16:creationId xmlns:a16="http://schemas.microsoft.com/office/drawing/2014/main" id="{1DE62B20-72DF-4E8D-B0E9-6CA5E4AA44DF}"/>
              </a:ext>
            </a:extLst>
          </p:cNvPr>
          <p:cNvSpPr>
            <a:spLocks noGrp="1"/>
          </p:cNvSpPr>
          <p:nvPr/>
        </p:nvSpPr>
        <p:spPr>
          <a:xfrm>
            <a:off x="5557556" y="4306024"/>
            <a:ext cx="76200" cy="76200"/>
          </a:xfrm>
          <a:prstGeom prst="ellipse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67" name="text_175_自动化选参">
            <a:extLst>
              <a:ext uri="{FF2B5EF4-FFF2-40B4-BE49-F238E27FC236}">
                <a16:creationId xmlns:a16="http://schemas.microsoft.com/office/drawing/2014/main" id="{F66F1374-9A32-4923-BAFC-1EC5CDEDC19B}"/>
              </a:ext>
            </a:extLst>
          </p:cNvPr>
          <p:cNvSpPr>
            <a:spLocks noGrp="1"/>
          </p:cNvSpPr>
          <p:nvPr/>
        </p:nvSpPr>
        <p:spPr>
          <a:xfrm>
            <a:off x="5224181" y="4504144"/>
            <a:ext cx="765810" cy="17145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自动化选参</a:t>
            </a:r>
          </a:p>
        </p:txBody>
      </p:sp>
      <p:sp>
        <p:nvSpPr>
          <p:cNvPr id="268" name="text_177_标准化搜索流程">
            <a:extLst>
              <a:ext uri="{FF2B5EF4-FFF2-40B4-BE49-F238E27FC236}">
                <a16:creationId xmlns:a16="http://schemas.microsoft.com/office/drawing/2014/main" id="{79458AFE-AD22-48D8-A188-0060819FFD0A}"/>
              </a:ext>
            </a:extLst>
          </p:cNvPr>
          <p:cNvSpPr>
            <a:spLocks noGrp="1"/>
          </p:cNvSpPr>
          <p:nvPr/>
        </p:nvSpPr>
        <p:spPr>
          <a:xfrm>
            <a:off x="5235611" y="4738459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标准化搜索流程</a:t>
            </a:r>
          </a:p>
        </p:txBody>
      </p:sp>
      <p:sp>
        <p:nvSpPr>
          <p:cNvPr id="269" name="text_179_生成最优 Config">
            <a:extLst>
              <a:ext uri="{FF2B5EF4-FFF2-40B4-BE49-F238E27FC236}">
                <a16:creationId xmlns:a16="http://schemas.microsoft.com/office/drawing/2014/main" id="{3F18B055-A0F8-43FF-B0AA-37706D5F6EB7}"/>
              </a:ext>
            </a:extLst>
          </p:cNvPr>
          <p:cNvSpPr>
            <a:spLocks noGrp="1"/>
          </p:cNvSpPr>
          <p:nvPr/>
        </p:nvSpPr>
        <p:spPr>
          <a:xfrm>
            <a:off x="5235611" y="4881334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生成最优 Config</a:t>
            </a:r>
          </a:p>
        </p:txBody>
      </p:sp>
      <p:sp>
        <p:nvSpPr>
          <p:cNvPr id="270" name="line_180">
            <a:extLst>
              <a:ext uri="{FF2B5EF4-FFF2-40B4-BE49-F238E27FC236}">
                <a16:creationId xmlns:a16="http://schemas.microsoft.com/office/drawing/2014/main" id="{0583F8DA-46AF-473B-A7C7-5CFD62E5DC86}"/>
              </a:ext>
            </a:extLst>
          </p:cNvPr>
          <p:cNvSpPr>
            <a:spLocks noGrp="1"/>
          </p:cNvSpPr>
          <p:nvPr/>
        </p:nvSpPr>
        <p:spPr>
          <a:xfrm>
            <a:off x="6458621" y="3978364"/>
            <a:ext cx="11430" cy="131445"/>
          </a:xfrm>
          <a:custGeom>
            <a:avLst/>
            <a:gdLst/>
            <a:ahLst/>
            <a:cxnLst/>
            <a:rect l="0" t="0" r="0" b="0"/>
            <a:pathLst>
              <a:path w="15240" h="175260">
                <a:moveTo>
                  <a:pt x="7620" y="7620"/>
                </a:moveTo>
                <a:lnTo>
                  <a:pt x="7620" y="16764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71" name="line_181">
            <a:extLst>
              <a:ext uri="{FF2B5EF4-FFF2-40B4-BE49-F238E27FC236}">
                <a16:creationId xmlns:a16="http://schemas.microsoft.com/office/drawing/2014/main" id="{A12B03BA-92DD-4B8A-83A7-813C32F3DBB5}"/>
              </a:ext>
            </a:extLst>
          </p:cNvPr>
          <p:cNvSpPr>
            <a:spLocks noGrp="1"/>
          </p:cNvSpPr>
          <p:nvPr/>
        </p:nvSpPr>
        <p:spPr>
          <a:xfrm>
            <a:off x="6439442" y="4063271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72" name="object_182">
            <a:extLst>
              <a:ext uri="{FF2B5EF4-FFF2-40B4-BE49-F238E27FC236}">
                <a16:creationId xmlns:a16="http://schemas.microsoft.com/office/drawing/2014/main" id="{49D10C88-0B30-45AC-BCF8-7D7E1FCE3275}"/>
              </a:ext>
            </a:extLst>
          </p:cNvPr>
          <p:cNvSpPr>
            <a:spLocks noGrp="1"/>
          </p:cNvSpPr>
          <p:nvPr/>
        </p:nvSpPr>
        <p:spPr>
          <a:xfrm>
            <a:off x="6064286" y="4155529"/>
            <a:ext cx="822960" cy="897255"/>
          </a:xfrm>
          <a:prstGeom prst="roundRect">
            <a:avLst>
              <a:gd name="adj" fmla="val 4861"/>
            </a:avLst>
          </a:prstGeom>
          <a:solidFill>
            <a:srgbClr val="F3F5F6"/>
          </a:solidFill>
          <a:ln w="7620">
            <a:noFill/>
          </a:ln>
        </p:spPr>
      </p:sp>
      <p:sp>
        <p:nvSpPr>
          <p:cNvPr id="273" name="object_183">
            <a:extLst>
              <a:ext uri="{FF2B5EF4-FFF2-40B4-BE49-F238E27FC236}">
                <a16:creationId xmlns:a16="http://schemas.microsoft.com/office/drawing/2014/main" id="{FDD71933-D013-4089-A259-D35E595C44E8}"/>
              </a:ext>
            </a:extLst>
          </p:cNvPr>
          <p:cNvSpPr>
            <a:spLocks noGrp="1"/>
          </p:cNvSpPr>
          <p:nvPr/>
        </p:nvSpPr>
        <p:spPr>
          <a:xfrm>
            <a:off x="6445286" y="4234586"/>
            <a:ext cx="42863" cy="42863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74" name="line_184">
            <a:extLst>
              <a:ext uri="{FF2B5EF4-FFF2-40B4-BE49-F238E27FC236}">
                <a16:creationId xmlns:a16="http://schemas.microsoft.com/office/drawing/2014/main" id="{5670BAEC-F43F-41CE-849A-A2EA71780DDB}"/>
              </a:ext>
            </a:extLst>
          </p:cNvPr>
          <p:cNvSpPr>
            <a:spLocks noGrp="1"/>
          </p:cNvSpPr>
          <p:nvPr/>
        </p:nvSpPr>
        <p:spPr>
          <a:xfrm>
            <a:off x="6458621" y="4271734"/>
            <a:ext cx="11430" cy="73343"/>
          </a:xfrm>
          <a:custGeom>
            <a:avLst/>
            <a:gdLst/>
            <a:ahLst/>
            <a:cxnLst/>
            <a:rect l="0" t="0" r="0" b="0"/>
            <a:pathLst>
              <a:path w="15240" h="97790">
                <a:moveTo>
                  <a:pt x="7620" y="7620"/>
                </a:moveTo>
                <a:lnTo>
                  <a:pt x="7620" y="9017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75" name="line_185">
            <a:extLst>
              <a:ext uri="{FF2B5EF4-FFF2-40B4-BE49-F238E27FC236}">
                <a16:creationId xmlns:a16="http://schemas.microsoft.com/office/drawing/2014/main" id="{BCF97564-2D58-47C9-AF84-377824D6D014}"/>
              </a:ext>
            </a:extLst>
          </p:cNvPr>
          <p:cNvSpPr>
            <a:spLocks noGrp="1"/>
          </p:cNvSpPr>
          <p:nvPr/>
        </p:nvSpPr>
        <p:spPr>
          <a:xfrm>
            <a:off x="6372896" y="4333647"/>
            <a:ext cx="182880" cy="11430"/>
          </a:xfrm>
          <a:custGeom>
            <a:avLst/>
            <a:gdLst/>
            <a:ahLst/>
            <a:cxnLst/>
            <a:rect l="0" t="0" r="0" b="0"/>
            <a:pathLst>
              <a:path w="243840" h="15240">
                <a:moveTo>
                  <a:pt x="7620" y="7620"/>
                </a:moveTo>
                <a:lnTo>
                  <a:pt x="2362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76" name="line_186">
            <a:extLst>
              <a:ext uri="{FF2B5EF4-FFF2-40B4-BE49-F238E27FC236}">
                <a16:creationId xmlns:a16="http://schemas.microsoft.com/office/drawing/2014/main" id="{1AEB1A0E-C77F-4038-BB8E-27A8BE4607C8}"/>
              </a:ext>
            </a:extLst>
          </p:cNvPr>
          <p:cNvSpPr>
            <a:spLocks noGrp="1"/>
          </p:cNvSpPr>
          <p:nvPr/>
        </p:nvSpPr>
        <p:spPr>
          <a:xfrm>
            <a:off x="6372896" y="4333647"/>
            <a:ext cx="11430" cy="59055"/>
          </a:xfrm>
          <a:custGeom>
            <a:avLst/>
            <a:gdLst/>
            <a:ahLst/>
            <a:cxnLst/>
            <a:rect l="0" t="0" r="0" b="0"/>
            <a:pathLst>
              <a:path w="15240" h="78740">
                <a:moveTo>
                  <a:pt x="7620" y="7620"/>
                </a:moveTo>
                <a:lnTo>
                  <a:pt x="7620" y="711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77" name="object_187">
            <a:extLst>
              <a:ext uri="{FF2B5EF4-FFF2-40B4-BE49-F238E27FC236}">
                <a16:creationId xmlns:a16="http://schemas.microsoft.com/office/drawing/2014/main" id="{791124FE-C562-4E5E-B61E-26D72A175EA6}"/>
              </a:ext>
            </a:extLst>
          </p:cNvPr>
          <p:cNvSpPr>
            <a:spLocks noGrp="1"/>
          </p:cNvSpPr>
          <p:nvPr/>
        </p:nvSpPr>
        <p:spPr>
          <a:xfrm>
            <a:off x="6359561" y="4386987"/>
            <a:ext cx="38100" cy="47625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78" name="line_188">
            <a:extLst>
              <a:ext uri="{FF2B5EF4-FFF2-40B4-BE49-F238E27FC236}">
                <a16:creationId xmlns:a16="http://schemas.microsoft.com/office/drawing/2014/main" id="{C78E6728-9753-4D4E-9187-4DA10D01B42A}"/>
              </a:ext>
            </a:extLst>
          </p:cNvPr>
          <p:cNvSpPr>
            <a:spLocks noGrp="1"/>
          </p:cNvSpPr>
          <p:nvPr/>
        </p:nvSpPr>
        <p:spPr>
          <a:xfrm>
            <a:off x="6458621" y="4333647"/>
            <a:ext cx="11430" cy="59055"/>
          </a:xfrm>
          <a:custGeom>
            <a:avLst/>
            <a:gdLst/>
            <a:ahLst/>
            <a:cxnLst/>
            <a:rect l="0" t="0" r="0" b="0"/>
            <a:pathLst>
              <a:path w="15240" h="78740">
                <a:moveTo>
                  <a:pt x="7620" y="7620"/>
                </a:moveTo>
                <a:lnTo>
                  <a:pt x="7620" y="711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79" name="object_189">
            <a:extLst>
              <a:ext uri="{FF2B5EF4-FFF2-40B4-BE49-F238E27FC236}">
                <a16:creationId xmlns:a16="http://schemas.microsoft.com/office/drawing/2014/main" id="{A1332F85-B3A8-40DA-8E3B-6FC999506705}"/>
              </a:ext>
            </a:extLst>
          </p:cNvPr>
          <p:cNvSpPr>
            <a:spLocks noGrp="1"/>
          </p:cNvSpPr>
          <p:nvPr/>
        </p:nvSpPr>
        <p:spPr>
          <a:xfrm>
            <a:off x="6445286" y="4386987"/>
            <a:ext cx="38100" cy="47625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80" name="line_190">
            <a:extLst>
              <a:ext uri="{FF2B5EF4-FFF2-40B4-BE49-F238E27FC236}">
                <a16:creationId xmlns:a16="http://schemas.microsoft.com/office/drawing/2014/main" id="{7B8FE342-5B0F-4181-BEE1-223E06F07F86}"/>
              </a:ext>
            </a:extLst>
          </p:cNvPr>
          <p:cNvSpPr>
            <a:spLocks noGrp="1"/>
          </p:cNvSpPr>
          <p:nvPr/>
        </p:nvSpPr>
        <p:spPr>
          <a:xfrm>
            <a:off x="6544346" y="4333647"/>
            <a:ext cx="11430" cy="59055"/>
          </a:xfrm>
          <a:custGeom>
            <a:avLst/>
            <a:gdLst/>
            <a:ahLst/>
            <a:cxnLst/>
            <a:rect l="0" t="0" r="0" b="0"/>
            <a:pathLst>
              <a:path w="15240" h="78740">
                <a:moveTo>
                  <a:pt x="7620" y="7620"/>
                </a:moveTo>
                <a:lnTo>
                  <a:pt x="7620" y="711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81" name="object_191">
            <a:extLst>
              <a:ext uri="{FF2B5EF4-FFF2-40B4-BE49-F238E27FC236}">
                <a16:creationId xmlns:a16="http://schemas.microsoft.com/office/drawing/2014/main" id="{37126663-2967-489B-B43C-937B891DC950}"/>
              </a:ext>
            </a:extLst>
          </p:cNvPr>
          <p:cNvSpPr>
            <a:spLocks noGrp="1"/>
          </p:cNvSpPr>
          <p:nvPr/>
        </p:nvSpPr>
        <p:spPr>
          <a:xfrm>
            <a:off x="6531011" y="4386987"/>
            <a:ext cx="38100" cy="47625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82" name="text_193_多 Kernel 结构选择">
            <a:extLst>
              <a:ext uri="{FF2B5EF4-FFF2-40B4-BE49-F238E27FC236}">
                <a16:creationId xmlns:a16="http://schemas.microsoft.com/office/drawing/2014/main" id="{AD730AFF-B880-460E-9A32-FD9FFDA35082}"/>
              </a:ext>
            </a:extLst>
          </p:cNvPr>
          <p:cNvSpPr>
            <a:spLocks noGrp="1"/>
          </p:cNvSpPr>
          <p:nvPr/>
        </p:nvSpPr>
        <p:spPr>
          <a:xfrm>
            <a:off x="6092861" y="4504144"/>
            <a:ext cx="765810" cy="17145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67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0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结构选择</a:t>
            </a:r>
          </a:p>
        </p:txBody>
      </p:sp>
      <p:sp>
        <p:nvSpPr>
          <p:cNvPr id="283" name="text_195_根据 Shape 特征">
            <a:extLst>
              <a:ext uri="{FF2B5EF4-FFF2-40B4-BE49-F238E27FC236}">
                <a16:creationId xmlns:a16="http://schemas.microsoft.com/office/drawing/2014/main" id="{E638EACA-120F-46E0-B42C-B60117BDBA34}"/>
              </a:ext>
            </a:extLst>
          </p:cNvPr>
          <p:cNvSpPr>
            <a:spLocks noGrp="1"/>
          </p:cNvSpPr>
          <p:nvPr/>
        </p:nvSpPr>
        <p:spPr>
          <a:xfrm>
            <a:off x="6104291" y="4738459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 Shape 特征</a:t>
            </a:r>
          </a:p>
        </p:txBody>
      </p:sp>
      <p:sp>
        <p:nvSpPr>
          <p:cNvPr id="284" name="text_197_选择合适的 Kernel">
            <a:extLst>
              <a:ext uri="{FF2B5EF4-FFF2-40B4-BE49-F238E27FC236}">
                <a16:creationId xmlns:a16="http://schemas.microsoft.com/office/drawing/2014/main" id="{E4F1780A-FF17-4271-9B00-1C2A4551DEF0}"/>
              </a:ext>
            </a:extLst>
          </p:cNvPr>
          <p:cNvSpPr>
            <a:spLocks noGrp="1"/>
          </p:cNvSpPr>
          <p:nvPr/>
        </p:nvSpPr>
        <p:spPr>
          <a:xfrm>
            <a:off x="6104291" y="4881334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91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选择合适的 Kernel</a:t>
            </a:r>
          </a:p>
        </p:txBody>
      </p:sp>
      <p:sp>
        <p:nvSpPr>
          <p:cNvPr id="285" name="line_198">
            <a:extLst>
              <a:ext uri="{FF2B5EF4-FFF2-40B4-BE49-F238E27FC236}">
                <a16:creationId xmlns:a16="http://schemas.microsoft.com/office/drawing/2014/main" id="{DFF1D383-EEF8-43E7-9484-0DE3B3B18ADD}"/>
              </a:ext>
            </a:extLst>
          </p:cNvPr>
          <p:cNvSpPr>
            <a:spLocks noGrp="1"/>
          </p:cNvSpPr>
          <p:nvPr/>
        </p:nvSpPr>
        <p:spPr>
          <a:xfrm>
            <a:off x="7327301" y="3978364"/>
            <a:ext cx="11430" cy="131445"/>
          </a:xfrm>
          <a:custGeom>
            <a:avLst/>
            <a:gdLst/>
            <a:ahLst/>
            <a:cxnLst/>
            <a:rect l="0" t="0" r="0" b="0"/>
            <a:pathLst>
              <a:path w="15240" h="175260">
                <a:moveTo>
                  <a:pt x="7620" y="7620"/>
                </a:moveTo>
                <a:lnTo>
                  <a:pt x="7620" y="16764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86" name="line_199">
            <a:extLst>
              <a:ext uri="{FF2B5EF4-FFF2-40B4-BE49-F238E27FC236}">
                <a16:creationId xmlns:a16="http://schemas.microsoft.com/office/drawing/2014/main" id="{7DC55863-6766-4859-BD64-819ACBB2D4A3}"/>
              </a:ext>
            </a:extLst>
          </p:cNvPr>
          <p:cNvSpPr>
            <a:spLocks noGrp="1"/>
          </p:cNvSpPr>
          <p:nvPr/>
        </p:nvSpPr>
        <p:spPr>
          <a:xfrm>
            <a:off x="7308122" y="4063271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87" name="object_200">
            <a:extLst>
              <a:ext uri="{FF2B5EF4-FFF2-40B4-BE49-F238E27FC236}">
                <a16:creationId xmlns:a16="http://schemas.microsoft.com/office/drawing/2014/main" id="{3B59FC3F-8062-48F3-A1F2-5F38CDAA0CA3}"/>
              </a:ext>
            </a:extLst>
          </p:cNvPr>
          <p:cNvSpPr>
            <a:spLocks noGrp="1"/>
          </p:cNvSpPr>
          <p:nvPr/>
        </p:nvSpPr>
        <p:spPr>
          <a:xfrm>
            <a:off x="6932966" y="4155529"/>
            <a:ext cx="822960" cy="897255"/>
          </a:xfrm>
          <a:prstGeom prst="roundRect">
            <a:avLst>
              <a:gd name="adj" fmla="val 4861"/>
            </a:avLst>
          </a:prstGeom>
          <a:solidFill>
            <a:srgbClr val="F3F5F6"/>
          </a:solidFill>
          <a:ln w="7620">
            <a:noFill/>
          </a:ln>
        </p:spPr>
      </p:sp>
      <p:sp>
        <p:nvSpPr>
          <p:cNvPr id="288" name="object_201">
            <a:extLst>
              <a:ext uri="{FF2B5EF4-FFF2-40B4-BE49-F238E27FC236}">
                <a16:creationId xmlns:a16="http://schemas.microsoft.com/office/drawing/2014/main" id="{2AE06BB6-5269-4969-9401-47247D208670}"/>
              </a:ext>
            </a:extLst>
          </p:cNvPr>
          <p:cNvSpPr>
            <a:spLocks noGrp="1"/>
          </p:cNvSpPr>
          <p:nvPr/>
        </p:nvSpPr>
        <p:spPr>
          <a:xfrm>
            <a:off x="7261579" y="4272687"/>
            <a:ext cx="142875" cy="142875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89" name="object_202">
            <a:extLst>
              <a:ext uri="{FF2B5EF4-FFF2-40B4-BE49-F238E27FC236}">
                <a16:creationId xmlns:a16="http://schemas.microsoft.com/office/drawing/2014/main" id="{BCC9C8DB-26F7-4CC6-93D3-1324DDB78B38}"/>
              </a:ext>
            </a:extLst>
          </p:cNvPr>
          <p:cNvSpPr>
            <a:spLocks noGrp="1"/>
          </p:cNvSpPr>
          <p:nvPr/>
        </p:nvSpPr>
        <p:spPr>
          <a:xfrm>
            <a:off x="7290154" y="4301262"/>
            <a:ext cx="85725" cy="85725"/>
          </a:xfrm>
          <a:prstGeom prst="rect">
            <a:avLst/>
          </a:prstGeom>
          <a:noFill/>
          <a:ln w="15875">
            <a:solidFill>
              <a:srgbClr val="111315"/>
            </a:solidFill>
          </a:ln>
        </p:spPr>
      </p:sp>
      <p:sp>
        <p:nvSpPr>
          <p:cNvPr id="290" name="line_203">
            <a:extLst>
              <a:ext uri="{FF2B5EF4-FFF2-40B4-BE49-F238E27FC236}">
                <a16:creationId xmlns:a16="http://schemas.microsoft.com/office/drawing/2014/main" id="{4F09F768-FA26-4907-BE09-91770B0A01F2}"/>
              </a:ext>
            </a:extLst>
          </p:cNvPr>
          <p:cNvSpPr>
            <a:spLocks noGrp="1"/>
          </p:cNvSpPr>
          <p:nvPr/>
        </p:nvSpPr>
        <p:spPr>
          <a:xfrm>
            <a:off x="7274914" y="42288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1" name="line_204">
            <a:extLst>
              <a:ext uri="{FF2B5EF4-FFF2-40B4-BE49-F238E27FC236}">
                <a16:creationId xmlns:a16="http://schemas.microsoft.com/office/drawing/2014/main" id="{42597E65-8889-4991-96B5-D471F025E52F}"/>
              </a:ext>
            </a:extLst>
          </p:cNvPr>
          <p:cNvSpPr>
            <a:spLocks noGrp="1"/>
          </p:cNvSpPr>
          <p:nvPr/>
        </p:nvSpPr>
        <p:spPr>
          <a:xfrm>
            <a:off x="7274914" y="44193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2" name="line_205">
            <a:extLst>
              <a:ext uri="{FF2B5EF4-FFF2-40B4-BE49-F238E27FC236}">
                <a16:creationId xmlns:a16="http://schemas.microsoft.com/office/drawing/2014/main" id="{3E4C4DB0-1F4D-46BB-9F96-06EFFB3E43A7}"/>
              </a:ext>
            </a:extLst>
          </p:cNvPr>
          <p:cNvSpPr>
            <a:spLocks noGrp="1"/>
          </p:cNvSpPr>
          <p:nvPr/>
        </p:nvSpPr>
        <p:spPr>
          <a:xfrm>
            <a:off x="7217764" y="4286022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3" name="line_206">
            <a:extLst>
              <a:ext uri="{FF2B5EF4-FFF2-40B4-BE49-F238E27FC236}">
                <a16:creationId xmlns:a16="http://schemas.microsoft.com/office/drawing/2014/main" id="{F2926287-5EDA-4B15-BA39-7C13EC3EDA40}"/>
              </a:ext>
            </a:extLst>
          </p:cNvPr>
          <p:cNvSpPr>
            <a:spLocks noGrp="1"/>
          </p:cNvSpPr>
          <p:nvPr/>
        </p:nvSpPr>
        <p:spPr>
          <a:xfrm>
            <a:off x="7408264" y="4286022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4" name="line_207">
            <a:extLst>
              <a:ext uri="{FF2B5EF4-FFF2-40B4-BE49-F238E27FC236}">
                <a16:creationId xmlns:a16="http://schemas.microsoft.com/office/drawing/2014/main" id="{3DF16427-D5D7-43F5-801C-6A0E0A664DB1}"/>
              </a:ext>
            </a:extLst>
          </p:cNvPr>
          <p:cNvSpPr>
            <a:spLocks noGrp="1"/>
          </p:cNvSpPr>
          <p:nvPr/>
        </p:nvSpPr>
        <p:spPr>
          <a:xfrm>
            <a:off x="7327301" y="42288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5" name="line_208">
            <a:extLst>
              <a:ext uri="{FF2B5EF4-FFF2-40B4-BE49-F238E27FC236}">
                <a16:creationId xmlns:a16="http://schemas.microsoft.com/office/drawing/2014/main" id="{27BC25C2-761A-420A-B082-DE8210F07F80}"/>
              </a:ext>
            </a:extLst>
          </p:cNvPr>
          <p:cNvSpPr>
            <a:spLocks noGrp="1"/>
          </p:cNvSpPr>
          <p:nvPr/>
        </p:nvSpPr>
        <p:spPr>
          <a:xfrm>
            <a:off x="7327301" y="44193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6" name="line_209">
            <a:extLst>
              <a:ext uri="{FF2B5EF4-FFF2-40B4-BE49-F238E27FC236}">
                <a16:creationId xmlns:a16="http://schemas.microsoft.com/office/drawing/2014/main" id="{D5818B95-E46B-438E-A23D-B0FD2CBE4FF6}"/>
              </a:ext>
            </a:extLst>
          </p:cNvPr>
          <p:cNvSpPr>
            <a:spLocks noGrp="1"/>
          </p:cNvSpPr>
          <p:nvPr/>
        </p:nvSpPr>
        <p:spPr>
          <a:xfrm>
            <a:off x="7217764" y="4338409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7" name="line_210">
            <a:extLst>
              <a:ext uri="{FF2B5EF4-FFF2-40B4-BE49-F238E27FC236}">
                <a16:creationId xmlns:a16="http://schemas.microsoft.com/office/drawing/2014/main" id="{DF583780-AED9-49B0-A55E-F991D772CE87}"/>
              </a:ext>
            </a:extLst>
          </p:cNvPr>
          <p:cNvSpPr>
            <a:spLocks noGrp="1"/>
          </p:cNvSpPr>
          <p:nvPr/>
        </p:nvSpPr>
        <p:spPr>
          <a:xfrm>
            <a:off x="7408264" y="4338409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8" name="line_211">
            <a:extLst>
              <a:ext uri="{FF2B5EF4-FFF2-40B4-BE49-F238E27FC236}">
                <a16:creationId xmlns:a16="http://schemas.microsoft.com/office/drawing/2014/main" id="{9EBA3AB7-0202-41DD-B334-A4CB0F1722FB}"/>
              </a:ext>
            </a:extLst>
          </p:cNvPr>
          <p:cNvSpPr>
            <a:spLocks noGrp="1"/>
          </p:cNvSpPr>
          <p:nvPr/>
        </p:nvSpPr>
        <p:spPr>
          <a:xfrm>
            <a:off x="7379689" y="42288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299" name="line_212">
            <a:extLst>
              <a:ext uri="{FF2B5EF4-FFF2-40B4-BE49-F238E27FC236}">
                <a16:creationId xmlns:a16="http://schemas.microsoft.com/office/drawing/2014/main" id="{AB077A83-28DE-4EF3-8F8D-A8D7B34829A1}"/>
              </a:ext>
            </a:extLst>
          </p:cNvPr>
          <p:cNvSpPr>
            <a:spLocks noGrp="1"/>
          </p:cNvSpPr>
          <p:nvPr/>
        </p:nvSpPr>
        <p:spPr>
          <a:xfrm>
            <a:off x="7379689" y="4419372"/>
            <a:ext cx="11430" cy="40005"/>
          </a:xfrm>
          <a:custGeom>
            <a:avLst/>
            <a:gdLst/>
            <a:ahLst/>
            <a:cxnLst/>
            <a:rect l="0" t="0" r="0" b="0"/>
            <a:pathLst>
              <a:path w="15240" h="53340">
                <a:moveTo>
                  <a:pt x="7620" y="7620"/>
                </a:moveTo>
                <a:lnTo>
                  <a:pt x="7620" y="457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300" name="line_213">
            <a:extLst>
              <a:ext uri="{FF2B5EF4-FFF2-40B4-BE49-F238E27FC236}">
                <a16:creationId xmlns:a16="http://schemas.microsoft.com/office/drawing/2014/main" id="{F2A39BF7-807C-447C-873E-E5239BE58922}"/>
              </a:ext>
            </a:extLst>
          </p:cNvPr>
          <p:cNvSpPr>
            <a:spLocks noGrp="1"/>
          </p:cNvSpPr>
          <p:nvPr/>
        </p:nvSpPr>
        <p:spPr>
          <a:xfrm>
            <a:off x="7217764" y="4390797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301" name="line_214">
            <a:extLst>
              <a:ext uri="{FF2B5EF4-FFF2-40B4-BE49-F238E27FC236}">
                <a16:creationId xmlns:a16="http://schemas.microsoft.com/office/drawing/2014/main" id="{4E6E761B-4ED5-4007-89C3-58FB82052B06}"/>
              </a:ext>
            </a:extLst>
          </p:cNvPr>
          <p:cNvSpPr>
            <a:spLocks noGrp="1"/>
          </p:cNvSpPr>
          <p:nvPr/>
        </p:nvSpPr>
        <p:spPr>
          <a:xfrm>
            <a:off x="7408264" y="4390797"/>
            <a:ext cx="40005" cy="11430"/>
          </a:xfrm>
          <a:custGeom>
            <a:avLst/>
            <a:gdLst/>
            <a:ahLst/>
            <a:cxnLst/>
            <a:rect l="0" t="0" r="0" b="0"/>
            <a:pathLst>
              <a:path w="53340" h="15240">
                <a:moveTo>
                  <a:pt x="7620" y="7620"/>
                </a:moveTo>
                <a:lnTo>
                  <a:pt x="45720" y="7620"/>
                </a:lnTo>
              </a:path>
            </a:pathLst>
          </a:custGeom>
          <a:noFill/>
          <a:ln w="16510">
            <a:solidFill>
              <a:srgbClr val="111315"/>
            </a:solidFill>
          </a:ln>
        </p:spPr>
      </p:sp>
      <p:sp>
        <p:nvSpPr>
          <p:cNvPr id="302" name="text_216_结合 MLU 硬件特性">
            <a:extLst>
              <a:ext uri="{FF2B5EF4-FFF2-40B4-BE49-F238E27FC236}">
                <a16:creationId xmlns:a16="http://schemas.microsoft.com/office/drawing/2014/main" id="{05D94FF6-AB8E-49CF-A1A3-35E1D12A1BAC}"/>
              </a:ext>
            </a:extLst>
          </p:cNvPr>
          <p:cNvSpPr>
            <a:spLocks noGrp="1"/>
          </p:cNvSpPr>
          <p:nvPr/>
        </p:nvSpPr>
        <p:spPr>
          <a:xfrm>
            <a:off x="6961541" y="4504144"/>
            <a:ext cx="765810" cy="17145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56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2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 MLU 硬件特性</a:t>
            </a:r>
          </a:p>
        </p:txBody>
      </p:sp>
      <p:sp>
        <p:nvSpPr>
          <p:cNvPr id="303" name="text_218_考虑 NRAM/WRAM">
            <a:extLst>
              <a:ext uri="{FF2B5EF4-FFF2-40B4-BE49-F238E27FC236}">
                <a16:creationId xmlns:a16="http://schemas.microsoft.com/office/drawing/2014/main" id="{E0E089E0-A395-46DB-B73D-549A899744FC}"/>
              </a:ext>
            </a:extLst>
          </p:cNvPr>
          <p:cNvSpPr>
            <a:spLocks noGrp="1"/>
          </p:cNvSpPr>
          <p:nvPr/>
        </p:nvSpPr>
        <p:spPr>
          <a:xfrm>
            <a:off x="6972971" y="4738459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09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 NRAM/WRAM</a:t>
            </a:r>
          </a:p>
        </p:txBody>
      </p:sp>
      <p:sp>
        <p:nvSpPr>
          <p:cNvPr id="304" name="text_220_并行与流水等约束">
            <a:extLst>
              <a:ext uri="{FF2B5EF4-FFF2-40B4-BE49-F238E27FC236}">
                <a16:creationId xmlns:a16="http://schemas.microsoft.com/office/drawing/2014/main" id="{43FE6F13-AA0A-4429-AEA8-B65CCEF1F1E2}"/>
              </a:ext>
            </a:extLst>
          </p:cNvPr>
          <p:cNvSpPr>
            <a:spLocks noGrp="1"/>
          </p:cNvSpPr>
          <p:nvPr/>
        </p:nvSpPr>
        <p:spPr>
          <a:xfrm>
            <a:off x="6972971" y="4881334"/>
            <a:ext cx="7429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并行与流水等约束</a:t>
            </a:r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FBB5E351-DD1F-4B5C-BFDF-C856FE199554}"/>
              </a:ext>
            </a:extLst>
          </p:cNvPr>
          <p:cNvGrpSpPr/>
          <p:nvPr/>
        </p:nvGrpSpPr>
        <p:grpSpPr>
          <a:xfrm>
            <a:off x="4179478" y="1081878"/>
            <a:ext cx="1404000" cy="418626"/>
            <a:chOff x="836294" y="996913"/>
            <a:chExt cx="1872000" cy="558168"/>
          </a:xfrm>
        </p:grpSpPr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AC8F223-5A2F-A79F-94C2-CE117DEA9EB5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解决思路</a:t>
              </a:r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935F3830-3339-26D4-B832-5D93E3A1C352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311" name="图片 310">
              <a:extLst>
                <a:ext uri="{FF2B5EF4-FFF2-40B4-BE49-F238E27FC236}">
                  <a16:creationId xmlns:a16="http://schemas.microsoft.com/office/drawing/2014/main" id="{6ED36106-8E5C-C3EC-BBB0-9EB99C8C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94" y="1027720"/>
              <a:ext cx="400050" cy="400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2" name="文本框 311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4224832" y="1663789"/>
            <a:ext cx="3736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结合各方案的优势，构建如下图所示机制</a:t>
            </a:r>
            <a:r>
              <a:rPr lang="zh-CN" altLang="en-US" sz="1200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9" name="text_18_分阶段演进：从 V1 到 V3">
            <a:extLst>
              <a:ext uri="{FF2B5EF4-FFF2-40B4-BE49-F238E27FC236}">
                <a16:creationId xmlns:a16="http://schemas.microsoft.com/office/drawing/2014/main" id="{1979D05E-B535-4057-B976-28774181582E}"/>
              </a:ext>
            </a:extLst>
          </p:cNvPr>
          <p:cNvSpPr>
            <a:spLocks noGrp="1"/>
          </p:cNvSpPr>
          <p:nvPr/>
        </p:nvSpPr>
        <p:spPr>
          <a:xfrm>
            <a:off x="839774" y="5294501"/>
            <a:ext cx="5299052" cy="136637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62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 dirty="0" err="1" smtClean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分阶段演进：从</a:t>
            </a:r>
            <a:r>
              <a:rPr sz="1215" b="1" dirty="0" smtClean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V1 到 V3</a:t>
            </a:r>
            <a:r>
              <a:rPr lang="zh-CN" altLang="en-US" sz="1215" b="1" dirty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逐步解决动态算子开发中的关键问题，能力不断增强。</a:t>
            </a:r>
          </a:p>
          <a:p>
            <a:pPr algn="l">
              <a:defRPr sz="162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endParaRPr sz="1215" b="1" dirty="0">
              <a:solidFill>
                <a:srgbClr val="1113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text_222_逐步解决动态算子开发中的关键问题，能力不断增">
            <a:extLst>
              <a:ext uri="{FF2B5EF4-FFF2-40B4-BE49-F238E27FC236}">
                <a16:creationId xmlns:a16="http://schemas.microsoft.com/office/drawing/2014/main" id="{5983B2FE-3B6D-4AF0-B3D8-D8D99FB63F6E}"/>
              </a:ext>
            </a:extLst>
          </p:cNvPr>
          <p:cNvSpPr>
            <a:spLocks noGrp="1"/>
          </p:cNvSpPr>
          <p:nvPr/>
        </p:nvSpPr>
        <p:spPr>
          <a:xfrm>
            <a:off x="2975809" y="5195818"/>
            <a:ext cx="2377440" cy="17716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object_223">
            <a:extLst>
              <a:ext uri="{FF2B5EF4-FFF2-40B4-BE49-F238E27FC236}">
                <a16:creationId xmlns:a16="http://schemas.microsoft.com/office/drawing/2014/main" id="{1702ACC0-3E70-4195-BF21-7D9B59D550B4}"/>
              </a:ext>
            </a:extLst>
          </p:cNvPr>
          <p:cNvSpPr>
            <a:spLocks noGrp="1"/>
          </p:cNvSpPr>
          <p:nvPr/>
        </p:nvSpPr>
        <p:spPr>
          <a:xfrm>
            <a:off x="872198" y="5511149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22" name="object_224">
            <a:extLst>
              <a:ext uri="{FF2B5EF4-FFF2-40B4-BE49-F238E27FC236}">
                <a16:creationId xmlns:a16="http://schemas.microsoft.com/office/drawing/2014/main" id="{C8D7EDA3-00C6-4E90-A480-D95FF317BF56}"/>
              </a:ext>
            </a:extLst>
          </p:cNvPr>
          <p:cNvSpPr>
            <a:spLocks noGrp="1"/>
          </p:cNvSpPr>
          <p:nvPr/>
        </p:nvSpPr>
        <p:spPr>
          <a:xfrm>
            <a:off x="683603" y="5556869"/>
            <a:ext cx="280035" cy="280035"/>
          </a:xfrm>
          <a:prstGeom prst="ellipse">
            <a:avLst/>
          </a:prstGeom>
          <a:solidFill>
            <a:srgbClr val="7C8790"/>
          </a:solidFill>
          <a:ln w="15240">
            <a:noFill/>
          </a:ln>
        </p:spPr>
      </p:sp>
      <p:sp>
        <p:nvSpPr>
          <p:cNvPr id="323" name="text_226_V1">
            <a:extLst>
              <a:ext uri="{FF2B5EF4-FFF2-40B4-BE49-F238E27FC236}">
                <a16:creationId xmlns:a16="http://schemas.microsoft.com/office/drawing/2014/main" id="{B5DEB70C-CD90-434A-B831-FB02B0C0D0A9}"/>
              </a:ext>
            </a:extLst>
          </p:cNvPr>
          <p:cNvSpPr>
            <a:spLocks noGrp="1"/>
          </p:cNvSpPr>
          <p:nvPr/>
        </p:nvSpPr>
        <p:spPr>
          <a:xfrm>
            <a:off x="683603" y="5556869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</a:p>
        </p:txBody>
      </p:sp>
      <p:sp>
        <p:nvSpPr>
          <p:cNvPr id="324" name="text_228_基础动态支持">
            <a:extLst>
              <a:ext uri="{FF2B5EF4-FFF2-40B4-BE49-F238E27FC236}">
                <a16:creationId xmlns:a16="http://schemas.microsoft.com/office/drawing/2014/main" id="{4037D495-98FC-46AB-A4F8-394A60E7B667}"/>
              </a:ext>
            </a:extLst>
          </p:cNvPr>
          <p:cNvSpPr>
            <a:spLocks noGrp="1"/>
          </p:cNvSpPr>
          <p:nvPr/>
        </p:nvSpPr>
        <p:spPr>
          <a:xfrm>
            <a:off x="1123658" y="5574014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基础动态支持</a:t>
            </a:r>
          </a:p>
        </p:txBody>
      </p:sp>
      <p:sp>
        <p:nvSpPr>
          <p:cNvPr id="325" name="object_229">
            <a:extLst>
              <a:ext uri="{FF2B5EF4-FFF2-40B4-BE49-F238E27FC236}">
                <a16:creationId xmlns:a16="http://schemas.microsoft.com/office/drawing/2014/main" id="{B14203C3-171D-4E80-B26B-4DE59C4F417D}"/>
              </a:ext>
            </a:extLst>
          </p:cNvPr>
          <p:cNvSpPr>
            <a:spLocks noGrp="1"/>
          </p:cNvSpPr>
          <p:nvPr/>
        </p:nvSpPr>
        <p:spPr>
          <a:xfrm>
            <a:off x="1055078" y="5868222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26" name="text_231_支持动态 Shape 的 Kernel 开发">
            <a:extLst>
              <a:ext uri="{FF2B5EF4-FFF2-40B4-BE49-F238E27FC236}">
                <a16:creationId xmlns:a16="http://schemas.microsoft.com/office/drawing/2014/main" id="{F0FF2005-529D-48A8-8A75-53FEA375952E}"/>
              </a:ext>
            </a:extLst>
          </p:cNvPr>
          <p:cNvSpPr>
            <a:spLocks noGrp="1"/>
          </p:cNvSpPr>
          <p:nvPr/>
        </p:nvSpPr>
        <p:spPr>
          <a:xfrm>
            <a:off x="1135088" y="5819759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 Shape 的 Kernel 开发</a:t>
            </a:r>
          </a:p>
        </p:txBody>
      </p:sp>
      <p:sp>
        <p:nvSpPr>
          <p:cNvPr id="327" name="object_232">
            <a:extLst>
              <a:ext uri="{FF2B5EF4-FFF2-40B4-BE49-F238E27FC236}">
                <a16:creationId xmlns:a16="http://schemas.microsoft.com/office/drawing/2014/main" id="{BA3BBCC8-9E5B-4D25-A2A2-2D91A97C2B58}"/>
              </a:ext>
            </a:extLst>
          </p:cNvPr>
          <p:cNvSpPr>
            <a:spLocks noGrp="1"/>
          </p:cNvSpPr>
          <p:nvPr/>
        </p:nvSpPr>
        <p:spPr>
          <a:xfrm>
            <a:off x="1055078" y="6011097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28" name="text_234_以正确性验证为主">
            <a:extLst>
              <a:ext uri="{FF2B5EF4-FFF2-40B4-BE49-F238E27FC236}">
                <a16:creationId xmlns:a16="http://schemas.microsoft.com/office/drawing/2014/main" id="{CDB35D30-905E-4DEB-BFDE-3F99FF6529AB}"/>
              </a:ext>
            </a:extLst>
          </p:cNvPr>
          <p:cNvSpPr>
            <a:spLocks noGrp="1"/>
          </p:cNvSpPr>
          <p:nvPr/>
        </p:nvSpPr>
        <p:spPr>
          <a:xfrm>
            <a:off x="1135088" y="5962634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以正确性验证为主</a:t>
            </a:r>
          </a:p>
        </p:txBody>
      </p:sp>
      <p:sp>
        <p:nvSpPr>
          <p:cNvPr id="329" name="object_235">
            <a:extLst>
              <a:ext uri="{FF2B5EF4-FFF2-40B4-BE49-F238E27FC236}">
                <a16:creationId xmlns:a16="http://schemas.microsoft.com/office/drawing/2014/main" id="{71FA1417-A0D9-42D5-A9D6-A5CBFAC6CEFD}"/>
              </a:ext>
            </a:extLst>
          </p:cNvPr>
          <p:cNvSpPr>
            <a:spLocks noGrp="1"/>
          </p:cNvSpPr>
          <p:nvPr/>
        </p:nvSpPr>
        <p:spPr>
          <a:xfrm>
            <a:off x="1055078" y="6153972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30" name="text_237_基于经验的参数选择">
            <a:extLst>
              <a:ext uri="{FF2B5EF4-FFF2-40B4-BE49-F238E27FC236}">
                <a16:creationId xmlns:a16="http://schemas.microsoft.com/office/drawing/2014/main" id="{A615F2B0-4A0E-4A37-9765-7E97DF48C18F}"/>
              </a:ext>
            </a:extLst>
          </p:cNvPr>
          <p:cNvSpPr>
            <a:spLocks noGrp="1"/>
          </p:cNvSpPr>
          <p:nvPr/>
        </p:nvSpPr>
        <p:spPr>
          <a:xfrm>
            <a:off x="1135088" y="6105509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基于经验的参数选择</a:t>
            </a:r>
          </a:p>
        </p:txBody>
      </p:sp>
      <p:sp>
        <p:nvSpPr>
          <p:cNvPr id="331" name="object_238">
            <a:extLst>
              <a:ext uri="{FF2B5EF4-FFF2-40B4-BE49-F238E27FC236}">
                <a16:creationId xmlns:a16="http://schemas.microsoft.com/office/drawing/2014/main" id="{80CFD009-6FC0-4D76-A09E-FB53200F275B}"/>
              </a:ext>
            </a:extLst>
          </p:cNvPr>
          <p:cNvSpPr>
            <a:spLocks noGrp="1"/>
          </p:cNvSpPr>
          <p:nvPr/>
        </p:nvSpPr>
        <p:spPr>
          <a:xfrm>
            <a:off x="2449538" y="5562584"/>
            <a:ext cx="560070" cy="828675"/>
          </a:xfrm>
          <a:prstGeom prst="roundRect">
            <a:avLst>
              <a:gd name="adj" fmla="val 7143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332" name="text_240_Shape">
            <a:extLst>
              <a:ext uri="{FF2B5EF4-FFF2-40B4-BE49-F238E27FC236}">
                <a16:creationId xmlns:a16="http://schemas.microsoft.com/office/drawing/2014/main" id="{7BC4BFA9-E6DE-429E-A3E5-E70433190D47}"/>
              </a:ext>
            </a:extLst>
          </p:cNvPr>
          <p:cNvSpPr>
            <a:spLocks noGrp="1"/>
          </p:cNvSpPr>
          <p:nvPr/>
        </p:nvSpPr>
        <p:spPr>
          <a:xfrm>
            <a:off x="2472398" y="5608304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33" name="text_242_↓">
            <a:extLst>
              <a:ext uri="{FF2B5EF4-FFF2-40B4-BE49-F238E27FC236}">
                <a16:creationId xmlns:a16="http://schemas.microsoft.com/office/drawing/2014/main" id="{1D82341C-AC82-4C94-BDB7-DDA21B701BC7}"/>
              </a:ext>
            </a:extLst>
          </p:cNvPr>
          <p:cNvSpPr>
            <a:spLocks noGrp="1"/>
          </p:cNvSpPr>
          <p:nvPr/>
        </p:nvSpPr>
        <p:spPr>
          <a:xfrm>
            <a:off x="2472398" y="5751179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34" name="text_244_Config">
            <a:extLst>
              <a:ext uri="{FF2B5EF4-FFF2-40B4-BE49-F238E27FC236}">
                <a16:creationId xmlns:a16="http://schemas.microsoft.com/office/drawing/2014/main" id="{CB75444A-4C7D-4F09-9FA4-EA791867BF7F}"/>
              </a:ext>
            </a:extLst>
          </p:cNvPr>
          <p:cNvSpPr>
            <a:spLocks noGrp="1"/>
          </p:cNvSpPr>
          <p:nvPr/>
        </p:nvSpPr>
        <p:spPr>
          <a:xfrm>
            <a:off x="2472398" y="5894054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335" name="text_246_↓">
            <a:extLst>
              <a:ext uri="{FF2B5EF4-FFF2-40B4-BE49-F238E27FC236}">
                <a16:creationId xmlns:a16="http://schemas.microsoft.com/office/drawing/2014/main" id="{0295AA58-4DB1-479D-A20E-13DF34FE8E12}"/>
              </a:ext>
            </a:extLst>
          </p:cNvPr>
          <p:cNvSpPr>
            <a:spLocks noGrp="1"/>
          </p:cNvSpPr>
          <p:nvPr/>
        </p:nvSpPr>
        <p:spPr>
          <a:xfrm>
            <a:off x="2472398" y="6036929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36" name="text_248_Kernel">
            <a:extLst>
              <a:ext uri="{FF2B5EF4-FFF2-40B4-BE49-F238E27FC236}">
                <a16:creationId xmlns:a16="http://schemas.microsoft.com/office/drawing/2014/main" id="{33752C8E-EE12-42E6-AF1B-2BBC76AEB368}"/>
              </a:ext>
            </a:extLst>
          </p:cNvPr>
          <p:cNvSpPr>
            <a:spLocks noGrp="1"/>
          </p:cNvSpPr>
          <p:nvPr/>
        </p:nvSpPr>
        <p:spPr>
          <a:xfrm>
            <a:off x="2472398" y="6179804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338" name="object_250">
            <a:extLst>
              <a:ext uri="{FF2B5EF4-FFF2-40B4-BE49-F238E27FC236}">
                <a16:creationId xmlns:a16="http://schemas.microsoft.com/office/drawing/2014/main" id="{D4798B86-EB8E-4D0C-8E42-DE37F708759B}"/>
              </a:ext>
            </a:extLst>
          </p:cNvPr>
          <p:cNvSpPr>
            <a:spLocks noGrp="1"/>
          </p:cNvSpPr>
          <p:nvPr/>
        </p:nvSpPr>
        <p:spPr>
          <a:xfrm>
            <a:off x="3513736" y="5505800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39" name="object_251">
            <a:extLst>
              <a:ext uri="{FF2B5EF4-FFF2-40B4-BE49-F238E27FC236}">
                <a16:creationId xmlns:a16="http://schemas.microsoft.com/office/drawing/2014/main" id="{A8E2B7F6-C622-4A93-8762-5493363AA408}"/>
              </a:ext>
            </a:extLst>
          </p:cNvPr>
          <p:cNvSpPr>
            <a:spLocks noGrp="1"/>
          </p:cNvSpPr>
          <p:nvPr/>
        </p:nvSpPr>
        <p:spPr>
          <a:xfrm>
            <a:off x="3325141" y="5551520"/>
            <a:ext cx="280035" cy="28003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340" name="text_253_V2">
            <a:extLst>
              <a:ext uri="{FF2B5EF4-FFF2-40B4-BE49-F238E27FC236}">
                <a16:creationId xmlns:a16="http://schemas.microsoft.com/office/drawing/2014/main" id="{87522A27-C24A-4C75-8B3B-B183E2EAA14D}"/>
              </a:ext>
            </a:extLst>
          </p:cNvPr>
          <p:cNvSpPr>
            <a:spLocks noGrp="1"/>
          </p:cNvSpPr>
          <p:nvPr/>
        </p:nvSpPr>
        <p:spPr>
          <a:xfrm>
            <a:off x="3325141" y="5551520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</a:p>
        </p:txBody>
      </p:sp>
      <p:sp>
        <p:nvSpPr>
          <p:cNvPr id="341" name="text_255_自动化参数搜索">
            <a:extLst>
              <a:ext uri="{FF2B5EF4-FFF2-40B4-BE49-F238E27FC236}">
                <a16:creationId xmlns:a16="http://schemas.microsoft.com/office/drawing/2014/main" id="{4AFEE0B3-CD09-4EC9-B43C-A3E4C2D921F5}"/>
              </a:ext>
            </a:extLst>
          </p:cNvPr>
          <p:cNvSpPr>
            <a:spLocks noGrp="1"/>
          </p:cNvSpPr>
          <p:nvPr/>
        </p:nvSpPr>
        <p:spPr>
          <a:xfrm>
            <a:off x="3765196" y="5568665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342" name="object_256">
            <a:extLst>
              <a:ext uri="{FF2B5EF4-FFF2-40B4-BE49-F238E27FC236}">
                <a16:creationId xmlns:a16="http://schemas.microsoft.com/office/drawing/2014/main" id="{B05E6442-6208-4842-8F7C-FDB26D76AF5C}"/>
              </a:ext>
            </a:extLst>
          </p:cNvPr>
          <p:cNvSpPr>
            <a:spLocks noGrp="1"/>
          </p:cNvSpPr>
          <p:nvPr/>
        </p:nvSpPr>
        <p:spPr>
          <a:xfrm>
            <a:off x="3696616" y="586287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3" name="text_258_标准化的 Config Search 流程">
            <a:extLst>
              <a:ext uri="{FF2B5EF4-FFF2-40B4-BE49-F238E27FC236}">
                <a16:creationId xmlns:a16="http://schemas.microsoft.com/office/drawing/2014/main" id="{254BA71E-EB5B-467C-9589-842C67F639BE}"/>
              </a:ext>
            </a:extLst>
          </p:cNvPr>
          <p:cNvSpPr>
            <a:spLocks noGrp="1"/>
          </p:cNvSpPr>
          <p:nvPr/>
        </p:nvSpPr>
        <p:spPr>
          <a:xfrm>
            <a:off x="3776626" y="581441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标准化的 Config Search 流程</a:t>
            </a:r>
          </a:p>
        </p:txBody>
      </p:sp>
      <p:sp>
        <p:nvSpPr>
          <p:cNvPr id="344" name="object_259">
            <a:extLst>
              <a:ext uri="{FF2B5EF4-FFF2-40B4-BE49-F238E27FC236}">
                <a16:creationId xmlns:a16="http://schemas.microsoft.com/office/drawing/2014/main" id="{AA7B8BC9-6DC0-4A9D-9702-7DB58E86F8A9}"/>
              </a:ext>
            </a:extLst>
          </p:cNvPr>
          <p:cNvSpPr>
            <a:spLocks noGrp="1"/>
          </p:cNvSpPr>
          <p:nvPr/>
        </p:nvSpPr>
        <p:spPr>
          <a:xfrm>
            <a:off x="3696616" y="600574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5" name="text_261_支持多 Shape 自动搜索">
            <a:extLst>
              <a:ext uri="{FF2B5EF4-FFF2-40B4-BE49-F238E27FC236}">
                <a16:creationId xmlns:a16="http://schemas.microsoft.com/office/drawing/2014/main" id="{3854563C-52F5-4B18-BDF7-7DD2D390206F}"/>
              </a:ext>
            </a:extLst>
          </p:cNvPr>
          <p:cNvSpPr>
            <a:spLocks noGrp="1"/>
          </p:cNvSpPr>
          <p:nvPr/>
        </p:nvSpPr>
        <p:spPr>
          <a:xfrm>
            <a:off x="3776626" y="595728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支持多 Shape 自动搜索</a:t>
            </a:r>
          </a:p>
        </p:txBody>
      </p:sp>
      <p:sp>
        <p:nvSpPr>
          <p:cNvPr id="346" name="object_262">
            <a:extLst>
              <a:ext uri="{FF2B5EF4-FFF2-40B4-BE49-F238E27FC236}">
                <a16:creationId xmlns:a16="http://schemas.microsoft.com/office/drawing/2014/main" id="{73B1393C-BD0D-4067-A56C-E339E974DD9C}"/>
              </a:ext>
            </a:extLst>
          </p:cNvPr>
          <p:cNvSpPr>
            <a:spLocks noGrp="1"/>
          </p:cNvSpPr>
          <p:nvPr/>
        </p:nvSpPr>
        <p:spPr>
          <a:xfrm>
            <a:off x="3696616" y="614862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7" name="text_264_生成 Shape → Config 分派">
            <a:extLst>
              <a:ext uri="{FF2B5EF4-FFF2-40B4-BE49-F238E27FC236}">
                <a16:creationId xmlns:a16="http://schemas.microsoft.com/office/drawing/2014/main" id="{F96735C6-5792-4B01-A6C1-81659B47D91B}"/>
              </a:ext>
            </a:extLst>
          </p:cNvPr>
          <p:cNvSpPr>
            <a:spLocks noGrp="1"/>
          </p:cNvSpPr>
          <p:nvPr/>
        </p:nvSpPr>
        <p:spPr>
          <a:xfrm>
            <a:off x="3776626" y="610016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 Shape → Config 分派</a:t>
            </a:r>
          </a:p>
        </p:txBody>
      </p:sp>
      <p:sp>
        <p:nvSpPr>
          <p:cNvPr id="348" name="object_265">
            <a:extLst>
              <a:ext uri="{FF2B5EF4-FFF2-40B4-BE49-F238E27FC236}">
                <a16:creationId xmlns:a16="http://schemas.microsoft.com/office/drawing/2014/main" id="{3EE45EE5-20B3-45CB-B737-B893DD0C76E9}"/>
              </a:ext>
            </a:extLst>
          </p:cNvPr>
          <p:cNvSpPr>
            <a:spLocks noGrp="1"/>
          </p:cNvSpPr>
          <p:nvPr/>
        </p:nvSpPr>
        <p:spPr>
          <a:xfrm>
            <a:off x="3696616" y="629149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9" name="text_267_完善的验证与恢复机制">
            <a:extLst>
              <a:ext uri="{FF2B5EF4-FFF2-40B4-BE49-F238E27FC236}">
                <a16:creationId xmlns:a16="http://schemas.microsoft.com/office/drawing/2014/main" id="{AB552565-5622-4D53-A5C1-BE71D8843892}"/>
              </a:ext>
            </a:extLst>
          </p:cNvPr>
          <p:cNvSpPr>
            <a:spLocks noGrp="1"/>
          </p:cNvSpPr>
          <p:nvPr/>
        </p:nvSpPr>
        <p:spPr>
          <a:xfrm>
            <a:off x="3776626" y="624303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完善的验证与恢复机制</a:t>
            </a:r>
          </a:p>
        </p:txBody>
      </p:sp>
      <p:sp>
        <p:nvSpPr>
          <p:cNvPr id="350" name="object_268">
            <a:extLst>
              <a:ext uri="{FF2B5EF4-FFF2-40B4-BE49-F238E27FC236}">
                <a16:creationId xmlns:a16="http://schemas.microsoft.com/office/drawing/2014/main" id="{FE5C2DEB-80FC-4F78-9F65-7E96ACF0A9EB}"/>
              </a:ext>
            </a:extLst>
          </p:cNvPr>
          <p:cNvSpPr>
            <a:spLocks noGrp="1"/>
          </p:cNvSpPr>
          <p:nvPr/>
        </p:nvSpPr>
        <p:spPr>
          <a:xfrm>
            <a:off x="5091076" y="5557235"/>
            <a:ext cx="560070" cy="828675"/>
          </a:xfrm>
          <a:prstGeom prst="roundRect">
            <a:avLst>
              <a:gd name="adj" fmla="val 7143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351" name="text_270_Shape">
            <a:extLst>
              <a:ext uri="{FF2B5EF4-FFF2-40B4-BE49-F238E27FC236}">
                <a16:creationId xmlns:a16="http://schemas.microsoft.com/office/drawing/2014/main" id="{963CB35E-96CD-424C-A2DB-AFD979062E03}"/>
              </a:ext>
            </a:extLst>
          </p:cNvPr>
          <p:cNvSpPr>
            <a:spLocks noGrp="1"/>
          </p:cNvSpPr>
          <p:nvPr/>
        </p:nvSpPr>
        <p:spPr>
          <a:xfrm>
            <a:off x="5113936" y="5602955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52" name="text_272_↓">
            <a:extLst>
              <a:ext uri="{FF2B5EF4-FFF2-40B4-BE49-F238E27FC236}">
                <a16:creationId xmlns:a16="http://schemas.microsoft.com/office/drawing/2014/main" id="{E6E004E2-AB17-4C8B-A14D-EC46429BB2B7}"/>
              </a:ext>
            </a:extLst>
          </p:cNvPr>
          <p:cNvSpPr>
            <a:spLocks noGrp="1"/>
          </p:cNvSpPr>
          <p:nvPr/>
        </p:nvSpPr>
        <p:spPr>
          <a:xfrm>
            <a:off x="5113936" y="5745830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53" name="text_274_Config">
            <a:extLst>
              <a:ext uri="{FF2B5EF4-FFF2-40B4-BE49-F238E27FC236}">
                <a16:creationId xmlns:a16="http://schemas.microsoft.com/office/drawing/2014/main" id="{6A43E519-9595-4FD1-961F-B5E46D2E0E24}"/>
              </a:ext>
            </a:extLst>
          </p:cNvPr>
          <p:cNvSpPr>
            <a:spLocks noGrp="1"/>
          </p:cNvSpPr>
          <p:nvPr/>
        </p:nvSpPr>
        <p:spPr>
          <a:xfrm>
            <a:off x="5113936" y="5888705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354" name="text_276_↓">
            <a:extLst>
              <a:ext uri="{FF2B5EF4-FFF2-40B4-BE49-F238E27FC236}">
                <a16:creationId xmlns:a16="http://schemas.microsoft.com/office/drawing/2014/main" id="{041F01D6-D7B9-486C-AE56-CB33E7AFEB45}"/>
              </a:ext>
            </a:extLst>
          </p:cNvPr>
          <p:cNvSpPr>
            <a:spLocks noGrp="1"/>
          </p:cNvSpPr>
          <p:nvPr/>
        </p:nvSpPr>
        <p:spPr>
          <a:xfrm>
            <a:off x="5113936" y="6031580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55" name="text_278_Kernel">
            <a:extLst>
              <a:ext uri="{FF2B5EF4-FFF2-40B4-BE49-F238E27FC236}">
                <a16:creationId xmlns:a16="http://schemas.microsoft.com/office/drawing/2014/main" id="{F7696073-B7C9-4523-9A52-ECE3C6DD69D2}"/>
              </a:ext>
            </a:extLst>
          </p:cNvPr>
          <p:cNvSpPr>
            <a:spLocks noGrp="1"/>
          </p:cNvSpPr>
          <p:nvPr/>
        </p:nvSpPr>
        <p:spPr>
          <a:xfrm>
            <a:off x="5113936" y="6174455"/>
            <a:ext cx="51435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357" name="object_280">
            <a:extLst>
              <a:ext uri="{FF2B5EF4-FFF2-40B4-BE49-F238E27FC236}">
                <a16:creationId xmlns:a16="http://schemas.microsoft.com/office/drawing/2014/main" id="{903796C5-41B1-48F4-B9B8-432965D4DA73}"/>
              </a:ext>
            </a:extLst>
          </p:cNvPr>
          <p:cNvSpPr>
            <a:spLocks noGrp="1"/>
          </p:cNvSpPr>
          <p:nvPr/>
        </p:nvSpPr>
        <p:spPr>
          <a:xfrm>
            <a:off x="6138826" y="5505800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58" name="object_281">
            <a:extLst>
              <a:ext uri="{FF2B5EF4-FFF2-40B4-BE49-F238E27FC236}">
                <a16:creationId xmlns:a16="http://schemas.microsoft.com/office/drawing/2014/main" id="{FC85424C-91DD-404E-8382-EBB2D3A417A4}"/>
              </a:ext>
            </a:extLst>
          </p:cNvPr>
          <p:cNvSpPr>
            <a:spLocks noGrp="1"/>
          </p:cNvSpPr>
          <p:nvPr/>
        </p:nvSpPr>
        <p:spPr>
          <a:xfrm>
            <a:off x="5950231" y="5551520"/>
            <a:ext cx="280035" cy="28003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359" name="text_283_V3">
            <a:extLst>
              <a:ext uri="{FF2B5EF4-FFF2-40B4-BE49-F238E27FC236}">
                <a16:creationId xmlns:a16="http://schemas.microsoft.com/office/drawing/2014/main" id="{E212556B-92A3-4732-A0B5-DA4C06C865A0}"/>
              </a:ext>
            </a:extLst>
          </p:cNvPr>
          <p:cNvSpPr>
            <a:spLocks noGrp="1"/>
          </p:cNvSpPr>
          <p:nvPr/>
        </p:nvSpPr>
        <p:spPr>
          <a:xfrm>
            <a:off x="5950231" y="5551520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</a:p>
        </p:txBody>
      </p:sp>
      <p:sp>
        <p:nvSpPr>
          <p:cNvPr id="360" name="text_285_多 Kernel 结构适配">
            <a:extLst>
              <a:ext uri="{FF2B5EF4-FFF2-40B4-BE49-F238E27FC236}">
                <a16:creationId xmlns:a16="http://schemas.microsoft.com/office/drawing/2014/main" id="{6EB356CA-209C-46D1-9EAF-FF070F63AD3B}"/>
              </a:ext>
            </a:extLst>
          </p:cNvPr>
          <p:cNvSpPr>
            <a:spLocks noGrp="1"/>
          </p:cNvSpPr>
          <p:nvPr/>
        </p:nvSpPr>
        <p:spPr>
          <a:xfrm>
            <a:off x="6390286" y="5568665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结构适配</a:t>
            </a:r>
          </a:p>
        </p:txBody>
      </p:sp>
      <p:sp>
        <p:nvSpPr>
          <p:cNvPr id="361" name="object_286">
            <a:extLst>
              <a:ext uri="{FF2B5EF4-FFF2-40B4-BE49-F238E27FC236}">
                <a16:creationId xmlns:a16="http://schemas.microsoft.com/office/drawing/2014/main" id="{4BE92946-FBA2-430F-96E4-D2CFE7133118}"/>
              </a:ext>
            </a:extLst>
          </p:cNvPr>
          <p:cNvSpPr>
            <a:spLocks noGrp="1"/>
          </p:cNvSpPr>
          <p:nvPr/>
        </p:nvSpPr>
        <p:spPr>
          <a:xfrm>
            <a:off x="6321706" y="586287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2" name="text_288_引入多 Kernel Family">
            <a:extLst>
              <a:ext uri="{FF2B5EF4-FFF2-40B4-BE49-F238E27FC236}">
                <a16:creationId xmlns:a16="http://schemas.microsoft.com/office/drawing/2014/main" id="{545F2C4F-574C-489D-B4AF-33F9F3B57DB6}"/>
              </a:ext>
            </a:extLst>
          </p:cNvPr>
          <p:cNvSpPr>
            <a:spLocks noGrp="1"/>
          </p:cNvSpPr>
          <p:nvPr/>
        </p:nvSpPr>
        <p:spPr>
          <a:xfrm>
            <a:off x="6401716" y="581441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引入多 Kernel Family</a:t>
            </a:r>
          </a:p>
        </p:txBody>
      </p:sp>
      <p:sp>
        <p:nvSpPr>
          <p:cNvPr id="363" name="object_289">
            <a:extLst>
              <a:ext uri="{FF2B5EF4-FFF2-40B4-BE49-F238E27FC236}">
                <a16:creationId xmlns:a16="http://schemas.microsoft.com/office/drawing/2014/main" id="{D3B31A29-2BC3-4F0A-AAE5-0675E5B8B897}"/>
              </a:ext>
            </a:extLst>
          </p:cNvPr>
          <p:cNvSpPr>
            <a:spLocks noGrp="1"/>
          </p:cNvSpPr>
          <p:nvPr/>
        </p:nvSpPr>
        <p:spPr>
          <a:xfrm>
            <a:off x="6321706" y="600574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4" name="text_291_Family × Config 联合搜索">
            <a:extLst>
              <a:ext uri="{FF2B5EF4-FFF2-40B4-BE49-F238E27FC236}">
                <a16:creationId xmlns:a16="http://schemas.microsoft.com/office/drawing/2014/main" id="{337C844F-9130-4380-A8D6-73A08CB2D6E8}"/>
              </a:ext>
            </a:extLst>
          </p:cNvPr>
          <p:cNvSpPr>
            <a:spLocks noGrp="1"/>
          </p:cNvSpPr>
          <p:nvPr/>
        </p:nvSpPr>
        <p:spPr>
          <a:xfrm>
            <a:off x="6401716" y="595728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× Config 联合搜索</a:t>
            </a:r>
          </a:p>
        </p:txBody>
      </p:sp>
      <p:sp>
        <p:nvSpPr>
          <p:cNvPr id="365" name="object_292">
            <a:extLst>
              <a:ext uri="{FF2B5EF4-FFF2-40B4-BE49-F238E27FC236}">
                <a16:creationId xmlns:a16="http://schemas.microsoft.com/office/drawing/2014/main" id="{88E97B7B-0692-4C0F-82C8-68E576E971D2}"/>
              </a:ext>
            </a:extLst>
          </p:cNvPr>
          <p:cNvSpPr>
            <a:spLocks noGrp="1"/>
          </p:cNvSpPr>
          <p:nvPr/>
        </p:nvSpPr>
        <p:spPr>
          <a:xfrm>
            <a:off x="6321706" y="614862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6" name="text_294_根据 Shape 特征选择最优结构">
            <a:extLst>
              <a:ext uri="{FF2B5EF4-FFF2-40B4-BE49-F238E27FC236}">
                <a16:creationId xmlns:a16="http://schemas.microsoft.com/office/drawing/2014/main" id="{D62FF134-8981-4844-BE33-6C90E6C04A63}"/>
              </a:ext>
            </a:extLst>
          </p:cNvPr>
          <p:cNvSpPr>
            <a:spLocks noGrp="1"/>
          </p:cNvSpPr>
          <p:nvPr/>
        </p:nvSpPr>
        <p:spPr>
          <a:xfrm>
            <a:off x="6401716" y="610016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 Shape 特征选择最优结构</a:t>
            </a:r>
          </a:p>
        </p:txBody>
      </p:sp>
      <p:sp>
        <p:nvSpPr>
          <p:cNvPr id="367" name="object_295">
            <a:extLst>
              <a:ext uri="{FF2B5EF4-FFF2-40B4-BE49-F238E27FC236}">
                <a16:creationId xmlns:a16="http://schemas.microsoft.com/office/drawing/2014/main" id="{DA95F467-D8A5-4FFB-B208-C007C13E913D}"/>
              </a:ext>
            </a:extLst>
          </p:cNvPr>
          <p:cNvSpPr>
            <a:spLocks noGrp="1"/>
          </p:cNvSpPr>
          <p:nvPr/>
        </p:nvSpPr>
        <p:spPr>
          <a:xfrm>
            <a:off x="6321706" y="629149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8" name="text_297_面向 MLU 的硬件感知优化">
            <a:extLst>
              <a:ext uri="{FF2B5EF4-FFF2-40B4-BE49-F238E27FC236}">
                <a16:creationId xmlns:a16="http://schemas.microsoft.com/office/drawing/2014/main" id="{820B4AA2-A1EA-4C05-92DE-30CBF478F70E}"/>
              </a:ext>
            </a:extLst>
          </p:cNvPr>
          <p:cNvSpPr>
            <a:spLocks noGrp="1"/>
          </p:cNvSpPr>
          <p:nvPr/>
        </p:nvSpPr>
        <p:spPr>
          <a:xfrm>
            <a:off x="6401716" y="624303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 MLU 的硬件感知优化</a:t>
            </a:r>
          </a:p>
        </p:txBody>
      </p:sp>
      <p:sp>
        <p:nvSpPr>
          <p:cNvPr id="369" name="object_298">
            <a:extLst>
              <a:ext uri="{FF2B5EF4-FFF2-40B4-BE49-F238E27FC236}">
                <a16:creationId xmlns:a16="http://schemas.microsoft.com/office/drawing/2014/main" id="{1B1C13B8-592D-477F-BF2F-C886A742E781}"/>
              </a:ext>
            </a:extLst>
          </p:cNvPr>
          <p:cNvSpPr>
            <a:spLocks noGrp="1"/>
          </p:cNvSpPr>
          <p:nvPr/>
        </p:nvSpPr>
        <p:spPr>
          <a:xfrm>
            <a:off x="7716166" y="5557235"/>
            <a:ext cx="560070" cy="828675"/>
          </a:xfrm>
          <a:prstGeom prst="roundRect">
            <a:avLst>
              <a:gd name="adj" fmla="val 7143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370" name="text_300_Shape">
            <a:extLst>
              <a:ext uri="{FF2B5EF4-FFF2-40B4-BE49-F238E27FC236}">
                <a16:creationId xmlns:a16="http://schemas.microsoft.com/office/drawing/2014/main" id="{0C3EA2E0-B7CB-4AEF-A86A-7A7A927A1A49}"/>
              </a:ext>
            </a:extLst>
          </p:cNvPr>
          <p:cNvSpPr>
            <a:spLocks noGrp="1"/>
          </p:cNvSpPr>
          <p:nvPr/>
        </p:nvSpPr>
        <p:spPr>
          <a:xfrm>
            <a:off x="7739026" y="560295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71" name="text_302_↓">
            <a:extLst>
              <a:ext uri="{FF2B5EF4-FFF2-40B4-BE49-F238E27FC236}">
                <a16:creationId xmlns:a16="http://schemas.microsoft.com/office/drawing/2014/main" id="{FEF4D874-0A04-4128-88A4-FDC4BAA79DED}"/>
              </a:ext>
            </a:extLst>
          </p:cNvPr>
          <p:cNvSpPr>
            <a:spLocks noGrp="1"/>
          </p:cNvSpPr>
          <p:nvPr/>
        </p:nvSpPr>
        <p:spPr>
          <a:xfrm>
            <a:off x="7739026" y="570582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72" name="text_304_Kernel Family">
            <a:extLst>
              <a:ext uri="{FF2B5EF4-FFF2-40B4-BE49-F238E27FC236}">
                <a16:creationId xmlns:a16="http://schemas.microsoft.com/office/drawing/2014/main" id="{97CC8E98-2028-4B7D-B675-7E5233CDB3D8}"/>
              </a:ext>
            </a:extLst>
          </p:cNvPr>
          <p:cNvSpPr>
            <a:spLocks noGrp="1"/>
          </p:cNvSpPr>
          <p:nvPr/>
        </p:nvSpPr>
        <p:spPr>
          <a:xfrm>
            <a:off x="7739026" y="580869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47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0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</a:t>
            </a:r>
          </a:p>
        </p:txBody>
      </p:sp>
      <p:sp>
        <p:nvSpPr>
          <p:cNvPr id="373" name="text_306_↓">
            <a:extLst>
              <a:ext uri="{FF2B5EF4-FFF2-40B4-BE49-F238E27FC236}">
                <a16:creationId xmlns:a16="http://schemas.microsoft.com/office/drawing/2014/main" id="{8ED7975D-4EA0-420C-B66D-EF6C2FE2702C}"/>
              </a:ext>
            </a:extLst>
          </p:cNvPr>
          <p:cNvSpPr>
            <a:spLocks noGrp="1"/>
          </p:cNvSpPr>
          <p:nvPr/>
        </p:nvSpPr>
        <p:spPr>
          <a:xfrm>
            <a:off x="7739026" y="591156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74" name="text_308_Config">
            <a:extLst>
              <a:ext uri="{FF2B5EF4-FFF2-40B4-BE49-F238E27FC236}">
                <a16:creationId xmlns:a16="http://schemas.microsoft.com/office/drawing/2014/main" id="{F538D22A-92FE-4947-83F1-A4B00A85499C}"/>
              </a:ext>
            </a:extLst>
          </p:cNvPr>
          <p:cNvSpPr>
            <a:spLocks noGrp="1"/>
          </p:cNvSpPr>
          <p:nvPr/>
        </p:nvSpPr>
        <p:spPr>
          <a:xfrm>
            <a:off x="7739026" y="601443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375" name="text_310_↓">
            <a:extLst>
              <a:ext uri="{FF2B5EF4-FFF2-40B4-BE49-F238E27FC236}">
                <a16:creationId xmlns:a16="http://schemas.microsoft.com/office/drawing/2014/main" id="{9C4E9070-5161-4468-969C-DC0C5BA76F51}"/>
              </a:ext>
            </a:extLst>
          </p:cNvPr>
          <p:cNvSpPr>
            <a:spLocks noGrp="1"/>
          </p:cNvSpPr>
          <p:nvPr/>
        </p:nvSpPr>
        <p:spPr>
          <a:xfrm>
            <a:off x="7739026" y="611730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</p:txBody>
      </p:sp>
      <p:sp>
        <p:nvSpPr>
          <p:cNvPr id="376" name="text_312_Kernel">
            <a:extLst>
              <a:ext uri="{FF2B5EF4-FFF2-40B4-BE49-F238E27FC236}">
                <a16:creationId xmlns:a16="http://schemas.microsoft.com/office/drawing/2014/main" id="{D423ACD0-5158-4650-9DFB-407E0608171F}"/>
              </a:ext>
            </a:extLst>
          </p:cNvPr>
          <p:cNvSpPr>
            <a:spLocks noGrp="1"/>
          </p:cNvSpPr>
          <p:nvPr/>
        </p:nvSpPr>
        <p:spPr>
          <a:xfrm>
            <a:off x="7739026" y="6220175"/>
            <a:ext cx="514350" cy="10287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>
            <a:off x="3178555" y="5985650"/>
            <a:ext cx="2395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>
            <a:off x="5805923" y="6005748"/>
            <a:ext cx="2395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 flipH="1">
            <a:off x="668835" y="5105359"/>
            <a:ext cx="7675745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 flipV="1">
            <a:off x="7870126" y="2213512"/>
            <a:ext cx="192217" cy="461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0" name="text_101_性能问题">
            <a:extLst>
              <a:ext uri="{FF2B5EF4-FFF2-40B4-BE49-F238E27FC236}">
                <a16:creationId xmlns:a16="http://schemas.microsoft.com/office/drawing/2014/main" id="{A23A639C-977D-499D-AEE6-7E88FB078BAF}"/>
              </a:ext>
            </a:extLst>
          </p:cNvPr>
          <p:cNvSpPr>
            <a:spLocks noGrp="1"/>
          </p:cNvSpPr>
          <p:nvPr/>
        </p:nvSpPr>
        <p:spPr>
          <a:xfrm>
            <a:off x="7989365" y="1895246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zh-CN" altLang="en-US" sz="1125" b="1" dirty="0" smtClean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个核心特性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765274" y="2056048"/>
            <a:ext cx="567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755299" y="3691541"/>
            <a:ext cx="567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49566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5480114" y="2421732"/>
            <a:ext cx="2807494" cy="2071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488370" y="4761697"/>
            <a:ext cx="3579182" cy="7590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687F88-6189-41EF-9314-E5E7E9FC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V1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动态支持与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V2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自动选参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103_V1：基础动态支持">
            <a:extLst>
              <a:ext uri="{FF2B5EF4-FFF2-40B4-BE49-F238E27FC236}">
                <a16:creationId xmlns:a16="http://schemas.microsoft.com/office/drawing/2014/main" id="{B2B70066-C090-482C-B72B-9E78CB939758}"/>
              </a:ext>
            </a:extLst>
          </p:cNvPr>
          <p:cNvSpPr>
            <a:spLocks noGrp="1"/>
          </p:cNvSpPr>
          <p:nvPr/>
        </p:nvSpPr>
        <p:spPr>
          <a:xfrm>
            <a:off x="581909" y="1507331"/>
            <a:ext cx="19002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V1：基础动态支持</a:t>
            </a:r>
          </a:p>
        </p:txBody>
      </p:sp>
      <p:sp>
        <p:nvSpPr>
          <p:cNvPr id="4" name="connector_104">
            <a:extLst>
              <a:ext uri="{FF2B5EF4-FFF2-40B4-BE49-F238E27FC236}">
                <a16:creationId xmlns:a16="http://schemas.microsoft.com/office/drawing/2014/main" id="{CC9E5FA1-2BAC-4CE7-871D-6F99DB26CC87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11_V2：自动化参数搜索">
            <a:extLst>
              <a:ext uri="{FF2B5EF4-FFF2-40B4-BE49-F238E27FC236}">
                <a16:creationId xmlns:a16="http://schemas.microsoft.com/office/drawing/2014/main" id="{CA833A99-8AAF-4376-B870-9498AC1DE4CE}"/>
              </a:ext>
            </a:extLst>
          </p:cNvPr>
          <p:cNvSpPr>
            <a:spLocks noGrp="1"/>
          </p:cNvSpPr>
          <p:nvPr/>
        </p:nvSpPr>
        <p:spPr>
          <a:xfrm>
            <a:off x="5322951" y="1507331"/>
            <a:ext cx="28717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V2：自动化参数搜索</a:t>
            </a:r>
          </a:p>
        </p:txBody>
      </p:sp>
      <p:sp>
        <p:nvSpPr>
          <p:cNvPr id="8" name="connector_112">
            <a:extLst>
              <a:ext uri="{FF2B5EF4-FFF2-40B4-BE49-F238E27FC236}">
                <a16:creationId xmlns:a16="http://schemas.microsoft.com/office/drawing/2014/main" id="{014A637B-ECAD-4EC1-94F7-09843A5A2CF6}"/>
              </a:ext>
            </a:extLst>
          </p:cNvPr>
          <p:cNvSpPr>
            <a:spLocks noGrp="1"/>
          </p:cNvSpPr>
          <p:nvPr/>
        </p:nvSpPr>
        <p:spPr>
          <a:xfrm>
            <a:off x="5287232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3" name="text_198_1.">
            <a:extLst>
              <a:ext uri="{FF2B5EF4-FFF2-40B4-BE49-F238E27FC236}">
                <a16:creationId xmlns:a16="http://schemas.microsoft.com/office/drawing/2014/main" id="{14474D27-555E-499F-9D39-36864EF700E6}"/>
              </a:ext>
            </a:extLst>
          </p:cNvPr>
          <p:cNvSpPr>
            <a:spLocks noGrp="1"/>
          </p:cNvSpPr>
          <p:nvPr/>
        </p:nvSpPr>
        <p:spPr>
          <a:xfrm>
            <a:off x="542925" y="1985963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94" name="text_200_定义 Shape Contract">
            <a:extLst>
              <a:ext uri="{FF2B5EF4-FFF2-40B4-BE49-F238E27FC236}">
                <a16:creationId xmlns:a16="http://schemas.microsoft.com/office/drawing/2014/main" id="{58ADECBD-E75D-4258-8BCC-B4CCDECDAE8E}"/>
              </a:ext>
            </a:extLst>
          </p:cNvPr>
          <p:cNvSpPr>
            <a:spLocks noGrp="1"/>
          </p:cNvSpPr>
          <p:nvPr/>
        </p:nvSpPr>
        <p:spPr>
          <a:xfrm>
            <a:off x="771525" y="1985963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Shape Contract</a:t>
            </a:r>
          </a:p>
        </p:txBody>
      </p:sp>
      <p:graphicFrame>
        <p:nvGraphicFramePr>
          <p:cNvPr id="243" name="表格 242"/>
          <p:cNvGraphicFramePr/>
          <p:nvPr>
            <p:extLst>
              <p:ext uri="{D42A27DB-BD31-4B8C-83A1-F6EECF244321}">
                <p14:modId xmlns:p14="http://schemas.microsoft.com/office/powerpoint/2010/main" val="2536314623"/>
              </p:ext>
            </p:extLst>
          </p:nvPr>
        </p:nvGraphicFramePr>
        <p:xfrm>
          <a:off x="542925" y="2243137"/>
          <a:ext cx="2243137" cy="1071564"/>
        </p:xfrm>
        <a:graphic>
          <a:graphicData uri="http://schemas.openxmlformats.org/drawingml/2006/table">
            <a:tbl>
              <a:tblPr/>
              <a:tblGrid>
                <a:gridCol w="67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项目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范围与约束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维度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 / N / K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取值范围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如 [1, 2048]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dtype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fp16 / fp32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layout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NCHW / NHWC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其他约束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对齐要求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/ stride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" name="text_202_固定 [M=128, N=1024]">
            <a:extLst>
              <a:ext uri="{FF2B5EF4-FFF2-40B4-BE49-F238E27FC236}">
                <a16:creationId xmlns:a16="http://schemas.microsoft.com/office/drawing/2014/main" id="{8857E75B-C7B6-433B-A5A8-9FC0D6FBAFAF}"/>
              </a:ext>
            </a:extLst>
          </p:cNvPr>
          <p:cNvSpPr>
            <a:spLocks noGrp="1"/>
          </p:cNvSpPr>
          <p:nvPr/>
        </p:nvSpPr>
        <p:spPr>
          <a:xfrm>
            <a:off x="3168395" y="2330544"/>
            <a:ext cx="1636665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[M=128, N=1024]</a:t>
            </a:r>
          </a:p>
        </p:txBody>
      </p:sp>
      <p:sp>
        <p:nvSpPr>
          <p:cNvPr id="99" name="text_206_动态 M、N ∈ [1, 2048]">
            <a:extLst>
              <a:ext uri="{FF2B5EF4-FFF2-40B4-BE49-F238E27FC236}">
                <a16:creationId xmlns:a16="http://schemas.microsoft.com/office/drawing/2014/main" id="{DDA2C801-C378-415A-AB87-CE00913A4826}"/>
              </a:ext>
            </a:extLst>
          </p:cNvPr>
          <p:cNvSpPr>
            <a:spLocks noGrp="1"/>
          </p:cNvSpPr>
          <p:nvPr/>
        </p:nvSpPr>
        <p:spPr>
          <a:xfrm>
            <a:off x="3205778" y="2950023"/>
            <a:ext cx="16687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M、N ∈ [1, 2048]</a:t>
            </a:r>
          </a:p>
        </p:txBody>
      </p:sp>
      <p:sp>
        <p:nvSpPr>
          <p:cNvPr id="100" name="text_208_2.">
            <a:extLst>
              <a:ext uri="{FF2B5EF4-FFF2-40B4-BE49-F238E27FC236}">
                <a16:creationId xmlns:a16="http://schemas.microsoft.com/office/drawing/2014/main" id="{4A79474D-2806-4777-A361-979916430BA6}"/>
              </a:ext>
            </a:extLst>
          </p:cNvPr>
          <p:cNvSpPr>
            <a:spLocks noGrp="1"/>
          </p:cNvSpPr>
          <p:nvPr/>
        </p:nvSpPr>
        <p:spPr>
          <a:xfrm>
            <a:off x="537065" y="3496866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101" name="text_210_生成通用动态 Kernel">
            <a:extLst>
              <a:ext uri="{FF2B5EF4-FFF2-40B4-BE49-F238E27FC236}">
                <a16:creationId xmlns:a16="http://schemas.microsoft.com/office/drawing/2014/main" id="{AD2DDF5B-3009-4811-8B43-D7EBEA4EAA80}"/>
              </a:ext>
            </a:extLst>
          </p:cNvPr>
          <p:cNvSpPr>
            <a:spLocks noGrp="1"/>
          </p:cNvSpPr>
          <p:nvPr/>
        </p:nvSpPr>
        <p:spPr>
          <a:xfrm>
            <a:off x="765665" y="3496866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生成通用动态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</a:p>
        </p:txBody>
      </p:sp>
      <p:sp>
        <p:nvSpPr>
          <p:cNvPr id="102" name="text_212_Runtime Shape 获取">
            <a:extLst>
              <a:ext uri="{FF2B5EF4-FFF2-40B4-BE49-F238E27FC236}">
                <a16:creationId xmlns:a16="http://schemas.microsoft.com/office/drawing/2014/main" id="{E1C33AE0-D675-4CC5-BE8E-FE4652E9D65B}"/>
              </a:ext>
            </a:extLst>
          </p:cNvPr>
          <p:cNvSpPr>
            <a:spLocks noGrp="1"/>
          </p:cNvSpPr>
          <p:nvPr/>
        </p:nvSpPr>
        <p:spPr>
          <a:xfrm>
            <a:off x="629934" y="3739753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Shape 获取</a:t>
            </a:r>
          </a:p>
        </p:txBody>
      </p:sp>
      <p:sp>
        <p:nvSpPr>
          <p:cNvPr id="103" name="text_214_动态 Grid / Tile">
            <a:extLst>
              <a:ext uri="{FF2B5EF4-FFF2-40B4-BE49-F238E27FC236}">
                <a16:creationId xmlns:a16="http://schemas.microsoft.com/office/drawing/2014/main" id="{28411F6F-0040-4589-9D31-FDA75B7A35A2}"/>
              </a:ext>
            </a:extLst>
          </p:cNvPr>
          <p:cNvSpPr>
            <a:spLocks noGrp="1"/>
          </p:cNvSpPr>
          <p:nvPr/>
        </p:nvSpPr>
        <p:spPr>
          <a:xfrm>
            <a:off x="629934" y="3939778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Grid / Tile</a:t>
            </a:r>
          </a:p>
        </p:txBody>
      </p:sp>
      <p:sp>
        <p:nvSpPr>
          <p:cNvPr id="104" name="text_216_循环、边界判断与 mask">
            <a:extLst>
              <a:ext uri="{FF2B5EF4-FFF2-40B4-BE49-F238E27FC236}">
                <a16:creationId xmlns:a16="http://schemas.microsoft.com/office/drawing/2014/main" id="{D5B66578-2C61-4200-AE3F-42CF15FE165B}"/>
              </a:ext>
            </a:extLst>
          </p:cNvPr>
          <p:cNvSpPr>
            <a:spLocks noGrp="1"/>
          </p:cNvSpPr>
          <p:nvPr/>
        </p:nvSpPr>
        <p:spPr>
          <a:xfrm>
            <a:off x="629934" y="4139803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循环、边界判断与 mask</a:t>
            </a:r>
          </a:p>
        </p:txBody>
      </p:sp>
      <p:sp>
        <p:nvSpPr>
          <p:cNvPr id="105" name="text_218_3.">
            <a:extLst>
              <a:ext uri="{FF2B5EF4-FFF2-40B4-BE49-F238E27FC236}">
                <a16:creationId xmlns:a16="http://schemas.microsoft.com/office/drawing/2014/main" id="{37EF6108-C065-4868-8CD4-F7ED910A474A}"/>
              </a:ext>
            </a:extLst>
          </p:cNvPr>
          <p:cNvSpPr>
            <a:spLocks noGrp="1"/>
          </p:cNvSpPr>
          <p:nvPr/>
        </p:nvSpPr>
        <p:spPr>
          <a:xfrm>
            <a:off x="3020069" y="3511541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06" name="text_220_多 Shape 验证与初步选参">
            <a:extLst>
              <a:ext uri="{FF2B5EF4-FFF2-40B4-BE49-F238E27FC236}">
                <a16:creationId xmlns:a16="http://schemas.microsoft.com/office/drawing/2014/main" id="{31EA2450-70A9-46B0-9F65-7C34D80A0669}"/>
              </a:ext>
            </a:extLst>
          </p:cNvPr>
          <p:cNvSpPr>
            <a:spLocks noGrp="1"/>
          </p:cNvSpPr>
          <p:nvPr/>
        </p:nvSpPr>
        <p:spPr>
          <a:xfrm>
            <a:off x="3248669" y="3511541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Shape </a:t>
            </a: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验证与初步选参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_222_边界（最小 / 最大）、典型、随机">
            <a:extLst>
              <a:ext uri="{FF2B5EF4-FFF2-40B4-BE49-F238E27FC236}">
                <a16:creationId xmlns:a16="http://schemas.microsoft.com/office/drawing/2014/main" id="{074584D5-FAEF-4F50-91E8-6887BA3932DF}"/>
              </a:ext>
            </a:extLst>
          </p:cNvPr>
          <p:cNvSpPr>
            <a:spLocks noGrp="1"/>
          </p:cNvSpPr>
          <p:nvPr/>
        </p:nvSpPr>
        <p:spPr>
          <a:xfrm>
            <a:off x="3112939" y="3745599"/>
            <a:ext cx="1804469" cy="16599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边界（最小</a:t>
            </a:r>
            <a:r>
              <a:rPr sz="98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</a:t>
            </a:r>
            <a:r>
              <a:rPr sz="98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</a:t>
            </a: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典型、随机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224_验证正确性并进行初步性能调优">
            <a:extLst>
              <a:ext uri="{FF2B5EF4-FFF2-40B4-BE49-F238E27FC236}">
                <a16:creationId xmlns:a16="http://schemas.microsoft.com/office/drawing/2014/main" id="{24151443-9546-48D8-8384-BDD2E2435B7F}"/>
              </a:ext>
            </a:extLst>
          </p:cNvPr>
          <p:cNvSpPr>
            <a:spLocks noGrp="1"/>
          </p:cNvSpPr>
          <p:nvPr/>
        </p:nvSpPr>
        <p:spPr>
          <a:xfrm>
            <a:off x="3112939" y="3911591"/>
            <a:ext cx="1735013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验证正确性并进行初步性能调优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_258_1.">
            <a:extLst>
              <a:ext uri="{FF2B5EF4-FFF2-40B4-BE49-F238E27FC236}">
                <a16:creationId xmlns:a16="http://schemas.microsoft.com/office/drawing/2014/main" id="{49AEEBBE-062E-4D87-A5AD-F86720E9E66F}"/>
              </a:ext>
            </a:extLst>
          </p:cNvPr>
          <p:cNvSpPr>
            <a:spLocks noGrp="1"/>
          </p:cNvSpPr>
          <p:nvPr/>
        </p:nvSpPr>
        <p:spPr>
          <a:xfrm>
            <a:off x="5294376" y="1985963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127" name="text_260_构建搜索空间">
            <a:extLst>
              <a:ext uri="{FF2B5EF4-FFF2-40B4-BE49-F238E27FC236}">
                <a16:creationId xmlns:a16="http://schemas.microsoft.com/office/drawing/2014/main" id="{CF9AF2A1-F032-45B4-B198-4CE29DFCE225}"/>
              </a:ext>
            </a:extLst>
          </p:cNvPr>
          <p:cNvSpPr>
            <a:spLocks noGrp="1"/>
          </p:cNvSpPr>
          <p:nvPr/>
        </p:nvSpPr>
        <p:spPr>
          <a:xfrm>
            <a:off x="5522976" y="1985963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构建搜索空间</a:t>
            </a:r>
          </a:p>
        </p:txBody>
      </p:sp>
      <p:sp>
        <p:nvSpPr>
          <p:cNvPr id="128" name="text_262_根据 Kernel 结构与硬件特性生成候选参数">
            <a:extLst>
              <a:ext uri="{FF2B5EF4-FFF2-40B4-BE49-F238E27FC236}">
                <a16:creationId xmlns:a16="http://schemas.microsoft.com/office/drawing/2014/main" id="{A99859E0-A858-4016-9BD2-E4341059DC17}"/>
              </a:ext>
            </a:extLst>
          </p:cNvPr>
          <p:cNvSpPr>
            <a:spLocks noGrp="1"/>
          </p:cNvSpPr>
          <p:nvPr/>
        </p:nvSpPr>
        <p:spPr>
          <a:xfrm>
            <a:off x="5522976" y="2207419"/>
            <a:ext cx="258333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sz="10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结构与硬件特性生成候选参数</a:t>
            </a:r>
            <a:endParaRPr sz="1013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_264_BLOCK_M / BLOCK_N / num_">
            <a:extLst>
              <a:ext uri="{FF2B5EF4-FFF2-40B4-BE49-F238E27FC236}">
                <a16:creationId xmlns:a16="http://schemas.microsoft.com/office/drawing/2014/main" id="{52461D14-E2F9-4AB3-80B3-E128E73AFA66}"/>
              </a:ext>
            </a:extLst>
          </p:cNvPr>
          <p:cNvSpPr>
            <a:spLocks noGrp="1"/>
          </p:cNvSpPr>
          <p:nvPr/>
        </p:nvSpPr>
        <p:spPr>
          <a:xfrm>
            <a:off x="5522976" y="2421731"/>
            <a:ext cx="2971800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BLOCK_M / BLOCK_N / </a:t>
            </a:r>
            <a:r>
              <a:rPr sz="85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85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num_stages</a:t>
            </a: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…</a:t>
            </a:r>
          </a:p>
        </p:txBody>
      </p:sp>
      <p:sp>
        <p:nvSpPr>
          <p:cNvPr id="130" name="text_266_2.">
            <a:extLst>
              <a:ext uri="{FF2B5EF4-FFF2-40B4-BE49-F238E27FC236}">
                <a16:creationId xmlns:a16="http://schemas.microsoft.com/office/drawing/2014/main" id="{7E994B16-9876-45ED-A895-39C8E80D71D6}"/>
              </a:ext>
            </a:extLst>
          </p:cNvPr>
          <p:cNvSpPr>
            <a:spLocks noGrp="1"/>
          </p:cNvSpPr>
          <p:nvPr/>
        </p:nvSpPr>
        <p:spPr>
          <a:xfrm>
            <a:off x="5294376" y="2664619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131" name="text_268_分阶段搜索（Coarse → Fine）">
            <a:extLst>
              <a:ext uri="{FF2B5EF4-FFF2-40B4-BE49-F238E27FC236}">
                <a16:creationId xmlns:a16="http://schemas.microsoft.com/office/drawing/2014/main" id="{3211975A-5A65-4D50-8FFD-E40CAC08CB03}"/>
              </a:ext>
            </a:extLst>
          </p:cNvPr>
          <p:cNvSpPr>
            <a:spLocks noGrp="1"/>
          </p:cNvSpPr>
          <p:nvPr/>
        </p:nvSpPr>
        <p:spPr>
          <a:xfrm>
            <a:off x="5522976" y="2664619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分阶段搜索</a:t>
            </a:r>
            <a:endParaRPr sz="1181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object_269">
            <a:extLst>
              <a:ext uri="{FF2B5EF4-FFF2-40B4-BE49-F238E27FC236}">
                <a16:creationId xmlns:a16="http://schemas.microsoft.com/office/drawing/2014/main" id="{25C72980-2D68-4EA4-BB92-6B0A0F3AA774}"/>
              </a:ext>
            </a:extLst>
          </p:cNvPr>
          <p:cNvSpPr>
            <a:spLocks noGrp="1"/>
          </p:cNvSpPr>
          <p:nvPr/>
        </p:nvSpPr>
        <p:spPr>
          <a:xfrm>
            <a:off x="5387245" y="2957512"/>
            <a:ext cx="1371600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271_Coarse Search">
            <a:extLst>
              <a:ext uri="{FF2B5EF4-FFF2-40B4-BE49-F238E27FC236}">
                <a16:creationId xmlns:a16="http://schemas.microsoft.com/office/drawing/2014/main" id="{4909B9C1-0BA1-43EE-806D-F59BC1F7F006}"/>
              </a:ext>
            </a:extLst>
          </p:cNvPr>
          <p:cNvSpPr>
            <a:spLocks noGrp="1"/>
          </p:cNvSpPr>
          <p:nvPr/>
        </p:nvSpPr>
        <p:spPr>
          <a:xfrm>
            <a:off x="5437251" y="2993231"/>
            <a:ext cx="127158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Coarse Search</a:t>
            </a:r>
          </a:p>
        </p:txBody>
      </p:sp>
      <p:sp>
        <p:nvSpPr>
          <p:cNvPr id="134" name="text_273_代表 Shape，筛选 Top-K">
            <a:extLst>
              <a:ext uri="{FF2B5EF4-FFF2-40B4-BE49-F238E27FC236}">
                <a16:creationId xmlns:a16="http://schemas.microsoft.com/office/drawing/2014/main" id="{CF04C527-F63D-48B3-95A8-DB4BB53EE4A9}"/>
              </a:ext>
            </a:extLst>
          </p:cNvPr>
          <p:cNvSpPr>
            <a:spLocks noGrp="1"/>
          </p:cNvSpPr>
          <p:nvPr/>
        </p:nvSpPr>
        <p:spPr>
          <a:xfrm>
            <a:off x="5444395" y="3193257"/>
            <a:ext cx="1257300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4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 Shape，筛选 Top-K</a:t>
            </a:r>
          </a:p>
        </p:txBody>
      </p:sp>
      <p:sp>
        <p:nvSpPr>
          <p:cNvPr id="135" name="connector_274">
            <a:extLst>
              <a:ext uri="{FF2B5EF4-FFF2-40B4-BE49-F238E27FC236}">
                <a16:creationId xmlns:a16="http://schemas.microsoft.com/office/drawing/2014/main" id="{D34CDA66-5ECB-4B28-B4F3-EA041DF380DD}"/>
              </a:ext>
            </a:extLst>
          </p:cNvPr>
          <p:cNvSpPr>
            <a:spLocks noGrp="1"/>
          </p:cNvSpPr>
          <p:nvPr/>
        </p:nvSpPr>
        <p:spPr>
          <a:xfrm>
            <a:off x="6808852" y="3178969"/>
            <a:ext cx="164306" cy="14288"/>
          </a:xfrm>
          <a:custGeom>
            <a:avLst/>
            <a:gdLst/>
            <a:ahLst/>
            <a:cxnLst/>
            <a:rect l="0" t="0" r="0" b="0"/>
            <a:pathLst>
              <a:path w="219075" h="19050">
                <a:moveTo>
                  <a:pt x="9525" y="9525"/>
                </a:moveTo>
                <a:lnTo>
                  <a:pt x="2095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6" name="connector_275">
            <a:extLst>
              <a:ext uri="{FF2B5EF4-FFF2-40B4-BE49-F238E27FC236}">
                <a16:creationId xmlns:a16="http://schemas.microsoft.com/office/drawing/2014/main" id="{9B29A3C1-3C73-400B-B1D5-63ECAC1C9AD4}"/>
              </a:ext>
            </a:extLst>
          </p:cNvPr>
          <p:cNvSpPr>
            <a:spLocks noGrp="1"/>
          </p:cNvSpPr>
          <p:nvPr/>
        </p:nvSpPr>
        <p:spPr>
          <a:xfrm>
            <a:off x="6914986" y="315499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object_276">
            <a:extLst>
              <a:ext uri="{FF2B5EF4-FFF2-40B4-BE49-F238E27FC236}">
                <a16:creationId xmlns:a16="http://schemas.microsoft.com/office/drawing/2014/main" id="{56FB3406-C5F7-482E-A051-6B541C464980}"/>
              </a:ext>
            </a:extLst>
          </p:cNvPr>
          <p:cNvSpPr>
            <a:spLocks noGrp="1"/>
          </p:cNvSpPr>
          <p:nvPr/>
        </p:nvSpPr>
        <p:spPr>
          <a:xfrm>
            <a:off x="7030308" y="2957512"/>
            <a:ext cx="1450181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8" name="text_278_Fine Search">
            <a:extLst>
              <a:ext uri="{FF2B5EF4-FFF2-40B4-BE49-F238E27FC236}">
                <a16:creationId xmlns:a16="http://schemas.microsoft.com/office/drawing/2014/main" id="{3C6368BE-9871-432D-BFC8-DB65AE9C3243}"/>
              </a:ext>
            </a:extLst>
          </p:cNvPr>
          <p:cNvSpPr>
            <a:spLocks noGrp="1"/>
          </p:cNvSpPr>
          <p:nvPr/>
        </p:nvSpPr>
        <p:spPr>
          <a:xfrm>
            <a:off x="7080314" y="2993231"/>
            <a:ext cx="135016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 Search</a:t>
            </a:r>
          </a:p>
        </p:txBody>
      </p:sp>
      <p:sp>
        <p:nvSpPr>
          <p:cNvPr id="139" name="text_280_完整 Shape，精细调优">
            <a:extLst>
              <a:ext uri="{FF2B5EF4-FFF2-40B4-BE49-F238E27FC236}">
                <a16:creationId xmlns:a16="http://schemas.microsoft.com/office/drawing/2014/main" id="{DEE45A29-F847-42A4-B558-C11240A9D1E8}"/>
              </a:ext>
            </a:extLst>
          </p:cNvPr>
          <p:cNvSpPr>
            <a:spLocks noGrp="1"/>
          </p:cNvSpPr>
          <p:nvPr/>
        </p:nvSpPr>
        <p:spPr>
          <a:xfrm>
            <a:off x="7087458" y="3193257"/>
            <a:ext cx="133588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4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 Shape，精细调优</a:t>
            </a:r>
          </a:p>
        </p:txBody>
      </p:sp>
      <p:sp>
        <p:nvSpPr>
          <p:cNvPr id="140" name="text_282_3.">
            <a:extLst>
              <a:ext uri="{FF2B5EF4-FFF2-40B4-BE49-F238E27FC236}">
                <a16:creationId xmlns:a16="http://schemas.microsoft.com/office/drawing/2014/main" id="{B6B294B7-5A7A-4FA4-8020-177BD1E19B9D}"/>
              </a:ext>
            </a:extLst>
          </p:cNvPr>
          <p:cNvSpPr>
            <a:spLocks noGrp="1"/>
          </p:cNvSpPr>
          <p:nvPr/>
        </p:nvSpPr>
        <p:spPr>
          <a:xfrm>
            <a:off x="5294376" y="3507582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41" name="text_284_生成 Shape → Config 映射">
            <a:extLst>
              <a:ext uri="{FF2B5EF4-FFF2-40B4-BE49-F238E27FC236}">
                <a16:creationId xmlns:a16="http://schemas.microsoft.com/office/drawing/2014/main" id="{DFC8ED8D-B112-4A63-8A32-2F5076372A3C}"/>
              </a:ext>
            </a:extLst>
          </p:cNvPr>
          <p:cNvSpPr>
            <a:spLocks noGrp="1"/>
          </p:cNvSpPr>
          <p:nvPr/>
        </p:nvSpPr>
        <p:spPr>
          <a:xfrm>
            <a:off x="5522976" y="3507582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 Shape → Config 映射</a:t>
            </a:r>
          </a:p>
        </p:txBody>
      </p:sp>
      <p:graphicFrame>
        <p:nvGraphicFramePr>
          <p:cNvPr id="290" name="表格 289"/>
          <p:cNvGraphicFramePr/>
          <p:nvPr>
            <p:extLst>
              <p:ext uri="{D42A27DB-BD31-4B8C-83A1-F6EECF244321}">
                <p14:modId xmlns:p14="http://schemas.microsoft.com/office/powerpoint/2010/main" val="3820964361"/>
              </p:ext>
            </p:extLst>
          </p:nvPr>
        </p:nvGraphicFramePr>
        <p:xfrm>
          <a:off x="5380101" y="3786188"/>
          <a:ext cx="3100388" cy="1057275"/>
        </p:xfrm>
        <a:graphic>
          <a:graphicData uri="http://schemas.openxmlformats.org/drawingml/2006/table">
            <a:tbl>
              <a:tblPr/>
              <a:tblGrid>
                <a:gridCol w="1550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 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最优 Config（示例）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Small [1, 64]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(64, 64, 4, 2)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Medium (64, 512]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(128, 64, 4, 3)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Large (512, 2048]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(256, 128, 8, 3)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&gt; 2048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(256, 256, 8, 4)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text_286_4.">
            <a:extLst>
              <a:ext uri="{FF2B5EF4-FFF2-40B4-BE49-F238E27FC236}">
                <a16:creationId xmlns:a16="http://schemas.microsoft.com/office/drawing/2014/main" id="{3D008CD0-EBDC-403C-A855-7A0374C1A000}"/>
              </a:ext>
            </a:extLst>
          </p:cNvPr>
          <p:cNvSpPr>
            <a:spLocks noGrp="1"/>
          </p:cNvSpPr>
          <p:nvPr/>
        </p:nvSpPr>
        <p:spPr>
          <a:xfrm>
            <a:off x="5294376" y="4936332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144" name="text_288_冻结与验证（Freeze &amp; Verify）">
            <a:extLst>
              <a:ext uri="{FF2B5EF4-FFF2-40B4-BE49-F238E27FC236}">
                <a16:creationId xmlns:a16="http://schemas.microsoft.com/office/drawing/2014/main" id="{A7B8C1E9-1DC6-4120-84AC-B8EC40B6F296}"/>
              </a:ext>
            </a:extLst>
          </p:cNvPr>
          <p:cNvSpPr>
            <a:spLocks noGrp="1"/>
          </p:cNvSpPr>
          <p:nvPr/>
        </p:nvSpPr>
        <p:spPr>
          <a:xfrm>
            <a:off x="5522976" y="4936332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冻结与验证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90_全量验证 → 冻结配置 → 导出部署">
            <a:extLst>
              <a:ext uri="{FF2B5EF4-FFF2-40B4-BE49-F238E27FC236}">
                <a16:creationId xmlns:a16="http://schemas.microsoft.com/office/drawing/2014/main" id="{6C52116D-2781-432F-8581-AE7179ADDF97}"/>
              </a:ext>
            </a:extLst>
          </p:cNvPr>
          <p:cNvSpPr>
            <a:spLocks noGrp="1"/>
          </p:cNvSpPr>
          <p:nvPr/>
        </p:nvSpPr>
        <p:spPr>
          <a:xfrm>
            <a:off x="5515833" y="5172075"/>
            <a:ext cx="218978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全量验证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冻结配置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导出部署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292_V1 保证正确运行，V2 实现自动选参；下一步扩">
            <a:extLst>
              <a:ext uri="{FF2B5EF4-FFF2-40B4-BE49-F238E27FC236}">
                <a16:creationId xmlns:a16="http://schemas.microsoft.com/office/drawing/2014/main" id="{5AECF2F4-014A-4CAB-A37C-4E81A168C78A}"/>
              </a:ext>
            </a:extLst>
          </p:cNvPr>
          <p:cNvSpPr>
            <a:spLocks noGrp="1"/>
          </p:cNvSpPr>
          <p:nvPr/>
        </p:nvSpPr>
        <p:spPr>
          <a:xfrm>
            <a:off x="581909" y="6117135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 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实现动态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正确开发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，V2 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实现自动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选参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，最终结构单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kernel+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多组</a:t>
            </a:r>
            <a:r>
              <a:rPr lang="en-US" altLang="zh-CN"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044926" y="1475714"/>
            <a:ext cx="9584" cy="408051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2DDB61A-1A0B-49B2-B7A1-B4A52AFC15D7}"/>
              </a:ext>
            </a:extLst>
          </p:cNvPr>
          <p:cNvGrpSpPr/>
          <p:nvPr/>
        </p:nvGrpSpPr>
        <p:grpSpPr>
          <a:xfrm>
            <a:off x="498859" y="4424472"/>
            <a:ext cx="3402993" cy="300082"/>
            <a:chOff x="522750" y="1923394"/>
            <a:chExt cx="4537324" cy="400108"/>
          </a:xfrm>
        </p:grpSpPr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810480A-88E6-4BD4-B169-5940E6777A5D}"/>
                </a:ext>
              </a:extLst>
            </p:cNvPr>
            <p:cNvSpPr txBox="1"/>
            <p:nvPr/>
          </p:nvSpPr>
          <p:spPr>
            <a:xfrm>
              <a:off x="666750" y="1923394"/>
              <a:ext cx="4393324" cy="400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主要实现动态</a:t>
              </a:r>
              <a:r>
                <a:rPr lang="en-US" altLang="zh-CN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shape</a:t>
              </a:r>
              <a:r>
                <a:rPr lang="zh-CN" alt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下</a:t>
              </a:r>
              <a:r>
                <a:rPr lang="en-US" altLang="zh-CN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kernel</a:t>
              </a:r>
              <a:r>
                <a:rPr lang="zh-CN" altLang="en-US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的开发功能</a:t>
              </a:r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02BEC462-C7B8-4D2F-8750-789C4658286B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3" name="text_230_大量 Shape × Config 组合">
            <a:extLst>
              <a:ext uri="{FF2B5EF4-FFF2-40B4-BE49-F238E27FC236}">
                <a16:creationId xmlns:a16="http://schemas.microsoft.com/office/drawing/2014/main" id="{122B8094-8A25-405A-B2A1-AADD18371046}"/>
              </a:ext>
            </a:extLst>
          </p:cNvPr>
          <p:cNvSpPr>
            <a:spLocks noGrp="1"/>
          </p:cNvSpPr>
          <p:nvPr/>
        </p:nvSpPr>
        <p:spPr>
          <a:xfrm>
            <a:off x="581910" y="4990297"/>
            <a:ext cx="205025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大量</a:t>
            </a:r>
            <a:r>
              <a:rPr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× </a:t>
            </a: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</a:t>
            </a:r>
            <a:r>
              <a:rPr lang="zh-CN" altLang="en-US"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，搜索空间大</a:t>
            </a:r>
            <a:endParaRPr sz="1041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_243_选哪个 Shape 作为代表？">
            <a:extLst>
              <a:ext uri="{FF2B5EF4-FFF2-40B4-BE49-F238E27FC236}">
                <a16:creationId xmlns:a16="http://schemas.microsoft.com/office/drawing/2014/main" id="{1ADCC548-47E7-415E-9547-A65A4389265E}"/>
              </a:ext>
            </a:extLst>
          </p:cNvPr>
          <p:cNvSpPr>
            <a:spLocks noGrp="1"/>
          </p:cNvSpPr>
          <p:nvPr/>
        </p:nvSpPr>
        <p:spPr>
          <a:xfrm>
            <a:off x="603244" y="5208773"/>
            <a:ext cx="2050256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搜索过程依赖大模型，没有设计统一，合理的搜索过程。</a:t>
            </a:r>
            <a:endParaRPr sz="1069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_220_多 Shape 验证与初步选参">
            <a:extLst>
              <a:ext uri="{FF2B5EF4-FFF2-40B4-BE49-F238E27FC236}">
                <a16:creationId xmlns:a16="http://schemas.microsoft.com/office/drawing/2014/main" id="{31EA2450-70A9-46B0-9F65-7C34D80A0669}"/>
              </a:ext>
            </a:extLst>
          </p:cNvPr>
          <p:cNvSpPr>
            <a:spLocks noGrp="1"/>
          </p:cNvSpPr>
          <p:nvPr/>
        </p:nvSpPr>
        <p:spPr>
          <a:xfrm>
            <a:off x="611126" y="4807744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仍存在问题：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直接箭头连接符 147"/>
          <p:cNvCxnSpPr>
            <a:stCxn id="96" idx="2"/>
          </p:cNvCxnSpPr>
          <p:nvPr/>
        </p:nvCxnSpPr>
        <p:spPr>
          <a:xfrm>
            <a:off x="3986727" y="2530569"/>
            <a:ext cx="0" cy="4194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_262_根据 Kernel 结构与硬件特性生成候选参数">
            <a:extLst>
              <a:ext uri="{FF2B5EF4-FFF2-40B4-BE49-F238E27FC236}">
                <a16:creationId xmlns:a16="http://schemas.microsoft.com/office/drawing/2014/main" id="{A99859E0-A858-4016-9BD2-E4341059DC17}"/>
              </a:ext>
            </a:extLst>
          </p:cNvPr>
          <p:cNvSpPr>
            <a:spLocks noGrp="1"/>
          </p:cNvSpPr>
          <p:nvPr/>
        </p:nvSpPr>
        <p:spPr>
          <a:xfrm>
            <a:off x="4051591" y="2645326"/>
            <a:ext cx="76850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转换为动态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3904216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57C07-7925-4B7F-828A-EECD15DB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V3 多 Kernel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结构适配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295_V2 的局限">
            <a:extLst>
              <a:ext uri="{FF2B5EF4-FFF2-40B4-BE49-F238E27FC236}">
                <a16:creationId xmlns:a16="http://schemas.microsoft.com/office/drawing/2014/main" id="{CEFFAD14-6659-4C80-BDA6-334B5FF8C0F8}"/>
              </a:ext>
            </a:extLst>
          </p:cNvPr>
          <p:cNvSpPr>
            <a:spLocks noGrp="1"/>
          </p:cNvSpPr>
          <p:nvPr/>
        </p:nvSpPr>
        <p:spPr>
          <a:xfrm>
            <a:off x="575072" y="1514475"/>
            <a:ext cx="19002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V2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的局限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296">
            <a:extLst>
              <a:ext uri="{FF2B5EF4-FFF2-40B4-BE49-F238E27FC236}">
                <a16:creationId xmlns:a16="http://schemas.microsoft.com/office/drawing/2014/main" id="{DC934BDC-5025-4C69-AFA3-E2A422F0F9F6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299_V3 的核心方法">
            <a:extLst>
              <a:ext uri="{FF2B5EF4-FFF2-40B4-BE49-F238E27FC236}">
                <a16:creationId xmlns:a16="http://schemas.microsoft.com/office/drawing/2014/main" id="{900DC6EC-2D9F-46B8-B9E4-4A6AC3C72334}"/>
              </a:ext>
            </a:extLst>
          </p:cNvPr>
          <p:cNvSpPr>
            <a:spLocks noGrp="1"/>
          </p:cNvSpPr>
          <p:nvPr/>
        </p:nvSpPr>
        <p:spPr>
          <a:xfrm>
            <a:off x="3071813" y="1521619"/>
            <a:ext cx="5293519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V3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的核心方法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00">
            <a:extLst>
              <a:ext uri="{FF2B5EF4-FFF2-40B4-BE49-F238E27FC236}">
                <a16:creationId xmlns:a16="http://schemas.microsoft.com/office/drawing/2014/main" id="{0E9A3169-63FD-440A-A71D-4A17CBD67ED2}"/>
              </a:ext>
            </a:extLst>
          </p:cNvPr>
          <p:cNvSpPr>
            <a:spLocks noGrp="1"/>
          </p:cNvSpPr>
          <p:nvPr/>
        </p:nvSpPr>
        <p:spPr>
          <a:xfrm>
            <a:off x="3028950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49" name="text_344_不同 Shape 的计算特征差异大">
            <a:extLst>
              <a:ext uri="{FF2B5EF4-FFF2-40B4-BE49-F238E27FC236}">
                <a16:creationId xmlns:a16="http://schemas.microsoft.com/office/drawing/2014/main" id="{27E79BCA-3192-4F7A-9C12-89A4E0087874}"/>
              </a:ext>
            </a:extLst>
          </p:cNvPr>
          <p:cNvSpPr>
            <a:spLocks noGrp="1"/>
          </p:cNvSpPr>
          <p:nvPr/>
        </p:nvSpPr>
        <p:spPr>
          <a:xfrm>
            <a:off x="535782" y="2130018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sz="115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的计算特征差异大</a:t>
            </a:r>
            <a:endParaRPr sz="115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_346_单一 Kernel 难以兼顾所有场景">
            <a:extLst>
              <a:ext uri="{FF2B5EF4-FFF2-40B4-BE49-F238E27FC236}">
                <a16:creationId xmlns:a16="http://schemas.microsoft.com/office/drawing/2014/main" id="{5A510872-5AEF-483A-88DD-29117C82A70D}"/>
              </a:ext>
            </a:extLst>
          </p:cNvPr>
          <p:cNvSpPr>
            <a:spLocks noGrp="1"/>
          </p:cNvSpPr>
          <p:nvPr/>
        </p:nvSpPr>
        <p:spPr>
          <a:xfrm>
            <a:off x="535782" y="2458630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单一 Kernel 难以兼顾所有场景</a:t>
            </a:r>
          </a:p>
        </p:txBody>
      </p:sp>
      <p:sp>
        <p:nvSpPr>
          <p:cNvPr id="51" name="text_348_仅优化参数仍可能性能不佳">
            <a:extLst>
              <a:ext uri="{FF2B5EF4-FFF2-40B4-BE49-F238E27FC236}">
                <a16:creationId xmlns:a16="http://schemas.microsoft.com/office/drawing/2014/main" id="{32089837-0505-41EB-812F-C702F99D5A6C}"/>
              </a:ext>
            </a:extLst>
          </p:cNvPr>
          <p:cNvSpPr>
            <a:spLocks noGrp="1"/>
          </p:cNvSpPr>
          <p:nvPr/>
        </p:nvSpPr>
        <p:spPr>
          <a:xfrm>
            <a:off x="535782" y="2787243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仅优化参数仍可能性能不佳</a:t>
            </a:r>
            <a:endParaRPr sz="115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350_多 Kernel Family&#10;结合独立参数搜索">
            <a:extLst>
              <a:ext uri="{FF2B5EF4-FFF2-40B4-BE49-F238E27FC236}">
                <a16:creationId xmlns:a16="http://schemas.microsoft.com/office/drawing/2014/main" id="{FDD829D4-B200-4D37-939D-EA9D39F30433}"/>
              </a:ext>
            </a:extLst>
          </p:cNvPr>
          <p:cNvSpPr>
            <a:spLocks noGrp="1"/>
          </p:cNvSpPr>
          <p:nvPr/>
        </p:nvSpPr>
        <p:spPr>
          <a:xfrm>
            <a:off x="914461" y="3402246"/>
            <a:ext cx="1874315" cy="4643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406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Family</a:t>
            </a:r>
          </a:p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结合独立参数搜索</a:t>
            </a:r>
            <a:endParaRPr sz="1406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352_围绕 Shape 特征生成少量 Family">
            <a:extLst>
              <a:ext uri="{FF2B5EF4-FFF2-40B4-BE49-F238E27FC236}">
                <a16:creationId xmlns:a16="http://schemas.microsoft.com/office/drawing/2014/main" id="{7D3329EF-C516-4C48-9700-8D121BDFBD34}"/>
              </a:ext>
            </a:extLst>
          </p:cNvPr>
          <p:cNvSpPr>
            <a:spLocks noGrp="1"/>
          </p:cNvSpPr>
          <p:nvPr/>
        </p:nvSpPr>
        <p:spPr>
          <a:xfrm>
            <a:off x="619344" y="4246733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围绕</a:t>
            </a: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特征生成少量</a:t>
            </a: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Family</a:t>
            </a:r>
          </a:p>
        </p:txBody>
      </p:sp>
      <p:sp>
        <p:nvSpPr>
          <p:cNvPr id="54" name="text_354_各 Family 采用不同计算与调度结构">
            <a:extLst>
              <a:ext uri="{FF2B5EF4-FFF2-40B4-BE49-F238E27FC236}">
                <a16:creationId xmlns:a16="http://schemas.microsoft.com/office/drawing/2014/main" id="{1AE16A3D-E81E-4B8C-AE47-E836CDB57162}"/>
              </a:ext>
            </a:extLst>
          </p:cNvPr>
          <p:cNvSpPr>
            <a:spLocks noGrp="1"/>
          </p:cNvSpPr>
          <p:nvPr/>
        </p:nvSpPr>
        <p:spPr>
          <a:xfrm>
            <a:off x="619344" y="4511052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 Family </a:t>
            </a: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采用不同计算与调度结构</a:t>
            </a:r>
            <a:endParaRPr sz="1097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356_分别维护独立参数搜索空间">
            <a:extLst>
              <a:ext uri="{FF2B5EF4-FFF2-40B4-BE49-F238E27FC236}">
                <a16:creationId xmlns:a16="http://schemas.microsoft.com/office/drawing/2014/main" id="{90DCB5FC-0663-4F25-9464-F61D7C00E744}"/>
              </a:ext>
            </a:extLst>
          </p:cNvPr>
          <p:cNvSpPr>
            <a:spLocks noGrp="1"/>
          </p:cNvSpPr>
          <p:nvPr/>
        </p:nvSpPr>
        <p:spPr>
          <a:xfrm>
            <a:off x="619344" y="4775370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分别维护独立参数搜索空间</a:t>
            </a:r>
          </a:p>
        </p:txBody>
      </p:sp>
      <p:sp>
        <p:nvSpPr>
          <p:cNvPr id="58" name="object_360">
            <a:extLst>
              <a:ext uri="{FF2B5EF4-FFF2-40B4-BE49-F238E27FC236}">
                <a16:creationId xmlns:a16="http://schemas.microsoft.com/office/drawing/2014/main" id="{3B2A05E9-FC8B-4327-A2B6-83D281205B26}"/>
              </a:ext>
            </a:extLst>
          </p:cNvPr>
          <p:cNvSpPr>
            <a:spLocks noGrp="1"/>
          </p:cNvSpPr>
          <p:nvPr/>
        </p:nvSpPr>
        <p:spPr>
          <a:xfrm>
            <a:off x="3036094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59" name="text_362_运行时 Shape">
            <a:extLst>
              <a:ext uri="{FF2B5EF4-FFF2-40B4-BE49-F238E27FC236}">
                <a16:creationId xmlns:a16="http://schemas.microsoft.com/office/drawing/2014/main" id="{B5ADBC05-E5AD-46C6-A3F9-5B898A422ED1}"/>
              </a:ext>
            </a:extLst>
          </p:cNvPr>
          <p:cNvSpPr>
            <a:spLocks noGrp="1"/>
          </p:cNvSpPr>
          <p:nvPr/>
        </p:nvSpPr>
        <p:spPr>
          <a:xfrm>
            <a:off x="3086100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运行</a:t>
            </a:r>
            <a:r>
              <a:rPr lang="zh-CN" altLang="en-US"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60" name="connector_363">
            <a:extLst>
              <a:ext uri="{FF2B5EF4-FFF2-40B4-BE49-F238E27FC236}">
                <a16:creationId xmlns:a16="http://schemas.microsoft.com/office/drawing/2014/main" id="{F93FE7A0-91F0-49F5-90DC-8A77D18381DD}"/>
              </a:ext>
            </a:extLst>
          </p:cNvPr>
          <p:cNvSpPr>
            <a:spLocks noGrp="1"/>
          </p:cNvSpPr>
          <p:nvPr/>
        </p:nvSpPr>
        <p:spPr>
          <a:xfrm>
            <a:off x="4314825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1" name="connector_364">
            <a:extLst>
              <a:ext uri="{FF2B5EF4-FFF2-40B4-BE49-F238E27FC236}">
                <a16:creationId xmlns:a16="http://schemas.microsoft.com/office/drawing/2014/main" id="{C2ECBE81-CB38-4C3D-994C-9B3490DFBF4C}"/>
              </a:ext>
            </a:extLst>
          </p:cNvPr>
          <p:cNvSpPr>
            <a:spLocks noGrp="1"/>
          </p:cNvSpPr>
          <p:nvPr/>
        </p:nvSpPr>
        <p:spPr>
          <a:xfrm>
            <a:off x="4463822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2" name="object_365">
            <a:extLst>
              <a:ext uri="{FF2B5EF4-FFF2-40B4-BE49-F238E27FC236}">
                <a16:creationId xmlns:a16="http://schemas.microsoft.com/office/drawing/2014/main" id="{2D3CB6F4-DE3A-41F7-A34D-12A93793A063}"/>
              </a:ext>
            </a:extLst>
          </p:cNvPr>
          <p:cNvSpPr>
            <a:spLocks noGrp="1"/>
          </p:cNvSpPr>
          <p:nvPr/>
        </p:nvSpPr>
        <p:spPr>
          <a:xfrm>
            <a:off x="4557713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3" name="text_367_Kernel Family">
            <a:extLst>
              <a:ext uri="{FF2B5EF4-FFF2-40B4-BE49-F238E27FC236}">
                <a16:creationId xmlns:a16="http://schemas.microsoft.com/office/drawing/2014/main" id="{950C4202-B5D6-4350-B146-5F3F08881325}"/>
              </a:ext>
            </a:extLst>
          </p:cNvPr>
          <p:cNvSpPr>
            <a:spLocks noGrp="1"/>
          </p:cNvSpPr>
          <p:nvPr/>
        </p:nvSpPr>
        <p:spPr>
          <a:xfrm>
            <a:off x="4607719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</a:t>
            </a:r>
          </a:p>
        </p:txBody>
      </p:sp>
      <p:sp>
        <p:nvSpPr>
          <p:cNvPr id="64" name="connector_368">
            <a:extLst>
              <a:ext uri="{FF2B5EF4-FFF2-40B4-BE49-F238E27FC236}">
                <a16:creationId xmlns:a16="http://schemas.microsoft.com/office/drawing/2014/main" id="{89F3D0EA-E069-42BE-A55A-4D3ACA8CBDCF}"/>
              </a:ext>
            </a:extLst>
          </p:cNvPr>
          <p:cNvSpPr>
            <a:spLocks noGrp="1"/>
          </p:cNvSpPr>
          <p:nvPr/>
        </p:nvSpPr>
        <p:spPr>
          <a:xfrm>
            <a:off x="5836444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5" name="connector_369">
            <a:extLst>
              <a:ext uri="{FF2B5EF4-FFF2-40B4-BE49-F238E27FC236}">
                <a16:creationId xmlns:a16="http://schemas.microsoft.com/office/drawing/2014/main" id="{CF306F36-A6FE-4BA2-A301-F11BACE44CC5}"/>
              </a:ext>
            </a:extLst>
          </p:cNvPr>
          <p:cNvSpPr>
            <a:spLocks noGrp="1"/>
          </p:cNvSpPr>
          <p:nvPr/>
        </p:nvSpPr>
        <p:spPr>
          <a:xfrm>
            <a:off x="5985441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object_370">
            <a:extLst>
              <a:ext uri="{FF2B5EF4-FFF2-40B4-BE49-F238E27FC236}">
                <a16:creationId xmlns:a16="http://schemas.microsoft.com/office/drawing/2014/main" id="{4E1F0CC5-16F2-4BAB-8C3F-026143F3289B}"/>
              </a:ext>
            </a:extLst>
          </p:cNvPr>
          <p:cNvSpPr>
            <a:spLocks noGrp="1"/>
          </p:cNvSpPr>
          <p:nvPr/>
        </p:nvSpPr>
        <p:spPr>
          <a:xfrm>
            <a:off x="6079331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7" name="text_372_Config 搜索">
            <a:extLst>
              <a:ext uri="{FF2B5EF4-FFF2-40B4-BE49-F238E27FC236}">
                <a16:creationId xmlns:a16="http://schemas.microsoft.com/office/drawing/2014/main" id="{09A93E00-D6B3-4177-9CDF-F8945124B3BA}"/>
              </a:ext>
            </a:extLst>
          </p:cNvPr>
          <p:cNvSpPr>
            <a:spLocks noGrp="1"/>
          </p:cNvSpPr>
          <p:nvPr/>
        </p:nvSpPr>
        <p:spPr>
          <a:xfrm>
            <a:off x="6129337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搜索</a:t>
            </a:r>
          </a:p>
        </p:txBody>
      </p:sp>
      <p:sp>
        <p:nvSpPr>
          <p:cNvPr id="68" name="connector_373">
            <a:extLst>
              <a:ext uri="{FF2B5EF4-FFF2-40B4-BE49-F238E27FC236}">
                <a16:creationId xmlns:a16="http://schemas.microsoft.com/office/drawing/2014/main" id="{6032665F-875C-463D-BE78-E982D24D1695}"/>
              </a:ext>
            </a:extLst>
          </p:cNvPr>
          <p:cNvSpPr>
            <a:spLocks noGrp="1"/>
          </p:cNvSpPr>
          <p:nvPr/>
        </p:nvSpPr>
        <p:spPr>
          <a:xfrm>
            <a:off x="7358063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9" name="connector_374">
            <a:extLst>
              <a:ext uri="{FF2B5EF4-FFF2-40B4-BE49-F238E27FC236}">
                <a16:creationId xmlns:a16="http://schemas.microsoft.com/office/drawing/2014/main" id="{DCF4372A-D875-4694-A9C0-0A25D7F1E735}"/>
              </a:ext>
            </a:extLst>
          </p:cNvPr>
          <p:cNvSpPr>
            <a:spLocks noGrp="1"/>
          </p:cNvSpPr>
          <p:nvPr/>
        </p:nvSpPr>
        <p:spPr>
          <a:xfrm>
            <a:off x="7507060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0" name="object_375">
            <a:extLst>
              <a:ext uri="{FF2B5EF4-FFF2-40B4-BE49-F238E27FC236}">
                <a16:creationId xmlns:a16="http://schemas.microsoft.com/office/drawing/2014/main" id="{CF9D5C75-F709-46BF-9CC0-EB556F9E6188}"/>
              </a:ext>
            </a:extLst>
          </p:cNvPr>
          <p:cNvSpPr>
            <a:spLocks noGrp="1"/>
          </p:cNvSpPr>
          <p:nvPr/>
        </p:nvSpPr>
        <p:spPr>
          <a:xfrm>
            <a:off x="7600950" y="1985963"/>
            <a:ext cx="1057275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1" name="text_377_执行组合">
            <a:extLst>
              <a:ext uri="{FF2B5EF4-FFF2-40B4-BE49-F238E27FC236}">
                <a16:creationId xmlns:a16="http://schemas.microsoft.com/office/drawing/2014/main" id="{82C8F9CF-4940-4F99-9C35-F5D250D162FD}"/>
              </a:ext>
            </a:extLst>
          </p:cNvPr>
          <p:cNvSpPr>
            <a:spLocks noGrp="1"/>
          </p:cNvSpPr>
          <p:nvPr/>
        </p:nvSpPr>
        <p:spPr>
          <a:xfrm>
            <a:off x="7650956" y="2021682"/>
            <a:ext cx="957263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执行组合</a:t>
            </a:r>
          </a:p>
        </p:txBody>
      </p:sp>
      <p:sp>
        <p:nvSpPr>
          <p:cNvPr id="72" name="text_379_依据 Shape 特征选择计算结构，再搜索对应的">
            <a:extLst>
              <a:ext uri="{FF2B5EF4-FFF2-40B4-BE49-F238E27FC236}">
                <a16:creationId xmlns:a16="http://schemas.microsoft.com/office/drawing/2014/main" id="{31F6F557-51F8-4749-A5CE-0B441D4642E1}"/>
              </a:ext>
            </a:extLst>
          </p:cNvPr>
          <p:cNvSpPr>
            <a:spLocks noGrp="1"/>
          </p:cNvSpPr>
          <p:nvPr/>
        </p:nvSpPr>
        <p:spPr>
          <a:xfrm>
            <a:off x="3036094" y="2614613"/>
            <a:ext cx="56364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依据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特征选择计算结构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进入不同的优化，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再搜索对应的参数配置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381_Small-Shape Kernel">
            <a:extLst>
              <a:ext uri="{FF2B5EF4-FFF2-40B4-BE49-F238E27FC236}">
                <a16:creationId xmlns:a16="http://schemas.microsoft.com/office/drawing/2014/main" id="{B988D9F9-DC1B-49AB-9F7A-486595F0C1EB}"/>
              </a:ext>
            </a:extLst>
          </p:cNvPr>
          <p:cNvSpPr>
            <a:spLocks noGrp="1"/>
          </p:cNvSpPr>
          <p:nvPr/>
        </p:nvSpPr>
        <p:spPr>
          <a:xfrm>
            <a:off x="3071813" y="3050381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Small-Shape Kernel</a:t>
            </a:r>
          </a:p>
        </p:txBody>
      </p:sp>
      <p:sp>
        <p:nvSpPr>
          <p:cNvPr id="74" name="text_383_小尺寸 Shape">
            <a:extLst>
              <a:ext uri="{FF2B5EF4-FFF2-40B4-BE49-F238E27FC236}">
                <a16:creationId xmlns:a16="http://schemas.microsoft.com/office/drawing/2014/main" id="{5550D00F-F27D-40E6-B1FC-3C03D839793D}"/>
              </a:ext>
            </a:extLst>
          </p:cNvPr>
          <p:cNvSpPr>
            <a:spLocks noGrp="1"/>
          </p:cNvSpPr>
          <p:nvPr/>
        </p:nvSpPr>
        <p:spPr>
          <a:xfrm>
            <a:off x="5050632" y="3050381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 Shape</a:t>
            </a:r>
          </a:p>
        </p:txBody>
      </p:sp>
      <p:sp>
        <p:nvSpPr>
          <p:cNvPr id="75" name="text_385_轻量级调度，降低资源占用">
            <a:extLst>
              <a:ext uri="{FF2B5EF4-FFF2-40B4-BE49-F238E27FC236}">
                <a16:creationId xmlns:a16="http://schemas.microsoft.com/office/drawing/2014/main" id="{AC7656CA-50CF-46DC-8669-768D2CB36093}"/>
              </a:ext>
            </a:extLst>
          </p:cNvPr>
          <p:cNvSpPr>
            <a:spLocks noGrp="1"/>
          </p:cNvSpPr>
          <p:nvPr/>
        </p:nvSpPr>
        <p:spPr>
          <a:xfrm>
            <a:off x="5050632" y="3293269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轻量级调度，降低资源占用</a:t>
            </a:r>
          </a:p>
        </p:txBody>
      </p:sp>
      <p:sp>
        <p:nvSpPr>
          <p:cNvPr id="76" name="connector_386">
            <a:extLst>
              <a:ext uri="{FF2B5EF4-FFF2-40B4-BE49-F238E27FC236}">
                <a16:creationId xmlns:a16="http://schemas.microsoft.com/office/drawing/2014/main" id="{65319085-F182-489C-8144-92C4F2D65D59}"/>
              </a:ext>
            </a:extLst>
          </p:cNvPr>
          <p:cNvSpPr>
            <a:spLocks noGrp="1"/>
          </p:cNvSpPr>
          <p:nvPr/>
        </p:nvSpPr>
        <p:spPr>
          <a:xfrm>
            <a:off x="3064669" y="3550444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77" name="text_388_Whole-Axis Kernel">
            <a:extLst>
              <a:ext uri="{FF2B5EF4-FFF2-40B4-BE49-F238E27FC236}">
                <a16:creationId xmlns:a16="http://schemas.microsoft.com/office/drawing/2014/main" id="{E7CB8D1F-53E7-4C97-AA39-014D2428BC20}"/>
              </a:ext>
            </a:extLst>
          </p:cNvPr>
          <p:cNvSpPr>
            <a:spLocks noGrp="1"/>
          </p:cNvSpPr>
          <p:nvPr/>
        </p:nvSpPr>
        <p:spPr>
          <a:xfrm>
            <a:off x="3071813" y="3614737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Whole-Axis Kernel</a:t>
            </a:r>
          </a:p>
        </p:txBody>
      </p:sp>
      <p:sp>
        <p:nvSpPr>
          <p:cNvPr id="78" name="text_390_某一维较大的 Shape">
            <a:extLst>
              <a:ext uri="{FF2B5EF4-FFF2-40B4-BE49-F238E27FC236}">
                <a16:creationId xmlns:a16="http://schemas.microsoft.com/office/drawing/2014/main" id="{B6BD34C7-9B16-42DC-853F-9F5EB796AA0D}"/>
              </a:ext>
            </a:extLst>
          </p:cNvPr>
          <p:cNvSpPr>
            <a:spLocks noGrp="1"/>
          </p:cNvSpPr>
          <p:nvPr/>
        </p:nvSpPr>
        <p:spPr>
          <a:xfrm>
            <a:off x="5050632" y="3614737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某一维较大的 Shape</a:t>
            </a:r>
          </a:p>
        </p:txBody>
      </p:sp>
      <p:sp>
        <p:nvSpPr>
          <p:cNvPr id="79" name="text_392_整轴并行 / 归约，优化内存访问">
            <a:extLst>
              <a:ext uri="{FF2B5EF4-FFF2-40B4-BE49-F238E27FC236}">
                <a16:creationId xmlns:a16="http://schemas.microsoft.com/office/drawing/2014/main" id="{A38259AB-245E-44C0-BD99-C5C8B624D11C}"/>
              </a:ext>
            </a:extLst>
          </p:cNvPr>
          <p:cNvSpPr>
            <a:spLocks noGrp="1"/>
          </p:cNvSpPr>
          <p:nvPr/>
        </p:nvSpPr>
        <p:spPr>
          <a:xfrm>
            <a:off x="5050632" y="3857625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整轴并行 / 归约，优化内存访问</a:t>
            </a:r>
          </a:p>
        </p:txBody>
      </p:sp>
      <p:sp>
        <p:nvSpPr>
          <p:cNvPr id="80" name="connector_393">
            <a:extLst>
              <a:ext uri="{FF2B5EF4-FFF2-40B4-BE49-F238E27FC236}">
                <a16:creationId xmlns:a16="http://schemas.microsoft.com/office/drawing/2014/main" id="{2A94A720-0A3F-4794-AF32-4050232AC193}"/>
              </a:ext>
            </a:extLst>
          </p:cNvPr>
          <p:cNvSpPr>
            <a:spLocks noGrp="1"/>
          </p:cNvSpPr>
          <p:nvPr/>
        </p:nvSpPr>
        <p:spPr>
          <a:xfrm>
            <a:off x="3064669" y="4114800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1" name="text_395_Chunked Kernel">
            <a:extLst>
              <a:ext uri="{FF2B5EF4-FFF2-40B4-BE49-F238E27FC236}">
                <a16:creationId xmlns:a16="http://schemas.microsoft.com/office/drawing/2014/main" id="{1D88E691-ABC6-4AFA-8A37-298E9AF7B4CE}"/>
              </a:ext>
            </a:extLst>
          </p:cNvPr>
          <p:cNvSpPr>
            <a:spLocks noGrp="1"/>
          </p:cNvSpPr>
          <p:nvPr/>
        </p:nvSpPr>
        <p:spPr>
          <a:xfrm>
            <a:off x="3071813" y="4179094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Chunked Kernel</a:t>
            </a:r>
          </a:p>
        </p:txBody>
      </p:sp>
      <p:sp>
        <p:nvSpPr>
          <p:cNvPr id="82" name="text_397_中等尺寸或不规则 Shape">
            <a:extLst>
              <a:ext uri="{FF2B5EF4-FFF2-40B4-BE49-F238E27FC236}">
                <a16:creationId xmlns:a16="http://schemas.microsoft.com/office/drawing/2014/main" id="{B340F71B-616E-4DE4-8840-7A9969790273}"/>
              </a:ext>
            </a:extLst>
          </p:cNvPr>
          <p:cNvSpPr>
            <a:spLocks noGrp="1"/>
          </p:cNvSpPr>
          <p:nvPr/>
        </p:nvSpPr>
        <p:spPr>
          <a:xfrm>
            <a:off x="5050632" y="4179094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中等尺寸或不规则 Shape</a:t>
            </a:r>
          </a:p>
        </p:txBody>
      </p:sp>
      <p:sp>
        <p:nvSpPr>
          <p:cNvPr id="83" name="text_399_分块计算与循环调度，平衡计算和内存">
            <a:extLst>
              <a:ext uri="{FF2B5EF4-FFF2-40B4-BE49-F238E27FC236}">
                <a16:creationId xmlns:a16="http://schemas.microsoft.com/office/drawing/2014/main" id="{F86BF2BC-044C-4BD9-BB73-D48D0BD41C6D}"/>
              </a:ext>
            </a:extLst>
          </p:cNvPr>
          <p:cNvSpPr>
            <a:spLocks noGrp="1"/>
          </p:cNvSpPr>
          <p:nvPr/>
        </p:nvSpPr>
        <p:spPr>
          <a:xfrm>
            <a:off x="5050632" y="4421982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分块计算与循环调度，平衡计算和内存</a:t>
            </a:r>
          </a:p>
        </p:txBody>
      </p:sp>
      <p:sp>
        <p:nvSpPr>
          <p:cNvPr id="84" name="connector_400">
            <a:extLst>
              <a:ext uri="{FF2B5EF4-FFF2-40B4-BE49-F238E27FC236}">
                <a16:creationId xmlns:a16="http://schemas.microsoft.com/office/drawing/2014/main" id="{63140745-ED2E-476A-8060-7E7AD3912257}"/>
              </a:ext>
            </a:extLst>
          </p:cNvPr>
          <p:cNvSpPr>
            <a:spLocks noGrp="1"/>
          </p:cNvSpPr>
          <p:nvPr/>
        </p:nvSpPr>
        <p:spPr>
          <a:xfrm>
            <a:off x="3064669" y="4679156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5" name="text_402_Multi-Stage Kernel">
            <a:extLst>
              <a:ext uri="{FF2B5EF4-FFF2-40B4-BE49-F238E27FC236}">
                <a16:creationId xmlns:a16="http://schemas.microsoft.com/office/drawing/2014/main" id="{2A1C2749-4E88-430A-B0DE-EA7FF661D156}"/>
              </a:ext>
            </a:extLst>
          </p:cNvPr>
          <p:cNvSpPr>
            <a:spLocks noGrp="1"/>
          </p:cNvSpPr>
          <p:nvPr/>
        </p:nvSpPr>
        <p:spPr>
          <a:xfrm>
            <a:off x="3071813" y="4743450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Multi-Stage Kernel</a:t>
            </a:r>
          </a:p>
        </p:txBody>
      </p:sp>
      <p:sp>
        <p:nvSpPr>
          <p:cNvPr id="86" name="text_404_复杂 Shape / 复杂计算">
            <a:extLst>
              <a:ext uri="{FF2B5EF4-FFF2-40B4-BE49-F238E27FC236}">
                <a16:creationId xmlns:a16="http://schemas.microsoft.com/office/drawing/2014/main" id="{C74660F6-E957-41FE-A116-53C4C86D9DE9}"/>
              </a:ext>
            </a:extLst>
          </p:cNvPr>
          <p:cNvSpPr>
            <a:spLocks noGrp="1"/>
          </p:cNvSpPr>
          <p:nvPr/>
        </p:nvSpPr>
        <p:spPr>
          <a:xfrm>
            <a:off x="5050632" y="4743450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复杂 Shape / 复杂计算</a:t>
            </a:r>
          </a:p>
        </p:txBody>
      </p:sp>
      <p:sp>
        <p:nvSpPr>
          <p:cNvPr id="87" name="text_406_多阶段流水，协调并行与数据搬运">
            <a:extLst>
              <a:ext uri="{FF2B5EF4-FFF2-40B4-BE49-F238E27FC236}">
                <a16:creationId xmlns:a16="http://schemas.microsoft.com/office/drawing/2014/main" id="{EC7D2489-55F4-4600-892F-A03957B21137}"/>
              </a:ext>
            </a:extLst>
          </p:cNvPr>
          <p:cNvSpPr>
            <a:spLocks noGrp="1"/>
          </p:cNvSpPr>
          <p:nvPr/>
        </p:nvSpPr>
        <p:spPr>
          <a:xfrm>
            <a:off x="5050632" y="4986338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多阶段流水，协调并行与数据搬运</a:t>
            </a:r>
          </a:p>
        </p:txBody>
      </p:sp>
      <p:sp>
        <p:nvSpPr>
          <p:cNvPr id="88" name="text_408_不同 Family 的差异体现在算法与执行结构，">
            <a:extLst>
              <a:ext uri="{FF2B5EF4-FFF2-40B4-BE49-F238E27FC236}">
                <a16:creationId xmlns:a16="http://schemas.microsoft.com/office/drawing/2014/main" id="{72A2D41F-EDAD-4D80-ABAA-05588E77AEA7}"/>
              </a:ext>
            </a:extLst>
          </p:cNvPr>
          <p:cNvSpPr>
            <a:spLocks noGrp="1"/>
          </p:cNvSpPr>
          <p:nvPr/>
        </p:nvSpPr>
        <p:spPr>
          <a:xfrm>
            <a:off x="480496" y="5911613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Family 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的差异体现在算法与执行结构，各自匹配适用场景和参数空间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392253" y="3327974"/>
            <a:ext cx="583746" cy="59135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60511E1-B5EC-D26B-7929-12B82C38ECCF}"/>
              </a:ext>
            </a:extLst>
          </p:cNvPr>
          <p:cNvSpPr txBox="1"/>
          <p:nvPr/>
        </p:nvSpPr>
        <p:spPr>
          <a:xfrm>
            <a:off x="392253" y="3327973"/>
            <a:ext cx="810412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endParaRPr lang="en-US" altLang="zh-CN" sz="13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23" y="2972315"/>
            <a:ext cx="1364616" cy="495975"/>
          </a:xfrm>
          <a:prstGeom prst="rect">
            <a:avLst/>
          </a:prstGeom>
        </p:spPr>
      </p:pic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>
            <a:off x="6979613" y="3264694"/>
            <a:ext cx="58561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 flipV="1">
            <a:off x="7097405" y="3500438"/>
            <a:ext cx="661933" cy="4398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 flipV="1">
            <a:off x="7400923" y="3480009"/>
            <a:ext cx="625181" cy="92154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 flipV="1">
            <a:off x="7507059" y="3500438"/>
            <a:ext cx="1016456" cy="14859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8" name="椭圆 107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72496" y="2240324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63488" y="2568937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72496" y="2907843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33203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57849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848413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2870771" y="1439754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9159240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80546-63AC-4BA7-B298-560477CF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实际开发结构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411_Code Gen 生成">
            <a:extLst>
              <a:ext uri="{FF2B5EF4-FFF2-40B4-BE49-F238E27FC236}">
                <a16:creationId xmlns:a16="http://schemas.microsoft.com/office/drawing/2014/main" id="{2E61A74A-C662-4BDF-BE89-C69E97DB2F40}"/>
              </a:ext>
            </a:extLst>
          </p:cNvPr>
          <p:cNvSpPr>
            <a:spLocks noGrp="1"/>
          </p:cNvSpPr>
          <p:nvPr/>
        </p:nvSpPr>
        <p:spPr>
          <a:xfrm>
            <a:off x="885825" y="1514475"/>
            <a:ext cx="205740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Code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Gen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生成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412">
            <a:extLst>
              <a:ext uri="{FF2B5EF4-FFF2-40B4-BE49-F238E27FC236}">
                <a16:creationId xmlns:a16="http://schemas.microsoft.com/office/drawing/2014/main" id="{9F5EF478-9952-4E83-B966-C57A8D3271E7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415_Optimize 优化">
            <a:extLst>
              <a:ext uri="{FF2B5EF4-FFF2-40B4-BE49-F238E27FC236}">
                <a16:creationId xmlns:a16="http://schemas.microsoft.com/office/drawing/2014/main" id="{A7024D75-EF0D-49D3-9C8A-AD20F32F6DF7}"/>
              </a:ext>
            </a:extLst>
          </p:cNvPr>
          <p:cNvSpPr>
            <a:spLocks noGrp="1"/>
          </p:cNvSpPr>
          <p:nvPr/>
        </p:nvSpPr>
        <p:spPr>
          <a:xfrm>
            <a:off x="3614738" y="1514475"/>
            <a:ext cx="205740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Optimize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优化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416">
            <a:extLst>
              <a:ext uri="{FF2B5EF4-FFF2-40B4-BE49-F238E27FC236}">
                <a16:creationId xmlns:a16="http://schemas.microsoft.com/office/drawing/2014/main" id="{99FB9575-063F-4A01-8AE3-F9AFB63B506F}"/>
              </a:ext>
            </a:extLst>
          </p:cNvPr>
          <p:cNvSpPr>
            <a:spLocks noGrp="1"/>
          </p:cNvSpPr>
          <p:nvPr/>
        </p:nvSpPr>
        <p:spPr>
          <a:xfrm>
            <a:off x="3264694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419_Runtime 运行">
            <a:extLst>
              <a:ext uri="{FF2B5EF4-FFF2-40B4-BE49-F238E27FC236}">
                <a16:creationId xmlns:a16="http://schemas.microsoft.com/office/drawing/2014/main" id="{9094C1EA-0674-4782-91BC-662CED952F73}"/>
              </a:ext>
            </a:extLst>
          </p:cNvPr>
          <p:cNvSpPr>
            <a:spLocks noGrp="1"/>
          </p:cNvSpPr>
          <p:nvPr/>
        </p:nvSpPr>
        <p:spPr>
          <a:xfrm>
            <a:off x="6493669" y="1514475"/>
            <a:ext cx="21859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运行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420">
            <a:extLst>
              <a:ext uri="{FF2B5EF4-FFF2-40B4-BE49-F238E27FC236}">
                <a16:creationId xmlns:a16="http://schemas.microsoft.com/office/drawing/2014/main" id="{82ACBD04-4877-4B12-AAD1-356B07E84A21}"/>
              </a:ext>
            </a:extLst>
          </p:cNvPr>
          <p:cNvSpPr>
            <a:spLocks noGrp="1"/>
          </p:cNvSpPr>
          <p:nvPr/>
        </p:nvSpPr>
        <p:spPr>
          <a:xfrm>
            <a:off x="6143625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421">
            <a:extLst>
              <a:ext uri="{FF2B5EF4-FFF2-40B4-BE49-F238E27FC236}">
                <a16:creationId xmlns:a16="http://schemas.microsoft.com/office/drawing/2014/main" id="{BDDC3328-C59F-4BEA-BE4A-E710F9BB0734}"/>
              </a:ext>
            </a:extLst>
          </p:cNvPr>
          <p:cNvSpPr>
            <a:spLocks noGrp="1"/>
          </p:cNvSpPr>
          <p:nvPr/>
        </p:nvSpPr>
        <p:spPr>
          <a:xfrm>
            <a:off x="3057525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422">
            <a:extLst>
              <a:ext uri="{FF2B5EF4-FFF2-40B4-BE49-F238E27FC236}">
                <a16:creationId xmlns:a16="http://schemas.microsoft.com/office/drawing/2014/main" id="{B0E8DF40-1726-412C-A334-FEE63A7BC8E3}"/>
              </a:ext>
            </a:extLst>
          </p:cNvPr>
          <p:cNvSpPr>
            <a:spLocks noGrp="1"/>
          </p:cNvSpPr>
          <p:nvPr/>
        </p:nvSpPr>
        <p:spPr>
          <a:xfrm>
            <a:off x="3057525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423">
            <a:extLst>
              <a:ext uri="{FF2B5EF4-FFF2-40B4-BE49-F238E27FC236}">
                <a16:creationId xmlns:a16="http://schemas.microsoft.com/office/drawing/2014/main" id="{8BAFAE48-E505-468A-BCCF-4B5BFB883660}"/>
              </a:ext>
            </a:extLst>
          </p:cNvPr>
          <p:cNvSpPr>
            <a:spLocks noGrp="1"/>
          </p:cNvSpPr>
          <p:nvPr/>
        </p:nvSpPr>
        <p:spPr>
          <a:xfrm>
            <a:off x="3057525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424">
            <a:extLst>
              <a:ext uri="{FF2B5EF4-FFF2-40B4-BE49-F238E27FC236}">
                <a16:creationId xmlns:a16="http://schemas.microsoft.com/office/drawing/2014/main" id="{4B1FA09C-9D82-4BE4-8F15-D97FFC0D41FA}"/>
              </a:ext>
            </a:extLst>
          </p:cNvPr>
          <p:cNvSpPr>
            <a:spLocks noGrp="1"/>
          </p:cNvSpPr>
          <p:nvPr/>
        </p:nvSpPr>
        <p:spPr>
          <a:xfrm>
            <a:off x="3057525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425">
            <a:extLst>
              <a:ext uri="{FF2B5EF4-FFF2-40B4-BE49-F238E27FC236}">
                <a16:creationId xmlns:a16="http://schemas.microsoft.com/office/drawing/2014/main" id="{979DBF47-C563-4017-BB6E-7887D0AAE10A}"/>
              </a:ext>
            </a:extLst>
          </p:cNvPr>
          <p:cNvSpPr>
            <a:spLocks noGrp="1"/>
          </p:cNvSpPr>
          <p:nvPr/>
        </p:nvSpPr>
        <p:spPr>
          <a:xfrm>
            <a:off x="3057525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426">
            <a:extLst>
              <a:ext uri="{FF2B5EF4-FFF2-40B4-BE49-F238E27FC236}">
                <a16:creationId xmlns:a16="http://schemas.microsoft.com/office/drawing/2014/main" id="{A59E61C2-A8EA-4B47-925E-F069B71B5EE9}"/>
              </a:ext>
            </a:extLst>
          </p:cNvPr>
          <p:cNvSpPr>
            <a:spLocks noGrp="1"/>
          </p:cNvSpPr>
          <p:nvPr/>
        </p:nvSpPr>
        <p:spPr>
          <a:xfrm>
            <a:off x="3057525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427">
            <a:extLst>
              <a:ext uri="{FF2B5EF4-FFF2-40B4-BE49-F238E27FC236}">
                <a16:creationId xmlns:a16="http://schemas.microsoft.com/office/drawing/2014/main" id="{4DA803C1-831F-4D44-B7B8-7420BE77BDBA}"/>
              </a:ext>
            </a:extLst>
          </p:cNvPr>
          <p:cNvSpPr>
            <a:spLocks noGrp="1"/>
          </p:cNvSpPr>
          <p:nvPr/>
        </p:nvSpPr>
        <p:spPr>
          <a:xfrm>
            <a:off x="3057525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428">
            <a:extLst>
              <a:ext uri="{FF2B5EF4-FFF2-40B4-BE49-F238E27FC236}">
                <a16:creationId xmlns:a16="http://schemas.microsoft.com/office/drawing/2014/main" id="{0FDA166A-588A-499D-B1C4-7BDFCE330F67}"/>
              </a:ext>
            </a:extLst>
          </p:cNvPr>
          <p:cNvSpPr>
            <a:spLocks noGrp="1"/>
          </p:cNvSpPr>
          <p:nvPr/>
        </p:nvSpPr>
        <p:spPr>
          <a:xfrm>
            <a:off x="3057525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429">
            <a:extLst>
              <a:ext uri="{FF2B5EF4-FFF2-40B4-BE49-F238E27FC236}">
                <a16:creationId xmlns:a16="http://schemas.microsoft.com/office/drawing/2014/main" id="{2F292702-FA6F-453C-9A27-51F47995C02A}"/>
              </a:ext>
            </a:extLst>
          </p:cNvPr>
          <p:cNvSpPr>
            <a:spLocks noGrp="1"/>
          </p:cNvSpPr>
          <p:nvPr/>
        </p:nvSpPr>
        <p:spPr>
          <a:xfrm>
            <a:off x="3057525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430">
            <a:extLst>
              <a:ext uri="{FF2B5EF4-FFF2-40B4-BE49-F238E27FC236}">
                <a16:creationId xmlns:a16="http://schemas.microsoft.com/office/drawing/2014/main" id="{BA91B0C5-0B6A-4361-9E15-F1D2BCA1B3DB}"/>
              </a:ext>
            </a:extLst>
          </p:cNvPr>
          <p:cNvSpPr>
            <a:spLocks noGrp="1"/>
          </p:cNvSpPr>
          <p:nvPr/>
        </p:nvSpPr>
        <p:spPr>
          <a:xfrm>
            <a:off x="3057525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431">
            <a:extLst>
              <a:ext uri="{FF2B5EF4-FFF2-40B4-BE49-F238E27FC236}">
                <a16:creationId xmlns:a16="http://schemas.microsoft.com/office/drawing/2014/main" id="{86087D31-505E-49FE-BEDC-A3B4B0F5B6E7}"/>
              </a:ext>
            </a:extLst>
          </p:cNvPr>
          <p:cNvSpPr>
            <a:spLocks noGrp="1"/>
          </p:cNvSpPr>
          <p:nvPr/>
        </p:nvSpPr>
        <p:spPr>
          <a:xfrm>
            <a:off x="3057525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432">
            <a:extLst>
              <a:ext uri="{FF2B5EF4-FFF2-40B4-BE49-F238E27FC236}">
                <a16:creationId xmlns:a16="http://schemas.microsoft.com/office/drawing/2014/main" id="{215CA488-F280-4D5B-8CE4-D758C3E6AEB7}"/>
              </a:ext>
            </a:extLst>
          </p:cNvPr>
          <p:cNvSpPr>
            <a:spLocks noGrp="1"/>
          </p:cNvSpPr>
          <p:nvPr/>
        </p:nvSpPr>
        <p:spPr>
          <a:xfrm>
            <a:off x="3057525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433">
            <a:extLst>
              <a:ext uri="{FF2B5EF4-FFF2-40B4-BE49-F238E27FC236}">
                <a16:creationId xmlns:a16="http://schemas.microsoft.com/office/drawing/2014/main" id="{5BA96180-4ECE-461A-AFB5-94438CD6FAAE}"/>
              </a:ext>
            </a:extLst>
          </p:cNvPr>
          <p:cNvSpPr>
            <a:spLocks noGrp="1"/>
          </p:cNvSpPr>
          <p:nvPr/>
        </p:nvSpPr>
        <p:spPr>
          <a:xfrm>
            <a:off x="3057525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434">
            <a:extLst>
              <a:ext uri="{FF2B5EF4-FFF2-40B4-BE49-F238E27FC236}">
                <a16:creationId xmlns:a16="http://schemas.microsoft.com/office/drawing/2014/main" id="{135E2151-BF9E-4978-914B-077C0C1DDC5B}"/>
              </a:ext>
            </a:extLst>
          </p:cNvPr>
          <p:cNvSpPr>
            <a:spLocks noGrp="1"/>
          </p:cNvSpPr>
          <p:nvPr/>
        </p:nvSpPr>
        <p:spPr>
          <a:xfrm>
            <a:off x="3057525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435">
            <a:extLst>
              <a:ext uri="{FF2B5EF4-FFF2-40B4-BE49-F238E27FC236}">
                <a16:creationId xmlns:a16="http://schemas.microsoft.com/office/drawing/2014/main" id="{5F099142-C7AE-420A-BBE2-AC4303803613}"/>
              </a:ext>
            </a:extLst>
          </p:cNvPr>
          <p:cNvSpPr>
            <a:spLocks noGrp="1"/>
          </p:cNvSpPr>
          <p:nvPr/>
        </p:nvSpPr>
        <p:spPr>
          <a:xfrm>
            <a:off x="3057525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436">
            <a:extLst>
              <a:ext uri="{FF2B5EF4-FFF2-40B4-BE49-F238E27FC236}">
                <a16:creationId xmlns:a16="http://schemas.microsoft.com/office/drawing/2014/main" id="{E21D5EC4-349B-420F-9605-5F7F9140B53C}"/>
              </a:ext>
            </a:extLst>
          </p:cNvPr>
          <p:cNvSpPr>
            <a:spLocks noGrp="1"/>
          </p:cNvSpPr>
          <p:nvPr/>
        </p:nvSpPr>
        <p:spPr>
          <a:xfrm>
            <a:off x="3057525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437">
            <a:extLst>
              <a:ext uri="{FF2B5EF4-FFF2-40B4-BE49-F238E27FC236}">
                <a16:creationId xmlns:a16="http://schemas.microsoft.com/office/drawing/2014/main" id="{EB98638A-81D8-4B0B-8EFE-C1633E8DF499}"/>
              </a:ext>
            </a:extLst>
          </p:cNvPr>
          <p:cNvSpPr>
            <a:spLocks noGrp="1"/>
          </p:cNvSpPr>
          <p:nvPr/>
        </p:nvSpPr>
        <p:spPr>
          <a:xfrm>
            <a:off x="3057525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438">
            <a:extLst>
              <a:ext uri="{FF2B5EF4-FFF2-40B4-BE49-F238E27FC236}">
                <a16:creationId xmlns:a16="http://schemas.microsoft.com/office/drawing/2014/main" id="{00AFC1E5-18B8-4683-9E08-8DFD7FAFD9DB}"/>
              </a:ext>
            </a:extLst>
          </p:cNvPr>
          <p:cNvSpPr>
            <a:spLocks noGrp="1"/>
          </p:cNvSpPr>
          <p:nvPr/>
        </p:nvSpPr>
        <p:spPr>
          <a:xfrm>
            <a:off x="3057525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439">
            <a:extLst>
              <a:ext uri="{FF2B5EF4-FFF2-40B4-BE49-F238E27FC236}">
                <a16:creationId xmlns:a16="http://schemas.microsoft.com/office/drawing/2014/main" id="{487E3606-5082-40FC-B73C-BBFE70F5B943}"/>
              </a:ext>
            </a:extLst>
          </p:cNvPr>
          <p:cNvSpPr>
            <a:spLocks noGrp="1"/>
          </p:cNvSpPr>
          <p:nvPr/>
        </p:nvSpPr>
        <p:spPr>
          <a:xfrm>
            <a:off x="3057525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440">
            <a:extLst>
              <a:ext uri="{FF2B5EF4-FFF2-40B4-BE49-F238E27FC236}">
                <a16:creationId xmlns:a16="http://schemas.microsoft.com/office/drawing/2014/main" id="{575BA397-900E-41D9-9955-BA39788C3C61}"/>
              </a:ext>
            </a:extLst>
          </p:cNvPr>
          <p:cNvSpPr>
            <a:spLocks noGrp="1"/>
          </p:cNvSpPr>
          <p:nvPr/>
        </p:nvSpPr>
        <p:spPr>
          <a:xfrm>
            <a:off x="3057525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441">
            <a:extLst>
              <a:ext uri="{FF2B5EF4-FFF2-40B4-BE49-F238E27FC236}">
                <a16:creationId xmlns:a16="http://schemas.microsoft.com/office/drawing/2014/main" id="{879A4000-3917-4C87-919C-A39DFE97CE80}"/>
              </a:ext>
            </a:extLst>
          </p:cNvPr>
          <p:cNvSpPr>
            <a:spLocks noGrp="1"/>
          </p:cNvSpPr>
          <p:nvPr/>
        </p:nvSpPr>
        <p:spPr>
          <a:xfrm>
            <a:off x="3057525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442">
            <a:extLst>
              <a:ext uri="{FF2B5EF4-FFF2-40B4-BE49-F238E27FC236}">
                <a16:creationId xmlns:a16="http://schemas.microsoft.com/office/drawing/2014/main" id="{E249C5A3-31E0-4846-96E8-57C4230B1060}"/>
              </a:ext>
            </a:extLst>
          </p:cNvPr>
          <p:cNvSpPr>
            <a:spLocks noGrp="1"/>
          </p:cNvSpPr>
          <p:nvPr/>
        </p:nvSpPr>
        <p:spPr>
          <a:xfrm>
            <a:off x="3057525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443">
            <a:extLst>
              <a:ext uri="{FF2B5EF4-FFF2-40B4-BE49-F238E27FC236}">
                <a16:creationId xmlns:a16="http://schemas.microsoft.com/office/drawing/2014/main" id="{7A148AE2-81FF-4789-9272-53DAB987CE73}"/>
              </a:ext>
            </a:extLst>
          </p:cNvPr>
          <p:cNvSpPr>
            <a:spLocks noGrp="1"/>
          </p:cNvSpPr>
          <p:nvPr/>
        </p:nvSpPr>
        <p:spPr>
          <a:xfrm>
            <a:off x="3057525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444">
            <a:extLst>
              <a:ext uri="{FF2B5EF4-FFF2-40B4-BE49-F238E27FC236}">
                <a16:creationId xmlns:a16="http://schemas.microsoft.com/office/drawing/2014/main" id="{6F7A2327-6AE3-44C5-8A9B-FBF8DBE0C256}"/>
              </a:ext>
            </a:extLst>
          </p:cNvPr>
          <p:cNvSpPr>
            <a:spLocks noGrp="1"/>
          </p:cNvSpPr>
          <p:nvPr/>
        </p:nvSpPr>
        <p:spPr>
          <a:xfrm>
            <a:off x="3057525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445">
            <a:extLst>
              <a:ext uri="{FF2B5EF4-FFF2-40B4-BE49-F238E27FC236}">
                <a16:creationId xmlns:a16="http://schemas.microsoft.com/office/drawing/2014/main" id="{7D1E4A08-E1DA-48EB-A330-BFA93E0C2A7D}"/>
              </a:ext>
            </a:extLst>
          </p:cNvPr>
          <p:cNvSpPr>
            <a:spLocks noGrp="1"/>
          </p:cNvSpPr>
          <p:nvPr/>
        </p:nvSpPr>
        <p:spPr>
          <a:xfrm>
            <a:off x="3057525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446">
            <a:extLst>
              <a:ext uri="{FF2B5EF4-FFF2-40B4-BE49-F238E27FC236}">
                <a16:creationId xmlns:a16="http://schemas.microsoft.com/office/drawing/2014/main" id="{5CC413D1-0CB1-47A3-BEE6-75FBCDE89F05}"/>
              </a:ext>
            </a:extLst>
          </p:cNvPr>
          <p:cNvSpPr>
            <a:spLocks noGrp="1"/>
          </p:cNvSpPr>
          <p:nvPr/>
        </p:nvSpPr>
        <p:spPr>
          <a:xfrm>
            <a:off x="3057525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447">
            <a:extLst>
              <a:ext uri="{FF2B5EF4-FFF2-40B4-BE49-F238E27FC236}">
                <a16:creationId xmlns:a16="http://schemas.microsoft.com/office/drawing/2014/main" id="{D1802790-B26D-46C5-A915-A266C7FE0741}"/>
              </a:ext>
            </a:extLst>
          </p:cNvPr>
          <p:cNvSpPr>
            <a:spLocks noGrp="1"/>
          </p:cNvSpPr>
          <p:nvPr/>
        </p:nvSpPr>
        <p:spPr>
          <a:xfrm>
            <a:off x="3057525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448">
            <a:extLst>
              <a:ext uri="{FF2B5EF4-FFF2-40B4-BE49-F238E27FC236}">
                <a16:creationId xmlns:a16="http://schemas.microsoft.com/office/drawing/2014/main" id="{01AFFC0B-35D8-4DF4-B08E-1244147E4BF0}"/>
              </a:ext>
            </a:extLst>
          </p:cNvPr>
          <p:cNvSpPr>
            <a:spLocks noGrp="1"/>
          </p:cNvSpPr>
          <p:nvPr/>
        </p:nvSpPr>
        <p:spPr>
          <a:xfrm>
            <a:off x="3057525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449">
            <a:extLst>
              <a:ext uri="{FF2B5EF4-FFF2-40B4-BE49-F238E27FC236}">
                <a16:creationId xmlns:a16="http://schemas.microsoft.com/office/drawing/2014/main" id="{98769885-1FA0-48D5-BC8E-38188AAF7EC2}"/>
              </a:ext>
            </a:extLst>
          </p:cNvPr>
          <p:cNvSpPr>
            <a:spLocks noGrp="1"/>
          </p:cNvSpPr>
          <p:nvPr/>
        </p:nvSpPr>
        <p:spPr>
          <a:xfrm>
            <a:off x="3057525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450">
            <a:extLst>
              <a:ext uri="{FF2B5EF4-FFF2-40B4-BE49-F238E27FC236}">
                <a16:creationId xmlns:a16="http://schemas.microsoft.com/office/drawing/2014/main" id="{08AB4E62-3D6A-49BD-A352-7DEE56BF1573}"/>
              </a:ext>
            </a:extLst>
          </p:cNvPr>
          <p:cNvSpPr>
            <a:spLocks noGrp="1"/>
          </p:cNvSpPr>
          <p:nvPr/>
        </p:nvSpPr>
        <p:spPr>
          <a:xfrm>
            <a:off x="3057525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451">
            <a:extLst>
              <a:ext uri="{FF2B5EF4-FFF2-40B4-BE49-F238E27FC236}">
                <a16:creationId xmlns:a16="http://schemas.microsoft.com/office/drawing/2014/main" id="{92AFA8F4-5828-49DA-823F-932422AA7590}"/>
              </a:ext>
            </a:extLst>
          </p:cNvPr>
          <p:cNvSpPr>
            <a:spLocks noGrp="1"/>
          </p:cNvSpPr>
          <p:nvPr/>
        </p:nvSpPr>
        <p:spPr>
          <a:xfrm>
            <a:off x="3057525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452">
            <a:extLst>
              <a:ext uri="{FF2B5EF4-FFF2-40B4-BE49-F238E27FC236}">
                <a16:creationId xmlns:a16="http://schemas.microsoft.com/office/drawing/2014/main" id="{3F9ACF92-18A4-4B8F-9FF0-46B06D1BE3F5}"/>
              </a:ext>
            </a:extLst>
          </p:cNvPr>
          <p:cNvSpPr>
            <a:spLocks noGrp="1"/>
          </p:cNvSpPr>
          <p:nvPr/>
        </p:nvSpPr>
        <p:spPr>
          <a:xfrm>
            <a:off x="3057525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453">
            <a:extLst>
              <a:ext uri="{FF2B5EF4-FFF2-40B4-BE49-F238E27FC236}">
                <a16:creationId xmlns:a16="http://schemas.microsoft.com/office/drawing/2014/main" id="{A23E8FF2-56DC-493A-AE50-06969C4EB68D}"/>
              </a:ext>
            </a:extLst>
          </p:cNvPr>
          <p:cNvSpPr>
            <a:spLocks noGrp="1"/>
          </p:cNvSpPr>
          <p:nvPr/>
        </p:nvSpPr>
        <p:spPr>
          <a:xfrm>
            <a:off x="3057525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454">
            <a:extLst>
              <a:ext uri="{FF2B5EF4-FFF2-40B4-BE49-F238E27FC236}">
                <a16:creationId xmlns:a16="http://schemas.microsoft.com/office/drawing/2014/main" id="{D6A74EF3-37F6-44ED-9438-839EF871FBE1}"/>
              </a:ext>
            </a:extLst>
          </p:cNvPr>
          <p:cNvSpPr>
            <a:spLocks noGrp="1"/>
          </p:cNvSpPr>
          <p:nvPr/>
        </p:nvSpPr>
        <p:spPr>
          <a:xfrm>
            <a:off x="3057525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455">
            <a:extLst>
              <a:ext uri="{FF2B5EF4-FFF2-40B4-BE49-F238E27FC236}">
                <a16:creationId xmlns:a16="http://schemas.microsoft.com/office/drawing/2014/main" id="{D8DBDDD9-89A2-45D2-8C64-B6602C2C4E99}"/>
              </a:ext>
            </a:extLst>
          </p:cNvPr>
          <p:cNvSpPr>
            <a:spLocks noGrp="1"/>
          </p:cNvSpPr>
          <p:nvPr/>
        </p:nvSpPr>
        <p:spPr>
          <a:xfrm>
            <a:off x="3057525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456">
            <a:extLst>
              <a:ext uri="{FF2B5EF4-FFF2-40B4-BE49-F238E27FC236}">
                <a16:creationId xmlns:a16="http://schemas.microsoft.com/office/drawing/2014/main" id="{C3B337B2-7C70-4695-BBC0-080DD4F4DB4C}"/>
              </a:ext>
            </a:extLst>
          </p:cNvPr>
          <p:cNvSpPr>
            <a:spLocks noGrp="1"/>
          </p:cNvSpPr>
          <p:nvPr/>
        </p:nvSpPr>
        <p:spPr>
          <a:xfrm>
            <a:off x="3057525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457">
            <a:extLst>
              <a:ext uri="{FF2B5EF4-FFF2-40B4-BE49-F238E27FC236}">
                <a16:creationId xmlns:a16="http://schemas.microsoft.com/office/drawing/2014/main" id="{FE8E411E-1BA5-4698-82D7-1FEF3014611A}"/>
              </a:ext>
            </a:extLst>
          </p:cNvPr>
          <p:cNvSpPr>
            <a:spLocks noGrp="1"/>
          </p:cNvSpPr>
          <p:nvPr/>
        </p:nvSpPr>
        <p:spPr>
          <a:xfrm>
            <a:off x="3057525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458">
            <a:extLst>
              <a:ext uri="{FF2B5EF4-FFF2-40B4-BE49-F238E27FC236}">
                <a16:creationId xmlns:a16="http://schemas.microsoft.com/office/drawing/2014/main" id="{DCD48AF8-6823-464A-90D8-A571332E16D0}"/>
              </a:ext>
            </a:extLst>
          </p:cNvPr>
          <p:cNvSpPr>
            <a:spLocks noGrp="1"/>
          </p:cNvSpPr>
          <p:nvPr/>
        </p:nvSpPr>
        <p:spPr>
          <a:xfrm>
            <a:off x="3057525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459">
            <a:extLst>
              <a:ext uri="{FF2B5EF4-FFF2-40B4-BE49-F238E27FC236}">
                <a16:creationId xmlns:a16="http://schemas.microsoft.com/office/drawing/2014/main" id="{9BB44A6A-CD65-4B5E-95CE-AA962C22CE1B}"/>
              </a:ext>
            </a:extLst>
          </p:cNvPr>
          <p:cNvSpPr>
            <a:spLocks noGrp="1"/>
          </p:cNvSpPr>
          <p:nvPr/>
        </p:nvSpPr>
        <p:spPr>
          <a:xfrm>
            <a:off x="3057525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460">
            <a:extLst>
              <a:ext uri="{FF2B5EF4-FFF2-40B4-BE49-F238E27FC236}">
                <a16:creationId xmlns:a16="http://schemas.microsoft.com/office/drawing/2014/main" id="{F3A629DA-69FC-4B04-A68E-2DE5876999B9}"/>
              </a:ext>
            </a:extLst>
          </p:cNvPr>
          <p:cNvSpPr>
            <a:spLocks noGrp="1"/>
          </p:cNvSpPr>
          <p:nvPr/>
        </p:nvSpPr>
        <p:spPr>
          <a:xfrm>
            <a:off x="3057525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461">
            <a:extLst>
              <a:ext uri="{FF2B5EF4-FFF2-40B4-BE49-F238E27FC236}">
                <a16:creationId xmlns:a16="http://schemas.microsoft.com/office/drawing/2014/main" id="{F2E81E28-415A-426D-A0D9-42996E94DD90}"/>
              </a:ext>
            </a:extLst>
          </p:cNvPr>
          <p:cNvSpPr>
            <a:spLocks noGrp="1"/>
          </p:cNvSpPr>
          <p:nvPr/>
        </p:nvSpPr>
        <p:spPr>
          <a:xfrm>
            <a:off x="3057525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462">
            <a:extLst>
              <a:ext uri="{FF2B5EF4-FFF2-40B4-BE49-F238E27FC236}">
                <a16:creationId xmlns:a16="http://schemas.microsoft.com/office/drawing/2014/main" id="{71A46BCD-F0D9-49E3-A1A9-1AAADC72293E}"/>
              </a:ext>
            </a:extLst>
          </p:cNvPr>
          <p:cNvSpPr>
            <a:spLocks noGrp="1"/>
          </p:cNvSpPr>
          <p:nvPr/>
        </p:nvSpPr>
        <p:spPr>
          <a:xfrm>
            <a:off x="3057525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463">
            <a:extLst>
              <a:ext uri="{FF2B5EF4-FFF2-40B4-BE49-F238E27FC236}">
                <a16:creationId xmlns:a16="http://schemas.microsoft.com/office/drawing/2014/main" id="{13880055-4C55-4F70-87AB-83A1C54A0BB2}"/>
              </a:ext>
            </a:extLst>
          </p:cNvPr>
          <p:cNvSpPr>
            <a:spLocks noGrp="1"/>
          </p:cNvSpPr>
          <p:nvPr/>
        </p:nvSpPr>
        <p:spPr>
          <a:xfrm>
            <a:off x="5950744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464">
            <a:extLst>
              <a:ext uri="{FF2B5EF4-FFF2-40B4-BE49-F238E27FC236}">
                <a16:creationId xmlns:a16="http://schemas.microsoft.com/office/drawing/2014/main" id="{5E6A02CF-F9B1-4316-B5BD-FEF04B5EEAF0}"/>
              </a:ext>
            </a:extLst>
          </p:cNvPr>
          <p:cNvSpPr>
            <a:spLocks noGrp="1"/>
          </p:cNvSpPr>
          <p:nvPr/>
        </p:nvSpPr>
        <p:spPr>
          <a:xfrm>
            <a:off x="5950744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465">
            <a:extLst>
              <a:ext uri="{FF2B5EF4-FFF2-40B4-BE49-F238E27FC236}">
                <a16:creationId xmlns:a16="http://schemas.microsoft.com/office/drawing/2014/main" id="{3C433521-AE43-4764-90B0-64E4E709224D}"/>
              </a:ext>
            </a:extLst>
          </p:cNvPr>
          <p:cNvSpPr>
            <a:spLocks noGrp="1"/>
          </p:cNvSpPr>
          <p:nvPr/>
        </p:nvSpPr>
        <p:spPr>
          <a:xfrm>
            <a:off x="5950744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466">
            <a:extLst>
              <a:ext uri="{FF2B5EF4-FFF2-40B4-BE49-F238E27FC236}">
                <a16:creationId xmlns:a16="http://schemas.microsoft.com/office/drawing/2014/main" id="{48C0D464-84F3-4836-96FC-FC71C4114CED}"/>
              </a:ext>
            </a:extLst>
          </p:cNvPr>
          <p:cNvSpPr>
            <a:spLocks noGrp="1"/>
          </p:cNvSpPr>
          <p:nvPr/>
        </p:nvSpPr>
        <p:spPr>
          <a:xfrm>
            <a:off x="5950744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467">
            <a:extLst>
              <a:ext uri="{FF2B5EF4-FFF2-40B4-BE49-F238E27FC236}">
                <a16:creationId xmlns:a16="http://schemas.microsoft.com/office/drawing/2014/main" id="{6C485B3C-3AD1-4AF2-8D53-0A21E1EFD664}"/>
              </a:ext>
            </a:extLst>
          </p:cNvPr>
          <p:cNvSpPr>
            <a:spLocks noGrp="1"/>
          </p:cNvSpPr>
          <p:nvPr/>
        </p:nvSpPr>
        <p:spPr>
          <a:xfrm>
            <a:off x="5950744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468">
            <a:extLst>
              <a:ext uri="{FF2B5EF4-FFF2-40B4-BE49-F238E27FC236}">
                <a16:creationId xmlns:a16="http://schemas.microsoft.com/office/drawing/2014/main" id="{57998361-2BD0-417D-9005-13016D39E1A3}"/>
              </a:ext>
            </a:extLst>
          </p:cNvPr>
          <p:cNvSpPr>
            <a:spLocks noGrp="1"/>
          </p:cNvSpPr>
          <p:nvPr/>
        </p:nvSpPr>
        <p:spPr>
          <a:xfrm>
            <a:off x="5950744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469">
            <a:extLst>
              <a:ext uri="{FF2B5EF4-FFF2-40B4-BE49-F238E27FC236}">
                <a16:creationId xmlns:a16="http://schemas.microsoft.com/office/drawing/2014/main" id="{465E6971-2F2A-44C8-8E78-6A482ECE52A3}"/>
              </a:ext>
            </a:extLst>
          </p:cNvPr>
          <p:cNvSpPr>
            <a:spLocks noGrp="1"/>
          </p:cNvSpPr>
          <p:nvPr/>
        </p:nvSpPr>
        <p:spPr>
          <a:xfrm>
            <a:off x="5950744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470">
            <a:extLst>
              <a:ext uri="{FF2B5EF4-FFF2-40B4-BE49-F238E27FC236}">
                <a16:creationId xmlns:a16="http://schemas.microsoft.com/office/drawing/2014/main" id="{10671B73-1998-4E51-BFF5-0EB9955AD4D8}"/>
              </a:ext>
            </a:extLst>
          </p:cNvPr>
          <p:cNvSpPr>
            <a:spLocks noGrp="1"/>
          </p:cNvSpPr>
          <p:nvPr/>
        </p:nvSpPr>
        <p:spPr>
          <a:xfrm>
            <a:off x="5950744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471">
            <a:extLst>
              <a:ext uri="{FF2B5EF4-FFF2-40B4-BE49-F238E27FC236}">
                <a16:creationId xmlns:a16="http://schemas.microsoft.com/office/drawing/2014/main" id="{04A0B0D4-6807-4F7D-A0AD-EF844FB970EA}"/>
              </a:ext>
            </a:extLst>
          </p:cNvPr>
          <p:cNvSpPr>
            <a:spLocks noGrp="1"/>
          </p:cNvSpPr>
          <p:nvPr/>
        </p:nvSpPr>
        <p:spPr>
          <a:xfrm>
            <a:off x="5950744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472">
            <a:extLst>
              <a:ext uri="{FF2B5EF4-FFF2-40B4-BE49-F238E27FC236}">
                <a16:creationId xmlns:a16="http://schemas.microsoft.com/office/drawing/2014/main" id="{0B4AAECC-F6A4-4B86-9882-6904AD8CB70E}"/>
              </a:ext>
            </a:extLst>
          </p:cNvPr>
          <p:cNvSpPr>
            <a:spLocks noGrp="1"/>
          </p:cNvSpPr>
          <p:nvPr/>
        </p:nvSpPr>
        <p:spPr>
          <a:xfrm>
            <a:off x="5950744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473">
            <a:extLst>
              <a:ext uri="{FF2B5EF4-FFF2-40B4-BE49-F238E27FC236}">
                <a16:creationId xmlns:a16="http://schemas.microsoft.com/office/drawing/2014/main" id="{725FB184-66F5-4943-BC89-817EA9C9D6AA}"/>
              </a:ext>
            </a:extLst>
          </p:cNvPr>
          <p:cNvSpPr>
            <a:spLocks noGrp="1"/>
          </p:cNvSpPr>
          <p:nvPr/>
        </p:nvSpPr>
        <p:spPr>
          <a:xfrm>
            <a:off x="5950744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474">
            <a:extLst>
              <a:ext uri="{FF2B5EF4-FFF2-40B4-BE49-F238E27FC236}">
                <a16:creationId xmlns:a16="http://schemas.microsoft.com/office/drawing/2014/main" id="{EB872AE6-2E4D-4249-A375-E2ED0C7FA2B4}"/>
              </a:ext>
            </a:extLst>
          </p:cNvPr>
          <p:cNvSpPr>
            <a:spLocks noGrp="1"/>
          </p:cNvSpPr>
          <p:nvPr/>
        </p:nvSpPr>
        <p:spPr>
          <a:xfrm>
            <a:off x="5950744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475">
            <a:extLst>
              <a:ext uri="{FF2B5EF4-FFF2-40B4-BE49-F238E27FC236}">
                <a16:creationId xmlns:a16="http://schemas.microsoft.com/office/drawing/2014/main" id="{ED24F3A8-F117-46B9-9469-505A1E7B6083}"/>
              </a:ext>
            </a:extLst>
          </p:cNvPr>
          <p:cNvSpPr>
            <a:spLocks noGrp="1"/>
          </p:cNvSpPr>
          <p:nvPr/>
        </p:nvSpPr>
        <p:spPr>
          <a:xfrm>
            <a:off x="5950744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476">
            <a:extLst>
              <a:ext uri="{FF2B5EF4-FFF2-40B4-BE49-F238E27FC236}">
                <a16:creationId xmlns:a16="http://schemas.microsoft.com/office/drawing/2014/main" id="{F0224700-3C40-4163-B3DF-3632FF6A7AA5}"/>
              </a:ext>
            </a:extLst>
          </p:cNvPr>
          <p:cNvSpPr>
            <a:spLocks noGrp="1"/>
          </p:cNvSpPr>
          <p:nvPr/>
        </p:nvSpPr>
        <p:spPr>
          <a:xfrm>
            <a:off x="5950744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477">
            <a:extLst>
              <a:ext uri="{FF2B5EF4-FFF2-40B4-BE49-F238E27FC236}">
                <a16:creationId xmlns:a16="http://schemas.microsoft.com/office/drawing/2014/main" id="{143FF326-8D9F-42E5-B94A-725B00C2299B}"/>
              </a:ext>
            </a:extLst>
          </p:cNvPr>
          <p:cNvSpPr>
            <a:spLocks noGrp="1"/>
          </p:cNvSpPr>
          <p:nvPr/>
        </p:nvSpPr>
        <p:spPr>
          <a:xfrm>
            <a:off x="5950744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478">
            <a:extLst>
              <a:ext uri="{FF2B5EF4-FFF2-40B4-BE49-F238E27FC236}">
                <a16:creationId xmlns:a16="http://schemas.microsoft.com/office/drawing/2014/main" id="{D75CF564-448B-414D-8C77-63050097D9EA}"/>
              </a:ext>
            </a:extLst>
          </p:cNvPr>
          <p:cNvSpPr>
            <a:spLocks noGrp="1"/>
          </p:cNvSpPr>
          <p:nvPr/>
        </p:nvSpPr>
        <p:spPr>
          <a:xfrm>
            <a:off x="5950744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479">
            <a:extLst>
              <a:ext uri="{FF2B5EF4-FFF2-40B4-BE49-F238E27FC236}">
                <a16:creationId xmlns:a16="http://schemas.microsoft.com/office/drawing/2014/main" id="{CB5681A1-B525-4BA8-8757-9E372D14EC60}"/>
              </a:ext>
            </a:extLst>
          </p:cNvPr>
          <p:cNvSpPr>
            <a:spLocks noGrp="1"/>
          </p:cNvSpPr>
          <p:nvPr/>
        </p:nvSpPr>
        <p:spPr>
          <a:xfrm>
            <a:off x="5950744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480">
            <a:extLst>
              <a:ext uri="{FF2B5EF4-FFF2-40B4-BE49-F238E27FC236}">
                <a16:creationId xmlns:a16="http://schemas.microsoft.com/office/drawing/2014/main" id="{826DC156-A914-4BB0-83B9-89009DC57FFE}"/>
              </a:ext>
            </a:extLst>
          </p:cNvPr>
          <p:cNvSpPr>
            <a:spLocks noGrp="1"/>
          </p:cNvSpPr>
          <p:nvPr/>
        </p:nvSpPr>
        <p:spPr>
          <a:xfrm>
            <a:off x="5950744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481">
            <a:extLst>
              <a:ext uri="{FF2B5EF4-FFF2-40B4-BE49-F238E27FC236}">
                <a16:creationId xmlns:a16="http://schemas.microsoft.com/office/drawing/2014/main" id="{79F4E358-CFEB-4489-B58C-DFBE85382F99}"/>
              </a:ext>
            </a:extLst>
          </p:cNvPr>
          <p:cNvSpPr>
            <a:spLocks noGrp="1"/>
          </p:cNvSpPr>
          <p:nvPr/>
        </p:nvSpPr>
        <p:spPr>
          <a:xfrm>
            <a:off x="5950744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482">
            <a:extLst>
              <a:ext uri="{FF2B5EF4-FFF2-40B4-BE49-F238E27FC236}">
                <a16:creationId xmlns:a16="http://schemas.microsoft.com/office/drawing/2014/main" id="{BB7F6B35-8546-4345-BD0D-3078BB5A2CD8}"/>
              </a:ext>
            </a:extLst>
          </p:cNvPr>
          <p:cNvSpPr>
            <a:spLocks noGrp="1"/>
          </p:cNvSpPr>
          <p:nvPr/>
        </p:nvSpPr>
        <p:spPr>
          <a:xfrm>
            <a:off x="5950744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483">
            <a:extLst>
              <a:ext uri="{FF2B5EF4-FFF2-40B4-BE49-F238E27FC236}">
                <a16:creationId xmlns:a16="http://schemas.microsoft.com/office/drawing/2014/main" id="{2864A422-9917-4620-A3D2-87C3A3F27610}"/>
              </a:ext>
            </a:extLst>
          </p:cNvPr>
          <p:cNvSpPr>
            <a:spLocks noGrp="1"/>
          </p:cNvSpPr>
          <p:nvPr/>
        </p:nvSpPr>
        <p:spPr>
          <a:xfrm>
            <a:off x="5950744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484">
            <a:extLst>
              <a:ext uri="{FF2B5EF4-FFF2-40B4-BE49-F238E27FC236}">
                <a16:creationId xmlns:a16="http://schemas.microsoft.com/office/drawing/2014/main" id="{05135E2D-97F2-41AE-A7EB-3BC41AD0D8C2}"/>
              </a:ext>
            </a:extLst>
          </p:cNvPr>
          <p:cNvSpPr>
            <a:spLocks noGrp="1"/>
          </p:cNvSpPr>
          <p:nvPr/>
        </p:nvSpPr>
        <p:spPr>
          <a:xfrm>
            <a:off x="5950744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485">
            <a:extLst>
              <a:ext uri="{FF2B5EF4-FFF2-40B4-BE49-F238E27FC236}">
                <a16:creationId xmlns:a16="http://schemas.microsoft.com/office/drawing/2014/main" id="{E010AD1C-ADD0-4827-A822-5A292BC5D2D1}"/>
              </a:ext>
            </a:extLst>
          </p:cNvPr>
          <p:cNvSpPr>
            <a:spLocks noGrp="1"/>
          </p:cNvSpPr>
          <p:nvPr/>
        </p:nvSpPr>
        <p:spPr>
          <a:xfrm>
            <a:off x="5950744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486">
            <a:extLst>
              <a:ext uri="{FF2B5EF4-FFF2-40B4-BE49-F238E27FC236}">
                <a16:creationId xmlns:a16="http://schemas.microsoft.com/office/drawing/2014/main" id="{8CA05594-A304-4D34-B393-A5B036BC37CB}"/>
              </a:ext>
            </a:extLst>
          </p:cNvPr>
          <p:cNvSpPr>
            <a:spLocks noGrp="1"/>
          </p:cNvSpPr>
          <p:nvPr/>
        </p:nvSpPr>
        <p:spPr>
          <a:xfrm>
            <a:off x="5950744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487">
            <a:extLst>
              <a:ext uri="{FF2B5EF4-FFF2-40B4-BE49-F238E27FC236}">
                <a16:creationId xmlns:a16="http://schemas.microsoft.com/office/drawing/2014/main" id="{9A64D2B3-B373-4482-933B-62219ED98D17}"/>
              </a:ext>
            </a:extLst>
          </p:cNvPr>
          <p:cNvSpPr>
            <a:spLocks noGrp="1"/>
          </p:cNvSpPr>
          <p:nvPr/>
        </p:nvSpPr>
        <p:spPr>
          <a:xfrm>
            <a:off x="5950744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488">
            <a:extLst>
              <a:ext uri="{FF2B5EF4-FFF2-40B4-BE49-F238E27FC236}">
                <a16:creationId xmlns:a16="http://schemas.microsoft.com/office/drawing/2014/main" id="{791C4AC6-DA6B-4EC2-B84B-6C7DBC330BBE}"/>
              </a:ext>
            </a:extLst>
          </p:cNvPr>
          <p:cNvSpPr>
            <a:spLocks noGrp="1"/>
          </p:cNvSpPr>
          <p:nvPr/>
        </p:nvSpPr>
        <p:spPr>
          <a:xfrm>
            <a:off x="5950744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489">
            <a:extLst>
              <a:ext uri="{FF2B5EF4-FFF2-40B4-BE49-F238E27FC236}">
                <a16:creationId xmlns:a16="http://schemas.microsoft.com/office/drawing/2014/main" id="{CDC7338B-8B30-4703-9E7F-3EC09B54C7A4}"/>
              </a:ext>
            </a:extLst>
          </p:cNvPr>
          <p:cNvSpPr>
            <a:spLocks noGrp="1"/>
          </p:cNvSpPr>
          <p:nvPr/>
        </p:nvSpPr>
        <p:spPr>
          <a:xfrm>
            <a:off x="5950744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490">
            <a:extLst>
              <a:ext uri="{FF2B5EF4-FFF2-40B4-BE49-F238E27FC236}">
                <a16:creationId xmlns:a16="http://schemas.microsoft.com/office/drawing/2014/main" id="{8F54F3CA-F70B-4A00-941F-A9BCC369ADF1}"/>
              </a:ext>
            </a:extLst>
          </p:cNvPr>
          <p:cNvSpPr>
            <a:spLocks noGrp="1"/>
          </p:cNvSpPr>
          <p:nvPr/>
        </p:nvSpPr>
        <p:spPr>
          <a:xfrm>
            <a:off x="5950744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491">
            <a:extLst>
              <a:ext uri="{FF2B5EF4-FFF2-40B4-BE49-F238E27FC236}">
                <a16:creationId xmlns:a16="http://schemas.microsoft.com/office/drawing/2014/main" id="{7E5AE6CE-6F29-4945-8ABE-24CA2F0FFAF2}"/>
              </a:ext>
            </a:extLst>
          </p:cNvPr>
          <p:cNvSpPr>
            <a:spLocks noGrp="1"/>
          </p:cNvSpPr>
          <p:nvPr/>
        </p:nvSpPr>
        <p:spPr>
          <a:xfrm>
            <a:off x="5950744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492">
            <a:extLst>
              <a:ext uri="{FF2B5EF4-FFF2-40B4-BE49-F238E27FC236}">
                <a16:creationId xmlns:a16="http://schemas.microsoft.com/office/drawing/2014/main" id="{B8F52057-5CD8-4B22-A255-2FC3977F4611}"/>
              </a:ext>
            </a:extLst>
          </p:cNvPr>
          <p:cNvSpPr>
            <a:spLocks noGrp="1"/>
          </p:cNvSpPr>
          <p:nvPr/>
        </p:nvSpPr>
        <p:spPr>
          <a:xfrm>
            <a:off x="5950744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493">
            <a:extLst>
              <a:ext uri="{FF2B5EF4-FFF2-40B4-BE49-F238E27FC236}">
                <a16:creationId xmlns:a16="http://schemas.microsoft.com/office/drawing/2014/main" id="{02FA936F-1E94-4934-B331-F87B45AA304A}"/>
              </a:ext>
            </a:extLst>
          </p:cNvPr>
          <p:cNvSpPr>
            <a:spLocks noGrp="1"/>
          </p:cNvSpPr>
          <p:nvPr/>
        </p:nvSpPr>
        <p:spPr>
          <a:xfrm>
            <a:off x="5950744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494">
            <a:extLst>
              <a:ext uri="{FF2B5EF4-FFF2-40B4-BE49-F238E27FC236}">
                <a16:creationId xmlns:a16="http://schemas.microsoft.com/office/drawing/2014/main" id="{8084385F-3983-4C47-A3E4-7B7493CB9939}"/>
              </a:ext>
            </a:extLst>
          </p:cNvPr>
          <p:cNvSpPr>
            <a:spLocks noGrp="1"/>
          </p:cNvSpPr>
          <p:nvPr/>
        </p:nvSpPr>
        <p:spPr>
          <a:xfrm>
            <a:off x="5950744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495">
            <a:extLst>
              <a:ext uri="{FF2B5EF4-FFF2-40B4-BE49-F238E27FC236}">
                <a16:creationId xmlns:a16="http://schemas.microsoft.com/office/drawing/2014/main" id="{D150F7F3-A471-473B-88EC-D6E3B7650C9D}"/>
              </a:ext>
            </a:extLst>
          </p:cNvPr>
          <p:cNvSpPr>
            <a:spLocks noGrp="1"/>
          </p:cNvSpPr>
          <p:nvPr/>
        </p:nvSpPr>
        <p:spPr>
          <a:xfrm>
            <a:off x="5950744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496">
            <a:extLst>
              <a:ext uri="{FF2B5EF4-FFF2-40B4-BE49-F238E27FC236}">
                <a16:creationId xmlns:a16="http://schemas.microsoft.com/office/drawing/2014/main" id="{6D335673-0388-4B82-B3D1-F7EDEAF1012A}"/>
              </a:ext>
            </a:extLst>
          </p:cNvPr>
          <p:cNvSpPr>
            <a:spLocks noGrp="1"/>
          </p:cNvSpPr>
          <p:nvPr/>
        </p:nvSpPr>
        <p:spPr>
          <a:xfrm>
            <a:off x="5950744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497">
            <a:extLst>
              <a:ext uri="{FF2B5EF4-FFF2-40B4-BE49-F238E27FC236}">
                <a16:creationId xmlns:a16="http://schemas.microsoft.com/office/drawing/2014/main" id="{0F70E485-99CF-4F88-A2E0-E7D88E698D63}"/>
              </a:ext>
            </a:extLst>
          </p:cNvPr>
          <p:cNvSpPr>
            <a:spLocks noGrp="1"/>
          </p:cNvSpPr>
          <p:nvPr/>
        </p:nvSpPr>
        <p:spPr>
          <a:xfrm>
            <a:off x="5950744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498">
            <a:extLst>
              <a:ext uri="{FF2B5EF4-FFF2-40B4-BE49-F238E27FC236}">
                <a16:creationId xmlns:a16="http://schemas.microsoft.com/office/drawing/2014/main" id="{F657792A-99B3-4029-91B4-7524AEB1FB7F}"/>
              </a:ext>
            </a:extLst>
          </p:cNvPr>
          <p:cNvSpPr>
            <a:spLocks noGrp="1"/>
          </p:cNvSpPr>
          <p:nvPr/>
        </p:nvSpPr>
        <p:spPr>
          <a:xfrm>
            <a:off x="5950744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499">
            <a:extLst>
              <a:ext uri="{FF2B5EF4-FFF2-40B4-BE49-F238E27FC236}">
                <a16:creationId xmlns:a16="http://schemas.microsoft.com/office/drawing/2014/main" id="{496A49D7-89E1-42D2-A55F-C81FB42A854C}"/>
              </a:ext>
            </a:extLst>
          </p:cNvPr>
          <p:cNvSpPr>
            <a:spLocks noGrp="1"/>
          </p:cNvSpPr>
          <p:nvPr/>
        </p:nvSpPr>
        <p:spPr>
          <a:xfrm>
            <a:off x="5950744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500">
            <a:extLst>
              <a:ext uri="{FF2B5EF4-FFF2-40B4-BE49-F238E27FC236}">
                <a16:creationId xmlns:a16="http://schemas.microsoft.com/office/drawing/2014/main" id="{63984572-2218-453C-A703-4A0689AE993F}"/>
              </a:ext>
            </a:extLst>
          </p:cNvPr>
          <p:cNvSpPr>
            <a:spLocks noGrp="1"/>
          </p:cNvSpPr>
          <p:nvPr/>
        </p:nvSpPr>
        <p:spPr>
          <a:xfrm>
            <a:off x="5950744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501">
            <a:extLst>
              <a:ext uri="{FF2B5EF4-FFF2-40B4-BE49-F238E27FC236}">
                <a16:creationId xmlns:a16="http://schemas.microsoft.com/office/drawing/2014/main" id="{45C99695-93AC-4F3B-A3CD-8414D612BC6F}"/>
              </a:ext>
            </a:extLst>
          </p:cNvPr>
          <p:cNvSpPr>
            <a:spLocks noGrp="1"/>
          </p:cNvSpPr>
          <p:nvPr/>
        </p:nvSpPr>
        <p:spPr>
          <a:xfrm>
            <a:off x="5950744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502">
            <a:extLst>
              <a:ext uri="{FF2B5EF4-FFF2-40B4-BE49-F238E27FC236}">
                <a16:creationId xmlns:a16="http://schemas.microsoft.com/office/drawing/2014/main" id="{01032EE9-6CF4-4CEF-A9A4-747700B090F3}"/>
              </a:ext>
            </a:extLst>
          </p:cNvPr>
          <p:cNvSpPr>
            <a:spLocks noGrp="1"/>
          </p:cNvSpPr>
          <p:nvPr/>
        </p:nvSpPr>
        <p:spPr>
          <a:xfrm>
            <a:off x="5950744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503">
            <a:extLst>
              <a:ext uri="{FF2B5EF4-FFF2-40B4-BE49-F238E27FC236}">
                <a16:creationId xmlns:a16="http://schemas.microsoft.com/office/drawing/2014/main" id="{BF96392F-DFDA-4426-939E-E1242F27ED4C}"/>
              </a:ext>
            </a:extLst>
          </p:cNvPr>
          <p:cNvSpPr>
            <a:spLocks noGrp="1"/>
          </p:cNvSpPr>
          <p:nvPr/>
        </p:nvSpPr>
        <p:spPr>
          <a:xfrm>
            <a:off x="5950744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504">
            <a:extLst>
              <a:ext uri="{FF2B5EF4-FFF2-40B4-BE49-F238E27FC236}">
                <a16:creationId xmlns:a16="http://schemas.microsoft.com/office/drawing/2014/main" id="{C16B9DDD-8AB6-4CBA-8D1D-011B4CE29942}"/>
              </a:ext>
            </a:extLst>
          </p:cNvPr>
          <p:cNvSpPr>
            <a:spLocks noGrp="1"/>
          </p:cNvSpPr>
          <p:nvPr/>
        </p:nvSpPr>
        <p:spPr>
          <a:xfrm>
            <a:off x="5950744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text_506_根据 Shape 特征和硬件约束">
            <a:extLst>
              <a:ext uri="{FF2B5EF4-FFF2-40B4-BE49-F238E27FC236}">
                <a16:creationId xmlns:a16="http://schemas.microsoft.com/office/drawing/2014/main" id="{3F76283E-61AF-43DC-9D33-CF37DAECBA0E}"/>
              </a:ext>
            </a:extLst>
          </p:cNvPr>
          <p:cNvSpPr>
            <a:spLocks noGrp="1"/>
          </p:cNvSpPr>
          <p:nvPr/>
        </p:nvSpPr>
        <p:spPr>
          <a:xfrm>
            <a:off x="542925" y="2007394"/>
            <a:ext cx="24074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 Shape 特征和硬件约束</a:t>
            </a:r>
          </a:p>
        </p:txBody>
      </p:sp>
      <p:sp>
        <p:nvSpPr>
          <p:cNvPr id="94" name="text_508_生成少量不同结构的 Kernel">
            <a:extLst>
              <a:ext uri="{FF2B5EF4-FFF2-40B4-BE49-F238E27FC236}">
                <a16:creationId xmlns:a16="http://schemas.microsoft.com/office/drawing/2014/main" id="{DE5B94F5-8724-4CD0-906D-73DE9D59B8A4}"/>
              </a:ext>
            </a:extLst>
          </p:cNvPr>
          <p:cNvSpPr>
            <a:spLocks noGrp="1"/>
          </p:cNvSpPr>
          <p:nvPr/>
        </p:nvSpPr>
        <p:spPr>
          <a:xfrm>
            <a:off x="542925" y="2243138"/>
            <a:ext cx="24074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生成少量不同结构的 Kernel</a:t>
            </a:r>
          </a:p>
        </p:txBody>
      </p:sp>
      <p:sp>
        <p:nvSpPr>
          <p:cNvPr id="95" name="object_509">
            <a:extLst>
              <a:ext uri="{FF2B5EF4-FFF2-40B4-BE49-F238E27FC236}">
                <a16:creationId xmlns:a16="http://schemas.microsoft.com/office/drawing/2014/main" id="{599FE5CF-EA8B-49A4-91A4-675520E94A0D}"/>
              </a:ext>
            </a:extLst>
          </p:cNvPr>
          <p:cNvSpPr>
            <a:spLocks noGrp="1"/>
          </p:cNvSpPr>
          <p:nvPr/>
        </p:nvSpPr>
        <p:spPr>
          <a:xfrm>
            <a:off x="475060" y="2657475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96" name="text_511_Shape 特征与硬件约束">
            <a:extLst>
              <a:ext uri="{FF2B5EF4-FFF2-40B4-BE49-F238E27FC236}">
                <a16:creationId xmlns:a16="http://schemas.microsoft.com/office/drawing/2014/main" id="{DCEDCAE8-7407-45A4-9DAC-37C29A01601F}"/>
              </a:ext>
            </a:extLst>
          </p:cNvPr>
          <p:cNvSpPr>
            <a:spLocks noGrp="1"/>
          </p:cNvSpPr>
          <p:nvPr/>
        </p:nvSpPr>
        <p:spPr>
          <a:xfrm>
            <a:off x="525067" y="2693194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特征与硬件约束</a:t>
            </a:r>
          </a:p>
        </p:txBody>
      </p:sp>
      <p:sp>
        <p:nvSpPr>
          <p:cNvPr id="97" name="text_513_算子语义、输入范围与 MLU 特性">
            <a:extLst>
              <a:ext uri="{FF2B5EF4-FFF2-40B4-BE49-F238E27FC236}">
                <a16:creationId xmlns:a16="http://schemas.microsoft.com/office/drawing/2014/main" id="{DE9E66A7-9A6B-4F1A-B9C2-556AE27A1FB6}"/>
              </a:ext>
            </a:extLst>
          </p:cNvPr>
          <p:cNvSpPr>
            <a:spLocks noGrp="1"/>
          </p:cNvSpPr>
          <p:nvPr/>
        </p:nvSpPr>
        <p:spPr>
          <a:xfrm>
            <a:off x="532210" y="2943226"/>
            <a:ext cx="20931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算子语义、输入范围与 MLU 特性</a:t>
            </a:r>
          </a:p>
        </p:txBody>
      </p:sp>
      <p:sp>
        <p:nvSpPr>
          <p:cNvPr id="98" name="connector_514">
            <a:extLst>
              <a:ext uri="{FF2B5EF4-FFF2-40B4-BE49-F238E27FC236}">
                <a16:creationId xmlns:a16="http://schemas.microsoft.com/office/drawing/2014/main" id="{5CCFD52D-A60D-46B5-BD5A-911E96835CDA}"/>
              </a:ext>
            </a:extLst>
          </p:cNvPr>
          <p:cNvSpPr>
            <a:spLocks noGrp="1"/>
          </p:cNvSpPr>
          <p:nvPr/>
        </p:nvSpPr>
        <p:spPr>
          <a:xfrm>
            <a:off x="1546622" y="3173867"/>
            <a:ext cx="14288" cy="235744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9" name="connector_515">
            <a:extLst>
              <a:ext uri="{FF2B5EF4-FFF2-40B4-BE49-F238E27FC236}">
                <a16:creationId xmlns:a16="http://schemas.microsoft.com/office/drawing/2014/main" id="{3CBDFEB8-CCEB-4F25-9DF0-D8BD01FEB856}"/>
              </a:ext>
            </a:extLst>
          </p:cNvPr>
          <p:cNvSpPr>
            <a:spLocks noGrp="1"/>
          </p:cNvSpPr>
          <p:nvPr/>
        </p:nvSpPr>
        <p:spPr>
          <a:xfrm>
            <a:off x="1522648" y="335756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object_516">
            <a:extLst>
              <a:ext uri="{FF2B5EF4-FFF2-40B4-BE49-F238E27FC236}">
                <a16:creationId xmlns:a16="http://schemas.microsoft.com/office/drawing/2014/main" id="{8754589E-DC80-4B44-BDE8-359DBAA8140D}"/>
              </a:ext>
            </a:extLst>
          </p:cNvPr>
          <p:cNvSpPr>
            <a:spLocks noGrp="1"/>
          </p:cNvSpPr>
          <p:nvPr/>
        </p:nvSpPr>
        <p:spPr>
          <a:xfrm>
            <a:off x="396479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1" name="text_518_Family A">
            <a:extLst>
              <a:ext uri="{FF2B5EF4-FFF2-40B4-BE49-F238E27FC236}">
                <a16:creationId xmlns:a16="http://schemas.microsoft.com/office/drawing/2014/main" id="{0D502887-3DAC-40E2-8103-622ECACCF5AB}"/>
              </a:ext>
            </a:extLst>
          </p:cNvPr>
          <p:cNvSpPr>
            <a:spLocks noGrp="1"/>
          </p:cNvSpPr>
          <p:nvPr/>
        </p:nvSpPr>
        <p:spPr>
          <a:xfrm>
            <a:off x="446485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102" name="text_520_小尺寸优化">
            <a:extLst>
              <a:ext uri="{FF2B5EF4-FFF2-40B4-BE49-F238E27FC236}">
                <a16:creationId xmlns:a16="http://schemas.microsoft.com/office/drawing/2014/main" id="{DE2AFA2C-CF93-4F04-9706-37FF9EA9B2A0}"/>
              </a:ext>
            </a:extLst>
          </p:cNvPr>
          <p:cNvSpPr>
            <a:spLocks noGrp="1"/>
          </p:cNvSpPr>
          <p:nvPr/>
        </p:nvSpPr>
        <p:spPr>
          <a:xfrm>
            <a:off x="453629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</a:p>
        </p:txBody>
      </p:sp>
      <p:sp>
        <p:nvSpPr>
          <p:cNvPr id="103" name="connector_521">
            <a:extLst>
              <a:ext uri="{FF2B5EF4-FFF2-40B4-BE49-F238E27FC236}">
                <a16:creationId xmlns:a16="http://schemas.microsoft.com/office/drawing/2014/main" id="{E739D5DF-5AEC-41A9-9076-6C7B6694DF22}"/>
              </a:ext>
            </a:extLst>
          </p:cNvPr>
          <p:cNvSpPr>
            <a:spLocks noGrp="1"/>
          </p:cNvSpPr>
          <p:nvPr/>
        </p:nvSpPr>
        <p:spPr>
          <a:xfrm>
            <a:off x="753666" y="3543301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04" name="object_522">
            <a:extLst>
              <a:ext uri="{FF2B5EF4-FFF2-40B4-BE49-F238E27FC236}">
                <a16:creationId xmlns:a16="http://schemas.microsoft.com/office/drawing/2014/main" id="{9A8FCD52-212F-4F8B-9CE8-D8B7C497D1A0}"/>
              </a:ext>
            </a:extLst>
          </p:cNvPr>
          <p:cNvSpPr>
            <a:spLocks noGrp="1"/>
          </p:cNvSpPr>
          <p:nvPr/>
        </p:nvSpPr>
        <p:spPr>
          <a:xfrm>
            <a:off x="1189435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5" name="text_524_Family B">
            <a:extLst>
              <a:ext uri="{FF2B5EF4-FFF2-40B4-BE49-F238E27FC236}">
                <a16:creationId xmlns:a16="http://schemas.microsoft.com/office/drawing/2014/main" id="{0689E7E8-3EF0-42E8-9DFC-C18494148775}"/>
              </a:ext>
            </a:extLst>
          </p:cNvPr>
          <p:cNvSpPr>
            <a:spLocks noGrp="1"/>
          </p:cNvSpPr>
          <p:nvPr/>
        </p:nvSpPr>
        <p:spPr>
          <a:xfrm>
            <a:off x="1239441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106" name="text_526_分块 / 分阶段">
            <a:extLst>
              <a:ext uri="{FF2B5EF4-FFF2-40B4-BE49-F238E27FC236}">
                <a16:creationId xmlns:a16="http://schemas.microsoft.com/office/drawing/2014/main" id="{37F14FA7-5505-4631-ADAC-04AEEF84525D}"/>
              </a:ext>
            </a:extLst>
          </p:cNvPr>
          <p:cNvSpPr>
            <a:spLocks noGrp="1"/>
          </p:cNvSpPr>
          <p:nvPr/>
        </p:nvSpPr>
        <p:spPr>
          <a:xfrm>
            <a:off x="1246585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 / 分阶段</a:t>
            </a:r>
          </a:p>
        </p:txBody>
      </p:sp>
      <p:sp>
        <p:nvSpPr>
          <p:cNvPr id="107" name="connector_527">
            <a:extLst>
              <a:ext uri="{FF2B5EF4-FFF2-40B4-BE49-F238E27FC236}">
                <a16:creationId xmlns:a16="http://schemas.microsoft.com/office/drawing/2014/main" id="{6978103E-81F7-438F-8365-9ECB49D37C13}"/>
              </a:ext>
            </a:extLst>
          </p:cNvPr>
          <p:cNvSpPr>
            <a:spLocks noGrp="1"/>
          </p:cNvSpPr>
          <p:nvPr/>
        </p:nvSpPr>
        <p:spPr>
          <a:xfrm>
            <a:off x="1546622" y="3543301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08" name="object_528">
            <a:extLst>
              <a:ext uri="{FF2B5EF4-FFF2-40B4-BE49-F238E27FC236}">
                <a16:creationId xmlns:a16="http://schemas.microsoft.com/office/drawing/2014/main" id="{7D3E2448-F299-48BF-8DDA-3AE3D70E4647}"/>
              </a:ext>
            </a:extLst>
          </p:cNvPr>
          <p:cNvSpPr>
            <a:spLocks noGrp="1"/>
          </p:cNvSpPr>
          <p:nvPr/>
        </p:nvSpPr>
        <p:spPr>
          <a:xfrm>
            <a:off x="1982392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9" name="text_530_Family C">
            <a:extLst>
              <a:ext uri="{FF2B5EF4-FFF2-40B4-BE49-F238E27FC236}">
                <a16:creationId xmlns:a16="http://schemas.microsoft.com/office/drawing/2014/main" id="{D9F93969-9FE6-47B5-864C-15B5279D1EA9}"/>
              </a:ext>
            </a:extLst>
          </p:cNvPr>
          <p:cNvSpPr>
            <a:spLocks noGrp="1"/>
          </p:cNvSpPr>
          <p:nvPr/>
        </p:nvSpPr>
        <p:spPr>
          <a:xfrm>
            <a:off x="2032398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110" name="text_532_整轴结构">
            <a:extLst>
              <a:ext uri="{FF2B5EF4-FFF2-40B4-BE49-F238E27FC236}">
                <a16:creationId xmlns:a16="http://schemas.microsoft.com/office/drawing/2014/main" id="{F306B480-5DD0-42A4-AE1B-7E4D95BB26F5}"/>
              </a:ext>
            </a:extLst>
          </p:cNvPr>
          <p:cNvSpPr>
            <a:spLocks noGrp="1"/>
          </p:cNvSpPr>
          <p:nvPr/>
        </p:nvSpPr>
        <p:spPr>
          <a:xfrm>
            <a:off x="2039542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</a:p>
        </p:txBody>
      </p:sp>
      <p:sp>
        <p:nvSpPr>
          <p:cNvPr id="111" name="connector_533">
            <a:extLst>
              <a:ext uri="{FF2B5EF4-FFF2-40B4-BE49-F238E27FC236}">
                <a16:creationId xmlns:a16="http://schemas.microsoft.com/office/drawing/2014/main" id="{B65F86A3-A3F0-46C6-9F04-DFCE1FB66A28}"/>
              </a:ext>
            </a:extLst>
          </p:cNvPr>
          <p:cNvSpPr>
            <a:spLocks noGrp="1"/>
          </p:cNvSpPr>
          <p:nvPr/>
        </p:nvSpPr>
        <p:spPr>
          <a:xfrm>
            <a:off x="2339578" y="3543301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2" name="connector_534">
            <a:extLst>
              <a:ext uri="{FF2B5EF4-FFF2-40B4-BE49-F238E27FC236}">
                <a16:creationId xmlns:a16="http://schemas.microsoft.com/office/drawing/2014/main" id="{7876BC28-7B2F-4444-9F7E-BF2536D17E7D}"/>
              </a:ext>
            </a:extLst>
          </p:cNvPr>
          <p:cNvSpPr>
            <a:spLocks noGrp="1"/>
          </p:cNvSpPr>
          <p:nvPr/>
        </p:nvSpPr>
        <p:spPr>
          <a:xfrm>
            <a:off x="753666" y="3543300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3" name="connector_535">
            <a:extLst>
              <a:ext uri="{FF2B5EF4-FFF2-40B4-BE49-F238E27FC236}">
                <a16:creationId xmlns:a16="http://schemas.microsoft.com/office/drawing/2014/main" id="{A237A2BD-2BA1-4E3D-989B-0EB923BE8114}"/>
              </a:ext>
            </a:extLst>
          </p:cNvPr>
          <p:cNvSpPr>
            <a:spLocks noGrp="1"/>
          </p:cNvSpPr>
          <p:nvPr/>
        </p:nvSpPr>
        <p:spPr>
          <a:xfrm>
            <a:off x="1546622" y="3401446"/>
            <a:ext cx="14288" cy="135731"/>
          </a:xfrm>
          <a:custGeom>
            <a:avLst/>
            <a:gdLst/>
            <a:ahLst/>
            <a:cxnLst/>
            <a:rect l="0" t="0" r="0" b="0"/>
            <a:pathLst>
              <a:path w="19050" h="180975">
                <a:moveTo>
                  <a:pt x="9525" y="9525"/>
                </a:moveTo>
                <a:lnTo>
                  <a:pt x="9525" y="1714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4" name="text_537_输出：候选 Kernel Family">
            <a:extLst>
              <a:ext uri="{FF2B5EF4-FFF2-40B4-BE49-F238E27FC236}">
                <a16:creationId xmlns:a16="http://schemas.microsoft.com/office/drawing/2014/main" id="{41CEEAC8-3DB1-4EF9-B226-BD9ADC625503}"/>
              </a:ext>
            </a:extLst>
          </p:cNvPr>
          <p:cNvSpPr>
            <a:spLocks noGrp="1"/>
          </p:cNvSpPr>
          <p:nvPr/>
        </p:nvSpPr>
        <p:spPr>
          <a:xfrm>
            <a:off x="550069" y="4743450"/>
            <a:ext cx="2400300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输出：候选 Kernel Family</a:t>
            </a:r>
          </a:p>
        </p:txBody>
      </p:sp>
      <p:sp>
        <p:nvSpPr>
          <p:cNvPr id="115" name="text_539_不同结构分别定义可调参数">
            <a:extLst>
              <a:ext uri="{FF2B5EF4-FFF2-40B4-BE49-F238E27FC236}">
                <a16:creationId xmlns:a16="http://schemas.microsoft.com/office/drawing/2014/main" id="{2180A370-1497-4376-8E5C-3FC14DA73503}"/>
              </a:ext>
            </a:extLst>
          </p:cNvPr>
          <p:cNvSpPr>
            <a:spLocks noGrp="1"/>
          </p:cNvSpPr>
          <p:nvPr/>
        </p:nvSpPr>
        <p:spPr>
          <a:xfrm>
            <a:off x="557213" y="5057775"/>
            <a:ext cx="23931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不同结构分别定义可调参数</a:t>
            </a:r>
          </a:p>
        </p:txBody>
      </p:sp>
      <p:sp>
        <p:nvSpPr>
          <p:cNvPr id="116" name="text_541_保留 Family 与硬件约束信息">
            <a:extLst>
              <a:ext uri="{FF2B5EF4-FFF2-40B4-BE49-F238E27FC236}">
                <a16:creationId xmlns:a16="http://schemas.microsoft.com/office/drawing/2014/main" id="{0AC812A5-DDF8-4AD2-B096-008A23B1B6FE}"/>
              </a:ext>
            </a:extLst>
          </p:cNvPr>
          <p:cNvSpPr>
            <a:spLocks noGrp="1"/>
          </p:cNvSpPr>
          <p:nvPr/>
        </p:nvSpPr>
        <p:spPr>
          <a:xfrm>
            <a:off x="557213" y="5272087"/>
            <a:ext cx="23931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 Family 与硬件约束信息</a:t>
            </a:r>
          </a:p>
        </p:txBody>
      </p:sp>
      <p:sp>
        <p:nvSpPr>
          <p:cNvPr id="117" name="text_543_联合评估 Family × Config × S">
            <a:extLst>
              <a:ext uri="{FF2B5EF4-FFF2-40B4-BE49-F238E27FC236}">
                <a16:creationId xmlns:a16="http://schemas.microsoft.com/office/drawing/2014/main" id="{1CB65C41-E183-4C95-8089-95CF3BE5E208}"/>
              </a:ext>
            </a:extLst>
          </p:cNvPr>
          <p:cNvSpPr>
            <a:spLocks noGrp="1"/>
          </p:cNvSpPr>
          <p:nvPr/>
        </p:nvSpPr>
        <p:spPr>
          <a:xfrm>
            <a:off x="3271838" y="2007394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联合评估 Family × Config × Shape</a:t>
            </a:r>
          </a:p>
        </p:txBody>
      </p:sp>
      <p:sp>
        <p:nvSpPr>
          <p:cNvPr id="118" name="text_545_确定不同输入对应的执行组合">
            <a:extLst>
              <a:ext uri="{FF2B5EF4-FFF2-40B4-BE49-F238E27FC236}">
                <a16:creationId xmlns:a16="http://schemas.microsoft.com/office/drawing/2014/main" id="{2700A8EE-3FB0-43FF-B3A8-314CFEB41440}"/>
              </a:ext>
            </a:extLst>
          </p:cNvPr>
          <p:cNvSpPr>
            <a:spLocks noGrp="1"/>
          </p:cNvSpPr>
          <p:nvPr/>
        </p:nvSpPr>
        <p:spPr>
          <a:xfrm>
            <a:off x="3271838" y="2243138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确定不同输入对应的执行组合</a:t>
            </a:r>
          </a:p>
        </p:txBody>
      </p:sp>
      <p:sp>
        <p:nvSpPr>
          <p:cNvPr id="119" name="object_546">
            <a:extLst>
              <a:ext uri="{FF2B5EF4-FFF2-40B4-BE49-F238E27FC236}">
                <a16:creationId xmlns:a16="http://schemas.microsoft.com/office/drawing/2014/main" id="{ECB1E21D-6586-47C6-B57B-E08C670045BD}"/>
              </a:ext>
            </a:extLst>
          </p:cNvPr>
          <p:cNvSpPr>
            <a:spLocks noGrp="1"/>
          </p:cNvSpPr>
          <p:nvPr/>
        </p:nvSpPr>
        <p:spPr>
          <a:xfrm>
            <a:off x="3293269" y="267176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0" name="text_548_Family">
            <a:extLst>
              <a:ext uri="{FF2B5EF4-FFF2-40B4-BE49-F238E27FC236}">
                <a16:creationId xmlns:a16="http://schemas.microsoft.com/office/drawing/2014/main" id="{5B09708D-83B0-4702-AB2C-40B4C7E8A662}"/>
              </a:ext>
            </a:extLst>
          </p:cNvPr>
          <p:cNvSpPr>
            <a:spLocks noGrp="1"/>
          </p:cNvSpPr>
          <p:nvPr/>
        </p:nvSpPr>
        <p:spPr>
          <a:xfrm>
            <a:off x="3328987" y="272176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121" name="text_550_候选计算与调度结构">
            <a:extLst>
              <a:ext uri="{FF2B5EF4-FFF2-40B4-BE49-F238E27FC236}">
                <a16:creationId xmlns:a16="http://schemas.microsoft.com/office/drawing/2014/main" id="{C5B90CA6-C114-467A-9863-9A01ED3F70CD}"/>
              </a:ext>
            </a:extLst>
          </p:cNvPr>
          <p:cNvSpPr>
            <a:spLocks noGrp="1"/>
          </p:cNvSpPr>
          <p:nvPr/>
        </p:nvSpPr>
        <p:spPr>
          <a:xfrm>
            <a:off x="4136231" y="2728913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候选计算与调度结构</a:t>
            </a:r>
          </a:p>
        </p:txBody>
      </p:sp>
      <p:sp>
        <p:nvSpPr>
          <p:cNvPr id="122" name="text_552_×">
            <a:extLst>
              <a:ext uri="{FF2B5EF4-FFF2-40B4-BE49-F238E27FC236}">
                <a16:creationId xmlns:a16="http://schemas.microsoft.com/office/drawing/2014/main" id="{B27A0C86-1575-42A4-9E25-4A708A8B0BAD}"/>
              </a:ext>
            </a:extLst>
          </p:cNvPr>
          <p:cNvSpPr>
            <a:spLocks noGrp="1"/>
          </p:cNvSpPr>
          <p:nvPr/>
        </p:nvSpPr>
        <p:spPr>
          <a:xfrm>
            <a:off x="3507581" y="2978944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23" name="object_553">
            <a:extLst>
              <a:ext uri="{FF2B5EF4-FFF2-40B4-BE49-F238E27FC236}">
                <a16:creationId xmlns:a16="http://schemas.microsoft.com/office/drawing/2014/main" id="{F1F3A8C8-13C1-409B-98A9-B738AEDDA807}"/>
              </a:ext>
            </a:extLst>
          </p:cNvPr>
          <p:cNvSpPr>
            <a:spLocks noGrp="1"/>
          </p:cNvSpPr>
          <p:nvPr/>
        </p:nvSpPr>
        <p:spPr>
          <a:xfrm>
            <a:off x="3293269" y="3150394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4" name="text_555_Config">
            <a:extLst>
              <a:ext uri="{FF2B5EF4-FFF2-40B4-BE49-F238E27FC236}">
                <a16:creationId xmlns:a16="http://schemas.microsoft.com/office/drawing/2014/main" id="{CA620727-5F3F-4CCD-9D26-B96F2C561BC1}"/>
              </a:ext>
            </a:extLst>
          </p:cNvPr>
          <p:cNvSpPr>
            <a:spLocks noGrp="1"/>
          </p:cNvSpPr>
          <p:nvPr/>
        </p:nvSpPr>
        <p:spPr>
          <a:xfrm>
            <a:off x="3328987" y="3200400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125" name="text_557_每个 Family 的独立参数空间">
            <a:extLst>
              <a:ext uri="{FF2B5EF4-FFF2-40B4-BE49-F238E27FC236}">
                <a16:creationId xmlns:a16="http://schemas.microsoft.com/office/drawing/2014/main" id="{139B27E4-FAF7-4242-A03A-6FCC9A66DDF9}"/>
              </a:ext>
            </a:extLst>
          </p:cNvPr>
          <p:cNvSpPr>
            <a:spLocks noGrp="1"/>
          </p:cNvSpPr>
          <p:nvPr/>
        </p:nvSpPr>
        <p:spPr>
          <a:xfrm>
            <a:off x="4136231" y="3207544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 Family 的独立参数空间</a:t>
            </a:r>
          </a:p>
        </p:txBody>
      </p:sp>
      <p:sp>
        <p:nvSpPr>
          <p:cNvPr id="126" name="text_559_×">
            <a:extLst>
              <a:ext uri="{FF2B5EF4-FFF2-40B4-BE49-F238E27FC236}">
                <a16:creationId xmlns:a16="http://schemas.microsoft.com/office/drawing/2014/main" id="{280D6DE1-B9F3-4527-88DF-9A018C871414}"/>
              </a:ext>
            </a:extLst>
          </p:cNvPr>
          <p:cNvSpPr>
            <a:spLocks noGrp="1"/>
          </p:cNvSpPr>
          <p:nvPr/>
        </p:nvSpPr>
        <p:spPr>
          <a:xfrm>
            <a:off x="3507581" y="3457575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27" name="object_560">
            <a:extLst>
              <a:ext uri="{FF2B5EF4-FFF2-40B4-BE49-F238E27FC236}">
                <a16:creationId xmlns:a16="http://schemas.microsoft.com/office/drawing/2014/main" id="{110145B9-5BB1-42AB-9E26-8490F7BACB4A}"/>
              </a:ext>
            </a:extLst>
          </p:cNvPr>
          <p:cNvSpPr>
            <a:spLocks noGrp="1"/>
          </p:cNvSpPr>
          <p:nvPr/>
        </p:nvSpPr>
        <p:spPr>
          <a:xfrm>
            <a:off x="3293269" y="3629025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8" name="text_562_Shape">
            <a:extLst>
              <a:ext uri="{FF2B5EF4-FFF2-40B4-BE49-F238E27FC236}">
                <a16:creationId xmlns:a16="http://schemas.microsoft.com/office/drawing/2014/main" id="{18A6342E-0E63-4338-9766-B577D84E345B}"/>
              </a:ext>
            </a:extLst>
          </p:cNvPr>
          <p:cNvSpPr>
            <a:spLocks noGrp="1"/>
          </p:cNvSpPr>
          <p:nvPr/>
        </p:nvSpPr>
        <p:spPr>
          <a:xfrm>
            <a:off x="3328987" y="3679031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129" name="text_564_代表输入及完整验证域">
            <a:extLst>
              <a:ext uri="{FF2B5EF4-FFF2-40B4-BE49-F238E27FC236}">
                <a16:creationId xmlns:a16="http://schemas.microsoft.com/office/drawing/2014/main" id="{70A448AA-6906-404F-A4FF-327130831010}"/>
              </a:ext>
            </a:extLst>
          </p:cNvPr>
          <p:cNvSpPr>
            <a:spLocks noGrp="1"/>
          </p:cNvSpPr>
          <p:nvPr/>
        </p:nvSpPr>
        <p:spPr>
          <a:xfrm>
            <a:off x="4136231" y="3686175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代表输入及完整验证域</a:t>
            </a:r>
          </a:p>
        </p:txBody>
      </p:sp>
      <p:sp>
        <p:nvSpPr>
          <p:cNvPr id="130" name="connector_565">
            <a:extLst>
              <a:ext uri="{FF2B5EF4-FFF2-40B4-BE49-F238E27FC236}">
                <a16:creationId xmlns:a16="http://schemas.microsoft.com/office/drawing/2014/main" id="{517223EA-F3E1-4020-A26E-1BD41D28F3BA}"/>
              </a:ext>
            </a:extLst>
          </p:cNvPr>
          <p:cNvSpPr>
            <a:spLocks noGrp="1"/>
          </p:cNvSpPr>
          <p:nvPr/>
        </p:nvSpPr>
        <p:spPr>
          <a:xfrm>
            <a:off x="4507706" y="4000500"/>
            <a:ext cx="14288" cy="228600"/>
          </a:xfrm>
          <a:custGeom>
            <a:avLst/>
            <a:gdLst/>
            <a:ahLst/>
            <a:cxnLst/>
            <a:rect l="0" t="0" r="0" b="0"/>
            <a:pathLst>
              <a:path w="19050" h="304800">
                <a:moveTo>
                  <a:pt x="9525" y="9525"/>
                </a:moveTo>
                <a:lnTo>
                  <a:pt x="9525" y="2952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566">
            <a:extLst>
              <a:ext uri="{FF2B5EF4-FFF2-40B4-BE49-F238E27FC236}">
                <a16:creationId xmlns:a16="http://schemas.microsoft.com/office/drawing/2014/main" id="{71BF99EA-614C-4E17-AFB4-1A63B12CA066}"/>
              </a:ext>
            </a:extLst>
          </p:cNvPr>
          <p:cNvSpPr>
            <a:spLocks noGrp="1"/>
          </p:cNvSpPr>
          <p:nvPr/>
        </p:nvSpPr>
        <p:spPr>
          <a:xfrm>
            <a:off x="4483732" y="417092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object_567">
            <a:extLst>
              <a:ext uri="{FF2B5EF4-FFF2-40B4-BE49-F238E27FC236}">
                <a16:creationId xmlns:a16="http://schemas.microsoft.com/office/drawing/2014/main" id="{67873DBF-2B56-40D7-9C01-ED1168731C48}"/>
              </a:ext>
            </a:extLst>
          </p:cNvPr>
          <p:cNvSpPr>
            <a:spLocks noGrp="1"/>
          </p:cNvSpPr>
          <p:nvPr/>
        </p:nvSpPr>
        <p:spPr>
          <a:xfrm>
            <a:off x="3328988" y="4314825"/>
            <a:ext cx="2378869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569_性能评估与组合筛选">
            <a:extLst>
              <a:ext uri="{FF2B5EF4-FFF2-40B4-BE49-F238E27FC236}">
                <a16:creationId xmlns:a16="http://schemas.microsoft.com/office/drawing/2014/main" id="{D8A44852-12D1-4784-990F-1ABD0A57E681}"/>
              </a:ext>
            </a:extLst>
          </p:cNvPr>
          <p:cNvSpPr>
            <a:spLocks noGrp="1"/>
          </p:cNvSpPr>
          <p:nvPr/>
        </p:nvSpPr>
        <p:spPr>
          <a:xfrm>
            <a:off x="3378994" y="4350544"/>
            <a:ext cx="22788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性能评估与组合筛选</a:t>
            </a:r>
          </a:p>
        </p:txBody>
      </p:sp>
      <p:sp>
        <p:nvSpPr>
          <p:cNvPr id="134" name="text_571_完成正确性验证后冻结结果">
            <a:extLst>
              <a:ext uri="{FF2B5EF4-FFF2-40B4-BE49-F238E27FC236}">
                <a16:creationId xmlns:a16="http://schemas.microsoft.com/office/drawing/2014/main" id="{FAB9A8F1-B3A3-4D29-BF13-2B5BC852BE43}"/>
              </a:ext>
            </a:extLst>
          </p:cNvPr>
          <p:cNvSpPr>
            <a:spLocks noGrp="1"/>
          </p:cNvSpPr>
          <p:nvPr/>
        </p:nvSpPr>
        <p:spPr>
          <a:xfrm>
            <a:off x="3386138" y="4550569"/>
            <a:ext cx="22645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完成正确性验证后冻结结果</a:t>
            </a:r>
          </a:p>
        </p:txBody>
      </p:sp>
      <p:sp>
        <p:nvSpPr>
          <p:cNvPr id="136" name="text_575_读取运行时 Shape">
            <a:extLst>
              <a:ext uri="{FF2B5EF4-FFF2-40B4-BE49-F238E27FC236}">
                <a16:creationId xmlns:a16="http://schemas.microsoft.com/office/drawing/2014/main" id="{C84E0E28-90E0-460C-BEDC-C88525E92CA8}"/>
              </a:ext>
            </a:extLst>
          </p:cNvPr>
          <p:cNvSpPr>
            <a:spLocks noGrp="1"/>
          </p:cNvSpPr>
          <p:nvPr/>
        </p:nvSpPr>
        <p:spPr>
          <a:xfrm>
            <a:off x="6150769" y="2007394"/>
            <a:ext cx="250745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读取运行时 Shape</a:t>
            </a:r>
          </a:p>
        </p:txBody>
      </p:sp>
      <p:sp>
        <p:nvSpPr>
          <p:cNvPr id="137" name="text_577_选择已验证的 Family 与 Config">
            <a:extLst>
              <a:ext uri="{FF2B5EF4-FFF2-40B4-BE49-F238E27FC236}">
                <a16:creationId xmlns:a16="http://schemas.microsoft.com/office/drawing/2014/main" id="{6F053074-8970-42AF-AB57-A159F74DEE7F}"/>
              </a:ext>
            </a:extLst>
          </p:cNvPr>
          <p:cNvSpPr>
            <a:spLocks noGrp="1"/>
          </p:cNvSpPr>
          <p:nvPr/>
        </p:nvSpPr>
        <p:spPr>
          <a:xfrm>
            <a:off x="6150769" y="2243138"/>
            <a:ext cx="250745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选择已验证的 Family 与 Config</a:t>
            </a:r>
          </a:p>
        </p:txBody>
      </p:sp>
      <p:sp>
        <p:nvSpPr>
          <p:cNvPr id="138" name="object_578">
            <a:extLst>
              <a:ext uri="{FF2B5EF4-FFF2-40B4-BE49-F238E27FC236}">
                <a16:creationId xmlns:a16="http://schemas.microsoft.com/office/drawing/2014/main" id="{4F831D10-4DE6-436E-8CCB-81E900073FAC}"/>
              </a:ext>
            </a:extLst>
          </p:cNvPr>
          <p:cNvSpPr>
            <a:spLocks noGrp="1"/>
          </p:cNvSpPr>
          <p:nvPr/>
        </p:nvSpPr>
        <p:spPr>
          <a:xfrm>
            <a:off x="6293644" y="2671762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9" name="text_580_输入 Shape">
            <a:extLst>
              <a:ext uri="{FF2B5EF4-FFF2-40B4-BE49-F238E27FC236}">
                <a16:creationId xmlns:a16="http://schemas.microsoft.com/office/drawing/2014/main" id="{71AF5102-B161-4314-A148-71203D787F0C}"/>
              </a:ext>
            </a:extLst>
          </p:cNvPr>
          <p:cNvSpPr>
            <a:spLocks noGrp="1"/>
          </p:cNvSpPr>
          <p:nvPr/>
        </p:nvSpPr>
        <p:spPr>
          <a:xfrm>
            <a:off x="6343650" y="2707481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 Shape</a:t>
            </a:r>
          </a:p>
        </p:txBody>
      </p:sp>
      <p:sp>
        <p:nvSpPr>
          <p:cNvPr id="140" name="connector_581">
            <a:extLst>
              <a:ext uri="{FF2B5EF4-FFF2-40B4-BE49-F238E27FC236}">
                <a16:creationId xmlns:a16="http://schemas.microsoft.com/office/drawing/2014/main" id="{2033FBCB-BF09-4E03-88ED-1FCB385650D0}"/>
              </a:ext>
            </a:extLst>
          </p:cNvPr>
          <p:cNvSpPr>
            <a:spLocks noGrp="1"/>
          </p:cNvSpPr>
          <p:nvPr/>
        </p:nvSpPr>
        <p:spPr>
          <a:xfrm>
            <a:off x="7393781" y="3071813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1" name="connector_582">
            <a:extLst>
              <a:ext uri="{FF2B5EF4-FFF2-40B4-BE49-F238E27FC236}">
                <a16:creationId xmlns:a16="http://schemas.microsoft.com/office/drawing/2014/main" id="{CED5AD5B-8BBB-4749-A612-57BCA7316F9D}"/>
              </a:ext>
            </a:extLst>
          </p:cNvPr>
          <p:cNvSpPr>
            <a:spLocks noGrp="1"/>
          </p:cNvSpPr>
          <p:nvPr/>
        </p:nvSpPr>
        <p:spPr>
          <a:xfrm>
            <a:off x="7369807" y="317794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2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6293644" y="3257550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143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6343650" y="3293269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分派规则</a:t>
            </a:r>
          </a:p>
        </p:txBody>
      </p:sp>
      <p:sp>
        <p:nvSpPr>
          <p:cNvPr id="144" name="connector_586">
            <a:extLst>
              <a:ext uri="{FF2B5EF4-FFF2-40B4-BE49-F238E27FC236}">
                <a16:creationId xmlns:a16="http://schemas.microsoft.com/office/drawing/2014/main" id="{C7825356-8859-4134-9409-E70E770FF324}"/>
              </a:ext>
            </a:extLst>
          </p:cNvPr>
          <p:cNvSpPr>
            <a:spLocks noGrp="1"/>
          </p:cNvSpPr>
          <p:nvPr/>
        </p:nvSpPr>
        <p:spPr>
          <a:xfrm>
            <a:off x="7393781" y="3657601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5" name="connector_587">
            <a:extLst>
              <a:ext uri="{FF2B5EF4-FFF2-40B4-BE49-F238E27FC236}">
                <a16:creationId xmlns:a16="http://schemas.microsoft.com/office/drawing/2014/main" id="{AB635F4B-961D-4F70-B591-79E1E1C43E0A}"/>
              </a:ext>
            </a:extLst>
          </p:cNvPr>
          <p:cNvSpPr>
            <a:spLocks noGrp="1"/>
          </p:cNvSpPr>
          <p:nvPr/>
        </p:nvSpPr>
        <p:spPr>
          <a:xfrm>
            <a:off x="7369807" y="37637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6" name="object_588">
            <a:extLst>
              <a:ext uri="{FF2B5EF4-FFF2-40B4-BE49-F238E27FC236}">
                <a16:creationId xmlns:a16="http://schemas.microsoft.com/office/drawing/2014/main" id="{3E4134D9-711B-4FC3-9EFA-8B9D2BC1C8D2}"/>
              </a:ext>
            </a:extLst>
          </p:cNvPr>
          <p:cNvSpPr>
            <a:spLocks noGrp="1"/>
          </p:cNvSpPr>
          <p:nvPr/>
        </p:nvSpPr>
        <p:spPr>
          <a:xfrm>
            <a:off x="6293644" y="3843337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47" name="text_590_Kernel Family + Config">
            <a:extLst>
              <a:ext uri="{FF2B5EF4-FFF2-40B4-BE49-F238E27FC236}">
                <a16:creationId xmlns:a16="http://schemas.microsoft.com/office/drawing/2014/main" id="{37523FFE-9BB8-4E19-A672-1DC4825FFEC1}"/>
              </a:ext>
            </a:extLst>
          </p:cNvPr>
          <p:cNvSpPr>
            <a:spLocks noGrp="1"/>
          </p:cNvSpPr>
          <p:nvPr/>
        </p:nvSpPr>
        <p:spPr>
          <a:xfrm>
            <a:off x="6343650" y="3879056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+ Config</a:t>
            </a:r>
          </a:p>
        </p:txBody>
      </p:sp>
      <p:sp>
        <p:nvSpPr>
          <p:cNvPr id="148" name="connector_591">
            <a:extLst>
              <a:ext uri="{FF2B5EF4-FFF2-40B4-BE49-F238E27FC236}">
                <a16:creationId xmlns:a16="http://schemas.microsoft.com/office/drawing/2014/main" id="{8E556D05-FF6E-4A2E-8B1E-C3A1F33B02DA}"/>
              </a:ext>
            </a:extLst>
          </p:cNvPr>
          <p:cNvSpPr>
            <a:spLocks noGrp="1"/>
          </p:cNvSpPr>
          <p:nvPr/>
        </p:nvSpPr>
        <p:spPr>
          <a:xfrm>
            <a:off x="7393781" y="4243388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9" name="connector_592">
            <a:extLst>
              <a:ext uri="{FF2B5EF4-FFF2-40B4-BE49-F238E27FC236}">
                <a16:creationId xmlns:a16="http://schemas.microsoft.com/office/drawing/2014/main" id="{535D4FB3-4ACC-4E03-9EF1-4369BE9B3390}"/>
              </a:ext>
            </a:extLst>
          </p:cNvPr>
          <p:cNvSpPr>
            <a:spLocks noGrp="1"/>
          </p:cNvSpPr>
          <p:nvPr/>
        </p:nvSpPr>
        <p:spPr>
          <a:xfrm>
            <a:off x="7369807" y="434952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0" name="object_593">
            <a:extLst>
              <a:ext uri="{FF2B5EF4-FFF2-40B4-BE49-F238E27FC236}">
                <a16:creationId xmlns:a16="http://schemas.microsoft.com/office/drawing/2014/main" id="{6A3E4DC9-8045-425B-A98A-35A255449B7E}"/>
              </a:ext>
            </a:extLst>
          </p:cNvPr>
          <p:cNvSpPr>
            <a:spLocks noGrp="1"/>
          </p:cNvSpPr>
          <p:nvPr/>
        </p:nvSpPr>
        <p:spPr>
          <a:xfrm>
            <a:off x="6293644" y="4429125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51" name="text_595_执行对应 Kernel">
            <a:extLst>
              <a:ext uri="{FF2B5EF4-FFF2-40B4-BE49-F238E27FC236}">
                <a16:creationId xmlns:a16="http://schemas.microsoft.com/office/drawing/2014/main" id="{380DB6E5-EBBD-4320-89CC-A46D13F79DC2}"/>
              </a:ext>
            </a:extLst>
          </p:cNvPr>
          <p:cNvSpPr>
            <a:spLocks noGrp="1"/>
          </p:cNvSpPr>
          <p:nvPr/>
        </p:nvSpPr>
        <p:spPr>
          <a:xfrm>
            <a:off x="6343650" y="4464844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执行对应 Kernel</a:t>
            </a:r>
          </a:p>
        </p:txBody>
      </p:sp>
      <p:sp>
        <p:nvSpPr>
          <p:cNvPr id="153" name="text_599_形成候选生成、联合搜索、验证冻结与运行时分派的工">
            <a:extLst>
              <a:ext uri="{FF2B5EF4-FFF2-40B4-BE49-F238E27FC236}">
                <a16:creationId xmlns:a16="http://schemas.microsoft.com/office/drawing/2014/main" id="{7C5FD423-E9DB-40DD-BE6B-CBA783A48D0D}"/>
              </a:ext>
            </a:extLst>
          </p:cNvPr>
          <p:cNvSpPr>
            <a:spLocks noGrp="1"/>
          </p:cNvSpPr>
          <p:nvPr/>
        </p:nvSpPr>
        <p:spPr>
          <a:xfrm>
            <a:off x="474030" y="6030249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形成候选生成、联合搜索、验证冻结与运行时分派的工程闭环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09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7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1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769" y="1528762"/>
            <a:ext cx="271463" cy="271463"/>
          </a:xfrm>
          <a:prstGeom prst="rect">
            <a:avLst/>
          </a:prstGeom>
        </p:spPr>
      </p:pic>
      <p:sp>
        <p:nvSpPr>
          <p:cNvPr id="157" name="矩形 156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3748174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: 圆角 24">
            <a:extLst>
              <a:ext uri="{FF2B5EF4-FFF2-40B4-BE49-F238E27FC236}">
                <a16:creationId xmlns:a16="http://schemas.microsoft.com/office/drawing/2014/main" id="{C6DADF3C-4D2D-4CB3-8C5E-8A519E4BC276}"/>
              </a:ext>
            </a:extLst>
          </p:cNvPr>
          <p:cNvSpPr/>
          <p:nvPr/>
        </p:nvSpPr>
        <p:spPr>
          <a:xfrm>
            <a:off x="328510" y="4398203"/>
            <a:ext cx="2199290" cy="11762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: 圆角 24">
            <a:extLst>
              <a:ext uri="{FF2B5EF4-FFF2-40B4-BE49-F238E27FC236}">
                <a16:creationId xmlns:a16="http://schemas.microsoft.com/office/drawing/2014/main" id="{C6DADF3C-4D2D-4CB3-8C5E-8A519E4BC276}"/>
              </a:ext>
            </a:extLst>
          </p:cNvPr>
          <p:cNvSpPr/>
          <p:nvPr/>
        </p:nvSpPr>
        <p:spPr>
          <a:xfrm>
            <a:off x="299101" y="3183358"/>
            <a:ext cx="2199290" cy="11762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: 圆角 24">
            <a:extLst>
              <a:ext uri="{FF2B5EF4-FFF2-40B4-BE49-F238E27FC236}">
                <a16:creationId xmlns:a16="http://schemas.microsoft.com/office/drawing/2014/main" id="{C6DADF3C-4D2D-4CB3-8C5E-8A519E4BC276}"/>
              </a:ext>
            </a:extLst>
          </p:cNvPr>
          <p:cNvSpPr/>
          <p:nvPr/>
        </p:nvSpPr>
        <p:spPr>
          <a:xfrm>
            <a:off x="292894" y="1952694"/>
            <a:ext cx="2199290" cy="11762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最终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架构与能力总结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602_演进路径">
            <a:extLst>
              <a:ext uri="{FF2B5EF4-FFF2-40B4-BE49-F238E27FC236}">
                <a16:creationId xmlns:a16="http://schemas.microsoft.com/office/drawing/2014/main" id="{76462023-34D3-47F3-90D6-05F25A4045AE}"/>
              </a:ext>
            </a:extLst>
          </p:cNvPr>
          <p:cNvSpPr>
            <a:spLocks noGrp="1"/>
          </p:cNvSpPr>
          <p:nvPr/>
        </p:nvSpPr>
        <p:spPr>
          <a:xfrm>
            <a:off x="885825" y="1514475"/>
            <a:ext cx="16287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演进路径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603">
            <a:extLst>
              <a:ext uri="{FF2B5EF4-FFF2-40B4-BE49-F238E27FC236}">
                <a16:creationId xmlns:a16="http://schemas.microsoft.com/office/drawing/2014/main" id="{4F7F173B-0415-40EA-A943-6166F6104527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606_Skill 架构">
            <a:extLst>
              <a:ext uri="{FF2B5EF4-FFF2-40B4-BE49-F238E27FC236}">
                <a16:creationId xmlns:a16="http://schemas.microsoft.com/office/drawing/2014/main" id="{529BDFE1-54AA-425D-8993-4179A7C703DD}"/>
              </a:ext>
            </a:extLst>
          </p:cNvPr>
          <p:cNvSpPr>
            <a:spLocks noGrp="1"/>
          </p:cNvSpPr>
          <p:nvPr/>
        </p:nvSpPr>
        <p:spPr>
          <a:xfrm>
            <a:off x="3150394" y="1514475"/>
            <a:ext cx="23574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Skill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架构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607">
            <a:extLst>
              <a:ext uri="{FF2B5EF4-FFF2-40B4-BE49-F238E27FC236}">
                <a16:creationId xmlns:a16="http://schemas.microsoft.com/office/drawing/2014/main" id="{488C1844-A1E2-4A8D-82EE-7CABDF0150A8}"/>
              </a:ext>
            </a:extLst>
          </p:cNvPr>
          <p:cNvSpPr>
            <a:spLocks noGrp="1"/>
          </p:cNvSpPr>
          <p:nvPr/>
        </p:nvSpPr>
        <p:spPr>
          <a:xfrm>
            <a:off x="2800350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610_关键能力对比">
            <a:extLst>
              <a:ext uri="{FF2B5EF4-FFF2-40B4-BE49-F238E27FC236}">
                <a16:creationId xmlns:a16="http://schemas.microsoft.com/office/drawing/2014/main" id="{A673FE6D-0C34-4E45-9F8C-55D96353032F}"/>
              </a:ext>
            </a:extLst>
          </p:cNvPr>
          <p:cNvSpPr>
            <a:spLocks noGrp="1"/>
          </p:cNvSpPr>
          <p:nvPr/>
        </p:nvSpPr>
        <p:spPr>
          <a:xfrm>
            <a:off x="6250782" y="1514475"/>
            <a:ext cx="242173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能力对比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611">
            <a:extLst>
              <a:ext uri="{FF2B5EF4-FFF2-40B4-BE49-F238E27FC236}">
                <a16:creationId xmlns:a16="http://schemas.microsoft.com/office/drawing/2014/main" id="{A84D3778-0A35-4355-91BC-AA4F6FF7B115}"/>
              </a:ext>
            </a:extLst>
          </p:cNvPr>
          <p:cNvSpPr>
            <a:spLocks noGrp="1"/>
          </p:cNvSpPr>
          <p:nvPr/>
        </p:nvSpPr>
        <p:spPr>
          <a:xfrm>
            <a:off x="5900738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612">
            <a:extLst>
              <a:ext uri="{FF2B5EF4-FFF2-40B4-BE49-F238E27FC236}">
                <a16:creationId xmlns:a16="http://schemas.microsoft.com/office/drawing/2014/main" id="{AEB5F9F1-A791-4386-9DB4-C50FB37C1A8B}"/>
              </a:ext>
            </a:extLst>
          </p:cNvPr>
          <p:cNvSpPr>
            <a:spLocks noGrp="1"/>
          </p:cNvSpPr>
          <p:nvPr/>
        </p:nvSpPr>
        <p:spPr>
          <a:xfrm>
            <a:off x="2636044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613">
            <a:extLst>
              <a:ext uri="{FF2B5EF4-FFF2-40B4-BE49-F238E27FC236}">
                <a16:creationId xmlns:a16="http://schemas.microsoft.com/office/drawing/2014/main" id="{2BBB5BEF-E25E-48E7-A258-B3AEAC468E79}"/>
              </a:ext>
            </a:extLst>
          </p:cNvPr>
          <p:cNvSpPr>
            <a:spLocks noGrp="1"/>
          </p:cNvSpPr>
          <p:nvPr/>
        </p:nvSpPr>
        <p:spPr>
          <a:xfrm>
            <a:off x="2636044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614">
            <a:extLst>
              <a:ext uri="{FF2B5EF4-FFF2-40B4-BE49-F238E27FC236}">
                <a16:creationId xmlns:a16="http://schemas.microsoft.com/office/drawing/2014/main" id="{EA2D4BA9-E38D-419E-BBD4-9ED9696DA790}"/>
              </a:ext>
            </a:extLst>
          </p:cNvPr>
          <p:cNvSpPr>
            <a:spLocks noGrp="1"/>
          </p:cNvSpPr>
          <p:nvPr/>
        </p:nvSpPr>
        <p:spPr>
          <a:xfrm>
            <a:off x="2636044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615">
            <a:extLst>
              <a:ext uri="{FF2B5EF4-FFF2-40B4-BE49-F238E27FC236}">
                <a16:creationId xmlns:a16="http://schemas.microsoft.com/office/drawing/2014/main" id="{8B403AA9-17B9-4B99-9954-F174976C5EEA}"/>
              </a:ext>
            </a:extLst>
          </p:cNvPr>
          <p:cNvSpPr>
            <a:spLocks noGrp="1"/>
          </p:cNvSpPr>
          <p:nvPr/>
        </p:nvSpPr>
        <p:spPr>
          <a:xfrm>
            <a:off x="2636044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616">
            <a:extLst>
              <a:ext uri="{FF2B5EF4-FFF2-40B4-BE49-F238E27FC236}">
                <a16:creationId xmlns:a16="http://schemas.microsoft.com/office/drawing/2014/main" id="{0E9CC803-C05A-438B-A397-8BA758C1D8DF}"/>
              </a:ext>
            </a:extLst>
          </p:cNvPr>
          <p:cNvSpPr>
            <a:spLocks noGrp="1"/>
          </p:cNvSpPr>
          <p:nvPr/>
        </p:nvSpPr>
        <p:spPr>
          <a:xfrm>
            <a:off x="2636044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617">
            <a:extLst>
              <a:ext uri="{FF2B5EF4-FFF2-40B4-BE49-F238E27FC236}">
                <a16:creationId xmlns:a16="http://schemas.microsoft.com/office/drawing/2014/main" id="{CBD8F83E-4156-48E3-BAAC-5AED06850259}"/>
              </a:ext>
            </a:extLst>
          </p:cNvPr>
          <p:cNvSpPr>
            <a:spLocks noGrp="1"/>
          </p:cNvSpPr>
          <p:nvPr/>
        </p:nvSpPr>
        <p:spPr>
          <a:xfrm>
            <a:off x="2636044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618">
            <a:extLst>
              <a:ext uri="{FF2B5EF4-FFF2-40B4-BE49-F238E27FC236}">
                <a16:creationId xmlns:a16="http://schemas.microsoft.com/office/drawing/2014/main" id="{F46E09E7-D01F-4A06-A4AA-2315D4858FFF}"/>
              </a:ext>
            </a:extLst>
          </p:cNvPr>
          <p:cNvSpPr>
            <a:spLocks noGrp="1"/>
          </p:cNvSpPr>
          <p:nvPr/>
        </p:nvSpPr>
        <p:spPr>
          <a:xfrm>
            <a:off x="2636044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619">
            <a:extLst>
              <a:ext uri="{FF2B5EF4-FFF2-40B4-BE49-F238E27FC236}">
                <a16:creationId xmlns:a16="http://schemas.microsoft.com/office/drawing/2014/main" id="{D27693BE-6519-4507-AAB8-E0EF8EE7F253}"/>
              </a:ext>
            </a:extLst>
          </p:cNvPr>
          <p:cNvSpPr>
            <a:spLocks noGrp="1"/>
          </p:cNvSpPr>
          <p:nvPr/>
        </p:nvSpPr>
        <p:spPr>
          <a:xfrm>
            <a:off x="2636044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620">
            <a:extLst>
              <a:ext uri="{FF2B5EF4-FFF2-40B4-BE49-F238E27FC236}">
                <a16:creationId xmlns:a16="http://schemas.microsoft.com/office/drawing/2014/main" id="{D66E1E5B-31C3-4828-90EF-52DB77EF9976}"/>
              </a:ext>
            </a:extLst>
          </p:cNvPr>
          <p:cNvSpPr>
            <a:spLocks noGrp="1"/>
          </p:cNvSpPr>
          <p:nvPr/>
        </p:nvSpPr>
        <p:spPr>
          <a:xfrm>
            <a:off x="2636044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621">
            <a:extLst>
              <a:ext uri="{FF2B5EF4-FFF2-40B4-BE49-F238E27FC236}">
                <a16:creationId xmlns:a16="http://schemas.microsoft.com/office/drawing/2014/main" id="{40392A16-2BE0-4082-BD03-9E1910DA03CB}"/>
              </a:ext>
            </a:extLst>
          </p:cNvPr>
          <p:cNvSpPr>
            <a:spLocks noGrp="1"/>
          </p:cNvSpPr>
          <p:nvPr/>
        </p:nvSpPr>
        <p:spPr>
          <a:xfrm>
            <a:off x="2636044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622">
            <a:extLst>
              <a:ext uri="{FF2B5EF4-FFF2-40B4-BE49-F238E27FC236}">
                <a16:creationId xmlns:a16="http://schemas.microsoft.com/office/drawing/2014/main" id="{89643C1E-732D-4475-9FB2-33B354E6F1F7}"/>
              </a:ext>
            </a:extLst>
          </p:cNvPr>
          <p:cNvSpPr>
            <a:spLocks noGrp="1"/>
          </p:cNvSpPr>
          <p:nvPr/>
        </p:nvSpPr>
        <p:spPr>
          <a:xfrm>
            <a:off x="2636044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623">
            <a:extLst>
              <a:ext uri="{FF2B5EF4-FFF2-40B4-BE49-F238E27FC236}">
                <a16:creationId xmlns:a16="http://schemas.microsoft.com/office/drawing/2014/main" id="{CB8718B4-8712-4668-8B28-7F2276742A27}"/>
              </a:ext>
            </a:extLst>
          </p:cNvPr>
          <p:cNvSpPr>
            <a:spLocks noGrp="1"/>
          </p:cNvSpPr>
          <p:nvPr/>
        </p:nvSpPr>
        <p:spPr>
          <a:xfrm>
            <a:off x="2636044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624">
            <a:extLst>
              <a:ext uri="{FF2B5EF4-FFF2-40B4-BE49-F238E27FC236}">
                <a16:creationId xmlns:a16="http://schemas.microsoft.com/office/drawing/2014/main" id="{13F3B845-08B1-4C4A-8F39-921CB910D8B4}"/>
              </a:ext>
            </a:extLst>
          </p:cNvPr>
          <p:cNvSpPr>
            <a:spLocks noGrp="1"/>
          </p:cNvSpPr>
          <p:nvPr/>
        </p:nvSpPr>
        <p:spPr>
          <a:xfrm>
            <a:off x="2636044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625">
            <a:extLst>
              <a:ext uri="{FF2B5EF4-FFF2-40B4-BE49-F238E27FC236}">
                <a16:creationId xmlns:a16="http://schemas.microsoft.com/office/drawing/2014/main" id="{60E51337-78BE-4438-B611-297D807B55F3}"/>
              </a:ext>
            </a:extLst>
          </p:cNvPr>
          <p:cNvSpPr>
            <a:spLocks noGrp="1"/>
          </p:cNvSpPr>
          <p:nvPr/>
        </p:nvSpPr>
        <p:spPr>
          <a:xfrm>
            <a:off x="2636044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626">
            <a:extLst>
              <a:ext uri="{FF2B5EF4-FFF2-40B4-BE49-F238E27FC236}">
                <a16:creationId xmlns:a16="http://schemas.microsoft.com/office/drawing/2014/main" id="{961DBCEE-5070-4210-A94E-8EEB012CC21B}"/>
              </a:ext>
            </a:extLst>
          </p:cNvPr>
          <p:cNvSpPr>
            <a:spLocks noGrp="1"/>
          </p:cNvSpPr>
          <p:nvPr/>
        </p:nvSpPr>
        <p:spPr>
          <a:xfrm>
            <a:off x="2636044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627">
            <a:extLst>
              <a:ext uri="{FF2B5EF4-FFF2-40B4-BE49-F238E27FC236}">
                <a16:creationId xmlns:a16="http://schemas.microsoft.com/office/drawing/2014/main" id="{437AF18B-8E9C-4FBF-A847-AF1EABEB272A}"/>
              </a:ext>
            </a:extLst>
          </p:cNvPr>
          <p:cNvSpPr>
            <a:spLocks noGrp="1"/>
          </p:cNvSpPr>
          <p:nvPr/>
        </p:nvSpPr>
        <p:spPr>
          <a:xfrm>
            <a:off x="2636044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628">
            <a:extLst>
              <a:ext uri="{FF2B5EF4-FFF2-40B4-BE49-F238E27FC236}">
                <a16:creationId xmlns:a16="http://schemas.microsoft.com/office/drawing/2014/main" id="{BE49D1B3-9A48-4D61-B00B-1F4E238AB9BB}"/>
              </a:ext>
            </a:extLst>
          </p:cNvPr>
          <p:cNvSpPr>
            <a:spLocks noGrp="1"/>
          </p:cNvSpPr>
          <p:nvPr/>
        </p:nvSpPr>
        <p:spPr>
          <a:xfrm>
            <a:off x="2636044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629">
            <a:extLst>
              <a:ext uri="{FF2B5EF4-FFF2-40B4-BE49-F238E27FC236}">
                <a16:creationId xmlns:a16="http://schemas.microsoft.com/office/drawing/2014/main" id="{D09343FC-A32F-4744-8456-4CDCAC1F973D}"/>
              </a:ext>
            </a:extLst>
          </p:cNvPr>
          <p:cNvSpPr>
            <a:spLocks noGrp="1"/>
          </p:cNvSpPr>
          <p:nvPr/>
        </p:nvSpPr>
        <p:spPr>
          <a:xfrm>
            <a:off x="2636044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630">
            <a:extLst>
              <a:ext uri="{FF2B5EF4-FFF2-40B4-BE49-F238E27FC236}">
                <a16:creationId xmlns:a16="http://schemas.microsoft.com/office/drawing/2014/main" id="{7F22792A-DE8D-412D-93B0-53679B4659B4}"/>
              </a:ext>
            </a:extLst>
          </p:cNvPr>
          <p:cNvSpPr>
            <a:spLocks noGrp="1"/>
          </p:cNvSpPr>
          <p:nvPr/>
        </p:nvSpPr>
        <p:spPr>
          <a:xfrm>
            <a:off x="2636044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631">
            <a:extLst>
              <a:ext uri="{FF2B5EF4-FFF2-40B4-BE49-F238E27FC236}">
                <a16:creationId xmlns:a16="http://schemas.microsoft.com/office/drawing/2014/main" id="{816DC41F-217E-4B98-B7EC-8DF4DA91CF2B}"/>
              </a:ext>
            </a:extLst>
          </p:cNvPr>
          <p:cNvSpPr>
            <a:spLocks noGrp="1"/>
          </p:cNvSpPr>
          <p:nvPr/>
        </p:nvSpPr>
        <p:spPr>
          <a:xfrm>
            <a:off x="2636044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632">
            <a:extLst>
              <a:ext uri="{FF2B5EF4-FFF2-40B4-BE49-F238E27FC236}">
                <a16:creationId xmlns:a16="http://schemas.microsoft.com/office/drawing/2014/main" id="{A9FCDF14-D448-4541-A042-3E62AE12D65E}"/>
              </a:ext>
            </a:extLst>
          </p:cNvPr>
          <p:cNvSpPr>
            <a:spLocks noGrp="1"/>
          </p:cNvSpPr>
          <p:nvPr/>
        </p:nvSpPr>
        <p:spPr>
          <a:xfrm>
            <a:off x="2636044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633">
            <a:extLst>
              <a:ext uri="{FF2B5EF4-FFF2-40B4-BE49-F238E27FC236}">
                <a16:creationId xmlns:a16="http://schemas.microsoft.com/office/drawing/2014/main" id="{5AA02F9A-81BC-4392-8B60-90BEC3A235B3}"/>
              </a:ext>
            </a:extLst>
          </p:cNvPr>
          <p:cNvSpPr>
            <a:spLocks noGrp="1"/>
          </p:cNvSpPr>
          <p:nvPr/>
        </p:nvSpPr>
        <p:spPr>
          <a:xfrm>
            <a:off x="2636044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634">
            <a:extLst>
              <a:ext uri="{FF2B5EF4-FFF2-40B4-BE49-F238E27FC236}">
                <a16:creationId xmlns:a16="http://schemas.microsoft.com/office/drawing/2014/main" id="{F1F259A5-DE16-4247-B5D6-D1B079271C3E}"/>
              </a:ext>
            </a:extLst>
          </p:cNvPr>
          <p:cNvSpPr>
            <a:spLocks noGrp="1"/>
          </p:cNvSpPr>
          <p:nvPr/>
        </p:nvSpPr>
        <p:spPr>
          <a:xfrm>
            <a:off x="2636044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635">
            <a:extLst>
              <a:ext uri="{FF2B5EF4-FFF2-40B4-BE49-F238E27FC236}">
                <a16:creationId xmlns:a16="http://schemas.microsoft.com/office/drawing/2014/main" id="{F2DAD6B3-B2F2-4B20-9E48-1847DFA334C2}"/>
              </a:ext>
            </a:extLst>
          </p:cNvPr>
          <p:cNvSpPr>
            <a:spLocks noGrp="1"/>
          </p:cNvSpPr>
          <p:nvPr/>
        </p:nvSpPr>
        <p:spPr>
          <a:xfrm>
            <a:off x="2636044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636">
            <a:extLst>
              <a:ext uri="{FF2B5EF4-FFF2-40B4-BE49-F238E27FC236}">
                <a16:creationId xmlns:a16="http://schemas.microsoft.com/office/drawing/2014/main" id="{FAD9AD70-D997-4293-A7A2-B461356A3AB1}"/>
              </a:ext>
            </a:extLst>
          </p:cNvPr>
          <p:cNvSpPr>
            <a:spLocks noGrp="1"/>
          </p:cNvSpPr>
          <p:nvPr/>
        </p:nvSpPr>
        <p:spPr>
          <a:xfrm>
            <a:off x="2636044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637">
            <a:extLst>
              <a:ext uri="{FF2B5EF4-FFF2-40B4-BE49-F238E27FC236}">
                <a16:creationId xmlns:a16="http://schemas.microsoft.com/office/drawing/2014/main" id="{E75B1D21-AFAF-486E-BCD2-F3C947982B3A}"/>
              </a:ext>
            </a:extLst>
          </p:cNvPr>
          <p:cNvSpPr>
            <a:spLocks noGrp="1"/>
          </p:cNvSpPr>
          <p:nvPr/>
        </p:nvSpPr>
        <p:spPr>
          <a:xfrm>
            <a:off x="2636044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638">
            <a:extLst>
              <a:ext uri="{FF2B5EF4-FFF2-40B4-BE49-F238E27FC236}">
                <a16:creationId xmlns:a16="http://schemas.microsoft.com/office/drawing/2014/main" id="{B5F28FF1-895A-48D6-ADE4-0E90A7F5256C}"/>
              </a:ext>
            </a:extLst>
          </p:cNvPr>
          <p:cNvSpPr>
            <a:spLocks noGrp="1"/>
          </p:cNvSpPr>
          <p:nvPr/>
        </p:nvSpPr>
        <p:spPr>
          <a:xfrm>
            <a:off x="2636044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639">
            <a:extLst>
              <a:ext uri="{FF2B5EF4-FFF2-40B4-BE49-F238E27FC236}">
                <a16:creationId xmlns:a16="http://schemas.microsoft.com/office/drawing/2014/main" id="{20124ACC-6D5D-4B1A-8D35-BBB3C721466D}"/>
              </a:ext>
            </a:extLst>
          </p:cNvPr>
          <p:cNvSpPr>
            <a:spLocks noGrp="1"/>
          </p:cNvSpPr>
          <p:nvPr/>
        </p:nvSpPr>
        <p:spPr>
          <a:xfrm>
            <a:off x="2636044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640">
            <a:extLst>
              <a:ext uri="{FF2B5EF4-FFF2-40B4-BE49-F238E27FC236}">
                <a16:creationId xmlns:a16="http://schemas.microsoft.com/office/drawing/2014/main" id="{428313B3-2F36-4944-9046-952197042D00}"/>
              </a:ext>
            </a:extLst>
          </p:cNvPr>
          <p:cNvSpPr>
            <a:spLocks noGrp="1"/>
          </p:cNvSpPr>
          <p:nvPr/>
        </p:nvSpPr>
        <p:spPr>
          <a:xfrm>
            <a:off x="2636044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641">
            <a:extLst>
              <a:ext uri="{FF2B5EF4-FFF2-40B4-BE49-F238E27FC236}">
                <a16:creationId xmlns:a16="http://schemas.microsoft.com/office/drawing/2014/main" id="{F21254C9-044D-44FD-AD8D-A9FB6A5EED8F}"/>
              </a:ext>
            </a:extLst>
          </p:cNvPr>
          <p:cNvSpPr>
            <a:spLocks noGrp="1"/>
          </p:cNvSpPr>
          <p:nvPr/>
        </p:nvSpPr>
        <p:spPr>
          <a:xfrm>
            <a:off x="2636044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642">
            <a:extLst>
              <a:ext uri="{FF2B5EF4-FFF2-40B4-BE49-F238E27FC236}">
                <a16:creationId xmlns:a16="http://schemas.microsoft.com/office/drawing/2014/main" id="{2510B337-A110-4BA8-9642-27BF8DDCF62B}"/>
              </a:ext>
            </a:extLst>
          </p:cNvPr>
          <p:cNvSpPr>
            <a:spLocks noGrp="1"/>
          </p:cNvSpPr>
          <p:nvPr/>
        </p:nvSpPr>
        <p:spPr>
          <a:xfrm>
            <a:off x="2636044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643">
            <a:extLst>
              <a:ext uri="{FF2B5EF4-FFF2-40B4-BE49-F238E27FC236}">
                <a16:creationId xmlns:a16="http://schemas.microsoft.com/office/drawing/2014/main" id="{6EADD61E-70A8-4BDF-88E9-0DF5EE4EB6DF}"/>
              </a:ext>
            </a:extLst>
          </p:cNvPr>
          <p:cNvSpPr>
            <a:spLocks noGrp="1"/>
          </p:cNvSpPr>
          <p:nvPr/>
        </p:nvSpPr>
        <p:spPr>
          <a:xfrm>
            <a:off x="2636044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644">
            <a:extLst>
              <a:ext uri="{FF2B5EF4-FFF2-40B4-BE49-F238E27FC236}">
                <a16:creationId xmlns:a16="http://schemas.microsoft.com/office/drawing/2014/main" id="{7C72DF8B-411C-49F2-BF86-1E8F4DB1FC22}"/>
              </a:ext>
            </a:extLst>
          </p:cNvPr>
          <p:cNvSpPr>
            <a:spLocks noGrp="1"/>
          </p:cNvSpPr>
          <p:nvPr/>
        </p:nvSpPr>
        <p:spPr>
          <a:xfrm>
            <a:off x="2636044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645">
            <a:extLst>
              <a:ext uri="{FF2B5EF4-FFF2-40B4-BE49-F238E27FC236}">
                <a16:creationId xmlns:a16="http://schemas.microsoft.com/office/drawing/2014/main" id="{B6FA4712-86D2-4FBF-BDA8-73A8411ACE5F}"/>
              </a:ext>
            </a:extLst>
          </p:cNvPr>
          <p:cNvSpPr>
            <a:spLocks noGrp="1"/>
          </p:cNvSpPr>
          <p:nvPr/>
        </p:nvSpPr>
        <p:spPr>
          <a:xfrm>
            <a:off x="2636044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646">
            <a:extLst>
              <a:ext uri="{FF2B5EF4-FFF2-40B4-BE49-F238E27FC236}">
                <a16:creationId xmlns:a16="http://schemas.microsoft.com/office/drawing/2014/main" id="{05B34D25-42E1-4A89-85C7-C0F4E5A56577}"/>
              </a:ext>
            </a:extLst>
          </p:cNvPr>
          <p:cNvSpPr>
            <a:spLocks noGrp="1"/>
          </p:cNvSpPr>
          <p:nvPr/>
        </p:nvSpPr>
        <p:spPr>
          <a:xfrm>
            <a:off x="2636044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647">
            <a:extLst>
              <a:ext uri="{FF2B5EF4-FFF2-40B4-BE49-F238E27FC236}">
                <a16:creationId xmlns:a16="http://schemas.microsoft.com/office/drawing/2014/main" id="{619214D2-A8A5-43D3-AA1E-7C5C3AFAD371}"/>
              </a:ext>
            </a:extLst>
          </p:cNvPr>
          <p:cNvSpPr>
            <a:spLocks noGrp="1"/>
          </p:cNvSpPr>
          <p:nvPr/>
        </p:nvSpPr>
        <p:spPr>
          <a:xfrm>
            <a:off x="2636044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648">
            <a:extLst>
              <a:ext uri="{FF2B5EF4-FFF2-40B4-BE49-F238E27FC236}">
                <a16:creationId xmlns:a16="http://schemas.microsoft.com/office/drawing/2014/main" id="{A57AD0F0-3D9C-4EB5-9D9E-88FDCAD949D4}"/>
              </a:ext>
            </a:extLst>
          </p:cNvPr>
          <p:cNvSpPr>
            <a:spLocks noGrp="1"/>
          </p:cNvSpPr>
          <p:nvPr/>
        </p:nvSpPr>
        <p:spPr>
          <a:xfrm>
            <a:off x="2636044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649">
            <a:extLst>
              <a:ext uri="{FF2B5EF4-FFF2-40B4-BE49-F238E27FC236}">
                <a16:creationId xmlns:a16="http://schemas.microsoft.com/office/drawing/2014/main" id="{38D3E27E-6EF5-49C9-AE25-78A2C84989B1}"/>
              </a:ext>
            </a:extLst>
          </p:cNvPr>
          <p:cNvSpPr>
            <a:spLocks noGrp="1"/>
          </p:cNvSpPr>
          <p:nvPr/>
        </p:nvSpPr>
        <p:spPr>
          <a:xfrm>
            <a:off x="2636044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650">
            <a:extLst>
              <a:ext uri="{FF2B5EF4-FFF2-40B4-BE49-F238E27FC236}">
                <a16:creationId xmlns:a16="http://schemas.microsoft.com/office/drawing/2014/main" id="{8B7407C3-12E3-45A0-985A-E891CEC744FA}"/>
              </a:ext>
            </a:extLst>
          </p:cNvPr>
          <p:cNvSpPr>
            <a:spLocks noGrp="1"/>
          </p:cNvSpPr>
          <p:nvPr/>
        </p:nvSpPr>
        <p:spPr>
          <a:xfrm>
            <a:off x="2636044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651">
            <a:extLst>
              <a:ext uri="{FF2B5EF4-FFF2-40B4-BE49-F238E27FC236}">
                <a16:creationId xmlns:a16="http://schemas.microsoft.com/office/drawing/2014/main" id="{EFAA691C-09BE-4016-8AB2-933A78C75BB3}"/>
              </a:ext>
            </a:extLst>
          </p:cNvPr>
          <p:cNvSpPr>
            <a:spLocks noGrp="1"/>
          </p:cNvSpPr>
          <p:nvPr/>
        </p:nvSpPr>
        <p:spPr>
          <a:xfrm>
            <a:off x="2636044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652">
            <a:extLst>
              <a:ext uri="{FF2B5EF4-FFF2-40B4-BE49-F238E27FC236}">
                <a16:creationId xmlns:a16="http://schemas.microsoft.com/office/drawing/2014/main" id="{E3BDC218-23F3-4F06-B23F-71CC36674FB7}"/>
              </a:ext>
            </a:extLst>
          </p:cNvPr>
          <p:cNvSpPr>
            <a:spLocks noGrp="1"/>
          </p:cNvSpPr>
          <p:nvPr/>
        </p:nvSpPr>
        <p:spPr>
          <a:xfrm>
            <a:off x="2636044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653">
            <a:extLst>
              <a:ext uri="{FF2B5EF4-FFF2-40B4-BE49-F238E27FC236}">
                <a16:creationId xmlns:a16="http://schemas.microsoft.com/office/drawing/2014/main" id="{3DA1DAEC-CA99-446E-B3EE-2D60AB7B0E01}"/>
              </a:ext>
            </a:extLst>
          </p:cNvPr>
          <p:cNvSpPr>
            <a:spLocks noGrp="1"/>
          </p:cNvSpPr>
          <p:nvPr/>
        </p:nvSpPr>
        <p:spPr>
          <a:xfrm>
            <a:off x="2636044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654">
            <a:extLst>
              <a:ext uri="{FF2B5EF4-FFF2-40B4-BE49-F238E27FC236}">
                <a16:creationId xmlns:a16="http://schemas.microsoft.com/office/drawing/2014/main" id="{4A3846AE-58F6-419F-81E0-16A84E63A5E4}"/>
              </a:ext>
            </a:extLst>
          </p:cNvPr>
          <p:cNvSpPr>
            <a:spLocks noGrp="1"/>
          </p:cNvSpPr>
          <p:nvPr/>
        </p:nvSpPr>
        <p:spPr>
          <a:xfrm>
            <a:off x="5729287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655">
            <a:extLst>
              <a:ext uri="{FF2B5EF4-FFF2-40B4-BE49-F238E27FC236}">
                <a16:creationId xmlns:a16="http://schemas.microsoft.com/office/drawing/2014/main" id="{120E98C0-88F5-4DB8-81E2-CB02C5AB679F}"/>
              </a:ext>
            </a:extLst>
          </p:cNvPr>
          <p:cNvSpPr>
            <a:spLocks noGrp="1"/>
          </p:cNvSpPr>
          <p:nvPr/>
        </p:nvSpPr>
        <p:spPr>
          <a:xfrm>
            <a:off x="5729287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656">
            <a:extLst>
              <a:ext uri="{FF2B5EF4-FFF2-40B4-BE49-F238E27FC236}">
                <a16:creationId xmlns:a16="http://schemas.microsoft.com/office/drawing/2014/main" id="{037E6F38-A1D7-4A1C-9FD3-F3A855FD389D}"/>
              </a:ext>
            </a:extLst>
          </p:cNvPr>
          <p:cNvSpPr>
            <a:spLocks noGrp="1"/>
          </p:cNvSpPr>
          <p:nvPr/>
        </p:nvSpPr>
        <p:spPr>
          <a:xfrm>
            <a:off x="5729287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657">
            <a:extLst>
              <a:ext uri="{FF2B5EF4-FFF2-40B4-BE49-F238E27FC236}">
                <a16:creationId xmlns:a16="http://schemas.microsoft.com/office/drawing/2014/main" id="{A7D37975-1C14-4399-84ED-7F64C127E360}"/>
              </a:ext>
            </a:extLst>
          </p:cNvPr>
          <p:cNvSpPr>
            <a:spLocks noGrp="1"/>
          </p:cNvSpPr>
          <p:nvPr/>
        </p:nvSpPr>
        <p:spPr>
          <a:xfrm>
            <a:off x="5729287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658">
            <a:extLst>
              <a:ext uri="{FF2B5EF4-FFF2-40B4-BE49-F238E27FC236}">
                <a16:creationId xmlns:a16="http://schemas.microsoft.com/office/drawing/2014/main" id="{96B16FCF-98D9-45EE-AE06-A2E23F4D081C}"/>
              </a:ext>
            </a:extLst>
          </p:cNvPr>
          <p:cNvSpPr>
            <a:spLocks noGrp="1"/>
          </p:cNvSpPr>
          <p:nvPr/>
        </p:nvSpPr>
        <p:spPr>
          <a:xfrm>
            <a:off x="5729287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659">
            <a:extLst>
              <a:ext uri="{FF2B5EF4-FFF2-40B4-BE49-F238E27FC236}">
                <a16:creationId xmlns:a16="http://schemas.microsoft.com/office/drawing/2014/main" id="{A06F9856-0BD4-420E-A485-1DB15FAED97B}"/>
              </a:ext>
            </a:extLst>
          </p:cNvPr>
          <p:cNvSpPr>
            <a:spLocks noGrp="1"/>
          </p:cNvSpPr>
          <p:nvPr/>
        </p:nvSpPr>
        <p:spPr>
          <a:xfrm>
            <a:off x="5729287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660">
            <a:extLst>
              <a:ext uri="{FF2B5EF4-FFF2-40B4-BE49-F238E27FC236}">
                <a16:creationId xmlns:a16="http://schemas.microsoft.com/office/drawing/2014/main" id="{F0930158-19D2-462D-B674-813A606EBD19}"/>
              </a:ext>
            </a:extLst>
          </p:cNvPr>
          <p:cNvSpPr>
            <a:spLocks noGrp="1"/>
          </p:cNvSpPr>
          <p:nvPr/>
        </p:nvSpPr>
        <p:spPr>
          <a:xfrm>
            <a:off x="5729287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661">
            <a:extLst>
              <a:ext uri="{FF2B5EF4-FFF2-40B4-BE49-F238E27FC236}">
                <a16:creationId xmlns:a16="http://schemas.microsoft.com/office/drawing/2014/main" id="{D1455367-50B3-467B-8A08-FDD291E78911}"/>
              </a:ext>
            </a:extLst>
          </p:cNvPr>
          <p:cNvSpPr>
            <a:spLocks noGrp="1"/>
          </p:cNvSpPr>
          <p:nvPr/>
        </p:nvSpPr>
        <p:spPr>
          <a:xfrm>
            <a:off x="5729287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662">
            <a:extLst>
              <a:ext uri="{FF2B5EF4-FFF2-40B4-BE49-F238E27FC236}">
                <a16:creationId xmlns:a16="http://schemas.microsoft.com/office/drawing/2014/main" id="{503853F2-1592-40B3-9262-1100AEF4BD76}"/>
              </a:ext>
            </a:extLst>
          </p:cNvPr>
          <p:cNvSpPr>
            <a:spLocks noGrp="1"/>
          </p:cNvSpPr>
          <p:nvPr/>
        </p:nvSpPr>
        <p:spPr>
          <a:xfrm>
            <a:off x="5729287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663">
            <a:extLst>
              <a:ext uri="{FF2B5EF4-FFF2-40B4-BE49-F238E27FC236}">
                <a16:creationId xmlns:a16="http://schemas.microsoft.com/office/drawing/2014/main" id="{FCE9667F-5FB7-4102-A28B-F19B22F3FF3F}"/>
              </a:ext>
            </a:extLst>
          </p:cNvPr>
          <p:cNvSpPr>
            <a:spLocks noGrp="1"/>
          </p:cNvSpPr>
          <p:nvPr/>
        </p:nvSpPr>
        <p:spPr>
          <a:xfrm>
            <a:off x="5729287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664">
            <a:extLst>
              <a:ext uri="{FF2B5EF4-FFF2-40B4-BE49-F238E27FC236}">
                <a16:creationId xmlns:a16="http://schemas.microsoft.com/office/drawing/2014/main" id="{508CF76E-228A-4EF2-B725-AE5C8A961C5A}"/>
              </a:ext>
            </a:extLst>
          </p:cNvPr>
          <p:cNvSpPr>
            <a:spLocks noGrp="1"/>
          </p:cNvSpPr>
          <p:nvPr/>
        </p:nvSpPr>
        <p:spPr>
          <a:xfrm>
            <a:off x="5729287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665">
            <a:extLst>
              <a:ext uri="{FF2B5EF4-FFF2-40B4-BE49-F238E27FC236}">
                <a16:creationId xmlns:a16="http://schemas.microsoft.com/office/drawing/2014/main" id="{7E9D1CB8-21C8-4979-902D-1119FFD6931B}"/>
              </a:ext>
            </a:extLst>
          </p:cNvPr>
          <p:cNvSpPr>
            <a:spLocks noGrp="1"/>
          </p:cNvSpPr>
          <p:nvPr/>
        </p:nvSpPr>
        <p:spPr>
          <a:xfrm>
            <a:off x="5729287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666">
            <a:extLst>
              <a:ext uri="{FF2B5EF4-FFF2-40B4-BE49-F238E27FC236}">
                <a16:creationId xmlns:a16="http://schemas.microsoft.com/office/drawing/2014/main" id="{D341570B-EA65-4B4E-B8C8-7E9C05C09E37}"/>
              </a:ext>
            </a:extLst>
          </p:cNvPr>
          <p:cNvSpPr>
            <a:spLocks noGrp="1"/>
          </p:cNvSpPr>
          <p:nvPr/>
        </p:nvSpPr>
        <p:spPr>
          <a:xfrm>
            <a:off x="5729287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667">
            <a:extLst>
              <a:ext uri="{FF2B5EF4-FFF2-40B4-BE49-F238E27FC236}">
                <a16:creationId xmlns:a16="http://schemas.microsoft.com/office/drawing/2014/main" id="{12657FE1-FC75-4C54-A263-6C1A2DFF6CD5}"/>
              </a:ext>
            </a:extLst>
          </p:cNvPr>
          <p:cNvSpPr>
            <a:spLocks noGrp="1"/>
          </p:cNvSpPr>
          <p:nvPr/>
        </p:nvSpPr>
        <p:spPr>
          <a:xfrm>
            <a:off x="5729287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668">
            <a:extLst>
              <a:ext uri="{FF2B5EF4-FFF2-40B4-BE49-F238E27FC236}">
                <a16:creationId xmlns:a16="http://schemas.microsoft.com/office/drawing/2014/main" id="{2E9133E8-EA9F-4B94-9AED-B481A55DD506}"/>
              </a:ext>
            </a:extLst>
          </p:cNvPr>
          <p:cNvSpPr>
            <a:spLocks noGrp="1"/>
          </p:cNvSpPr>
          <p:nvPr/>
        </p:nvSpPr>
        <p:spPr>
          <a:xfrm>
            <a:off x="5729287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669">
            <a:extLst>
              <a:ext uri="{FF2B5EF4-FFF2-40B4-BE49-F238E27FC236}">
                <a16:creationId xmlns:a16="http://schemas.microsoft.com/office/drawing/2014/main" id="{0130F926-5FBB-4C99-8F69-6625CA671D5D}"/>
              </a:ext>
            </a:extLst>
          </p:cNvPr>
          <p:cNvSpPr>
            <a:spLocks noGrp="1"/>
          </p:cNvSpPr>
          <p:nvPr/>
        </p:nvSpPr>
        <p:spPr>
          <a:xfrm>
            <a:off x="5729287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670">
            <a:extLst>
              <a:ext uri="{FF2B5EF4-FFF2-40B4-BE49-F238E27FC236}">
                <a16:creationId xmlns:a16="http://schemas.microsoft.com/office/drawing/2014/main" id="{E3138272-FEE5-430E-B3DE-64696589454F}"/>
              </a:ext>
            </a:extLst>
          </p:cNvPr>
          <p:cNvSpPr>
            <a:spLocks noGrp="1"/>
          </p:cNvSpPr>
          <p:nvPr/>
        </p:nvSpPr>
        <p:spPr>
          <a:xfrm>
            <a:off x="5729287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671">
            <a:extLst>
              <a:ext uri="{FF2B5EF4-FFF2-40B4-BE49-F238E27FC236}">
                <a16:creationId xmlns:a16="http://schemas.microsoft.com/office/drawing/2014/main" id="{65F4E89C-B026-456B-95E4-81B1C3656AB3}"/>
              </a:ext>
            </a:extLst>
          </p:cNvPr>
          <p:cNvSpPr>
            <a:spLocks noGrp="1"/>
          </p:cNvSpPr>
          <p:nvPr/>
        </p:nvSpPr>
        <p:spPr>
          <a:xfrm>
            <a:off x="5729287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672">
            <a:extLst>
              <a:ext uri="{FF2B5EF4-FFF2-40B4-BE49-F238E27FC236}">
                <a16:creationId xmlns:a16="http://schemas.microsoft.com/office/drawing/2014/main" id="{87E52583-3EC7-4799-964F-351E4096BFD8}"/>
              </a:ext>
            </a:extLst>
          </p:cNvPr>
          <p:cNvSpPr>
            <a:spLocks noGrp="1"/>
          </p:cNvSpPr>
          <p:nvPr/>
        </p:nvSpPr>
        <p:spPr>
          <a:xfrm>
            <a:off x="5729287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673">
            <a:extLst>
              <a:ext uri="{FF2B5EF4-FFF2-40B4-BE49-F238E27FC236}">
                <a16:creationId xmlns:a16="http://schemas.microsoft.com/office/drawing/2014/main" id="{F1DB21B4-77EB-487F-BE6F-562ADAC50E89}"/>
              </a:ext>
            </a:extLst>
          </p:cNvPr>
          <p:cNvSpPr>
            <a:spLocks noGrp="1"/>
          </p:cNvSpPr>
          <p:nvPr/>
        </p:nvSpPr>
        <p:spPr>
          <a:xfrm>
            <a:off x="5729287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674">
            <a:extLst>
              <a:ext uri="{FF2B5EF4-FFF2-40B4-BE49-F238E27FC236}">
                <a16:creationId xmlns:a16="http://schemas.microsoft.com/office/drawing/2014/main" id="{EE2DFCE5-AE32-4863-901D-4FFA3C0106E2}"/>
              </a:ext>
            </a:extLst>
          </p:cNvPr>
          <p:cNvSpPr>
            <a:spLocks noGrp="1"/>
          </p:cNvSpPr>
          <p:nvPr/>
        </p:nvSpPr>
        <p:spPr>
          <a:xfrm>
            <a:off x="5729287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675">
            <a:extLst>
              <a:ext uri="{FF2B5EF4-FFF2-40B4-BE49-F238E27FC236}">
                <a16:creationId xmlns:a16="http://schemas.microsoft.com/office/drawing/2014/main" id="{80307E22-096C-4002-9A9A-33E0C6AD4101}"/>
              </a:ext>
            </a:extLst>
          </p:cNvPr>
          <p:cNvSpPr>
            <a:spLocks noGrp="1"/>
          </p:cNvSpPr>
          <p:nvPr/>
        </p:nvSpPr>
        <p:spPr>
          <a:xfrm>
            <a:off x="5729287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676">
            <a:extLst>
              <a:ext uri="{FF2B5EF4-FFF2-40B4-BE49-F238E27FC236}">
                <a16:creationId xmlns:a16="http://schemas.microsoft.com/office/drawing/2014/main" id="{41493FD3-7AA8-46C6-9930-7DF3DEF0FB89}"/>
              </a:ext>
            </a:extLst>
          </p:cNvPr>
          <p:cNvSpPr>
            <a:spLocks noGrp="1"/>
          </p:cNvSpPr>
          <p:nvPr/>
        </p:nvSpPr>
        <p:spPr>
          <a:xfrm>
            <a:off x="5729287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677">
            <a:extLst>
              <a:ext uri="{FF2B5EF4-FFF2-40B4-BE49-F238E27FC236}">
                <a16:creationId xmlns:a16="http://schemas.microsoft.com/office/drawing/2014/main" id="{FBEAFABF-4790-4272-B5DB-DFC9DCD9FE5A}"/>
              </a:ext>
            </a:extLst>
          </p:cNvPr>
          <p:cNvSpPr>
            <a:spLocks noGrp="1"/>
          </p:cNvSpPr>
          <p:nvPr/>
        </p:nvSpPr>
        <p:spPr>
          <a:xfrm>
            <a:off x="5729287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678">
            <a:extLst>
              <a:ext uri="{FF2B5EF4-FFF2-40B4-BE49-F238E27FC236}">
                <a16:creationId xmlns:a16="http://schemas.microsoft.com/office/drawing/2014/main" id="{870757DB-CF41-46A4-B565-052CD08B0B3C}"/>
              </a:ext>
            </a:extLst>
          </p:cNvPr>
          <p:cNvSpPr>
            <a:spLocks noGrp="1"/>
          </p:cNvSpPr>
          <p:nvPr/>
        </p:nvSpPr>
        <p:spPr>
          <a:xfrm>
            <a:off x="5729287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679">
            <a:extLst>
              <a:ext uri="{FF2B5EF4-FFF2-40B4-BE49-F238E27FC236}">
                <a16:creationId xmlns:a16="http://schemas.microsoft.com/office/drawing/2014/main" id="{0DFD1F9F-44F0-4E8F-8497-92894E14B20E}"/>
              </a:ext>
            </a:extLst>
          </p:cNvPr>
          <p:cNvSpPr>
            <a:spLocks noGrp="1"/>
          </p:cNvSpPr>
          <p:nvPr/>
        </p:nvSpPr>
        <p:spPr>
          <a:xfrm>
            <a:off x="5729287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680">
            <a:extLst>
              <a:ext uri="{FF2B5EF4-FFF2-40B4-BE49-F238E27FC236}">
                <a16:creationId xmlns:a16="http://schemas.microsoft.com/office/drawing/2014/main" id="{19592CA0-90AF-4364-B3DC-76E88ADD35B9}"/>
              </a:ext>
            </a:extLst>
          </p:cNvPr>
          <p:cNvSpPr>
            <a:spLocks noGrp="1"/>
          </p:cNvSpPr>
          <p:nvPr/>
        </p:nvSpPr>
        <p:spPr>
          <a:xfrm>
            <a:off x="5729287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681">
            <a:extLst>
              <a:ext uri="{FF2B5EF4-FFF2-40B4-BE49-F238E27FC236}">
                <a16:creationId xmlns:a16="http://schemas.microsoft.com/office/drawing/2014/main" id="{4ECEE5A4-46C5-4851-A443-EDD590A061B0}"/>
              </a:ext>
            </a:extLst>
          </p:cNvPr>
          <p:cNvSpPr>
            <a:spLocks noGrp="1"/>
          </p:cNvSpPr>
          <p:nvPr/>
        </p:nvSpPr>
        <p:spPr>
          <a:xfrm>
            <a:off x="5729287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682">
            <a:extLst>
              <a:ext uri="{FF2B5EF4-FFF2-40B4-BE49-F238E27FC236}">
                <a16:creationId xmlns:a16="http://schemas.microsoft.com/office/drawing/2014/main" id="{B09B1552-92DF-4460-9571-31E8DCB2010F}"/>
              </a:ext>
            </a:extLst>
          </p:cNvPr>
          <p:cNvSpPr>
            <a:spLocks noGrp="1"/>
          </p:cNvSpPr>
          <p:nvPr/>
        </p:nvSpPr>
        <p:spPr>
          <a:xfrm>
            <a:off x="5729287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683">
            <a:extLst>
              <a:ext uri="{FF2B5EF4-FFF2-40B4-BE49-F238E27FC236}">
                <a16:creationId xmlns:a16="http://schemas.microsoft.com/office/drawing/2014/main" id="{B2617571-4AA9-40EC-9983-AF6CA3B3F3CC}"/>
              </a:ext>
            </a:extLst>
          </p:cNvPr>
          <p:cNvSpPr>
            <a:spLocks noGrp="1"/>
          </p:cNvSpPr>
          <p:nvPr/>
        </p:nvSpPr>
        <p:spPr>
          <a:xfrm>
            <a:off x="5729287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684">
            <a:extLst>
              <a:ext uri="{FF2B5EF4-FFF2-40B4-BE49-F238E27FC236}">
                <a16:creationId xmlns:a16="http://schemas.microsoft.com/office/drawing/2014/main" id="{AD97BD2E-91D7-4204-87C2-F38072470C59}"/>
              </a:ext>
            </a:extLst>
          </p:cNvPr>
          <p:cNvSpPr>
            <a:spLocks noGrp="1"/>
          </p:cNvSpPr>
          <p:nvPr/>
        </p:nvSpPr>
        <p:spPr>
          <a:xfrm>
            <a:off x="5729287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685">
            <a:extLst>
              <a:ext uri="{FF2B5EF4-FFF2-40B4-BE49-F238E27FC236}">
                <a16:creationId xmlns:a16="http://schemas.microsoft.com/office/drawing/2014/main" id="{AFAC0144-A555-4FA5-BE69-DA1A60A33404}"/>
              </a:ext>
            </a:extLst>
          </p:cNvPr>
          <p:cNvSpPr>
            <a:spLocks noGrp="1"/>
          </p:cNvSpPr>
          <p:nvPr/>
        </p:nvSpPr>
        <p:spPr>
          <a:xfrm>
            <a:off x="5729287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686">
            <a:extLst>
              <a:ext uri="{FF2B5EF4-FFF2-40B4-BE49-F238E27FC236}">
                <a16:creationId xmlns:a16="http://schemas.microsoft.com/office/drawing/2014/main" id="{F039E563-B4F5-419F-A830-53081B71C92D}"/>
              </a:ext>
            </a:extLst>
          </p:cNvPr>
          <p:cNvSpPr>
            <a:spLocks noGrp="1"/>
          </p:cNvSpPr>
          <p:nvPr/>
        </p:nvSpPr>
        <p:spPr>
          <a:xfrm>
            <a:off x="5729287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687">
            <a:extLst>
              <a:ext uri="{FF2B5EF4-FFF2-40B4-BE49-F238E27FC236}">
                <a16:creationId xmlns:a16="http://schemas.microsoft.com/office/drawing/2014/main" id="{270F61A4-4C91-488A-B9A4-978C90A5FE05}"/>
              </a:ext>
            </a:extLst>
          </p:cNvPr>
          <p:cNvSpPr>
            <a:spLocks noGrp="1"/>
          </p:cNvSpPr>
          <p:nvPr/>
        </p:nvSpPr>
        <p:spPr>
          <a:xfrm>
            <a:off x="5729287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688">
            <a:extLst>
              <a:ext uri="{FF2B5EF4-FFF2-40B4-BE49-F238E27FC236}">
                <a16:creationId xmlns:a16="http://schemas.microsoft.com/office/drawing/2014/main" id="{6A1D7452-FDCC-4778-B9A3-5A1639251A90}"/>
              </a:ext>
            </a:extLst>
          </p:cNvPr>
          <p:cNvSpPr>
            <a:spLocks noGrp="1"/>
          </p:cNvSpPr>
          <p:nvPr/>
        </p:nvSpPr>
        <p:spPr>
          <a:xfrm>
            <a:off x="5729287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689">
            <a:extLst>
              <a:ext uri="{FF2B5EF4-FFF2-40B4-BE49-F238E27FC236}">
                <a16:creationId xmlns:a16="http://schemas.microsoft.com/office/drawing/2014/main" id="{011F0BFF-C5E6-4A8E-86BD-6E05D951B0B6}"/>
              </a:ext>
            </a:extLst>
          </p:cNvPr>
          <p:cNvSpPr>
            <a:spLocks noGrp="1"/>
          </p:cNvSpPr>
          <p:nvPr/>
        </p:nvSpPr>
        <p:spPr>
          <a:xfrm>
            <a:off x="5729287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690">
            <a:extLst>
              <a:ext uri="{FF2B5EF4-FFF2-40B4-BE49-F238E27FC236}">
                <a16:creationId xmlns:a16="http://schemas.microsoft.com/office/drawing/2014/main" id="{4D94C7C3-070B-4D51-9A6B-B553E884B1BA}"/>
              </a:ext>
            </a:extLst>
          </p:cNvPr>
          <p:cNvSpPr>
            <a:spLocks noGrp="1"/>
          </p:cNvSpPr>
          <p:nvPr/>
        </p:nvSpPr>
        <p:spPr>
          <a:xfrm>
            <a:off x="5729287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691">
            <a:extLst>
              <a:ext uri="{FF2B5EF4-FFF2-40B4-BE49-F238E27FC236}">
                <a16:creationId xmlns:a16="http://schemas.microsoft.com/office/drawing/2014/main" id="{48CC3FEA-F7CD-4FB1-B877-BFFF37C0DBE7}"/>
              </a:ext>
            </a:extLst>
          </p:cNvPr>
          <p:cNvSpPr>
            <a:spLocks noGrp="1"/>
          </p:cNvSpPr>
          <p:nvPr/>
        </p:nvSpPr>
        <p:spPr>
          <a:xfrm>
            <a:off x="5729287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692">
            <a:extLst>
              <a:ext uri="{FF2B5EF4-FFF2-40B4-BE49-F238E27FC236}">
                <a16:creationId xmlns:a16="http://schemas.microsoft.com/office/drawing/2014/main" id="{CD55BDB8-280F-4BF4-999E-76850AE478F4}"/>
              </a:ext>
            </a:extLst>
          </p:cNvPr>
          <p:cNvSpPr>
            <a:spLocks noGrp="1"/>
          </p:cNvSpPr>
          <p:nvPr/>
        </p:nvSpPr>
        <p:spPr>
          <a:xfrm>
            <a:off x="5729287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693">
            <a:extLst>
              <a:ext uri="{FF2B5EF4-FFF2-40B4-BE49-F238E27FC236}">
                <a16:creationId xmlns:a16="http://schemas.microsoft.com/office/drawing/2014/main" id="{F0785098-7897-4B5E-ACC6-583872C61B62}"/>
              </a:ext>
            </a:extLst>
          </p:cNvPr>
          <p:cNvSpPr>
            <a:spLocks noGrp="1"/>
          </p:cNvSpPr>
          <p:nvPr/>
        </p:nvSpPr>
        <p:spPr>
          <a:xfrm>
            <a:off x="5729287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694">
            <a:extLst>
              <a:ext uri="{FF2B5EF4-FFF2-40B4-BE49-F238E27FC236}">
                <a16:creationId xmlns:a16="http://schemas.microsoft.com/office/drawing/2014/main" id="{80A588FD-7C7D-4D20-B752-59DA85DFACF0}"/>
              </a:ext>
            </a:extLst>
          </p:cNvPr>
          <p:cNvSpPr>
            <a:spLocks noGrp="1"/>
          </p:cNvSpPr>
          <p:nvPr/>
        </p:nvSpPr>
        <p:spPr>
          <a:xfrm>
            <a:off x="5729287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695">
            <a:extLst>
              <a:ext uri="{FF2B5EF4-FFF2-40B4-BE49-F238E27FC236}">
                <a16:creationId xmlns:a16="http://schemas.microsoft.com/office/drawing/2014/main" id="{93C74C37-471B-45F9-8C49-76AA89EED0DE}"/>
              </a:ext>
            </a:extLst>
          </p:cNvPr>
          <p:cNvSpPr>
            <a:spLocks noGrp="1"/>
          </p:cNvSpPr>
          <p:nvPr/>
        </p:nvSpPr>
        <p:spPr>
          <a:xfrm>
            <a:off x="5729287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text_697_V1：基础动态支持">
            <a:extLst>
              <a:ext uri="{FF2B5EF4-FFF2-40B4-BE49-F238E27FC236}">
                <a16:creationId xmlns:a16="http://schemas.microsoft.com/office/drawing/2014/main" id="{95EC8CA5-53B2-4016-B005-2D5C34C8FD18}"/>
              </a:ext>
            </a:extLst>
          </p:cNvPr>
          <p:cNvSpPr>
            <a:spLocks noGrp="1"/>
          </p:cNvSpPr>
          <p:nvPr/>
        </p:nvSpPr>
        <p:spPr>
          <a:xfrm>
            <a:off x="550069" y="2035969"/>
            <a:ext cx="19859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V1：基础动态支持</a:t>
            </a:r>
          </a:p>
        </p:txBody>
      </p:sp>
      <p:sp>
        <p:nvSpPr>
          <p:cNvPr id="95" name="text_701_Shape Contract 与动态 Kerne">
            <a:extLst>
              <a:ext uri="{FF2B5EF4-FFF2-40B4-BE49-F238E27FC236}">
                <a16:creationId xmlns:a16="http://schemas.microsoft.com/office/drawing/2014/main" id="{0F3BEDEF-C4CA-4B97-A771-300E7DBFA9DC}"/>
              </a:ext>
            </a:extLst>
          </p:cNvPr>
          <p:cNvSpPr>
            <a:spLocks noGrp="1"/>
          </p:cNvSpPr>
          <p:nvPr/>
        </p:nvSpPr>
        <p:spPr>
          <a:xfrm>
            <a:off x="564356" y="2375806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Contract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与动态</a:t>
            </a: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</a:p>
        </p:txBody>
      </p:sp>
      <p:sp>
        <p:nvSpPr>
          <p:cNvPr id="96" name="text_703_多 Shape 正确性验证">
            <a:extLst>
              <a:ext uri="{FF2B5EF4-FFF2-40B4-BE49-F238E27FC236}">
                <a16:creationId xmlns:a16="http://schemas.microsoft.com/office/drawing/2014/main" id="{706AB062-9AEE-4B4C-9D87-2853E457FFF4}"/>
              </a:ext>
            </a:extLst>
          </p:cNvPr>
          <p:cNvSpPr>
            <a:spLocks noGrp="1"/>
          </p:cNvSpPr>
          <p:nvPr/>
        </p:nvSpPr>
        <p:spPr>
          <a:xfrm>
            <a:off x="564356" y="2561544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Shape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02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_705_初步 Shape-aware Config">
            <a:extLst>
              <a:ext uri="{FF2B5EF4-FFF2-40B4-BE49-F238E27FC236}">
                <a16:creationId xmlns:a16="http://schemas.microsoft.com/office/drawing/2014/main" id="{99C6891D-AA26-4657-B0B3-93A8DA4ECEEC}"/>
              </a:ext>
            </a:extLst>
          </p:cNvPr>
          <p:cNvSpPr>
            <a:spLocks noGrp="1"/>
          </p:cNvSpPr>
          <p:nvPr/>
        </p:nvSpPr>
        <p:spPr>
          <a:xfrm>
            <a:off x="564356" y="2747281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初步</a:t>
            </a: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Shape-aware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sz="102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_709_V2：自动化参数搜索">
            <a:extLst>
              <a:ext uri="{FF2B5EF4-FFF2-40B4-BE49-F238E27FC236}">
                <a16:creationId xmlns:a16="http://schemas.microsoft.com/office/drawing/2014/main" id="{5EEF8570-D2ED-418F-9893-F231B80AA5CF}"/>
              </a:ext>
            </a:extLst>
          </p:cNvPr>
          <p:cNvSpPr>
            <a:spLocks noGrp="1"/>
          </p:cNvSpPr>
          <p:nvPr/>
        </p:nvSpPr>
        <p:spPr>
          <a:xfrm>
            <a:off x="550069" y="3207544"/>
            <a:ext cx="19859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V2：自动化参数搜索</a:t>
            </a:r>
          </a:p>
        </p:txBody>
      </p:sp>
      <p:sp>
        <p:nvSpPr>
          <p:cNvPr id="102" name="text_713_标准化搜索与性能筛选">
            <a:extLst>
              <a:ext uri="{FF2B5EF4-FFF2-40B4-BE49-F238E27FC236}">
                <a16:creationId xmlns:a16="http://schemas.microsoft.com/office/drawing/2014/main" id="{CA11CBEA-6223-4DC7-A087-061C7786B51D}"/>
              </a:ext>
            </a:extLst>
          </p:cNvPr>
          <p:cNvSpPr>
            <a:spLocks noGrp="1"/>
          </p:cNvSpPr>
          <p:nvPr/>
        </p:nvSpPr>
        <p:spPr>
          <a:xfrm>
            <a:off x="564356" y="3572283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标准化搜索与性能筛选</a:t>
            </a:r>
          </a:p>
        </p:txBody>
      </p:sp>
      <p:sp>
        <p:nvSpPr>
          <p:cNvPr id="103" name="text_715_自动生成配置映射">
            <a:extLst>
              <a:ext uri="{FF2B5EF4-FFF2-40B4-BE49-F238E27FC236}">
                <a16:creationId xmlns:a16="http://schemas.microsoft.com/office/drawing/2014/main" id="{13680ED3-2AF1-424F-84D4-C4C0534EA780}"/>
              </a:ext>
            </a:extLst>
          </p:cNvPr>
          <p:cNvSpPr>
            <a:spLocks noGrp="1"/>
          </p:cNvSpPr>
          <p:nvPr/>
        </p:nvSpPr>
        <p:spPr>
          <a:xfrm>
            <a:off x="564356" y="3758020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自动生成配置映射</a:t>
            </a:r>
          </a:p>
        </p:txBody>
      </p:sp>
      <p:sp>
        <p:nvSpPr>
          <p:cNvPr id="104" name="text_717_搜索记录与结果复用">
            <a:extLst>
              <a:ext uri="{FF2B5EF4-FFF2-40B4-BE49-F238E27FC236}">
                <a16:creationId xmlns:a16="http://schemas.microsoft.com/office/drawing/2014/main" id="{0F3DD508-5178-4BA1-9F89-9FBC68FB4E79}"/>
              </a:ext>
            </a:extLst>
          </p:cNvPr>
          <p:cNvSpPr>
            <a:spLocks noGrp="1"/>
          </p:cNvSpPr>
          <p:nvPr/>
        </p:nvSpPr>
        <p:spPr>
          <a:xfrm>
            <a:off x="564356" y="3943758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搜索记录与结果复用</a:t>
            </a:r>
          </a:p>
        </p:txBody>
      </p:sp>
      <p:sp>
        <p:nvSpPr>
          <p:cNvPr id="107" name="text_721_V3：多 Kernel 适配">
            <a:extLst>
              <a:ext uri="{FF2B5EF4-FFF2-40B4-BE49-F238E27FC236}">
                <a16:creationId xmlns:a16="http://schemas.microsoft.com/office/drawing/2014/main" id="{25FEC0A2-8962-420C-809F-7438F6781E7C}"/>
              </a:ext>
            </a:extLst>
          </p:cNvPr>
          <p:cNvSpPr>
            <a:spLocks noGrp="1"/>
          </p:cNvSpPr>
          <p:nvPr/>
        </p:nvSpPr>
        <p:spPr>
          <a:xfrm>
            <a:off x="556108" y="4464537"/>
            <a:ext cx="19859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V3：多 Kernel </a:t>
            </a: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_725_Family × Config 联合搜索">
            <a:extLst>
              <a:ext uri="{FF2B5EF4-FFF2-40B4-BE49-F238E27FC236}">
                <a16:creationId xmlns:a16="http://schemas.microsoft.com/office/drawing/2014/main" id="{EEEA8CC4-765F-4541-AEE9-3681256CF505}"/>
              </a:ext>
            </a:extLst>
          </p:cNvPr>
          <p:cNvSpPr>
            <a:spLocks noGrp="1"/>
          </p:cNvSpPr>
          <p:nvPr/>
        </p:nvSpPr>
        <p:spPr>
          <a:xfrm>
            <a:off x="548964" y="4828868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×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联合搜索</a:t>
            </a:r>
            <a:endParaRPr sz="102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_727_Shape 特征驱动调度">
            <a:extLst>
              <a:ext uri="{FF2B5EF4-FFF2-40B4-BE49-F238E27FC236}">
                <a16:creationId xmlns:a16="http://schemas.microsoft.com/office/drawing/2014/main" id="{53E3A171-67D4-4C84-981A-86349F9E1C58}"/>
              </a:ext>
            </a:extLst>
          </p:cNvPr>
          <p:cNvSpPr>
            <a:spLocks noGrp="1"/>
          </p:cNvSpPr>
          <p:nvPr/>
        </p:nvSpPr>
        <p:spPr>
          <a:xfrm>
            <a:off x="548964" y="5014606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特征驱动调度</a:t>
            </a:r>
            <a:endParaRPr sz="102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_729_面向 MLU 的硬件感知优化">
            <a:extLst>
              <a:ext uri="{FF2B5EF4-FFF2-40B4-BE49-F238E27FC236}">
                <a16:creationId xmlns:a16="http://schemas.microsoft.com/office/drawing/2014/main" id="{2B1415F6-7F34-4BC7-925F-CB4F443C57A2}"/>
              </a:ext>
            </a:extLst>
          </p:cNvPr>
          <p:cNvSpPr>
            <a:spLocks noGrp="1"/>
          </p:cNvSpPr>
          <p:nvPr/>
        </p:nvSpPr>
        <p:spPr>
          <a:xfrm>
            <a:off x="548964" y="5200343"/>
            <a:ext cx="197167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</a:t>
            </a:r>
            <a:r>
              <a:rPr sz="102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 </a:t>
            </a:r>
            <a:r>
              <a:rPr sz="102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的硬件感知优化</a:t>
            </a:r>
            <a:endParaRPr sz="102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object_730">
            <a:extLst>
              <a:ext uri="{FF2B5EF4-FFF2-40B4-BE49-F238E27FC236}">
                <a16:creationId xmlns:a16="http://schemas.microsoft.com/office/drawing/2014/main" id="{A4A1ED46-D435-49AF-B579-EB8A2E6F9C23}"/>
              </a:ext>
            </a:extLst>
          </p:cNvPr>
          <p:cNvSpPr>
            <a:spLocks noGrp="1"/>
          </p:cNvSpPr>
          <p:nvPr/>
        </p:nvSpPr>
        <p:spPr>
          <a:xfrm>
            <a:off x="2857500" y="2007394"/>
            <a:ext cx="2757488" cy="357188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113" name="text_732_用户输入：需求 + Shape 范围 + 平台">
            <a:extLst>
              <a:ext uri="{FF2B5EF4-FFF2-40B4-BE49-F238E27FC236}">
                <a16:creationId xmlns:a16="http://schemas.microsoft.com/office/drawing/2014/main" id="{C2154524-E352-4B4E-B3EB-F17B39ACC293}"/>
              </a:ext>
            </a:extLst>
          </p:cNvPr>
          <p:cNvSpPr>
            <a:spLocks noGrp="1"/>
          </p:cNvSpPr>
          <p:nvPr/>
        </p:nvSpPr>
        <p:spPr>
          <a:xfrm>
            <a:off x="2907506" y="2043113"/>
            <a:ext cx="26574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用户输入：需求 + Shape 范围 + 平台</a:t>
            </a:r>
          </a:p>
        </p:txBody>
      </p:sp>
      <p:sp>
        <p:nvSpPr>
          <p:cNvPr id="116" name="object_735">
            <a:extLst>
              <a:ext uri="{FF2B5EF4-FFF2-40B4-BE49-F238E27FC236}">
                <a16:creationId xmlns:a16="http://schemas.microsoft.com/office/drawing/2014/main" id="{5E284218-43BF-4961-B024-70BB619E1BBE}"/>
              </a:ext>
            </a:extLst>
          </p:cNvPr>
          <p:cNvSpPr>
            <a:spLocks noGrp="1"/>
          </p:cNvSpPr>
          <p:nvPr/>
        </p:nvSpPr>
        <p:spPr>
          <a:xfrm>
            <a:off x="2857500" y="2564606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17" name="text_737_1  需求分析与 Shape 定义">
            <a:extLst>
              <a:ext uri="{FF2B5EF4-FFF2-40B4-BE49-F238E27FC236}">
                <a16:creationId xmlns:a16="http://schemas.microsoft.com/office/drawing/2014/main" id="{6B2A2022-3888-498B-946F-2AE18BDBC577}"/>
              </a:ext>
            </a:extLst>
          </p:cNvPr>
          <p:cNvSpPr>
            <a:spLocks noGrp="1"/>
          </p:cNvSpPr>
          <p:nvPr/>
        </p:nvSpPr>
        <p:spPr>
          <a:xfrm>
            <a:off x="2907506" y="2600325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需求分析与 Shape 定义</a:t>
            </a:r>
          </a:p>
        </p:txBody>
      </p:sp>
      <p:sp>
        <p:nvSpPr>
          <p:cNvPr id="118" name="text_739_生成 Shape Contract 与约束">
            <a:extLst>
              <a:ext uri="{FF2B5EF4-FFF2-40B4-BE49-F238E27FC236}">
                <a16:creationId xmlns:a16="http://schemas.microsoft.com/office/drawing/2014/main" id="{5E957C79-CC75-48B5-8326-C537222E3367}"/>
              </a:ext>
            </a:extLst>
          </p:cNvPr>
          <p:cNvSpPr>
            <a:spLocks noGrp="1"/>
          </p:cNvSpPr>
          <p:nvPr/>
        </p:nvSpPr>
        <p:spPr>
          <a:xfrm>
            <a:off x="2914650" y="2757488"/>
            <a:ext cx="26431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 Shape Contract 与约束</a:t>
            </a:r>
          </a:p>
        </p:txBody>
      </p:sp>
      <p:sp>
        <p:nvSpPr>
          <p:cNvPr id="121" name="object_742">
            <a:extLst>
              <a:ext uri="{FF2B5EF4-FFF2-40B4-BE49-F238E27FC236}">
                <a16:creationId xmlns:a16="http://schemas.microsoft.com/office/drawing/2014/main" id="{912E9C70-F446-4ABF-8B22-25B1E5EF4A6F}"/>
              </a:ext>
            </a:extLst>
          </p:cNvPr>
          <p:cNvSpPr>
            <a:spLocks noGrp="1"/>
          </p:cNvSpPr>
          <p:nvPr/>
        </p:nvSpPr>
        <p:spPr>
          <a:xfrm>
            <a:off x="2857500" y="3166760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22" name="text_744_2  Kernel Family 设计与生成">
            <a:extLst>
              <a:ext uri="{FF2B5EF4-FFF2-40B4-BE49-F238E27FC236}">
                <a16:creationId xmlns:a16="http://schemas.microsoft.com/office/drawing/2014/main" id="{5DB90057-F5D7-4BDD-8BD8-BD483178C067}"/>
              </a:ext>
            </a:extLst>
          </p:cNvPr>
          <p:cNvSpPr>
            <a:spLocks noGrp="1"/>
          </p:cNvSpPr>
          <p:nvPr/>
        </p:nvSpPr>
        <p:spPr>
          <a:xfrm>
            <a:off x="2907506" y="3202479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Kernel Family 设计与生成</a:t>
            </a:r>
          </a:p>
        </p:txBody>
      </p:sp>
      <p:sp>
        <p:nvSpPr>
          <p:cNvPr id="123" name="text_746_按 Shape 特征生成候选结构">
            <a:extLst>
              <a:ext uri="{FF2B5EF4-FFF2-40B4-BE49-F238E27FC236}">
                <a16:creationId xmlns:a16="http://schemas.microsoft.com/office/drawing/2014/main" id="{8A4C01D8-24D2-4AB0-949A-30A7A802F882}"/>
              </a:ext>
            </a:extLst>
          </p:cNvPr>
          <p:cNvSpPr>
            <a:spLocks noGrp="1"/>
          </p:cNvSpPr>
          <p:nvPr/>
        </p:nvSpPr>
        <p:spPr>
          <a:xfrm>
            <a:off x="2914650" y="3359642"/>
            <a:ext cx="26431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 Shape 特征生成候选结构</a:t>
            </a:r>
          </a:p>
        </p:txBody>
      </p:sp>
      <p:sp>
        <p:nvSpPr>
          <p:cNvPr id="126" name="object_749">
            <a:extLst>
              <a:ext uri="{FF2B5EF4-FFF2-40B4-BE49-F238E27FC236}">
                <a16:creationId xmlns:a16="http://schemas.microsoft.com/office/drawing/2014/main" id="{46A2480B-F7CA-4CA9-84A6-175260393320}"/>
              </a:ext>
            </a:extLst>
          </p:cNvPr>
          <p:cNvSpPr>
            <a:spLocks noGrp="1"/>
          </p:cNvSpPr>
          <p:nvPr/>
        </p:nvSpPr>
        <p:spPr>
          <a:xfrm>
            <a:off x="2843212" y="3761185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27" name="text_751_3  参数搜索与性能评估">
            <a:extLst>
              <a:ext uri="{FF2B5EF4-FFF2-40B4-BE49-F238E27FC236}">
                <a16:creationId xmlns:a16="http://schemas.microsoft.com/office/drawing/2014/main" id="{394CEFFE-4531-4102-9386-2C684E255895}"/>
              </a:ext>
            </a:extLst>
          </p:cNvPr>
          <p:cNvSpPr>
            <a:spLocks noGrp="1"/>
          </p:cNvSpPr>
          <p:nvPr/>
        </p:nvSpPr>
        <p:spPr>
          <a:xfrm>
            <a:off x="2893219" y="3796903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参数搜索与性能评估</a:t>
            </a:r>
          </a:p>
        </p:txBody>
      </p:sp>
      <p:sp>
        <p:nvSpPr>
          <p:cNvPr id="128" name="text_753_搜索 Config 并筛选执行组合">
            <a:extLst>
              <a:ext uri="{FF2B5EF4-FFF2-40B4-BE49-F238E27FC236}">
                <a16:creationId xmlns:a16="http://schemas.microsoft.com/office/drawing/2014/main" id="{38AB8CAD-3273-4FDE-AF54-541BD7B655D2}"/>
              </a:ext>
            </a:extLst>
          </p:cNvPr>
          <p:cNvSpPr>
            <a:spLocks noGrp="1"/>
          </p:cNvSpPr>
          <p:nvPr/>
        </p:nvSpPr>
        <p:spPr>
          <a:xfrm>
            <a:off x="2900362" y="3954067"/>
            <a:ext cx="26431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 Config 并筛选执行组合</a:t>
            </a:r>
          </a:p>
        </p:txBody>
      </p:sp>
      <p:sp>
        <p:nvSpPr>
          <p:cNvPr id="131" name="object_756">
            <a:extLst>
              <a:ext uri="{FF2B5EF4-FFF2-40B4-BE49-F238E27FC236}">
                <a16:creationId xmlns:a16="http://schemas.microsoft.com/office/drawing/2014/main" id="{D1159711-FBD8-4C0B-9770-CF94C2B76CA1}"/>
              </a:ext>
            </a:extLst>
          </p:cNvPr>
          <p:cNvSpPr>
            <a:spLocks noGrp="1"/>
          </p:cNvSpPr>
          <p:nvPr/>
        </p:nvSpPr>
        <p:spPr>
          <a:xfrm>
            <a:off x="2857500" y="4417083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2" name="text_758_4  验证与回归">
            <a:extLst>
              <a:ext uri="{FF2B5EF4-FFF2-40B4-BE49-F238E27FC236}">
                <a16:creationId xmlns:a16="http://schemas.microsoft.com/office/drawing/2014/main" id="{379DAE14-B846-49F9-828B-28B0DFABAA34}"/>
              </a:ext>
            </a:extLst>
          </p:cNvPr>
          <p:cNvSpPr>
            <a:spLocks noGrp="1"/>
          </p:cNvSpPr>
          <p:nvPr/>
        </p:nvSpPr>
        <p:spPr>
          <a:xfrm>
            <a:off x="2907506" y="4452802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验证与回归</a:t>
            </a:r>
          </a:p>
        </p:txBody>
      </p:sp>
      <p:sp>
        <p:nvSpPr>
          <p:cNvPr id="133" name="text_760_覆盖多 Shape 正确性与性能测试">
            <a:extLst>
              <a:ext uri="{FF2B5EF4-FFF2-40B4-BE49-F238E27FC236}">
                <a16:creationId xmlns:a16="http://schemas.microsoft.com/office/drawing/2014/main" id="{9C228179-F6E0-45B7-8C20-5C4FA8754DE6}"/>
              </a:ext>
            </a:extLst>
          </p:cNvPr>
          <p:cNvSpPr>
            <a:spLocks noGrp="1"/>
          </p:cNvSpPr>
          <p:nvPr/>
        </p:nvSpPr>
        <p:spPr>
          <a:xfrm>
            <a:off x="2914650" y="4609965"/>
            <a:ext cx="26431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覆盖多 Shape 正确性与性能测试</a:t>
            </a:r>
          </a:p>
        </p:txBody>
      </p:sp>
      <p:sp>
        <p:nvSpPr>
          <p:cNvPr id="136" name="object_763">
            <a:extLst>
              <a:ext uri="{FF2B5EF4-FFF2-40B4-BE49-F238E27FC236}">
                <a16:creationId xmlns:a16="http://schemas.microsoft.com/office/drawing/2014/main" id="{EB326376-4F25-4CFE-B446-3B0C16B27ECF}"/>
              </a:ext>
            </a:extLst>
          </p:cNvPr>
          <p:cNvSpPr>
            <a:spLocks noGrp="1"/>
          </p:cNvSpPr>
          <p:nvPr/>
        </p:nvSpPr>
        <p:spPr>
          <a:xfrm>
            <a:off x="2875972" y="5097780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7" name="text_765_5  生成部署包">
            <a:extLst>
              <a:ext uri="{FF2B5EF4-FFF2-40B4-BE49-F238E27FC236}">
                <a16:creationId xmlns:a16="http://schemas.microsoft.com/office/drawing/2014/main" id="{9147E4D2-88E7-4DDD-89C8-AF0B05FBA24E}"/>
              </a:ext>
            </a:extLst>
          </p:cNvPr>
          <p:cNvSpPr>
            <a:spLocks noGrp="1"/>
          </p:cNvSpPr>
          <p:nvPr/>
        </p:nvSpPr>
        <p:spPr>
          <a:xfrm>
            <a:off x="2925978" y="5133499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zh-CN" altLang="en-US"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767_输出 Kernel、调度逻辑、配置文件">
            <a:extLst>
              <a:ext uri="{FF2B5EF4-FFF2-40B4-BE49-F238E27FC236}">
                <a16:creationId xmlns:a16="http://schemas.microsoft.com/office/drawing/2014/main" id="{BA80C9DA-336A-4B27-9746-C4D6396985EB}"/>
              </a:ext>
            </a:extLst>
          </p:cNvPr>
          <p:cNvSpPr>
            <a:spLocks noGrp="1"/>
          </p:cNvSpPr>
          <p:nvPr/>
        </p:nvSpPr>
        <p:spPr>
          <a:xfrm>
            <a:off x="2933122" y="5290662"/>
            <a:ext cx="26431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 Kernel、调度逻辑、配置文件</a:t>
            </a:r>
          </a:p>
        </p:txBody>
      </p:sp>
      <p:graphicFrame>
        <p:nvGraphicFramePr>
          <p:cNvPr id="289" name="表格 288"/>
          <p:cNvGraphicFramePr/>
          <p:nvPr>
            <p:extLst>
              <p:ext uri="{D42A27DB-BD31-4B8C-83A1-F6EECF244321}">
                <p14:modId xmlns:p14="http://schemas.microsoft.com/office/powerpoint/2010/main" val="2513684356"/>
              </p:ext>
            </p:extLst>
          </p:nvPr>
        </p:nvGraphicFramePr>
        <p:xfrm>
          <a:off x="5872162" y="2014538"/>
          <a:ext cx="2786063" cy="2107406"/>
        </p:xfrm>
        <a:graphic>
          <a:graphicData uri="http://schemas.openxmlformats.org/drawingml/2006/table">
            <a:tbl>
              <a:tblPr/>
              <a:tblGrid>
                <a:gridCol w="975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05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能力项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静态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V1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V2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rmsnorm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gelu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5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 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单一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1" name="text_771_✓ 支持    △ 初步支持    × 不支持">
            <a:extLst>
              <a:ext uri="{FF2B5EF4-FFF2-40B4-BE49-F238E27FC236}">
                <a16:creationId xmlns:a16="http://schemas.microsoft.com/office/drawing/2014/main" id="{1A86A0C8-5993-4073-AE87-50570B253DCE}"/>
              </a:ext>
            </a:extLst>
          </p:cNvPr>
          <p:cNvSpPr>
            <a:spLocks noGrp="1"/>
          </p:cNvSpPr>
          <p:nvPr/>
        </p:nvSpPr>
        <p:spPr>
          <a:xfrm>
            <a:off x="5886654" y="4250797"/>
            <a:ext cx="3075282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</a:t>
            </a:r>
            <a:r>
              <a:rPr lang="zh-CN" altLang="en-US" sz="9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相比</a:t>
            </a:r>
            <a:r>
              <a:rPr lang="en-US" altLang="zh-CN" sz="9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9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</a:t>
            </a:r>
            <a:r>
              <a:rPr lang="zh-CN" altLang="en-US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的加速比。</a:t>
            </a:r>
            <a:endParaRPr lang="en-US" altLang="zh-CN"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_773_最终能力">
            <a:extLst>
              <a:ext uri="{FF2B5EF4-FFF2-40B4-BE49-F238E27FC236}">
                <a16:creationId xmlns:a16="http://schemas.microsoft.com/office/drawing/2014/main" id="{B71ADD5B-0A1D-4FDC-853E-EA7EFA84485C}"/>
              </a:ext>
            </a:extLst>
          </p:cNvPr>
          <p:cNvSpPr>
            <a:spLocks noGrp="1"/>
          </p:cNvSpPr>
          <p:nvPr/>
        </p:nvSpPr>
        <p:spPr>
          <a:xfrm>
            <a:off x="6101987" y="4502502"/>
            <a:ext cx="278606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最终能力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775_多 Shape、多场景适配">
            <a:extLst>
              <a:ext uri="{FF2B5EF4-FFF2-40B4-BE49-F238E27FC236}">
                <a16:creationId xmlns:a16="http://schemas.microsoft.com/office/drawing/2014/main" id="{437F9B30-D75C-496F-B03A-1516B2D12B35}"/>
              </a:ext>
            </a:extLst>
          </p:cNvPr>
          <p:cNvSpPr>
            <a:spLocks noGrp="1"/>
          </p:cNvSpPr>
          <p:nvPr/>
        </p:nvSpPr>
        <p:spPr>
          <a:xfrm>
            <a:off x="6101987" y="4750592"/>
            <a:ext cx="27860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</a:t>
            </a: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Shape、多场景适配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777_自动选参与结构特化结合">
            <a:extLst>
              <a:ext uri="{FF2B5EF4-FFF2-40B4-BE49-F238E27FC236}">
                <a16:creationId xmlns:a16="http://schemas.microsoft.com/office/drawing/2014/main" id="{6BADC824-42E0-401A-9D6F-18A111AC4A92}"/>
              </a:ext>
            </a:extLst>
          </p:cNvPr>
          <p:cNvSpPr>
            <a:spLocks noGrp="1"/>
          </p:cNvSpPr>
          <p:nvPr/>
        </p:nvSpPr>
        <p:spPr>
          <a:xfrm>
            <a:off x="6101987" y="4950617"/>
            <a:ext cx="27860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自动选参与结构特化结合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779_流程可复用、可扩展">
            <a:extLst>
              <a:ext uri="{FF2B5EF4-FFF2-40B4-BE49-F238E27FC236}">
                <a16:creationId xmlns:a16="http://schemas.microsoft.com/office/drawing/2014/main" id="{A6E25EF6-9DB0-4EC7-8F80-895C35EF55F2}"/>
              </a:ext>
            </a:extLst>
          </p:cNvPr>
          <p:cNvSpPr>
            <a:spLocks noGrp="1"/>
          </p:cNvSpPr>
          <p:nvPr/>
        </p:nvSpPr>
        <p:spPr>
          <a:xfrm>
            <a:off x="6101987" y="5150642"/>
            <a:ext cx="27860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流程可复用、可扩展</a:t>
            </a:r>
          </a:p>
        </p:txBody>
      </p:sp>
      <p:sp>
        <p:nvSpPr>
          <p:cNvPr id="146" name="text_781_统一调度、部署与维护">
            <a:extLst>
              <a:ext uri="{FF2B5EF4-FFF2-40B4-BE49-F238E27FC236}">
                <a16:creationId xmlns:a16="http://schemas.microsoft.com/office/drawing/2014/main" id="{82AF0703-EE55-4BB8-BB92-843FB0B9516B}"/>
              </a:ext>
            </a:extLst>
          </p:cNvPr>
          <p:cNvSpPr>
            <a:spLocks noGrp="1"/>
          </p:cNvSpPr>
          <p:nvPr/>
        </p:nvSpPr>
        <p:spPr>
          <a:xfrm>
            <a:off x="6101987" y="5350667"/>
            <a:ext cx="27860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统一调度、部署与维护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_783_形成“能支持、会调参、选结构”的动态算子开发能力">
            <a:extLst>
              <a:ext uri="{FF2B5EF4-FFF2-40B4-BE49-F238E27FC236}">
                <a16:creationId xmlns:a16="http://schemas.microsoft.com/office/drawing/2014/main" id="{D46CB5FE-F8DF-4C75-AEB4-4143903F5382}"/>
              </a:ext>
            </a:extLst>
          </p:cNvPr>
          <p:cNvSpPr>
            <a:spLocks noGrp="1"/>
          </p:cNvSpPr>
          <p:nvPr/>
        </p:nvSpPr>
        <p:spPr>
          <a:xfrm>
            <a:off x="514350" y="6118542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形成了一套完整的动态算子开发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1406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实现了从“单一静态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Shape”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到“多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、多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、自动化搜索”的工程化方案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9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494" y="1528762"/>
            <a:ext cx="271463" cy="271463"/>
          </a:xfrm>
          <a:prstGeom prst="rect">
            <a:avLst/>
          </a:prstGeom>
        </p:spPr>
      </p:pic>
      <p:pic>
        <p:nvPicPr>
          <p:cNvPr id="299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81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1" name="箭头: 下 39">
            <a:extLst>
              <a:ext uri="{FF2B5EF4-FFF2-40B4-BE49-F238E27FC236}">
                <a16:creationId xmlns:a16="http://schemas.microsoft.com/office/drawing/2014/main" id="{6F320BED-92EC-F810-D571-6DC8B0BAA986}"/>
              </a:ext>
            </a:extLst>
          </p:cNvPr>
          <p:cNvSpPr/>
          <p:nvPr/>
        </p:nvSpPr>
        <p:spPr>
          <a:xfrm>
            <a:off x="4111228" y="2365086"/>
            <a:ext cx="300038" cy="2074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箭头: 下 39">
            <a:extLst>
              <a:ext uri="{FF2B5EF4-FFF2-40B4-BE49-F238E27FC236}">
                <a16:creationId xmlns:a16="http://schemas.microsoft.com/office/drawing/2014/main" id="{6F320BED-92EC-F810-D571-6DC8B0BAA986}"/>
              </a:ext>
            </a:extLst>
          </p:cNvPr>
          <p:cNvSpPr/>
          <p:nvPr/>
        </p:nvSpPr>
        <p:spPr>
          <a:xfrm>
            <a:off x="4111228" y="2977174"/>
            <a:ext cx="300038" cy="2074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箭头: 下 39">
            <a:extLst>
              <a:ext uri="{FF2B5EF4-FFF2-40B4-BE49-F238E27FC236}">
                <a16:creationId xmlns:a16="http://schemas.microsoft.com/office/drawing/2014/main" id="{6F320BED-92EC-F810-D571-6DC8B0BAA986}"/>
              </a:ext>
            </a:extLst>
          </p:cNvPr>
          <p:cNvSpPr/>
          <p:nvPr/>
        </p:nvSpPr>
        <p:spPr>
          <a:xfrm>
            <a:off x="4111228" y="3570245"/>
            <a:ext cx="300038" cy="2074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箭头: 下 39">
            <a:extLst>
              <a:ext uri="{FF2B5EF4-FFF2-40B4-BE49-F238E27FC236}">
                <a16:creationId xmlns:a16="http://schemas.microsoft.com/office/drawing/2014/main" id="{6F320BED-92EC-F810-D571-6DC8B0BAA986}"/>
              </a:ext>
            </a:extLst>
          </p:cNvPr>
          <p:cNvSpPr/>
          <p:nvPr/>
        </p:nvSpPr>
        <p:spPr>
          <a:xfrm>
            <a:off x="4118474" y="4197150"/>
            <a:ext cx="300038" cy="2074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箭头: 下 39">
            <a:extLst>
              <a:ext uri="{FF2B5EF4-FFF2-40B4-BE49-F238E27FC236}">
                <a16:creationId xmlns:a16="http://schemas.microsoft.com/office/drawing/2014/main" id="{6F320BED-92EC-F810-D571-6DC8B0BAA986}"/>
              </a:ext>
            </a:extLst>
          </p:cNvPr>
          <p:cNvSpPr/>
          <p:nvPr/>
        </p:nvSpPr>
        <p:spPr>
          <a:xfrm>
            <a:off x="4119189" y="4854754"/>
            <a:ext cx="300038" cy="2074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509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574395" y="2155310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687F88-6189-41EF-9314-E5E7E9FC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算子开发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_3007_新平台适配挑战">
            <a:extLst>
              <a:ext uri="{FF2B5EF4-FFF2-40B4-BE49-F238E27FC236}">
                <a16:creationId xmlns:a16="http://schemas.microsoft.com/office/drawing/2014/main" id="{09BE1E5A-0E6F-48FB-87D7-405B4FB2D703}"/>
              </a:ext>
            </a:extLst>
          </p:cNvPr>
          <p:cNvSpPr>
            <a:spLocks noGrp="1"/>
          </p:cNvSpPr>
          <p:nvPr/>
        </p:nvSpPr>
        <p:spPr>
          <a:xfrm>
            <a:off x="1661240" y="1454114"/>
            <a:ext cx="212169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新平台适配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优缺点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008">
            <a:extLst>
              <a:ext uri="{FF2B5EF4-FFF2-40B4-BE49-F238E27FC236}">
                <a16:creationId xmlns:a16="http://schemas.microsoft.com/office/drawing/2014/main" id="{DF982344-1813-4408-95AA-A603372ABA0F}"/>
              </a:ext>
            </a:extLst>
          </p:cNvPr>
          <p:cNvSpPr>
            <a:spLocks noGrp="1"/>
          </p:cNvSpPr>
          <p:nvPr/>
        </p:nvSpPr>
        <p:spPr>
          <a:xfrm>
            <a:off x="1311196" y="1789870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011_通用方法与平台知识">
            <a:extLst>
              <a:ext uri="{FF2B5EF4-FFF2-40B4-BE49-F238E27FC236}">
                <a16:creationId xmlns:a16="http://schemas.microsoft.com/office/drawing/2014/main" id="{B946F9B2-F59C-4C26-8EA8-E4D27EF57EC8}"/>
              </a:ext>
            </a:extLst>
          </p:cNvPr>
          <p:cNvSpPr>
            <a:spLocks noGrp="1"/>
          </p:cNvSpPr>
          <p:nvPr/>
        </p:nvSpPr>
        <p:spPr>
          <a:xfrm>
            <a:off x="5592519" y="146840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利用</a:t>
            </a:r>
            <a:r>
              <a:rPr lang="en-US" altLang="zh-CN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Skill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结构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3012">
            <a:extLst>
              <a:ext uri="{FF2B5EF4-FFF2-40B4-BE49-F238E27FC236}">
                <a16:creationId xmlns:a16="http://schemas.microsoft.com/office/drawing/2014/main" id="{1484AA8D-62C7-48CE-A060-506885F7DCEF}"/>
              </a:ext>
            </a:extLst>
          </p:cNvPr>
          <p:cNvSpPr>
            <a:spLocks noGrp="1"/>
          </p:cNvSpPr>
          <p:nvPr/>
        </p:nvSpPr>
        <p:spPr>
          <a:xfrm>
            <a:off x="5242475" y="1804158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33" name="text_3165_重复调研和适配，开发成本较高">
            <a:extLst>
              <a:ext uri="{FF2B5EF4-FFF2-40B4-BE49-F238E27FC236}">
                <a16:creationId xmlns:a16="http://schemas.microsoft.com/office/drawing/2014/main" id="{4C176C11-F3E6-4C74-878E-1DE4B4ACB1CF}"/>
              </a:ext>
            </a:extLst>
          </p:cNvPr>
          <p:cNvSpPr>
            <a:spLocks noGrp="1"/>
          </p:cNvSpPr>
          <p:nvPr/>
        </p:nvSpPr>
        <p:spPr>
          <a:xfrm>
            <a:off x="1144981" y="5135323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跨平台需要多个模块大范围修改，替换成本高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object_3166">
            <a:extLst>
              <a:ext uri="{FF2B5EF4-FFF2-40B4-BE49-F238E27FC236}">
                <a16:creationId xmlns:a16="http://schemas.microsoft.com/office/drawing/2014/main" id="{7CD56B57-A605-40A7-BD25-A15405155E1F}"/>
              </a:ext>
            </a:extLst>
          </p:cNvPr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5" name="text_3168_通用开发方法">
            <a:extLst>
              <a:ext uri="{FF2B5EF4-FFF2-40B4-BE49-F238E27FC236}">
                <a16:creationId xmlns:a16="http://schemas.microsoft.com/office/drawing/2014/main" id="{2FA14441-8F50-4B4C-A8B3-A0D9F0961921}"/>
              </a:ext>
            </a:extLst>
          </p:cNvPr>
          <p:cNvSpPr>
            <a:spLocks noGrp="1"/>
          </p:cNvSpPr>
          <p:nvPr/>
        </p:nvSpPr>
        <p:spPr>
          <a:xfrm>
            <a:off x="5306769" y="2032759"/>
            <a:ext cx="2464594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406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通用开发方法</a:t>
            </a:r>
          </a:p>
        </p:txBody>
      </p:sp>
      <p:sp>
        <p:nvSpPr>
          <p:cNvPr id="136" name="text_3170_Workflow：需求、生成、验证、优化">
            <a:extLst>
              <a:ext uri="{FF2B5EF4-FFF2-40B4-BE49-F238E27FC236}">
                <a16:creationId xmlns:a16="http://schemas.microsoft.com/office/drawing/2014/main" id="{D195D165-6D48-41E2-BD0F-91F2356CCFA0}"/>
              </a:ext>
            </a:extLst>
          </p:cNvPr>
          <p:cNvSpPr>
            <a:spLocks noGrp="1"/>
          </p:cNvSpPr>
          <p:nvPr/>
        </p:nvSpPr>
        <p:spPr>
          <a:xfrm>
            <a:off x="5371063" y="2354227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Workflow：需求、生成、验证、优化</a:t>
            </a:r>
          </a:p>
        </p:txBody>
      </p:sp>
      <p:sp>
        <p:nvSpPr>
          <p:cNvPr id="137" name="text_3172_阶段产物与执行契约">
            <a:extLst>
              <a:ext uri="{FF2B5EF4-FFF2-40B4-BE49-F238E27FC236}">
                <a16:creationId xmlns:a16="http://schemas.microsoft.com/office/drawing/2014/main" id="{3D77C95E-A31E-4BF9-B08F-C4E8D18825EE}"/>
              </a:ext>
            </a:extLst>
          </p:cNvPr>
          <p:cNvSpPr>
            <a:spLocks noGrp="1"/>
          </p:cNvSpPr>
          <p:nvPr/>
        </p:nvSpPr>
        <p:spPr>
          <a:xfrm>
            <a:off x="5371063" y="2554252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阶段产物与执行契约</a:t>
            </a:r>
          </a:p>
        </p:txBody>
      </p:sp>
      <p:sp>
        <p:nvSpPr>
          <p:cNvPr id="138" name="text_3174_验证机制与失败恢复">
            <a:extLst>
              <a:ext uri="{FF2B5EF4-FFF2-40B4-BE49-F238E27FC236}">
                <a16:creationId xmlns:a16="http://schemas.microsoft.com/office/drawing/2014/main" id="{B904FAB1-611A-4A2B-8614-58A3F7E57EA4}"/>
              </a:ext>
            </a:extLst>
          </p:cNvPr>
          <p:cNvSpPr>
            <a:spLocks noGrp="1"/>
          </p:cNvSpPr>
          <p:nvPr/>
        </p:nvSpPr>
        <p:spPr>
          <a:xfrm>
            <a:off x="5371063" y="2754277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验证机制与失败恢复</a:t>
            </a:r>
          </a:p>
        </p:txBody>
      </p:sp>
      <p:sp>
        <p:nvSpPr>
          <p:cNvPr id="139" name="text_3176_Agent 协作与工程规范">
            <a:extLst>
              <a:ext uri="{FF2B5EF4-FFF2-40B4-BE49-F238E27FC236}">
                <a16:creationId xmlns:a16="http://schemas.microsoft.com/office/drawing/2014/main" id="{477B3743-8636-4860-896E-25D8AD11E8C6}"/>
              </a:ext>
            </a:extLst>
          </p:cNvPr>
          <p:cNvSpPr>
            <a:spLocks noGrp="1"/>
          </p:cNvSpPr>
          <p:nvPr/>
        </p:nvSpPr>
        <p:spPr>
          <a:xfrm>
            <a:off x="5371063" y="2954302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协作与工程规范</a:t>
            </a:r>
          </a:p>
        </p:txBody>
      </p:sp>
      <p:sp>
        <p:nvSpPr>
          <p:cNvPr id="140" name="text_3178_+">
            <a:extLst>
              <a:ext uri="{FF2B5EF4-FFF2-40B4-BE49-F238E27FC236}">
                <a16:creationId xmlns:a16="http://schemas.microsoft.com/office/drawing/2014/main" id="{2770E1B8-2389-4EA1-B914-584915800B17}"/>
              </a:ext>
            </a:extLst>
          </p:cNvPr>
          <p:cNvSpPr>
            <a:spLocks noGrp="1"/>
          </p:cNvSpPr>
          <p:nvPr/>
        </p:nvSpPr>
        <p:spPr>
          <a:xfrm>
            <a:off x="6356900" y="3297202"/>
            <a:ext cx="3714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41" name="object_3179">
            <a:extLst>
              <a:ext uri="{FF2B5EF4-FFF2-40B4-BE49-F238E27FC236}">
                <a16:creationId xmlns:a16="http://schemas.microsoft.com/office/drawing/2014/main" id="{9120DF7D-D295-48D5-8034-E3C0101F9283}"/>
              </a:ext>
            </a:extLst>
          </p:cNvPr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2" name="text_3181_平台专属知识 Platform Profile">
            <a:extLst>
              <a:ext uri="{FF2B5EF4-FFF2-40B4-BE49-F238E27FC236}">
                <a16:creationId xmlns:a16="http://schemas.microsoft.com/office/drawing/2014/main" id="{E71A26F4-6375-4574-B5E9-20FBC7192529}"/>
              </a:ext>
            </a:extLst>
          </p:cNvPr>
          <p:cNvSpPr>
            <a:spLocks noGrp="1"/>
          </p:cNvSpPr>
          <p:nvPr/>
        </p:nvSpPr>
        <p:spPr>
          <a:xfrm>
            <a:off x="5306769" y="3704396"/>
            <a:ext cx="2464594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平台专属知识 Platform Profile</a:t>
            </a:r>
          </a:p>
        </p:txBody>
      </p:sp>
      <p:sp>
        <p:nvSpPr>
          <p:cNvPr id="143" name="text_3183_硬件架构与特性">
            <a:extLst>
              <a:ext uri="{FF2B5EF4-FFF2-40B4-BE49-F238E27FC236}">
                <a16:creationId xmlns:a16="http://schemas.microsoft.com/office/drawing/2014/main" id="{B03C6696-9242-48CD-844D-AC9E9765DD99}"/>
              </a:ext>
            </a:extLst>
          </p:cNvPr>
          <p:cNvSpPr>
            <a:spLocks noGrp="1"/>
          </p:cNvSpPr>
          <p:nvPr/>
        </p:nvSpPr>
        <p:spPr>
          <a:xfrm>
            <a:off x="5371063" y="4018721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硬件架构与特性</a:t>
            </a:r>
          </a:p>
        </p:txBody>
      </p:sp>
      <p:sp>
        <p:nvSpPr>
          <p:cNvPr id="144" name="text_3185_编程模型与 API">
            <a:extLst>
              <a:ext uri="{FF2B5EF4-FFF2-40B4-BE49-F238E27FC236}">
                <a16:creationId xmlns:a16="http://schemas.microsoft.com/office/drawing/2014/main" id="{5F8D1034-148F-4C2B-BE10-5738C138EC27}"/>
              </a:ext>
            </a:extLst>
          </p:cNvPr>
          <p:cNvSpPr>
            <a:spLocks noGrp="1"/>
          </p:cNvSpPr>
          <p:nvPr/>
        </p:nvSpPr>
        <p:spPr>
          <a:xfrm>
            <a:off x="5371063" y="4225890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编程模型与 API</a:t>
            </a:r>
          </a:p>
        </p:txBody>
      </p:sp>
      <p:sp>
        <p:nvSpPr>
          <p:cNvPr id="145" name="text_3187_开发环境与工具链">
            <a:extLst>
              <a:ext uri="{FF2B5EF4-FFF2-40B4-BE49-F238E27FC236}">
                <a16:creationId xmlns:a16="http://schemas.microsoft.com/office/drawing/2014/main" id="{C7B23265-56AA-4899-A9CE-EA6ADE91F7B9}"/>
              </a:ext>
            </a:extLst>
          </p:cNvPr>
          <p:cNvSpPr>
            <a:spLocks noGrp="1"/>
          </p:cNvSpPr>
          <p:nvPr/>
        </p:nvSpPr>
        <p:spPr>
          <a:xfrm>
            <a:off x="5371063" y="443305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</a:p>
        </p:txBody>
      </p:sp>
      <p:sp>
        <p:nvSpPr>
          <p:cNvPr id="146" name="text_3189_性能分析、优化方法及高性能案例">
            <a:extLst>
              <a:ext uri="{FF2B5EF4-FFF2-40B4-BE49-F238E27FC236}">
                <a16:creationId xmlns:a16="http://schemas.microsoft.com/office/drawing/2014/main" id="{30A462AE-D02C-4F27-B950-C3930F0150FC}"/>
              </a:ext>
            </a:extLst>
          </p:cNvPr>
          <p:cNvSpPr>
            <a:spLocks noGrp="1"/>
          </p:cNvSpPr>
          <p:nvPr/>
        </p:nvSpPr>
        <p:spPr>
          <a:xfrm>
            <a:off x="5371063" y="4640227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性能分析、优化方法及高性能案例</a:t>
            </a:r>
          </a:p>
        </p:txBody>
      </p:sp>
      <p:sp>
        <p:nvSpPr>
          <p:cNvPr id="147" name="connector_3190">
            <a:extLst>
              <a:ext uri="{FF2B5EF4-FFF2-40B4-BE49-F238E27FC236}">
                <a16:creationId xmlns:a16="http://schemas.microsoft.com/office/drawing/2014/main" id="{C1A0E153-E4F2-490A-9A2C-174F996C8A33}"/>
              </a:ext>
            </a:extLst>
          </p:cNvPr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8" name="connector_3191">
            <a:extLst>
              <a:ext uri="{FF2B5EF4-FFF2-40B4-BE49-F238E27FC236}">
                <a16:creationId xmlns:a16="http://schemas.microsoft.com/office/drawing/2014/main" id="{AF6EB9AD-15F1-4C8F-BE74-42B2EE9FA87A}"/>
              </a:ext>
            </a:extLst>
          </p:cNvPr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9" name="object_3192">
            <a:extLst>
              <a:ext uri="{FF2B5EF4-FFF2-40B4-BE49-F238E27FC236}">
                <a16:creationId xmlns:a16="http://schemas.microsoft.com/office/drawing/2014/main" id="{E35B37D6-86C8-4767-B87C-300C13F475C5}"/>
              </a:ext>
            </a:extLst>
          </p:cNvPr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50" name="text_3194_新平台 Operator Skill">
            <a:extLst>
              <a:ext uri="{FF2B5EF4-FFF2-40B4-BE49-F238E27FC236}">
                <a16:creationId xmlns:a16="http://schemas.microsoft.com/office/drawing/2014/main" id="{E07D6F8F-5C57-4289-925D-84D9CE52A3B1}"/>
              </a:ext>
            </a:extLst>
          </p:cNvPr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1" name="text_3196_固定通用开发方法，替换平台专属知识，支持新平台算">
            <a:extLst>
              <a:ext uri="{FF2B5EF4-FFF2-40B4-BE49-F238E27FC236}">
                <a16:creationId xmlns:a16="http://schemas.microsoft.com/office/drawing/2014/main" id="{5B433B01-620B-4A11-9265-10D7E310A866}"/>
              </a:ext>
            </a:extLst>
          </p:cNvPr>
          <p:cNvSpPr>
            <a:spLocks noGrp="1"/>
          </p:cNvSpPr>
          <p:nvPr/>
        </p:nvSpPr>
        <p:spPr>
          <a:xfrm>
            <a:off x="556104" y="5989207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</a:t>
            </a:r>
            <a:r>
              <a:rPr lang="en-US"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</a:t>
            </a: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通用开发方法，替换平台专属知识，支持新平台算子的快速适配与复用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06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339" y="1468402"/>
            <a:ext cx="304439" cy="304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7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282" y="1452510"/>
            <a:ext cx="350044" cy="350044"/>
          </a:xfrm>
          <a:prstGeom prst="rect">
            <a:avLst/>
          </a:prstGeom>
        </p:spPr>
      </p:pic>
      <p:sp>
        <p:nvSpPr>
          <p:cNvPr id="15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280" y="2568249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4895" y="4214883"/>
            <a:ext cx="657025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4759642" y="1485018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944" y="3351213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E6C22FE-614C-4E96-AF98-8E34607F8476}"/>
              </a:ext>
            </a:extLst>
          </p:cNvPr>
          <p:cNvGrpSpPr/>
          <p:nvPr/>
        </p:nvGrpSpPr>
        <p:grpSpPr>
          <a:xfrm>
            <a:off x="1214333" y="1889573"/>
            <a:ext cx="3402993" cy="276999"/>
            <a:chOff x="522750" y="1923394"/>
            <a:chExt cx="4537324" cy="369332"/>
          </a:xfrm>
        </p:grpSpPr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E84C4176-F8AF-4B7B-9713-0B8534BAD654}"/>
                </a:ext>
              </a:extLst>
            </p:cNvPr>
            <p:cNvSpPr txBox="1"/>
            <p:nvPr/>
          </p:nvSpPr>
          <p:spPr>
            <a:xfrm>
              <a:off x="666750" y="1923394"/>
              <a:ext cx="4393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算子的开发流程具有通用性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32DC0FA0-FE04-4DE0-9FE3-82DBC13E332D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0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19944" y="2271585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1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77094" y="2286361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1505989" y="227109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1563139" y="228587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99389" y="2271097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75301" y="228587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346382" y="2271416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403532" y="2286192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12984" y="2593494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20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370134" y="2608270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1347053" y="239012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2225022" y="2381889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78170" y="237517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>
            <a:off x="3065062" y="2524299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E6C22FE-614C-4E96-AF98-8E34607F8476}"/>
              </a:ext>
            </a:extLst>
          </p:cNvPr>
          <p:cNvGrpSpPr/>
          <p:nvPr/>
        </p:nvGrpSpPr>
        <p:grpSpPr>
          <a:xfrm>
            <a:off x="1214333" y="3184402"/>
            <a:ext cx="3402993" cy="276999"/>
            <a:chOff x="522750" y="1923394"/>
            <a:chExt cx="4537324" cy="369332"/>
          </a:xfrm>
        </p:grpSpPr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E84C4176-F8AF-4B7B-9713-0B8534BAD654}"/>
                </a:ext>
              </a:extLst>
            </p:cNvPr>
            <p:cNvSpPr txBox="1"/>
            <p:nvPr/>
          </p:nvSpPr>
          <p:spPr>
            <a:xfrm>
              <a:off x="666750" y="1923394"/>
              <a:ext cx="4393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平台知识替换分析困难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32DC0FA0-FE04-4DE0-9FE3-82DBC13E332D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2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①平台专属知识差异大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210083" y="384633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89934" y="4096499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189934" y="4409658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硬件信息嵌入到开发的各个阶段，</a:t>
            </a:r>
            <a:endParaRPr lang="en-US" altLang="zh-CN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而且不同阶段信息有重复现象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</p:spTree>
    <p:extLst>
      <p:ext uri="{BB962C8B-B14F-4D97-AF65-F5344CB8AC3E}">
        <p14:creationId xmlns:p14="http://schemas.microsoft.com/office/powerpoint/2010/main" val="393608933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8A75A8-4083-4400-AE7D-7830A8C6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新平台算子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开发流程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198_基于通用开发方法，结合平台专属知识，构建并验证新">
            <a:extLst>
              <a:ext uri="{FF2B5EF4-FFF2-40B4-BE49-F238E27FC236}">
                <a16:creationId xmlns:a16="http://schemas.microsoft.com/office/drawing/2014/main" id="{C282FB46-B6C6-4CD9-91E9-62EF9C011DA2}"/>
              </a:ext>
            </a:extLst>
          </p:cNvPr>
          <p:cNvSpPr>
            <a:spLocks noGrp="1"/>
          </p:cNvSpPr>
          <p:nvPr/>
        </p:nvSpPr>
        <p:spPr>
          <a:xfrm>
            <a:off x="531237" y="1320870"/>
            <a:ext cx="8115300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94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基于通用</a:t>
            </a:r>
            <a:r>
              <a:rPr lang="zh-CN" altLang="en-US" sz="1294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开发流程</a:t>
            </a:r>
            <a:r>
              <a:rPr sz="1294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29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结合平台专属知识，构建并验证新平台的算子开发</a:t>
            </a:r>
            <a:r>
              <a:rPr sz="129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Skill。</a:t>
            </a:r>
          </a:p>
        </p:txBody>
      </p:sp>
      <p:sp>
        <p:nvSpPr>
          <p:cNvPr id="4" name="text_3200_01">
            <a:extLst>
              <a:ext uri="{FF2B5EF4-FFF2-40B4-BE49-F238E27FC236}">
                <a16:creationId xmlns:a16="http://schemas.microsoft.com/office/drawing/2014/main" id="{DCD53DF0-42BE-405B-9D7C-AF719DE1E431}"/>
              </a:ext>
            </a:extLst>
          </p:cNvPr>
          <p:cNvSpPr>
            <a:spLocks noGrp="1"/>
          </p:cNvSpPr>
          <p:nvPr/>
        </p:nvSpPr>
        <p:spPr>
          <a:xfrm>
            <a:off x="550069" y="1893094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_3202_任务与边界定义">
            <a:extLst>
              <a:ext uri="{FF2B5EF4-FFF2-40B4-BE49-F238E27FC236}">
                <a16:creationId xmlns:a16="http://schemas.microsoft.com/office/drawing/2014/main" id="{C014E2EF-2092-43FF-BC8B-65BDFD006B04}"/>
              </a:ext>
            </a:extLst>
          </p:cNvPr>
          <p:cNvSpPr>
            <a:spLocks noGrp="1"/>
          </p:cNvSpPr>
          <p:nvPr/>
        </p:nvSpPr>
        <p:spPr>
          <a:xfrm>
            <a:off x="921544" y="18930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Workflow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203">
            <a:extLst>
              <a:ext uri="{FF2B5EF4-FFF2-40B4-BE49-F238E27FC236}">
                <a16:creationId xmlns:a16="http://schemas.microsoft.com/office/drawing/2014/main" id="{EBDD30F3-E939-4C57-83AE-8E6EEC373FA8}"/>
              </a:ext>
            </a:extLst>
          </p:cNvPr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8" name="text_3242_04">
            <a:extLst>
              <a:ext uri="{FF2B5EF4-FFF2-40B4-BE49-F238E27FC236}">
                <a16:creationId xmlns:a16="http://schemas.microsoft.com/office/drawing/2014/main" id="{7C6F4B14-A145-4657-B20D-3DE37E47739F}"/>
              </a:ext>
            </a:extLst>
          </p:cNvPr>
          <p:cNvSpPr>
            <a:spLocks noGrp="1"/>
          </p:cNvSpPr>
          <p:nvPr/>
        </p:nvSpPr>
        <p:spPr>
          <a:xfrm>
            <a:off x="571501" y="3287183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57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942975" y="3287183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平台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知识库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0" name="connector_3245">
            <a:extLst>
              <a:ext uri="{FF2B5EF4-FFF2-40B4-BE49-F238E27FC236}">
                <a16:creationId xmlns:a16="http://schemas.microsoft.com/office/drawing/2014/main" id="{CC8350A8-9979-46FB-A1F1-B7205E7B131C}"/>
              </a:ext>
            </a:extLst>
          </p:cNvPr>
          <p:cNvSpPr>
            <a:spLocks noGrp="1"/>
          </p:cNvSpPr>
          <p:nvPr/>
        </p:nvSpPr>
        <p:spPr>
          <a:xfrm>
            <a:off x="564356" y="358722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4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通用方法保持不变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5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52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7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>
            <a:extLst>
              <a:ext uri="{FF2B5EF4-FFF2-40B4-BE49-F238E27FC236}">
                <a16:creationId xmlns:a16="http://schemas.microsoft.com/office/drawing/2014/main" id="{8C406022-D031-48D5-9739-1265C14FE1E9}"/>
              </a:ext>
            </a:extLst>
          </p:cNvPr>
          <p:cNvSpPr>
            <a:spLocks noGrp="1"/>
          </p:cNvSpPr>
          <p:nvPr/>
        </p:nvSpPr>
        <p:spPr>
          <a:xfrm>
            <a:off x="545524" y="5053695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8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66956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8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16962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</a:p>
        </p:txBody>
      </p:sp>
      <p:sp>
        <p:nvSpPr>
          <p:cNvPr id="185" name="text_3504_文档 / 白皮书 / API">
            <a:extLst>
              <a:ext uri="{FF2B5EF4-FFF2-40B4-BE49-F238E27FC236}">
                <a16:creationId xmlns:a16="http://schemas.microsoft.com/office/drawing/2014/main" id="{9630914D-66C7-4276-A8A2-44073F95A7C0}"/>
              </a:ext>
            </a:extLst>
          </p:cNvPr>
          <p:cNvSpPr>
            <a:spLocks noGrp="1"/>
          </p:cNvSpPr>
          <p:nvPr/>
        </p:nvSpPr>
        <p:spPr>
          <a:xfrm>
            <a:off x="624106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文档 / 白皮书 / API</a:t>
            </a:r>
          </a:p>
        </p:txBody>
      </p:sp>
      <p:sp>
        <p:nvSpPr>
          <p:cNvPr id="186" name="connector_3505">
            <a:extLst>
              <a:ext uri="{FF2B5EF4-FFF2-40B4-BE49-F238E27FC236}">
                <a16:creationId xmlns:a16="http://schemas.microsoft.com/office/drawing/2014/main" id="{BC400654-A816-4C3C-B9ED-6BCD74115811}"/>
              </a:ext>
            </a:extLst>
          </p:cNvPr>
          <p:cNvSpPr>
            <a:spLocks noGrp="1"/>
          </p:cNvSpPr>
          <p:nvPr/>
        </p:nvSpPr>
        <p:spPr>
          <a:xfrm>
            <a:off x="2431475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7" name="connector_3506">
            <a:extLst>
              <a:ext uri="{FF2B5EF4-FFF2-40B4-BE49-F238E27FC236}">
                <a16:creationId xmlns:a16="http://schemas.microsoft.com/office/drawing/2014/main" id="{93549F69-0610-4614-9275-20174FEA38F7}"/>
              </a:ext>
            </a:extLst>
          </p:cNvPr>
          <p:cNvSpPr>
            <a:spLocks noGrp="1"/>
          </p:cNvSpPr>
          <p:nvPr/>
        </p:nvSpPr>
        <p:spPr>
          <a:xfrm>
            <a:off x="2523322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8" name="object_3507">
            <a:extLst>
              <a:ext uri="{FF2B5EF4-FFF2-40B4-BE49-F238E27FC236}">
                <a16:creationId xmlns:a16="http://schemas.microsoft.com/office/drawing/2014/main" id="{BD516D98-3864-4EC7-ABC3-38B838FAB2FD}"/>
              </a:ext>
            </a:extLst>
          </p:cNvPr>
          <p:cNvSpPr>
            <a:spLocks noGrp="1"/>
          </p:cNvSpPr>
          <p:nvPr/>
        </p:nvSpPr>
        <p:spPr>
          <a:xfrm>
            <a:off x="2602925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89" name="text_3509_环境检测">
            <a:extLst>
              <a:ext uri="{FF2B5EF4-FFF2-40B4-BE49-F238E27FC236}">
                <a16:creationId xmlns:a16="http://schemas.microsoft.com/office/drawing/2014/main" id="{9575021B-49ED-41B4-83D9-2564F67B68C6}"/>
              </a:ext>
            </a:extLst>
          </p:cNvPr>
          <p:cNvSpPr>
            <a:spLocks noGrp="1"/>
          </p:cNvSpPr>
          <p:nvPr/>
        </p:nvSpPr>
        <p:spPr>
          <a:xfrm>
            <a:off x="2652931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</a:p>
        </p:txBody>
      </p:sp>
      <p:sp>
        <p:nvSpPr>
          <p:cNvPr id="190" name="text_3511_硬件 / 编译器 / 基础 API">
            <a:extLst>
              <a:ext uri="{FF2B5EF4-FFF2-40B4-BE49-F238E27FC236}">
                <a16:creationId xmlns:a16="http://schemas.microsoft.com/office/drawing/2014/main" id="{69CBF4BC-7F12-4839-933D-4C54A06AFF8F}"/>
              </a:ext>
            </a:extLst>
          </p:cNvPr>
          <p:cNvSpPr>
            <a:spLocks noGrp="1"/>
          </p:cNvSpPr>
          <p:nvPr/>
        </p:nvSpPr>
        <p:spPr>
          <a:xfrm>
            <a:off x="2660075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 / 编译器 / 基础 API</a:t>
            </a:r>
          </a:p>
        </p:txBody>
      </p:sp>
      <p:sp>
        <p:nvSpPr>
          <p:cNvPr id="191" name="connector_3512">
            <a:extLst>
              <a:ext uri="{FF2B5EF4-FFF2-40B4-BE49-F238E27FC236}">
                <a16:creationId xmlns:a16="http://schemas.microsoft.com/office/drawing/2014/main" id="{4C11D78A-7179-4B70-BBBB-7B5DE6A6744F}"/>
              </a:ext>
            </a:extLst>
          </p:cNvPr>
          <p:cNvSpPr>
            <a:spLocks noGrp="1"/>
          </p:cNvSpPr>
          <p:nvPr/>
        </p:nvSpPr>
        <p:spPr>
          <a:xfrm>
            <a:off x="4467444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2" name="connector_3513">
            <a:extLst>
              <a:ext uri="{FF2B5EF4-FFF2-40B4-BE49-F238E27FC236}">
                <a16:creationId xmlns:a16="http://schemas.microsoft.com/office/drawing/2014/main" id="{366E0B97-0F28-4444-ACCC-18846969A814}"/>
              </a:ext>
            </a:extLst>
          </p:cNvPr>
          <p:cNvSpPr>
            <a:spLocks noGrp="1"/>
          </p:cNvSpPr>
          <p:nvPr/>
        </p:nvSpPr>
        <p:spPr>
          <a:xfrm>
            <a:off x="4559290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3" name="object_3514">
            <a:extLst>
              <a:ext uri="{FF2B5EF4-FFF2-40B4-BE49-F238E27FC236}">
                <a16:creationId xmlns:a16="http://schemas.microsoft.com/office/drawing/2014/main" id="{A3721140-1C5D-4D18-9B29-9BB4FAE03E67}"/>
              </a:ext>
            </a:extLst>
          </p:cNvPr>
          <p:cNvSpPr>
            <a:spLocks noGrp="1"/>
          </p:cNvSpPr>
          <p:nvPr/>
        </p:nvSpPr>
        <p:spPr>
          <a:xfrm>
            <a:off x="4638894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4" name="text_3516_Microbenchmark">
            <a:extLst>
              <a:ext uri="{FF2B5EF4-FFF2-40B4-BE49-F238E27FC236}">
                <a16:creationId xmlns:a16="http://schemas.microsoft.com/office/drawing/2014/main" id="{9477D07E-9812-4755-9498-A412279DD421}"/>
              </a:ext>
            </a:extLst>
          </p:cNvPr>
          <p:cNvSpPr>
            <a:spLocks noGrp="1"/>
          </p:cNvSpPr>
          <p:nvPr/>
        </p:nvSpPr>
        <p:spPr>
          <a:xfrm>
            <a:off x="4688900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</a:p>
        </p:txBody>
      </p:sp>
      <p:sp>
        <p:nvSpPr>
          <p:cNvPr id="195" name="text_3518_计算 / 内存 / 参数对比">
            <a:extLst>
              <a:ext uri="{FF2B5EF4-FFF2-40B4-BE49-F238E27FC236}">
                <a16:creationId xmlns:a16="http://schemas.microsoft.com/office/drawing/2014/main" id="{FADDF18F-793B-45DF-A311-3A4AC1C88D96}"/>
              </a:ext>
            </a:extLst>
          </p:cNvPr>
          <p:cNvSpPr>
            <a:spLocks noGrp="1"/>
          </p:cNvSpPr>
          <p:nvPr/>
        </p:nvSpPr>
        <p:spPr>
          <a:xfrm>
            <a:off x="4696044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 / 内存 / 参数对比</a:t>
            </a:r>
          </a:p>
        </p:txBody>
      </p:sp>
      <p:sp>
        <p:nvSpPr>
          <p:cNvPr id="196" name="connector_3519">
            <a:extLst>
              <a:ext uri="{FF2B5EF4-FFF2-40B4-BE49-F238E27FC236}">
                <a16:creationId xmlns:a16="http://schemas.microsoft.com/office/drawing/2014/main" id="{F65BA303-A9F8-4E6E-8A1A-C228AD168028}"/>
              </a:ext>
            </a:extLst>
          </p:cNvPr>
          <p:cNvSpPr>
            <a:spLocks noGrp="1"/>
          </p:cNvSpPr>
          <p:nvPr/>
        </p:nvSpPr>
        <p:spPr>
          <a:xfrm>
            <a:off x="6503412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7" name="connector_3520">
            <a:extLst>
              <a:ext uri="{FF2B5EF4-FFF2-40B4-BE49-F238E27FC236}">
                <a16:creationId xmlns:a16="http://schemas.microsoft.com/office/drawing/2014/main" id="{8FF3BF51-51B5-4BE5-8897-86AD504B03BE}"/>
              </a:ext>
            </a:extLst>
          </p:cNvPr>
          <p:cNvSpPr>
            <a:spLocks noGrp="1"/>
          </p:cNvSpPr>
          <p:nvPr/>
        </p:nvSpPr>
        <p:spPr>
          <a:xfrm>
            <a:off x="6595259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8" name="object_3521">
            <a:extLst>
              <a:ext uri="{FF2B5EF4-FFF2-40B4-BE49-F238E27FC236}">
                <a16:creationId xmlns:a16="http://schemas.microsoft.com/office/drawing/2014/main" id="{CEF1CC45-8D77-41AF-A98F-7CA1DBC28DEE}"/>
              </a:ext>
            </a:extLst>
          </p:cNvPr>
          <p:cNvSpPr>
            <a:spLocks noGrp="1"/>
          </p:cNvSpPr>
          <p:nvPr/>
        </p:nvSpPr>
        <p:spPr>
          <a:xfrm>
            <a:off x="6674863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9" name="text_3523_实际开发经验">
            <a:extLst>
              <a:ext uri="{FF2B5EF4-FFF2-40B4-BE49-F238E27FC236}">
                <a16:creationId xmlns:a16="http://schemas.microsoft.com/office/drawing/2014/main" id="{587E5221-3F01-493D-9635-CA2E1CED8157}"/>
              </a:ext>
            </a:extLst>
          </p:cNvPr>
          <p:cNvSpPr>
            <a:spLocks noGrp="1"/>
          </p:cNvSpPr>
          <p:nvPr/>
        </p:nvSpPr>
        <p:spPr>
          <a:xfrm>
            <a:off x="6724869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</a:p>
        </p:txBody>
      </p:sp>
      <p:sp>
        <p:nvSpPr>
          <p:cNvPr id="200" name="text_3525_典型算子 / 问题与方案">
            <a:extLst>
              <a:ext uri="{FF2B5EF4-FFF2-40B4-BE49-F238E27FC236}">
                <a16:creationId xmlns:a16="http://schemas.microsoft.com/office/drawing/2014/main" id="{8C6B7A9D-60B4-4FB5-936A-4E11A6755B14}"/>
              </a:ext>
            </a:extLst>
          </p:cNvPr>
          <p:cNvSpPr>
            <a:spLocks noGrp="1"/>
          </p:cNvSpPr>
          <p:nvPr/>
        </p:nvSpPr>
        <p:spPr>
          <a:xfrm>
            <a:off x="6732013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典型算子 / 问题与方案</a:t>
            </a:r>
          </a:p>
        </p:txBody>
      </p:sp>
      <p:sp>
        <p:nvSpPr>
          <p:cNvPr id="201" name="text_3527_沉淀为知识文档、参考案例、测试脚本、配置模板、优">
            <a:extLst>
              <a:ext uri="{FF2B5EF4-FFF2-40B4-BE49-F238E27FC236}">
                <a16:creationId xmlns:a16="http://schemas.microsoft.com/office/drawing/2014/main" id="{78D51291-3973-4AB8-825B-2C5721384F4E}"/>
              </a:ext>
            </a:extLst>
          </p:cNvPr>
          <p:cNvSpPr>
            <a:spLocks noGrp="1"/>
          </p:cNvSpPr>
          <p:nvPr/>
        </p:nvSpPr>
        <p:spPr>
          <a:xfrm>
            <a:off x="574099" y="5625195"/>
            <a:ext cx="80724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沉淀为知识文档、参考案例、测试脚本、配置模板、优化经验与使用规范。</a:t>
            </a:r>
          </a:p>
        </p:txBody>
      </p:sp>
      <p:pic>
        <p:nvPicPr>
          <p:cNvPr id="20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8" y="4732226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3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921544" y="4709291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知识信息来源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05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600558" y="365653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85567" y="378065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7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58384" y="381450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394044" y="378065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9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66861" y="381450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31467" y="377995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1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04283" y="381380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85567" y="418364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3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58384" y="421749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600006" y="399985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406773" y="418532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6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79590" y="421917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44196" y="418463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17012" y="421848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>
            <a:extLst>
              <a:ext uri="{FF2B5EF4-FFF2-40B4-BE49-F238E27FC236}">
                <a16:creationId xmlns:a16="http://schemas.microsoft.com/office/drawing/2014/main" id="{C6B21923-9CED-4B48-AF9C-5F33B631B2EB}"/>
              </a:ext>
            </a:extLst>
          </p:cNvPr>
          <p:cNvSpPr>
            <a:spLocks noGrp="1"/>
          </p:cNvSpPr>
          <p:nvPr/>
        </p:nvSpPr>
        <p:spPr>
          <a:xfrm>
            <a:off x="602675" y="6044431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Workflow  +  Platform Profile  =  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79" name="text_3531_整合官方资料与实践验证，逐步完善 Platfor">
            <a:extLst>
              <a:ext uri="{FF2B5EF4-FFF2-40B4-BE49-F238E27FC236}">
                <a16:creationId xmlns:a16="http://schemas.microsoft.com/office/drawing/2014/main" id="{457FF92C-52C0-46D7-A31A-C463F133D4C1}"/>
              </a:ext>
            </a:extLst>
          </p:cNvPr>
          <p:cNvSpPr>
            <a:spLocks noGrp="1"/>
          </p:cNvSpPr>
          <p:nvPr/>
        </p:nvSpPr>
        <p:spPr>
          <a:xfrm>
            <a:off x="574100" y="6323038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整合官方资料与实践验证，逐步完善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Profile，减少重复调研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" name="矩形 7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</p:spTree>
    <p:extLst>
      <p:ext uri="{BB962C8B-B14F-4D97-AF65-F5344CB8AC3E}">
        <p14:creationId xmlns:p14="http://schemas.microsoft.com/office/powerpoint/2010/main" val="32559980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80546-63AC-4BA7-B298-560477CF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分层验证与问题定位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534_L1 基础能力验证">
            <a:extLst>
              <a:ext uri="{FF2B5EF4-FFF2-40B4-BE49-F238E27FC236}">
                <a16:creationId xmlns:a16="http://schemas.microsoft.com/office/drawing/2014/main" id="{85B3BD52-7EDF-4DF9-9D63-DB35425A2B45}"/>
              </a:ext>
            </a:extLst>
          </p:cNvPr>
          <p:cNvSpPr>
            <a:spLocks noGrp="1"/>
          </p:cNvSpPr>
          <p:nvPr/>
        </p:nvSpPr>
        <p:spPr>
          <a:xfrm>
            <a:off x="900113" y="1514475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L1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基础能力验证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3535">
            <a:extLst>
              <a:ext uri="{FF2B5EF4-FFF2-40B4-BE49-F238E27FC236}">
                <a16:creationId xmlns:a16="http://schemas.microsoft.com/office/drawing/2014/main" id="{77E9DF48-D7BF-49EC-93F3-DF47FFC1DDE4}"/>
              </a:ext>
            </a:extLst>
          </p:cNvPr>
          <p:cNvSpPr>
            <a:spLocks noGrp="1"/>
          </p:cNvSpPr>
          <p:nvPr/>
        </p:nvSpPr>
        <p:spPr>
          <a:xfrm>
            <a:off x="550069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538_L2 平台行为验证">
            <a:extLst>
              <a:ext uri="{FF2B5EF4-FFF2-40B4-BE49-F238E27FC236}">
                <a16:creationId xmlns:a16="http://schemas.microsoft.com/office/drawing/2014/main" id="{F242F6B9-AF54-40FA-B8B0-DBB0F07715BC}"/>
              </a:ext>
            </a:extLst>
          </p:cNvPr>
          <p:cNvSpPr>
            <a:spLocks noGrp="1"/>
          </p:cNvSpPr>
          <p:nvPr/>
        </p:nvSpPr>
        <p:spPr>
          <a:xfrm>
            <a:off x="2978944" y="1514475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L2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平台行为验证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539">
            <a:extLst>
              <a:ext uri="{FF2B5EF4-FFF2-40B4-BE49-F238E27FC236}">
                <a16:creationId xmlns:a16="http://schemas.microsoft.com/office/drawing/2014/main" id="{53290571-433D-40B9-9783-DDE7112B6C0A}"/>
              </a:ext>
            </a:extLst>
          </p:cNvPr>
          <p:cNvSpPr>
            <a:spLocks noGrp="1"/>
          </p:cNvSpPr>
          <p:nvPr/>
        </p:nvSpPr>
        <p:spPr>
          <a:xfrm>
            <a:off x="2628900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542_L3 典型算子验证">
            <a:extLst>
              <a:ext uri="{FF2B5EF4-FFF2-40B4-BE49-F238E27FC236}">
                <a16:creationId xmlns:a16="http://schemas.microsoft.com/office/drawing/2014/main" id="{B53D7932-F0A5-4D79-AD99-9B6D5235A46C}"/>
              </a:ext>
            </a:extLst>
          </p:cNvPr>
          <p:cNvSpPr>
            <a:spLocks noGrp="1"/>
          </p:cNvSpPr>
          <p:nvPr/>
        </p:nvSpPr>
        <p:spPr>
          <a:xfrm>
            <a:off x="5057776" y="1514475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L3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典型算子验证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3543">
            <a:extLst>
              <a:ext uri="{FF2B5EF4-FFF2-40B4-BE49-F238E27FC236}">
                <a16:creationId xmlns:a16="http://schemas.microsoft.com/office/drawing/2014/main" id="{08483073-90CE-4690-BFEC-EE4C146485D0}"/>
              </a:ext>
            </a:extLst>
          </p:cNvPr>
          <p:cNvSpPr>
            <a:spLocks noGrp="1"/>
          </p:cNvSpPr>
          <p:nvPr/>
        </p:nvSpPr>
        <p:spPr>
          <a:xfrm>
            <a:off x="470773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text_3546_失败定位与修正">
            <a:extLst>
              <a:ext uri="{FF2B5EF4-FFF2-40B4-BE49-F238E27FC236}">
                <a16:creationId xmlns:a16="http://schemas.microsoft.com/office/drawing/2014/main" id="{73CED73F-96E7-4AC0-8600-97BA12C753C2}"/>
              </a:ext>
            </a:extLst>
          </p:cNvPr>
          <p:cNvSpPr>
            <a:spLocks noGrp="1"/>
          </p:cNvSpPr>
          <p:nvPr/>
        </p:nvSpPr>
        <p:spPr>
          <a:xfrm>
            <a:off x="7136607" y="1514475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失败定位与修正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" name="connector_3547">
            <a:extLst>
              <a:ext uri="{FF2B5EF4-FFF2-40B4-BE49-F238E27FC236}">
                <a16:creationId xmlns:a16="http://schemas.microsoft.com/office/drawing/2014/main" id="{45E4B294-603B-43F1-8B73-5FCC4F34FBF5}"/>
              </a:ext>
            </a:extLst>
          </p:cNvPr>
          <p:cNvSpPr>
            <a:spLocks noGrp="1"/>
          </p:cNvSpPr>
          <p:nvPr/>
        </p:nvSpPr>
        <p:spPr>
          <a:xfrm>
            <a:off x="6786562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" name="connector_3548">
            <a:extLst>
              <a:ext uri="{FF2B5EF4-FFF2-40B4-BE49-F238E27FC236}">
                <a16:creationId xmlns:a16="http://schemas.microsoft.com/office/drawing/2014/main" id="{CA42298A-0C38-4275-BE4B-BD781F6BBA21}"/>
              </a:ext>
            </a:extLst>
          </p:cNvPr>
          <p:cNvSpPr>
            <a:spLocks noGrp="1"/>
          </p:cNvSpPr>
          <p:nvPr/>
        </p:nvSpPr>
        <p:spPr>
          <a:xfrm>
            <a:off x="2450306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549">
            <a:extLst>
              <a:ext uri="{FF2B5EF4-FFF2-40B4-BE49-F238E27FC236}">
                <a16:creationId xmlns:a16="http://schemas.microsoft.com/office/drawing/2014/main" id="{D8667E8E-14A7-4B86-BCFB-3302FB32AB20}"/>
              </a:ext>
            </a:extLst>
          </p:cNvPr>
          <p:cNvSpPr>
            <a:spLocks noGrp="1"/>
          </p:cNvSpPr>
          <p:nvPr/>
        </p:nvSpPr>
        <p:spPr>
          <a:xfrm>
            <a:off x="2450306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550">
            <a:extLst>
              <a:ext uri="{FF2B5EF4-FFF2-40B4-BE49-F238E27FC236}">
                <a16:creationId xmlns:a16="http://schemas.microsoft.com/office/drawing/2014/main" id="{946C66A3-6BCB-4F0D-99D2-65550D00CE31}"/>
              </a:ext>
            </a:extLst>
          </p:cNvPr>
          <p:cNvSpPr>
            <a:spLocks noGrp="1"/>
          </p:cNvSpPr>
          <p:nvPr/>
        </p:nvSpPr>
        <p:spPr>
          <a:xfrm>
            <a:off x="2450306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551">
            <a:extLst>
              <a:ext uri="{FF2B5EF4-FFF2-40B4-BE49-F238E27FC236}">
                <a16:creationId xmlns:a16="http://schemas.microsoft.com/office/drawing/2014/main" id="{A4172D14-C577-460B-82F8-F017FDD2C46F}"/>
              </a:ext>
            </a:extLst>
          </p:cNvPr>
          <p:cNvSpPr>
            <a:spLocks noGrp="1"/>
          </p:cNvSpPr>
          <p:nvPr/>
        </p:nvSpPr>
        <p:spPr>
          <a:xfrm>
            <a:off x="2450306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552">
            <a:extLst>
              <a:ext uri="{FF2B5EF4-FFF2-40B4-BE49-F238E27FC236}">
                <a16:creationId xmlns:a16="http://schemas.microsoft.com/office/drawing/2014/main" id="{A025EAC2-C357-4DB8-BC0A-D81B792ADD79}"/>
              </a:ext>
            </a:extLst>
          </p:cNvPr>
          <p:cNvSpPr>
            <a:spLocks noGrp="1"/>
          </p:cNvSpPr>
          <p:nvPr/>
        </p:nvSpPr>
        <p:spPr>
          <a:xfrm>
            <a:off x="2450306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553">
            <a:extLst>
              <a:ext uri="{FF2B5EF4-FFF2-40B4-BE49-F238E27FC236}">
                <a16:creationId xmlns:a16="http://schemas.microsoft.com/office/drawing/2014/main" id="{B7A7ADDD-4F50-445E-AFE3-5C20C2EBB9C5}"/>
              </a:ext>
            </a:extLst>
          </p:cNvPr>
          <p:cNvSpPr>
            <a:spLocks noGrp="1"/>
          </p:cNvSpPr>
          <p:nvPr/>
        </p:nvSpPr>
        <p:spPr>
          <a:xfrm>
            <a:off x="2450306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554">
            <a:extLst>
              <a:ext uri="{FF2B5EF4-FFF2-40B4-BE49-F238E27FC236}">
                <a16:creationId xmlns:a16="http://schemas.microsoft.com/office/drawing/2014/main" id="{085DAA36-353A-453F-8B98-E92E4B759808}"/>
              </a:ext>
            </a:extLst>
          </p:cNvPr>
          <p:cNvSpPr>
            <a:spLocks noGrp="1"/>
          </p:cNvSpPr>
          <p:nvPr/>
        </p:nvSpPr>
        <p:spPr>
          <a:xfrm>
            <a:off x="2450306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555">
            <a:extLst>
              <a:ext uri="{FF2B5EF4-FFF2-40B4-BE49-F238E27FC236}">
                <a16:creationId xmlns:a16="http://schemas.microsoft.com/office/drawing/2014/main" id="{4848AC7D-406B-42D0-90D8-038BE02C25C3}"/>
              </a:ext>
            </a:extLst>
          </p:cNvPr>
          <p:cNvSpPr>
            <a:spLocks noGrp="1"/>
          </p:cNvSpPr>
          <p:nvPr/>
        </p:nvSpPr>
        <p:spPr>
          <a:xfrm>
            <a:off x="2450306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556">
            <a:extLst>
              <a:ext uri="{FF2B5EF4-FFF2-40B4-BE49-F238E27FC236}">
                <a16:creationId xmlns:a16="http://schemas.microsoft.com/office/drawing/2014/main" id="{8DE6B208-8398-4C98-ACD2-440A78E0FBAB}"/>
              </a:ext>
            </a:extLst>
          </p:cNvPr>
          <p:cNvSpPr>
            <a:spLocks noGrp="1"/>
          </p:cNvSpPr>
          <p:nvPr/>
        </p:nvSpPr>
        <p:spPr>
          <a:xfrm>
            <a:off x="2450306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557">
            <a:extLst>
              <a:ext uri="{FF2B5EF4-FFF2-40B4-BE49-F238E27FC236}">
                <a16:creationId xmlns:a16="http://schemas.microsoft.com/office/drawing/2014/main" id="{E5C94693-21E6-497D-8CAF-8F376833BBD9}"/>
              </a:ext>
            </a:extLst>
          </p:cNvPr>
          <p:cNvSpPr>
            <a:spLocks noGrp="1"/>
          </p:cNvSpPr>
          <p:nvPr/>
        </p:nvSpPr>
        <p:spPr>
          <a:xfrm>
            <a:off x="2450306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558">
            <a:extLst>
              <a:ext uri="{FF2B5EF4-FFF2-40B4-BE49-F238E27FC236}">
                <a16:creationId xmlns:a16="http://schemas.microsoft.com/office/drawing/2014/main" id="{DA3BDE79-3445-4F57-BB64-90FD57CC0242}"/>
              </a:ext>
            </a:extLst>
          </p:cNvPr>
          <p:cNvSpPr>
            <a:spLocks noGrp="1"/>
          </p:cNvSpPr>
          <p:nvPr/>
        </p:nvSpPr>
        <p:spPr>
          <a:xfrm>
            <a:off x="2450306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559">
            <a:extLst>
              <a:ext uri="{FF2B5EF4-FFF2-40B4-BE49-F238E27FC236}">
                <a16:creationId xmlns:a16="http://schemas.microsoft.com/office/drawing/2014/main" id="{896D7F36-8194-4D30-AA39-BB51C796B1BB}"/>
              </a:ext>
            </a:extLst>
          </p:cNvPr>
          <p:cNvSpPr>
            <a:spLocks noGrp="1"/>
          </p:cNvSpPr>
          <p:nvPr/>
        </p:nvSpPr>
        <p:spPr>
          <a:xfrm>
            <a:off x="2450306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560">
            <a:extLst>
              <a:ext uri="{FF2B5EF4-FFF2-40B4-BE49-F238E27FC236}">
                <a16:creationId xmlns:a16="http://schemas.microsoft.com/office/drawing/2014/main" id="{615241A8-EEBD-4200-9549-C4BE76B00638}"/>
              </a:ext>
            </a:extLst>
          </p:cNvPr>
          <p:cNvSpPr>
            <a:spLocks noGrp="1"/>
          </p:cNvSpPr>
          <p:nvPr/>
        </p:nvSpPr>
        <p:spPr>
          <a:xfrm>
            <a:off x="2450306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561">
            <a:extLst>
              <a:ext uri="{FF2B5EF4-FFF2-40B4-BE49-F238E27FC236}">
                <a16:creationId xmlns:a16="http://schemas.microsoft.com/office/drawing/2014/main" id="{8A1826E9-CC8E-4EFF-85EB-F80861395353}"/>
              </a:ext>
            </a:extLst>
          </p:cNvPr>
          <p:cNvSpPr>
            <a:spLocks noGrp="1"/>
          </p:cNvSpPr>
          <p:nvPr/>
        </p:nvSpPr>
        <p:spPr>
          <a:xfrm>
            <a:off x="2450306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562">
            <a:extLst>
              <a:ext uri="{FF2B5EF4-FFF2-40B4-BE49-F238E27FC236}">
                <a16:creationId xmlns:a16="http://schemas.microsoft.com/office/drawing/2014/main" id="{3564F2F6-C422-46FA-87BF-034EC9726B6E}"/>
              </a:ext>
            </a:extLst>
          </p:cNvPr>
          <p:cNvSpPr>
            <a:spLocks noGrp="1"/>
          </p:cNvSpPr>
          <p:nvPr/>
        </p:nvSpPr>
        <p:spPr>
          <a:xfrm>
            <a:off x="2450306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563">
            <a:extLst>
              <a:ext uri="{FF2B5EF4-FFF2-40B4-BE49-F238E27FC236}">
                <a16:creationId xmlns:a16="http://schemas.microsoft.com/office/drawing/2014/main" id="{5A75CC05-FFD0-4B6E-86D4-A7884F21CFC8}"/>
              </a:ext>
            </a:extLst>
          </p:cNvPr>
          <p:cNvSpPr>
            <a:spLocks noGrp="1"/>
          </p:cNvSpPr>
          <p:nvPr/>
        </p:nvSpPr>
        <p:spPr>
          <a:xfrm>
            <a:off x="2450306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564">
            <a:extLst>
              <a:ext uri="{FF2B5EF4-FFF2-40B4-BE49-F238E27FC236}">
                <a16:creationId xmlns:a16="http://schemas.microsoft.com/office/drawing/2014/main" id="{1E63970F-D1DA-48C6-B6B0-3BD8380957E6}"/>
              </a:ext>
            </a:extLst>
          </p:cNvPr>
          <p:cNvSpPr>
            <a:spLocks noGrp="1"/>
          </p:cNvSpPr>
          <p:nvPr/>
        </p:nvSpPr>
        <p:spPr>
          <a:xfrm>
            <a:off x="2450306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565">
            <a:extLst>
              <a:ext uri="{FF2B5EF4-FFF2-40B4-BE49-F238E27FC236}">
                <a16:creationId xmlns:a16="http://schemas.microsoft.com/office/drawing/2014/main" id="{25DFB184-0A16-445D-BC08-CED31948EE6A}"/>
              </a:ext>
            </a:extLst>
          </p:cNvPr>
          <p:cNvSpPr>
            <a:spLocks noGrp="1"/>
          </p:cNvSpPr>
          <p:nvPr/>
        </p:nvSpPr>
        <p:spPr>
          <a:xfrm>
            <a:off x="2450306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566">
            <a:extLst>
              <a:ext uri="{FF2B5EF4-FFF2-40B4-BE49-F238E27FC236}">
                <a16:creationId xmlns:a16="http://schemas.microsoft.com/office/drawing/2014/main" id="{C619F088-870E-4429-931D-97C605DA952A}"/>
              </a:ext>
            </a:extLst>
          </p:cNvPr>
          <p:cNvSpPr>
            <a:spLocks noGrp="1"/>
          </p:cNvSpPr>
          <p:nvPr/>
        </p:nvSpPr>
        <p:spPr>
          <a:xfrm>
            <a:off x="2450306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567">
            <a:extLst>
              <a:ext uri="{FF2B5EF4-FFF2-40B4-BE49-F238E27FC236}">
                <a16:creationId xmlns:a16="http://schemas.microsoft.com/office/drawing/2014/main" id="{E8EFA0DC-5957-40FE-86AA-3323AA88590E}"/>
              </a:ext>
            </a:extLst>
          </p:cNvPr>
          <p:cNvSpPr>
            <a:spLocks noGrp="1"/>
          </p:cNvSpPr>
          <p:nvPr/>
        </p:nvSpPr>
        <p:spPr>
          <a:xfrm>
            <a:off x="2450306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568">
            <a:extLst>
              <a:ext uri="{FF2B5EF4-FFF2-40B4-BE49-F238E27FC236}">
                <a16:creationId xmlns:a16="http://schemas.microsoft.com/office/drawing/2014/main" id="{D7583405-72C7-4A14-AE87-17CBCB661638}"/>
              </a:ext>
            </a:extLst>
          </p:cNvPr>
          <p:cNvSpPr>
            <a:spLocks noGrp="1"/>
          </p:cNvSpPr>
          <p:nvPr/>
        </p:nvSpPr>
        <p:spPr>
          <a:xfrm>
            <a:off x="2450306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569">
            <a:extLst>
              <a:ext uri="{FF2B5EF4-FFF2-40B4-BE49-F238E27FC236}">
                <a16:creationId xmlns:a16="http://schemas.microsoft.com/office/drawing/2014/main" id="{6EE51A37-F284-4C0B-8B99-5177886734A3}"/>
              </a:ext>
            </a:extLst>
          </p:cNvPr>
          <p:cNvSpPr>
            <a:spLocks noGrp="1"/>
          </p:cNvSpPr>
          <p:nvPr/>
        </p:nvSpPr>
        <p:spPr>
          <a:xfrm>
            <a:off x="2450306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570">
            <a:extLst>
              <a:ext uri="{FF2B5EF4-FFF2-40B4-BE49-F238E27FC236}">
                <a16:creationId xmlns:a16="http://schemas.microsoft.com/office/drawing/2014/main" id="{29DC0E57-83AE-4148-A3FB-85742D7A0BB2}"/>
              </a:ext>
            </a:extLst>
          </p:cNvPr>
          <p:cNvSpPr>
            <a:spLocks noGrp="1"/>
          </p:cNvSpPr>
          <p:nvPr/>
        </p:nvSpPr>
        <p:spPr>
          <a:xfrm>
            <a:off x="2450306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571">
            <a:extLst>
              <a:ext uri="{FF2B5EF4-FFF2-40B4-BE49-F238E27FC236}">
                <a16:creationId xmlns:a16="http://schemas.microsoft.com/office/drawing/2014/main" id="{5F9D25DC-46FB-43D0-AB6A-104EECB24FC5}"/>
              </a:ext>
            </a:extLst>
          </p:cNvPr>
          <p:cNvSpPr>
            <a:spLocks noGrp="1"/>
          </p:cNvSpPr>
          <p:nvPr/>
        </p:nvSpPr>
        <p:spPr>
          <a:xfrm>
            <a:off x="2450306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572">
            <a:extLst>
              <a:ext uri="{FF2B5EF4-FFF2-40B4-BE49-F238E27FC236}">
                <a16:creationId xmlns:a16="http://schemas.microsoft.com/office/drawing/2014/main" id="{B7937BD5-6D91-400F-92E4-BD71AE0B3DA1}"/>
              </a:ext>
            </a:extLst>
          </p:cNvPr>
          <p:cNvSpPr>
            <a:spLocks noGrp="1"/>
          </p:cNvSpPr>
          <p:nvPr/>
        </p:nvSpPr>
        <p:spPr>
          <a:xfrm>
            <a:off x="2450306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573">
            <a:extLst>
              <a:ext uri="{FF2B5EF4-FFF2-40B4-BE49-F238E27FC236}">
                <a16:creationId xmlns:a16="http://schemas.microsoft.com/office/drawing/2014/main" id="{32BE0CF9-AAA1-4C1E-A4AD-7999C275745C}"/>
              </a:ext>
            </a:extLst>
          </p:cNvPr>
          <p:cNvSpPr>
            <a:spLocks noGrp="1"/>
          </p:cNvSpPr>
          <p:nvPr/>
        </p:nvSpPr>
        <p:spPr>
          <a:xfrm>
            <a:off x="2450306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574">
            <a:extLst>
              <a:ext uri="{FF2B5EF4-FFF2-40B4-BE49-F238E27FC236}">
                <a16:creationId xmlns:a16="http://schemas.microsoft.com/office/drawing/2014/main" id="{754072D7-B0D9-44CA-A0DA-539105772B6E}"/>
              </a:ext>
            </a:extLst>
          </p:cNvPr>
          <p:cNvSpPr>
            <a:spLocks noGrp="1"/>
          </p:cNvSpPr>
          <p:nvPr/>
        </p:nvSpPr>
        <p:spPr>
          <a:xfrm>
            <a:off x="2450306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575">
            <a:extLst>
              <a:ext uri="{FF2B5EF4-FFF2-40B4-BE49-F238E27FC236}">
                <a16:creationId xmlns:a16="http://schemas.microsoft.com/office/drawing/2014/main" id="{7699C4B1-5EAA-40F9-BAC8-03599FA46063}"/>
              </a:ext>
            </a:extLst>
          </p:cNvPr>
          <p:cNvSpPr>
            <a:spLocks noGrp="1"/>
          </p:cNvSpPr>
          <p:nvPr/>
        </p:nvSpPr>
        <p:spPr>
          <a:xfrm>
            <a:off x="2450306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576">
            <a:extLst>
              <a:ext uri="{FF2B5EF4-FFF2-40B4-BE49-F238E27FC236}">
                <a16:creationId xmlns:a16="http://schemas.microsoft.com/office/drawing/2014/main" id="{89DE4110-B272-415D-A5F9-7BC82D2A141B}"/>
              </a:ext>
            </a:extLst>
          </p:cNvPr>
          <p:cNvSpPr>
            <a:spLocks noGrp="1"/>
          </p:cNvSpPr>
          <p:nvPr/>
        </p:nvSpPr>
        <p:spPr>
          <a:xfrm>
            <a:off x="2450306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577">
            <a:extLst>
              <a:ext uri="{FF2B5EF4-FFF2-40B4-BE49-F238E27FC236}">
                <a16:creationId xmlns:a16="http://schemas.microsoft.com/office/drawing/2014/main" id="{6FBC16E2-9B49-4C56-8665-A7F43FF908BB}"/>
              </a:ext>
            </a:extLst>
          </p:cNvPr>
          <p:cNvSpPr>
            <a:spLocks noGrp="1"/>
          </p:cNvSpPr>
          <p:nvPr/>
        </p:nvSpPr>
        <p:spPr>
          <a:xfrm>
            <a:off x="2450306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578">
            <a:extLst>
              <a:ext uri="{FF2B5EF4-FFF2-40B4-BE49-F238E27FC236}">
                <a16:creationId xmlns:a16="http://schemas.microsoft.com/office/drawing/2014/main" id="{A0E0154D-A196-4ADA-B015-5CA43F896F53}"/>
              </a:ext>
            </a:extLst>
          </p:cNvPr>
          <p:cNvSpPr>
            <a:spLocks noGrp="1"/>
          </p:cNvSpPr>
          <p:nvPr/>
        </p:nvSpPr>
        <p:spPr>
          <a:xfrm>
            <a:off x="2450306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579">
            <a:extLst>
              <a:ext uri="{FF2B5EF4-FFF2-40B4-BE49-F238E27FC236}">
                <a16:creationId xmlns:a16="http://schemas.microsoft.com/office/drawing/2014/main" id="{B64F504B-9F19-4BB6-95D8-07F6E3C8F8BF}"/>
              </a:ext>
            </a:extLst>
          </p:cNvPr>
          <p:cNvSpPr>
            <a:spLocks noGrp="1"/>
          </p:cNvSpPr>
          <p:nvPr/>
        </p:nvSpPr>
        <p:spPr>
          <a:xfrm>
            <a:off x="2450306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583">
            <a:extLst>
              <a:ext uri="{FF2B5EF4-FFF2-40B4-BE49-F238E27FC236}">
                <a16:creationId xmlns:a16="http://schemas.microsoft.com/office/drawing/2014/main" id="{B0519C04-5F41-45B1-892D-2AAEC2451B29}"/>
              </a:ext>
            </a:extLst>
          </p:cNvPr>
          <p:cNvSpPr>
            <a:spLocks noGrp="1"/>
          </p:cNvSpPr>
          <p:nvPr/>
        </p:nvSpPr>
        <p:spPr>
          <a:xfrm>
            <a:off x="4521994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584">
            <a:extLst>
              <a:ext uri="{FF2B5EF4-FFF2-40B4-BE49-F238E27FC236}">
                <a16:creationId xmlns:a16="http://schemas.microsoft.com/office/drawing/2014/main" id="{AB5F6DDF-F880-44C9-A39C-6EE8B20A2A1A}"/>
              </a:ext>
            </a:extLst>
          </p:cNvPr>
          <p:cNvSpPr>
            <a:spLocks noGrp="1"/>
          </p:cNvSpPr>
          <p:nvPr/>
        </p:nvSpPr>
        <p:spPr>
          <a:xfrm>
            <a:off x="4521994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585">
            <a:extLst>
              <a:ext uri="{FF2B5EF4-FFF2-40B4-BE49-F238E27FC236}">
                <a16:creationId xmlns:a16="http://schemas.microsoft.com/office/drawing/2014/main" id="{E2B344C7-3F7D-4FC9-AEE9-D3D905328B5D}"/>
              </a:ext>
            </a:extLst>
          </p:cNvPr>
          <p:cNvSpPr>
            <a:spLocks noGrp="1"/>
          </p:cNvSpPr>
          <p:nvPr/>
        </p:nvSpPr>
        <p:spPr>
          <a:xfrm>
            <a:off x="4521994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3586">
            <a:extLst>
              <a:ext uri="{FF2B5EF4-FFF2-40B4-BE49-F238E27FC236}">
                <a16:creationId xmlns:a16="http://schemas.microsoft.com/office/drawing/2014/main" id="{6C1D71C2-1BCE-40D1-976D-88E20238FC32}"/>
              </a:ext>
            </a:extLst>
          </p:cNvPr>
          <p:cNvSpPr>
            <a:spLocks noGrp="1"/>
          </p:cNvSpPr>
          <p:nvPr/>
        </p:nvSpPr>
        <p:spPr>
          <a:xfrm>
            <a:off x="4521994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3587">
            <a:extLst>
              <a:ext uri="{FF2B5EF4-FFF2-40B4-BE49-F238E27FC236}">
                <a16:creationId xmlns:a16="http://schemas.microsoft.com/office/drawing/2014/main" id="{8E6054BE-8AE3-443D-8615-B9FFA1CF27CE}"/>
              </a:ext>
            </a:extLst>
          </p:cNvPr>
          <p:cNvSpPr>
            <a:spLocks noGrp="1"/>
          </p:cNvSpPr>
          <p:nvPr/>
        </p:nvSpPr>
        <p:spPr>
          <a:xfrm>
            <a:off x="4521994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3588">
            <a:extLst>
              <a:ext uri="{FF2B5EF4-FFF2-40B4-BE49-F238E27FC236}">
                <a16:creationId xmlns:a16="http://schemas.microsoft.com/office/drawing/2014/main" id="{9A4440B9-3E79-421A-B33A-E035C011457B}"/>
              </a:ext>
            </a:extLst>
          </p:cNvPr>
          <p:cNvSpPr>
            <a:spLocks noGrp="1"/>
          </p:cNvSpPr>
          <p:nvPr/>
        </p:nvSpPr>
        <p:spPr>
          <a:xfrm>
            <a:off x="4521994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3589">
            <a:extLst>
              <a:ext uri="{FF2B5EF4-FFF2-40B4-BE49-F238E27FC236}">
                <a16:creationId xmlns:a16="http://schemas.microsoft.com/office/drawing/2014/main" id="{5FE4DF04-6A8D-4BC6-90C2-DCBFFF33BD85}"/>
              </a:ext>
            </a:extLst>
          </p:cNvPr>
          <p:cNvSpPr>
            <a:spLocks noGrp="1"/>
          </p:cNvSpPr>
          <p:nvPr/>
        </p:nvSpPr>
        <p:spPr>
          <a:xfrm>
            <a:off x="4521994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3590">
            <a:extLst>
              <a:ext uri="{FF2B5EF4-FFF2-40B4-BE49-F238E27FC236}">
                <a16:creationId xmlns:a16="http://schemas.microsoft.com/office/drawing/2014/main" id="{8B0860EF-04D9-4008-9C9A-2D81C67F03CE}"/>
              </a:ext>
            </a:extLst>
          </p:cNvPr>
          <p:cNvSpPr>
            <a:spLocks noGrp="1"/>
          </p:cNvSpPr>
          <p:nvPr/>
        </p:nvSpPr>
        <p:spPr>
          <a:xfrm>
            <a:off x="4521994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3591">
            <a:extLst>
              <a:ext uri="{FF2B5EF4-FFF2-40B4-BE49-F238E27FC236}">
                <a16:creationId xmlns:a16="http://schemas.microsoft.com/office/drawing/2014/main" id="{AC049235-F313-41BE-A170-575FF9AD1AC5}"/>
              </a:ext>
            </a:extLst>
          </p:cNvPr>
          <p:cNvSpPr>
            <a:spLocks noGrp="1"/>
          </p:cNvSpPr>
          <p:nvPr/>
        </p:nvSpPr>
        <p:spPr>
          <a:xfrm>
            <a:off x="4521994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3592">
            <a:extLst>
              <a:ext uri="{FF2B5EF4-FFF2-40B4-BE49-F238E27FC236}">
                <a16:creationId xmlns:a16="http://schemas.microsoft.com/office/drawing/2014/main" id="{378F3DBF-295E-413B-B9DD-E8B3371420FA}"/>
              </a:ext>
            </a:extLst>
          </p:cNvPr>
          <p:cNvSpPr>
            <a:spLocks noGrp="1"/>
          </p:cNvSpPr>
          <p:nvPr/>
        </p:nvSpPr>
        <p:spPr>
          <a:xfrm>
            <a:off x="4521994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3593">
            <a:extLst>
              <a:ext uri="{FF2B5EF4-FFF2-40B4-BE49-F238E27FC236}">
                <a16:creationId xmlns:a16="http://schemas.microsoft.com/office/drawing/2014/main" id="{F4E8CF6A-F056-44AB-9117-F6DAA0F4A96B}"/>
              </a:ext>
            </a:extLst>
          </p:cNvPr>
          <p:cNvSpPr>
            <a:spLocks noGrp="1"/>
          </p:cNvSpPr>
          <p:nvPr/>
        </p:nvSpPr>
        <p:spPr>
          <a:xfrm>
            <a:off x="4521994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3594">
            <a:extLst>
              <a:ext uri="{FF2B5EF4-FFF2-40B4-BE49-F238E27FC236}">
                <a16:creationId xmlns:a16="http://schemas.microsoft.com/office/drawing/2014/main" id="{0A1847FA-CD42-4AF5-96BE-A90AAA50DEE0}"/>
              </a:ext>
            </a:extLst>
          </p:cNvPr>
          <p:cNvSpPr>
            <a:spLocks noGrp="1"/>
          </p:cNvSpPr>
          <p:nvPr/>
        </p:nvSpPr>
        <p:spPr>
          <a:xfrm>
            <a:off x="4521994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3595">
            <a:extLst>
              <a:ext uri="{FF2B5EF4-FFF2-40B4-BE49-F238E27FC236}">
                <a16:creationId xmlns:a16="http://schemas.microsoft.com/office/drawing/2014/main" id="{F86160BF-F4FE-4135-B5B9-6D607731C272}"/>
              </a:ext>
            </a:extLst>
          </p:cNvPr>
          <p:cNvSpPr>
            <a:spLocks noGrp="1"/>
          </p:cNvSpPr>
          <p:nvPr/>
        </p:nvSpPr>
        <p:spPr>
          <a:xfrm>
            <a:off x="4521994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3596">
            <a:extLst>
              <a:ext uri="{FF2B5EF4-FFF2-40B4-BE49-F238E27FC236}">
                <a16:creationId xmlns:a16="http://schemas.microsoft.com/office/drawing/2014/main" id="{61D667A1-9224-4772-B764-153241685E65}"/>
              </a:ext>
            </a:extLst>
          </p:cNvPr>
          <p:cNvSpPr>
            <a:spLocks noGrp="1"/>
          </p:cNvSpPr>
          <p:nvPr/>
        </p:nvSpPr>
        <p:spPr>
          <a:xfrm>
            <a:off x="4521994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3597">
            <a:extLst>
              <a:ext uri="{FF2B5EF4-FFF2-40B4-BE49-F238E27FC236}">
                <a16:creationId xmlns:a16="http://schemas.microsoft.com/office/drawing/2014/main" id="{1A3D07B2-4219-4CC6-BAD3-05F08E917C5A}"/>
              </a:ext>
            </a:extLst>
          </p:cNvPr>
          <p:cNvSpPr>
            <a:spLocks noGrp="1"/>
          </p:cNvSpPr>
          <p:nvPr/>
        </p:nvSpPr>
        <p:spPr>
          <a:xfrm>
            <a:off x="4521994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3598">
            <a:extLst>
              <a:ext uri="{FF2B5EF4-FFF2-40B4-BE49-F238E27FC236}">
                <a16:creationId xmlns:a16="http://schemas.microsoft.com/office/drawing/2014/main" id="{24C47222-7783-4E7A-92C6-EE0F8ABE9443}"/>
              </a:ext>
            </a:extLst>
          </p:cNvPr>
          <p:cNvSpPr>
            <a:spLocks noGrp="1"/>
          </p:cNvSpPr>
          <p:nvPr/>
        </p:nvSpPr>
        <p:spPr>
          <a:xfrm>
            <a:off x="4521994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3599">
            <a:extLst>
              <a:ext uri="{FF2B5EF4-FFF2-40B4-BE49-F238E27FC236}">
                <a16:creationId xmlns:a16="http://schemas.microsoft.com/office/drawing/2014/main" id="{B0F6EEB0-1989-4332-B5E0-6892FF96601A}"/>
              </a:ext>
            </a:extLst>
          </p:cNvPr>
          <p:cNvSpPr>
            <a:spLocks noGrp="1"/>
          </p:cNvSpPr>
          <p:nvPr/>
        </p:nvSpPr>
        <p:spPr>
          <a:xfrm>
            <a:off x="4521994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3600">
            <a:extLst>
              <a:ext uri="{FF2B5EF4-FFF2-40B4-BE49-F238E27FC236}">
                <a16:creationId xmlns:a16="http://schemas.microsoft.com/office/drawing/2014/main" id="{B92E6EF7-9F2A-483C-9CC9-C36738F444B1}"/>
              </a:ext>
            </a:extLst>
          </p:cNvPr>
          <p:cNvSpPr>
            <a:spLocks noGrp="1"/>
          </p:cNvSpPr>
          <p:nvPr/>
        </p:nvSpPr>
        <p:spPr>
          <a:xfrm>
            <a:off x="4521994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3601">
            <a:extLst>
              <a:ext uri="{FF2B5EF4-FFF2-40B4-BE49-F238E27FC236}">
                <a16:creationId xmlns:a16="http://schemas.microsoft.com/office/drawing/2014/main" id="{05973E3C-9BA5-41EB-81EF-B7E588EBD4DA}"/>
              </a:ext>
            </a:extLst>
          </p:cNvPr>
          <p:cNvSpPr>
            <a:spLocks noGrp="1"/>
          </p:cNvSpPr>
          <p:nvPr/>
        </p:nvSpPr>
        <p:spPr>
          <a:xfrm>
            <a:off x="4521994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3602">
            <a:extLst>
              <a:ext uri="{FF2B5EF4-FFF2-40B4-BE49-F238E27FC236}">
                <a16:creationId xmlns:a16="http://schemas.microsoft.com/office/drawing/2014/main" id="{FBBF29B8-8537-4D34-8D4D-A8241B4B56F6}"/>
              </a:ext>
            </a:extLst>
          </p:cNvPr>
          <p:cNvSpPr>
            <a:spLocks noGrp="1"/>
          </p:cNvSpPr>
          <p:nvPr/>
        </p:nvSpPr>
        <p:spPr>
          <a:xfrm>
            <a:off x="4521994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3603">
            <a:extLst>
              <a:ext uri="{FF2B5EF4-FFF2-40B4-BE49-F238E27FC236}">
                <a16:creationId xmlns:a16="http://schemas.microsoft.com/office/drawing/2014/main" id="{657CAC0D-B4EB-443D-A0AE-84BBC0386B8F}"/>
              </a:ext>
            </a:extLst>
          </p:cNvPr>
          <p:cNvSpPr>
            <a:spLocks noGrp="1"/>
          </p:cNvSpPr>
          <p:nvPr/>
        </p:nvSpPr>
        <p:spPr>
          <a:xfrm>
            <a:off x="4521994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3604">
            <a:extLst>
              <a:ext uri="{FF2B5EF4-FFF2-40B4-BE49-F238E27FC236}">
                <a16:creationId xmlns:a16="http://schemas.microsoft.com/office/drawing/2014/main" id="{BBB6AEBB-68A7-4947-A323-47F5E80DBBF4}"/>
              </a:ext>
            </a:extLst>
          </p:cNvPr>
          <p:cNvSpPr>
            <a:spLocks noGrp="1"/>
          </p:cNvSpPr>
          <p:nvPr/>
        </p:nvSpPr>
        <p:spPr>
          <a:xfrm>
            <a:off x="4521994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3605">
            <a:extLst>
              <a:ext uri="{FF2B5EF4-FFF2-40B4-BE49-F238E27FC236}">
                <a16:creationId xmlns:a16="http://schemas.microsoft.com/office/drawing/2014/main" id="{0D07CE28-6D0B-4664-AA17-99D6B1F056E7}"/>
              </a:ext>
            </a:extLst>
          </p:cNvPr>
          <p:cNvSpPr>
            <a:spLocks noGrp="1"/>
          </p:cNvSpPr>
          <p:nvPr/>
        </p:nvSpPr>
        <p:spPr>
          <a:xfrm>
            <a:off x="4521994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3606">
            <a:extLst>
              <a:ext uri="{FF2B5EF4-FFF2-40B4-BE49-F238E27FC236}">
                <a16:creationId xmlns:a16="http://schemas.microsoft.com/office/drawing/2014/main" id="{0E2C4991-E3C3-4C94-A88F-49ACF9CE3039}"/>
              </a:ext>
            </a:extLst>
          </p:cNvPr>
          <p:cNvSpPr>
            <a:spLocks noGrp="1"/>
          </p:cNvSpPr>
          <p:nvPr/>
        </p:nvSpPr>
        <p:spPr>
          <a:xfrm>
            <a:off x="4521994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3607">
            <a:extLst>
              <a:ext uri="{FF2B5EF4-FFF2-40B4-BE49-F238E27FC236}">
                <a16:creationId xmlns:a16="http://schemas.microsoft.com/office/drawing/2014/main" id="{9D22EC6D-9D69-44C6-8767-D0F6F5C7ACA9}"/>
              </a:ext>
            </a:extLst>
          </p:cNvPr>
          <p:cNvSpPr>
            <a:spLocks noGrp="1"/>
          </p:cNvSpPr>
          <p:nvPr/>
        </p:nvSpPr>
        <p:spPr>
          <a:xfrm>
            <a:off x="4521994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3608">
            <a:extLst>
              <a:ext uri="{FF2B5EF4-FFF2-40B4-BE49-F238E27FC236}">
                <a16:creationId xmlns:a16="http://schemas.microsoft.com/office/drawing/2014/main" id="{19CF8949-F5D5-4FFF-B3F4-EC845F61C30E}"/>
              </a:ext>
            </a:extLst>
          </p:cNvPr>
          <p:cNvSpPr>
            <a:spLocks noGrp="1"/>
          </p:cNvSpPr>
          <p:nvPr/>
        </p:nvSpPr>
        <p:spPr>
          <a:xfrm>
            <a:off x="4521994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3609">
            <a:extLst>
              <a:ext uri="{FF2B5EF4-FFF2-40B4-BE49-F238E27FC236}">
                <a16:creationId xmlns:a16="http://schemas.microsoft.com/office/drawing/2014/main" id="{905457D8-40BA-4C79-89ED-4585D1F4FD9A}"/>
              </a:ext>
            </a:extLst>
          </p:cNvPr>
          <p:cNvSpPr>
            <a:spLocks noGrp="1"/>
          </p:cNvSpPr>
          <p:nvPr/>
        </p:nvSpPr>
        <p:spPr>
          <a:xfrm>
            <a:off x="4521994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3610">
            <a:extLst>
              <a:ext uri="{FF2B5EF4-FFF2-40B4-BE49-F238E27FC236}">
                <a16:creationId xmlns:a16="http://schemas.microsoft.com/office/drawing/2014/main" id="{885C9F84-452E-471D-A8DC-62FB6B77EC11}"/>
              </a:ext>
            </a:extLst>
          </p:cNvPr>
          <p:cNvSpPr>
            <a:spLocks noGrp="1"/>
          </p:cNvSpPr>
          <p:nvPr/>
        </p:nvSpPr>
        <p:spPr>
          <a:xfrm>
            <a:off x="4521994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3611">
            <a:extLst>
              <a:ext uri="{FF2B5EF4-FFF2-40B4-BE49-F238E27FC236}">
                <a16:creationId xmlns:a16="http://schemas.microsoft.com/office/drawing/2014/main" id="{425530AE-A370-40E7-B386-FFCD45C17AEA}"/>
              </a:ext>
            </a:extLst>
          </p:cNvPr>
          <p:cNvSpPr>
            <a:spLocks noGrp="1"/>
          </p:cNvSpPr>
          <p:nvPr/>
        </p:nvSpPr>
        <p:spPr>
          <a:xfrm>
            <a:off x="4521994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3612">
            <a:extLst>
              <a:ext uri="{FF2B5EF4-FFF2-40B4-BE49-F238E27FC236}">
                <a16:creationId xmlns:a16="http://schemas.microsoft.com/office/drawing/2014/main" id="{3A7962FC-6A91-43DC-927C-72B018FDC0D1}"/>
              </a:ext>
            </a:extLst>
          </p:cNvPr>
          <p:cNvSpPr>
            <a:spLocks noGrp="1"/>
          </p:cNvSpPr>
          <p:nvPr/>
        </p:nvSpPr>
        <p:spPr>
          <a:xfrm>
            <a:off x="4521994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3613">
            <a:extLst>
              <a:ext uri="{FF2B5EF4-FFF2-40B4-BE49-F238E27FC236}">
                <a16:creationId xmlns:a16="http://schemas.microsoft.com/office/drawing/2014/main" id="{BC159142-06C3-4694-9358-623A62297401}"/>
              </a:ext>
            </a:extLst>
          </p:cNvPr>
          <p:cNvSpPr>
            <a:spLocks noGrp="1"/>
          </p:cNvSpPr>
          <p:nvPr/>
        </p:nvSpPr>
        <p:spPr>
          <a:xfrm>
            <a:off x="4521994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3614">
            <a:extLst>
              <a:ext uri="{FF2B5EF4-FFF2-40B4-BE49-F238E27FC236}">
                <a16:creationId xmlns:a16="http://schemas.microsoft.com/office/drawing/2014/main" id="{B5FB69CA-BEDA-42EB-884F-EE8AFAE61319}"/>
              </a:ext>
            </a:extLst>
          </p:cNvPr>
          <p:cNvSpPr>
            <a:spLocks noGrp="1"/>
          </p:cNvSpPr>
          <p:nvPr/>
        </p:nvSpPr>
        <p:spPr>
          <a:xfrm>
            <a:off x="4521994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3618">
            <a:extLst>
              <a:ext uri="{FF2B5EF4-FFF2-40B4-BE49-F238E27FC236}">
                <a16:creationId xmlns:a16="http://schemas.microsoft.com/office/drawing/2014/main" id="{B76E980B-F96A-46B8-94A9-B934460C22CF}"/>
              </a:ext>
            </a:extLst>
          </p:cNvPr>
          <p:cNvSpPr>
            <a:spLocks noGrp="1"/>
          </p:cNvSpPr>
          <p:nvPr/>
        </p:nvSpPr>
        <p:spPr>
          <a:xfrm>
            <a:off x="6600825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3619">
            <a:extLst>
              <a:ext uri="{FF2B5EF4-FFF2-40B4-BE49-F238E27FC236}">
                <a16:creationId xmlns:a16="http://schemas.microsoft.com/office/drawing/2014/main" id="{AE6F3662-0D98-4756-AFBE-211D0621A49A}"/>
              </a:ext>
            </a:extLst>
          </p:cNvPr>
          <p:cNvSpPr>
            <a:spLocks noGrp="1"/>
          </p:cNvSpPr>
          <p:nvPr/>
        </p:nvSpPr>
        <p:spPr>
          <a:xfrm>
            <a:off x="6600825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3620">
            <a:extLst>
              <a:ext uri="{FF2B5EF4-FFF2-40B4-BE49-F238E27FC236}">
                <a16:creationId xmlns:a16="http://schemas.microsoft.com/office/drawing/2014/main" id="{4D985F50-482C-4775-957C-BC8FFFB9F27A}"/>
              </a:ext>
            </a:extLst>
          </p:cNvPr>
          <p:cNvSpPr>
            <a:spLocks noGrp="1"/>
          </p:cNvSpPr>
          <p:nvPr/>
        </p:nvSpPr>
        <p:spPr>
          <a:xfrm>
            <a:off x="6600825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3621">
            <a:extLst>
              <a:ext uri="{FF2B5EF4-FFF2-40B4-BE49-F238E27FC236}">
                <a16:creationId xmlns:a16="http://schemas.microsoft.com/office/drawing/2014/main" id="{91D4C1DE-1688-4653-883B-F1B50A4A41E1}"/>
              </a:ext>
            </a:extLst>
          </p:cNvPr>
          <p:cNvSpPr>
            <a:spLocks noGrp="1"/>
          </p:cNvSpPr>
          <p:nvPr/>
        </p:nvSpPr>
        <p:spPr>
          <a:xfrm>
            <a:off x="6600825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3622">
            <a:extLst>
              <a:ext uri="{FF2B5EF4-FFF2-40B4-BE49-F238E27FC236}">
                <a16:creationId xmlns:a16="http://schemas.microsoft.com/office/drawing/2014/main" id="{D6F5665C-B23E-4B0F-B80F-071BD6C6BBBC}"/>
              </a:ext>
            </a:extLst>
          </p:cNvPr>
          <p:cNvSpPr>
            <a:spLocks noGrp="1"/>
          </p:cNvSpPr>
          <p:nvPr/>
        </p:nvSpPr>
        <p:spPr>
          <a:xfrm>
            <a:off x="6600825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3623">
            <a:extLst>
              <a:ext uri="{FF2B5EF4-FFF2-40B4-BE49-F238E27FC236}">
                <a16:creationId xmlns:a16="http://schemas.microsoft.com/office/drawing/2014/main" id="{2B09DD06-F38E-4481-BAAF-D9F6D5852FEA}"/>
              </a:ext>
            </a:extLst>
          </p:cNvPr>
          <p:cNvSpPr>
            <a:spLocks noGrp="1"/>
          </p:cNvSpPr>
          <p:nvPr/>
        </p:nvSpPr>
        <p:spPr>
          <a:xfrm>
            <a:off x="6600825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3624">
            <a:extLst>
              <a:ext uri="{FF2B5EF4-FFF2-40B4-BE49-F238E27FC236}">
                <a16:creationId xmlns:a16="http://schemas.microsoft.com/office/drawing/2014/main" id="{471BA2DB-E726-40B3-BACA-5DBF75FC0111}"/>
              </a:ext>
            </a:extLst>
          </p:cNvPr>
          <p:cNvSpPr>
            <a:spLocks noGrp="1"/>
          </p:cNvSpPr>
          <p:nvPr/>
        </p:nvSpPr>
        <p:spPr>
          <a:xfrm>
            <a:off x="6600825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3625">
            <a:extLst>
              <a:ext uri="{FF2B5EF4-FFF2-40B4-BE49-F238E27FC236}">
                <a16:creationId xmlns:a16="http://schemas.microsoft.com/office/drawing/2014/main" id="{E66BE4F1-24F5-400B-B190-4DA8ED7EFAE3}"/>
              </a:ext>
            </a:extLst>
          </p:cNvPr>
          <p:cNvSpPr>
            <a:spLocks noGrp="1"/>
          </p:cNvSpPr>
          <p:nvPr/>
        </p:nvSpPr>
        <p:spPr>
          <a:xfrm>
            <a:off x="6600825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3626">
            <a:extLst>
              <a:ext uri="{FF2B5EF4-FFF2-40B4-BE49-F238E27FC236}">
                <a16:creationId xmlns:a16="http://schemas.microsoft.com/office/drawing/2014/main" id="{9B12766C-8082-4263-9604-0AC80BC87D81}"/>
              </a:ext>
            </a:extLst>
          </p:cNvPr>
          <p:cNvSpPr>
            <a:spLocks noGrp="1"/>
          </p:cNvSpPr>
          <p:nvPr/>
        </p:nvSpPr>
        <p:spPr>
          <a:xfrm>
            <a:off x="6600825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3627">
            <a:extLst>
              <a:ext uri="{FF2B5EF4-FFF2-40B4-BE49-F238E27FC236}">
                <a16:creationId xmlns:a16="http://schemas.microsoft.com/office/drawing/2014/main" id="{362EC061-1333-4240-B3A8-953351545658}"/>
              </a:ext>
            </a:extLst>
          </p:cNvPr>
          <p:cNvSpPr>
            <a:spLocks noGrp="1"/>
          </p:cNvSpPr>
          <p:nvPr/>
        </p:nvSpPr>
        <p:spPr>
          <a:xfrm>
            <a:off x="6600825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3628">
            <a:extLst>
              <a:ext uri="{FF2B5EF4-FFF2-40B4-BE49-F238E27FC236}">
                <a16:creationId xmlns:a16="http://schemas.microsoft.com/office/drawing/2014/main" id="{7276506B-2301-43E7-9CF8-9B3005F35919}"/>
              </a:ext>
            </a:extLst>
          </p:cNvPr>
          <p:cNvSpPr>
            <a:spLocks noGrp="1"/>
          </p:cNvSpPr>
          <p:nvPr/>
        </p:nvSpPr>
        <p:spPr>
          <a:xfrm>
            <a:off x="6600825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3629">
            <a:extLst>
              <a:ext uri="{FF2B5EF4-FFF2-40B4-BE49-F238E27FC236}">
                <a16:creationId xmlns:a16="http://schemas.microsoft.com/office/drawing/2014/main" id="{8E47B632-BFDB-4E77-A1DC-4F4178472A80}"/>
              </a:ext>
            </a:extLst>
          </p:cNvPr>
          <p:cNvSpPr>
            <a:spLocks noGrp="1"/>
          </p:cNvSpPr>
          <p:nvPr/>
        </p:nvSpPr>
        <p:spPr>
          <a:xfrm>
            <a:off x="6600825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connector_3630">
            <a:extLst>
              <a:ext uri="{FF2B5EF4-FFF2-40B4-BE49-F238E27FC236}">
                <a16:creationId xmlns:a16="http://schemas.microsoft.com/office/drawing/2014/main" id="{C856098B-8E09-4ED4-BEB8-FB82EAB56294}"/>
              </a:ext>
            </a:extLst>
          </p:cNvPr>
          <p:cNvSpPr>
            <a:spLocks noGrp="1"/>
          </p:cNvSpPr>
          <p:nvPr/>
        </p:nvSpPr>
        <p:spPr>
          <a:xfrm>
            <a:off x="6600825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4" name="connector_3631">
            <a:extLst>
              <a:ext uri="{FF2B5EF4-FFF2-40B4-BE49-F238E27FC236}">
                <a16:creationId xmlns:a16="http://schemas.microsoft.com/office/drawing/2014/main" id="{77E0EBF1-4F29-43CB-8450-798A48F8BB5B}"/>
              </a:ext>
            </a:extLst>
          </p:cNvPr>
          <p:cNvSpPr>
            <a:spLocks noGrp="1"/>
          </p:cNvSpPr>
          <p:nvPr/>
        </p:nvSpPr>
        <p:spPr>
          <a:xfrm>
            <a:off x="6600825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5" name="connector_3632">
            <a:extLst>
              <a:ext uri="{FF2B5EF4-FFF2-40B4-BE49-F238E27FC236}">
                <a16:creationId xmlns:a16="http://schemas.microsoft.com/office/drawing/2014/main" id="{720838C6-9596-4499-ADF0-551F2778C9CC}"/>
              </a:ext>
            </a:extLst>
          </p:cNvPr>
          <p:cNvSpPr>
            <a:spLocks noGrp="1"/>
          </p:cNvSpPr>
          <p:nvPr/>
        </p:nvSpPr>
        <p:spPr>
          <a:xfrm>
            <a:off x="6600825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6" name="connector_3633">
            <a:extLst>
              <a:ext uri="{FF2B5EF4-FFF2-40B4-BE49-F238E27FC236}">
                <a16:creationId xmlns:a16="http://schemas.microsoft.com/office/drawing/2014/main" id="{1BE3692A-D81B-4CC4-A15F-34F691E66233}"/>
              </a:ext>
            </a:extLst>
          </p:cNvPr>
          <p:cNvSpPr>
            <a:spLocks noGrp="1"/>
          </p:cNvSpPr>
          <p:nvPr/>
        </p:nvSpPr>
        <p:spPr>
          <a:xfrm>
            <a:off x="6600825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7" name="connector_3634">
            <a:extLst>
              <a:ext uri="{FF2B5EF4-FFF2-40B4-BE49-F238E27FC236}">
                <a16:creationId xmlns:a16="http://schemas.microsoft.com/office/drawing/2014/main" id="{5E98885A-410F-44F0-BBD1-FDC68DDDAC9D}"/>
              </a:ext>
            </a:extLst>
          </p:cNvPr>
          <p:cNvSpPr>
            <a:spLocks noGrp="1"/>
          </p:cNvSpPr>
          <p:nvPr/>
        </p:nvSpPr>
        <p:spPr>
          <a:xfrm>
            <a:off x="6600825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8" name="connector_3635">
            <a:extLst>
              <a:ext uri="{FF2B5EF4-FFF2-40B4-BE49-F238E27FC236}">
                <a16:creationId xmlns:a16="http://schemas.microsoft.com/office/drawing/2014/main" id="{829F8F57-CAB4-4AB3-82EE-D1BD765BF0C4}"/>
              </a:ext>
            </a:extLst>
          </p:cNvPr>
          <p:cNvSpPr>
            <a:spLocks noGrp="1"/>
          </p:cNvSpPr>
          <p:nvPr/>
        </p:nvSpPr>
        <p:spPr>
          <a:xfrm>
            <a:off x="6600825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9" name="connector_3636">
            <a:extLst>
              <a:ext uri="{FF2B5EF4-FFF2-40B4-BE49-F238E27FC236}">
                <a16:creationId xmlns:a16="http://schemas.microsoft.com/office/drawing/2014/main" id="{40A522FD-C0A6-4160-B63A-7F1DA2071C24}"/>
              </a:ext>
            </a:extLst>
          </p:cNvPr>
          <p:cNvSpPr>
            <a:spLocks noGrp="1"/>
          </p:cNvSpPr>
          <p:nvPr/>
        </p:nvSpPr>
        <p:spPr>
          <a:xfrm>
            <a:off x="6600825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0" name="connector_3637">
            <a:extLst>
              <a:ext uri="{FF2B5EF4-FFF2-40B4-BE49-F238E27FC236}">
                <a16:creationId xmlns:a16="http://schemas.microsoft.com/office/drawing/2014/main" id="{B1CD6620-ECC2-4A9A-AF3A-60D6E77ACBB3}"/>
              </a:ext>
            </a:extLst>
          </p:cNvPr>
          <p:cNvSpPr>
            <a:spLocks noGrp="1"/>
          </p:cNvSpPr>
          <p:nvPr/>
        </p:nvSpPr>
        <p:spPr>
          <a:xfrm>
            <a:off x="6600825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1" name="connector_3638">
            <a:extLst>
              <a:ext uri="{FF2B5EF4-FFF2-40B4-BE49-F238E27FC236}">
                <a16:creationId xmlns:a16="http://schemas.microsoft.com/office/drawing/2014/main" id="{04152183-83F4-47DD-9B34-9A901EB5E735}"/>
              </a:ext>
            </a:extLst>
          </p:cNvPr>
          <p:cNvSpPr>
            <a:spLocks noGrp="1"/>
          </p:cNvSpPr>
          <p:nvPr/>
        </p:nvSpPr>
        <p:spPr>
          <a:xfrm>
            <a:off x="6600825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2" name="connector_3639">
            <a:extLst>
              <a:ext uri="{FF2B5EF4-FFF2-40B4-BE49-F238E27FC236}">
                <a16:creationId xmlns:a16="http://schemas.microsoft.com/office/drawing/2014/main" id="{93E01B6D-3BF0-4DD5-95A6-A6096BD50671}"/>
              </a:ext>
            </a:extLst>
          </p:cNvPr>
          <p:cNvSpPr>
            <a:spLocks noGrp="1"/>
          </p:cNvSpPr>
          <p:nvPr/>
        </p:nvSpPr>
        <p:spPr>
          <a:xfrm>
            <a:off x="6600825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3" name="connector_3640">
            <a:extLst>
              <a:ext uri="{FF2B5EF4-FFF2-40B4-BE49-F238E27FC236}">
                <a16:creationId xmlns:a16="http://schemas.microsoft.com/office/drawing/2014/main" id="{5EB9148A-7981-4E4D-871C-8B29B9933DA2}"/>
              </a:ext>
            </a:extLst>
          </p:cNvPr>
          <p:cNvSpPr>
            <a:spLocks noGrp="1"/>
          </p:cNvSpPr>
          <p:nvPr/>
        </p:nvSpPr>
        <p:spPr>
          <a:xfrm>
            <a:off x="6600825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4" name="connector_3641">
            <a:extLst>
              <a:ext uri="{FF2B5EF4-FFF2-40B4-BE49-F238E27FC236}">
                <a16:creationId xmlns:a16="http://schemas.microsoft.com/office/drawing/2014/main" id="{EDD0FAE6-A489-4B42-9B1F-10443D928EEB}"/>
              </a:ext>
            </a:extLst>
          </p:cNvPr>
          <p:cNvSpPr>
            <a:spLocks noGrp="1"/>
          </p:cNvSpPr>
          <p:nvPr/>
        </p:nvSpPr>
        <p:spPr>
          <a:xfrm>
            <a:off x="6600825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5" name="connector_3642">
            <a:extLst>
              <a:ext uri="{FF2B5EF4-FFF2-40B4-BE49-F238E27FC236}">
                <a16:creationId xmlns:a16="http://schemas.microsoft.com/office/drawing/2014/main" id="{7E174B7C-B6BA-4AB3-A01A-B8D5C4E43359}"/>
              </a:ext>
            </a:extLst>
          </p:cNvPr>
          <p:cNvSpPr>
            <a:spLocks noGrp="1"/>
          </p:cNvSpPr>
          <p:nvPr/>
        </p:nvSpPr>
        <p:spPr>
          <a:xfrm>
            <a:off x="6600825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6" name="connector_3643">
            <a:extLst>
              <a:ext uri="{FF2B5EF4-FFF2-40B4-BE49-F238E27FC236}">
                <a16:creationId xmlns:a16="http://schemas.microsoft.com/office/drawing/2014/main" id="{4CD8BF1E-8386-4997-8323-013F4E855B82}"/>
              </a:ext>
            </a:extLst>
          </p:cNvPr>
          <p:cNvSpPr>
            <a:spLocks noGrp="1"/>
          </p:cNvSpPr>
          <p:nvPr/>
        </p:nvSpPr>
        <p:spPr>
          <a:xfrm>
            <a:off x="6600825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7" name="connector_3644">
            <a:extLst>
              <a:ext uri="{FF2B5EF4-FFF2-40B4-BE49-F238E27FC236}">
                <a16:creationId xmlns:a16="http://schemas.microsoft.com/office/drawing/2014/main" id="{0ACBEDB3-D083-4540-986F-654361EF1680}"/>
              </a:ext>
            </a:extLst>
          </p:cNvPr>
          <p:cNvSpPr>
            <a:spLocks noGrp="1"/>
          </p:cNvSpPr>
          <p:nvPr/>
        </p:nvSpPr>
        <p:spPr>
          <a:xfrm>
            <a:off x="6600825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8" name="connector_3645">
            <a:extLst>
              <a:ext uri="{FF2B5EF4-FFF2-40B4-BE49-F238E27FC236}">
                <a16:creationId xmlns:a16="http://schemas.microsoft.com/office/drawing/2014/main" id="{F605AB47-831D-4386-928D-499E0138D8F1}"/>
              </a:ext>
            </a:extLst>
          </p:cNvPr>
          <p:cNvSpPr>
            <a:spLocks noGrp="1"/>
          </p:cNvSpPr>
          <p:nvPr/>
        </p:nvSpPr>
        <p:spPr>
          <a:xfrm>
            <a:off x="6600825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9" name="connector_3646">
            <a:extLst>
              <a:ext uri="{FF2B5EF4-FFF2-40B4-BE49-F238E27FC236}">
                <a16:creationId xmlns:a16="http://schemas.microsoft.com/office/drawing/2014/main" id="{956CB394-ED6A-49D0-857B-677BD6046FCA}"/>
              </a:ext>
            </a:extLst>
          </p:cNvPr>
          <p:cNvSpPr>
            <a:spLocks noGrp="1"/>
          </p:cNvSpPr>
          <p:nvPr/>
        </p:nvSpPr>
        <p:spPr>
          <a:xfrm>
            <a:off x="6600825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0" name="connector_3647">
            <a:extLst>
              <a:ext uri="{FF2B5EF4-FFF2-40B4-BE49-F238E27FC236}">
                <a16:creationId xmlns:a16="http://schemas.microsoft.com/office/drawing/2014/main" id="{5C57F419-3F5B-46D3-A0BD-40FD926DECB2}"/>
              </a:ext>
            </a:extLst>
          </p:cNvPr>
          <p:cNvSpPr>
            <a:spLocks noGrp="1"/>
          </p:cNvSpPr>
          <p:nvPr/>
        </p:nvSpPr>
        <p:spPr>
          <a:xfrm>
            <a:off x="6600825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1" name="connector_3648">
            <a:extLst>
              <a:ext uri="{FF2B5EF4-FFF2-40B4-BE49-F238E27FC236}">
                <a16:creationId xmlns:a16="http://schemas.microsoft.com/office/drawing/2014/main" id="{52FDFFD1-1FCE-4D61-A774-FEF0538F3282}"/>
              </a:ext>
            </a:extLst>
          </p:cNvPr>
          <p:cNvSpPr>
            <a:spLocks noGrp="1"/>
          </p:cNvSpPr>
          <p:nvPr/>
        </p:nvSpPr>
        <p:spPr>
          <a:xfrm>
            <a:off x="6600825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2" name="connector_3649">
            <a:extLst>
              <a:ext uri="{FF2B5EF4-FFF2-40B4-BE49-F238E27FC236}">
                <a16:creationId xmlns:a16="http://schemas.microsoft.com/office/drawing/2014/main" id="{37211C45-4EEB-4EA9-8085-7B89603AED34}"/>
              </a:ext>
            </a:extLst>
          </p:cNvPr>
          <p:cNvSpPr>
            <a:spLocks noGrp="1"/>
          </p:cNvSpPr>
          <p:nvPr/>
        </p:nvSpPr>
        <p:spPr>
          <a:xfrm>
            <a:off x="6600825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6" name="text_3654_环境能否运行？">
            <a:extLst>
              <a:ext uri="{FF2B5EF4-FFF2-40B4-BE49-F238E27FC236}">
                <a16:creationId xmlns:a16="http://schemas.microsoft.com/office/drawing/2014/main" id="{874C99F7-E755-4225-A16F-448E2172C004}"/>
              </a:ext>
            </a:extLst>
          </p:cNvPr>
          <p:cNvSpPr>
            <a:spLocks noGrp="1"/>
          </p:cNvSpPr>
          <p:nvPr/>
        </p:nvSpPr>
        <p:spPr>
          <a:xfrm>
            <a:off x="571500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环境能否运行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17" name="text_3656_平台理解是否正确？">
            <a:extLst>
              <a:ext uri="{FF2B5EF4-FFF2-40B4-BE49-F238E27FC236}">
                <a16:creationId xmlns:a16="http://schemas.microsoft.com/office/drawing/2014/main" id="{8A0AC28A-F0BA-4901-9B72-CC3284836AAA}"/>
              </a:ext>
            </a:extLst>
          </p:cNvPr>
          <p:cNvSpPr>
            <a:spLocks noGrp="1"/>
          </p:cNvSpPr>
          <p:nvPr/>
        </p:nvSpPr>
        <p:spPr>
          <a:xfrm>
            <a:off x="2650331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平台理解是否正确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18" name="text_3658_能否完成真实开发？">
            <a:extLst>
              <a:ext uri="{FF2B5EF4-FFF2-40B4-BE49-F238E27FC236}">
                <a16:creationId xmlns:a16="http://schemas.microsoft.com/office/drawing/2014/main" id="{950CD426-F39D-4B34-9DB2-B24EB2521085}"/>
              </a:ext>
            </a:extLst>
          </p:cNvPr>
          <p:cNvSpPr>
            <a:spLocks noGrp="1"/>
          </p:cNvSpPr>
          <p:nvPr/>
        </p:nvSpPr>
        <p:spPr>
          <a:xfrm>
            <a:off x="4729162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能否完成真实开发？</a:t>
            </a:r>
          </a:p>
        </p:txBody>
      </p:sp>
      <p:sp>
        <p:nvSpPr>
          <p:cNvPr id="119" name="text_3660_验证为何未通过？">
            <a:extLst>
              <a:ext uri="{FF2B5EF4-FFF2-40B4-BE49-F238E27FC236}">
                <a16:creationId xmlns:a16="http://schemas.microsoft.com/office/drawing/2014/main" id="{78D16644-EFC4-4F1E-A248-D20442BC9F40}"/>
              </a:ext>
            </a:extLst>
          </p:cNvPr>
          <p:cNvSpPr>
            <a:spLocks noGrp="1"/>
          </p:cNvSpPr>
          <p:nvPr/>
        </p:nvSpPr>
        <p:spPr>
          <a:xfrm>
            <a:off x="6807994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验证为何未通过？</a:t>
            </a:r>
          </a:p>
        </p:txBody>
      </p:sp>
      <p:sp>
        <p:nvSpPr>
          <p:cNvPr id="120" name="text_3662_环境检查">
            <a:extLst>
              <a:ext uri="{FF2B5EF4-FFF2-40B4-BE49-F238E27FC236}">
                <a16:creationId xmlns:a16="http://schemas.microsoft.com/office/drawing/2014/main" id="{D0C178B6-9C35-4CD1-A48D-A5EE74564FD4}"/>
              </a:ext>
            </a:extLst>
          </p:cNvPr>
          <p:cNvSpPr>
            <a:spLocks noGrp="1"/>
          </p:cNvSpPr>
          <p:nvPr/>
        </p:nvSpPr>
        <p:spPr>
          <a:xfrm>
            <a:off x="564357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环境检查</a:t>
            </a:r>
          </a:p>
        </p:txBody>
      </p:sp>
      <p:sp>
        <p:nvSpPr>
          <p:cNvPr id="121" name="text_3664_设备识别、驱动 / Runtime">
            <a:extLst>
              <a:ext uri="{FF2B5EF4-FFF2-40B4-BE49-F238E27FC236}">
                <a16:creationId xmlns:a16="http://schemas.microsoft.com/office/drawing/2014/main" id="{6AAC2A21-DC9D-4AFF-AAF0-2C73F752E75C}"/>
              </a:ext>
            </a:extLst>
          </p:cNvPr>
          <p:cNvSpPr>
            <a:spLocks noGrp="1"/>
          </p:cNvSpPr>
          <p:nvPr/>
        </p:nvSpPr>
        <p:spPr>
          <a:xfrm>
            <a:off x="571501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设备识别、驱动 / Runtime</a:t>
            </a:r>
          </a:p>
        </p:txBody>
      </p:sp>
      <p:sp>
        <p:nvSpPr>
          <p:cNvPr id="122" name="text_3666_编译器与版本">
            <a:extLst>
              <a:ext uri="{FF2B5EF4-FFF2-40B4-BE49-F238E27FC236}">
                <a16:creationId xmlns:a16="http://schemas.microsoft.com/office/drawing/2014/main" id="{57F80881-9CFD-420B-BE34-64D1E79788A0}"/>
              </a:ext>
            </a:extLst>
          </p:cNvPr>
          <p:cNvSpPr>
            <a:spLocks noGrp="1"/>
          </p:cNvSpPr>
          <p:nvPr/>
        </p:nvSpPr>
        <p:spPr>
          <a:xfrm>
            <a:off x="571501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编译器与版本</a:t>
            </a:r>
          </a:p>
        </p:txBody>
      </p:sp>
      <p:sp>
        <p:nvSpPr>
          <p:cNvPr id="123" name="text_3668_基础 API">
            <a:extLst>
              <a:ext uri="{FF2B5EF4-FFF2-40B4-BE49-F238E27FC236}">
                <a16:creationId xmlns:a16="http://schemas.microsoft.com/office/drawing/2014/main" id="{A1018775-9547-43A9-B252-E6FBCF17EE53}"/>
              </a:ext>
            </a:extLst>
          </p:cNvPr>
          <p:cNvSpPr>
            <a:spLocks noGrp="1"/>
          </p:cNvSpPr>
          <p:nvPr/>
        </p:nvSpPr>
        <p:spPr>
          <a:xfrm>
            <a:off x="564357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 API</a:t>
            </a:r>
          </a:p>
        </p:txBody>
      </p:sp>
      <p:sp>
        <p:nvSpPr>
          <p:cNvPr id="124" name="text_3670_基础算子、内存分配与拷贝">
            <a:extLst>
              <a:ext uri="{FF2B5EF4-FFF2-40B4-BE49-F238E27FC236}">
                <a16:creationId xmlns:a16="http://schemas.microsoft.com/office/drawing/2014/main" id="{8E37A4FA-7265-4FE2-8E02-7787B9F71994}"/>
              </a:ext>
            </a:extLst>
          </p:cNvPr>
          <p:cNvSpPr>
            <a:spLocks noGrp="1"/>
          </p:cNvSpPr>
          <p:nvPr/>
        </p:nvSpPr>
        <p:spPr>
          <a:xfrm>
            <a:off x="571501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基础算子、内存分配与拷贝</a:t>
            </a:r>
          </a:p>
        </p:txBody>
      </p:sp>
      <p:sp>
        <p:nvSpPr>
          <p:cNvPr id="125" name="text_3672_简单 Kernel 编译和运行">
            <a:extLst>
              <a:ext uri="{FF2B5EF4-FFF2-40B4-BE49-F238E27FC236}">
                <a16:creationId xmlns:a16="http://schemas.microsoft.com/office/drawing/2014/main" id="{0203228B-A3E7-40BB-8C28-72AC5FAA8E2D}"/>
              </a:ext>
            </a:extLst>
          </p:cNvPr>
          <p:cNvSpPr>
            <a:spLocks noGrp="1"/>
          </p:cNvSpPr>
          <p:nvPr/>
        </p:nvSpPr>
        <p:spPr>
          <a:xfrm>
            <a:off x="571501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 Kernel 编译和运行</a:t>
            </a:r>
          </a:p>
        </p:txBody>
      </p:sp>
      <p:sp>
        <p:nvSpPr>
          <p:cNvPr id="126" name="text_3674_示例测试">
            <a:extLst>
              <a:ext uri="{FF2B5EF4-FFF2-40B4-BE49-F238E27FC236}">
                <a16:creationId xmlns:a16="http://schemas.microsoft.com/office/drawing/2014/main" id="{5260D1EE-465F-41F8-B692-F2385371B13E}"/>
              </a:ext>
            </a:extLst>
          </p:cNvPr>
          <p:cNvSpPr>
            <a:spLocks noGrp="1"/>
          </p:cNvSpPr>
          <p:nvPr/>
        </p:nvSpPr>
        <p:spPr>
          <a:xfrm>
            <a:off x="564357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示例测试</a:t>
            </a:r>
          </a:p>
        </p:txBody>
      </p:sp>
      <p:sp>
        <p:nvSpPr>
          <p:cNvPr id="127" name="text_3676_向量加法、简单矩阵运算">
            <a:extLst>
              <a:ext uri="{FF2B5EF4-FFF2-40B4-BE49-F238E27FC236}">
                <a16:creationId xmlns:a16="http://schemas.microsoft.com/office/drawing/2014/main" id="{ACD6093C-0AE1-42C0-9B1C-53DD7EA32C00}"/>
              </a:ext>
            </a:extLst>
          </p:cNvPr>
          <p:cNvSpPr>
            <a:spLocks noGrp="1"/>
          </p:cNvSpPr>
          <p:nvPr/>
        </p:nvSpPr>
        <p:spPr>
          <a:xfrm>
            <a:off x="571501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向量加法、简单矩阵运算</a:t>
            </a:r>
          </a:p>
        </p:txBody>
      </p:sp>
      <p:sp>
        <p:nvSpPr>
          <p:cNvPr id="128" name="text_3678_检查结果正确性">
            <a:extLst>
              <a:ext uri="{FF2B5EF4-FFF2-40B4-BE49-F238E27FC236}">
                <a16:creationId xmlns:a16="http://schemas.microsoft.com/office/drawing/2014/main" id="{B65FB771-A598-4399-B276-BA16CD46020C}"/>
              </a:ext>
            </a:extLst>
          </p:cNvPr>
          <p:cNvSpPr>
            <a:spLocks noGrp="1"/>
          </p:cNvSpPr>
          <p:nvPr/>
        </p:nvSpPr>
        <p:spPr>
          <a:xfrm>
            <a:off x="571501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检查结果正确性</a:t>
            </a:r>
          </a:p>
        </p:txBody>
      </p:sp>
      <p:sp>
        <p:nvSpPr>
          <p:cNvPr id="129" name="text_3680_内存与计算行为">
            <a:extLst>
              <a:ext uri="{FF2B5EF4-FFF2-40B4-BE49-F238E27FC236}">
                <a16:creationId xmlns:a16="http://schemas.microsoft.com/office/drawing/2014/main" id="{422CAAA9-27A7-4985-8A28-93716EFEBEEA}"/>
              </a:ext>
            </a:extLst>
          </p:cNvPr>
          <p:cNvSpPr>
            <a:spLocks noGrp="1"/>
          </p:cNvSpPr>
          <p:nvPr/>
        </p:nvSpPr>
        <p:spPr>
          <a:xfrm>
            <a:off x="2643188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内存与计算行为</a:t>
            </a:r>
          </a:p>
        </p:txBody>
      </p:sp>
      <p:sp>
        <p:nvSpPr>
          <p:cNvPr id="130" name="text_3682_片上 / 片外带宽、访存延迟">
            <a:extLst>
              <a:ext uri="{FF2B5EF4-FFF2-40B4-BE49-F238E27FC236}">
                <a16:creationId xmlns:a16="http://schemas.microsoft.com/office/drawing/2014/main" id="{5E1EE621-9E00-4B15-A894-0D343764E8BB}"/>
              </a:ext>
            </a:extLst>
          </p:cNvPr>
          <p:cNvSpPr>
            <a:spLocks noGrp="1"/>
          </p:cNvSpPr>
          <p:nvPr/>
        </p:nvSpPr>
        <p:spPr>
          <a:xfrm>
            <a:off x="2650332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片上 / 片外带宽、访存延迟</a:t>
            </a:r>
          </a:p>
        </p:txBody>
      </p:sp>
      <p:sp>
        <p:nvSpPr>
          <p:cNvPr id="131" name="text_3684_峰值算力、数据类型与瓶颈">
            <a:extLst>
              <a:ext uri="{FF2B5EF4-FFF2-40B4-BE49-F238E27FC236}">
                <a16:creationId xmlns:a16="http://schemas.microsoft.com/office/drawing/2014/main" id="{E08681ED-FB50-46B4-87D9-52BE3AD2E9D6}"/>
              </a:ext>
            </a:extLst>
          </p:cNvPr>
          <p:cNvSpPr>
            <a:spLocks noGrp="1"/>
          </p:cNvSpPr>
          <p:nvPr/>
        </p:nvSpPr>
        <p:spPr>
          <a:xfrm>
            <a:off x="2650332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峰值算力、数据类型与瓶颈</a:t>
            </a:r>
          </a:p>
        </p:txBody>
      </p:sp>
      <p:sp>
        <p:nvSpPr>
          <p:cNvPr id="132" name="text_3686_Tile 与并行策略">
            <a:extLst>
              <a:ext uri="{FF2B5EF4-FFF2-40B4-BE49-F238E27FC236}">
                <a16:creationId xmlns:a16="http://schemas.microsoft.com/office/drawing/2014/main" id="{696D83B3-F450-4FEF-9D5E-EC24FF185744}"/>
              </a:ext>
            </a:extLst>
          </p:cNvPr>
          <p:cNvSpPr>
            <a:spLocks noGrp="1"/>
          </p:cNvSpPr>
          <p:nvPr/>
        </p:nvSpPr>
        <p:spPr>
          <a:xfrm>
            <a:off x="2643188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与并行策略</a:t>
            </a:r>
          </a:p>
        </p:txBody>
      </p:sp>
      <p:sp>
        <p:nvSpPr>
          <p:cNvPr id="133" name="text_3688_Block / Tile 配置对比">
            <a:extLst>
              <a:ext uri="{FF2B5EF4-FFF2-40B4-BE49-F238E27FC236}">
                <a16:creationId xmlns:a16="http://schemas.microsoft.com/office/drawing/2014/main" id="{7B993CE2-0979-43CF-A1AE-97C637E6550D}"/>
              </a:ext>
            </a:extLst>
          </p:cNvPr>
          <p:cNvSpPr>
            <a:spLocks noGrp="1"/>
          </p:cNvSpPr>
          <p:nvPr/>
        </p:nvSpPr>
        <p:spPr>
          <a:xfrm>
            <a:off x="2650332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/ Tile 配置对比</a:t>
            </a:r>
          </a:p>
        </p:txBody>
      </p:sp>
      <p:sp>
        <p:nvSpPr>
          <p:cNvPr id="134" name="text_3690_占用率、资源与规模变化">
            <a:extLst>
              <a:ext uri="{FF2B5EF4-FFF2-40B4-BE49-F238E27FC236}">
                <a16:creationId xmlns:a16="http://schemas.microsoft.com/office/drawing/2014/main" id="{2552645C-8C66-4921-9AFB-3C9EE8617ED5}"/>
              </a:ext>
            </a:extLst>
          </p:cNvPr>
          <p:cNvSpPr>
            <a:spLocks noGrp="1"/>
          </p:cNvSpPr>
          <p:nvPr/>
        </p:nvSpPr>
        <p:spPr>
          <a:xfrm>
            <a:off x="2650332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占用率、资源与规模变化</a:t>
            </a:r>
          </a:p>
        </p:txBody>
      </p:sp>
      <p:sp>
        <p:nvSpPr>
          <p:cNvPr id="135" name="text_3692_Profiler 分析">
            <a:extLst>
              <a:ext uri="{FF2B5EF4-FFF2-40B4-BE49-F238E27FC236}">
                <a16:creationId xmlns:a16="http://schemas.microsoft.com/office/drawing/2014/main" id="{20274C23-C711-4DC7-BE21-B55FF8BEAB87}"/>
              </a:ext>
            </a:extLst>
          </p:cNvPr>
          <p:cNvSpPr>
            <a:spLocks noGrp="1"/>
          </p:cNvSpPr>
          <p:nvPr/>
        </p:nvSpPr>
        <p:spPr>
          <a:xfrm>
            <a:off x="2643188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 分析</a:t>
            </a:r>
          </a:p>
        </p:txBody>
      </p:sp>
      <p:sp>
        <p:nvSpPr>
          <p:cNvPr id="136" name="text_3694_关键计数器、时间分布">
            <a:extLst>
              <a:ext uri="{FF2B5EF4-FFF2-40B4-BE49-F238E27FC236}">
                <a16:creationId xmlns:a16="http://schemas.microsoft.com/office/drawing/2014/main" id="{892FB017-0B5C-405B-9172-2A1498A09A80}"/>
              </a:ext>
            </a:extLst>
          </p:cNvPr>
          <p:cNvSpPr>
            <a:spLocks noGrp="1"/>
          </p:cNvSpPr>
          <p:nvPr/>
        </p:nvSpPr>
        <p:spPr>
          <a:xfrm>
            <a:off x="2650332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关键计数器、时间分布</a:t>
            </a:r>
          </a:p>
        </p:txBody>
      </p:sp>
      <p:sp>
        <p:nvSpPr>
          <p:cNvPr id="137" name="text_3696_定位计算 / 访存瓶颈">
            <a:extLst>
              <a:ext uri="{FF2B5EF4-FFF2-40B4-BE49-F238E27FC236}">
                <a16:creationId xmlns:a16="http://schemas.microsoft.com/office/drawing/2014/main" id="{FC3A53A8-7F64-4B2C-81CE-29DD450AAB47}"/>
              </a:ext>
            </a:extLst>
          </p:cNvPr>
          <p:cNvSpPr>
            <a:spLocks noGrp="1"/>
          </p:cNvSpPr>
          <p:nvPr/>
        </p:nvSpPr>
        <p:spPr>
          <a:xfrm>
            <a:off x="2650332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定位计算 / 访存瓶颈</a:t>
            </a:r>
          </a:p>
        </p:txBody>
      </p:sp>
      <p:sp>
        <p:nvSpPr>
          <p:cNvPr id="138" name="text_3698_LayerNorm">
            <a:extLst>
              <a:ext uri="{FF2B5EF4-FFF2-40B4-BE49-F238E27FC236}">
                <a16:creationId xmlns:a16="http://schemas.microsoft.com/office/drawing/2014/main" id="{1DF32517-6CDD-4AE6-9727-5A985B68DD86}"/>
              </a:ext>
            </a:extLst>
          </p:cNvPr>
          <p:cNvSpPr>
            <a:spLocks noGrp="1"/>
          </p:cNvSpPr>
          <p:nvPr/>
        </p:nvSpPr>
        <p:spPr>
          <a:xfrm>
            <a:off x="4722019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</a:p>
        </p:txBody>
      </p:sp>
      <p:sp>
        <p:nvSpPr>
          <p:cNvPr id="139" name="text_3700_静态 / 动态 Shape">
            <a:extLst>
              <a:ext uri="{FF2B5EF4-FFF2-40B4-BE49-F238E27FC236}">
                <a16:creationId xmlns:a16="http://schemas.microsoft.com/office/drawing/2014/main" id="{29EC010E-C55D-4DE6-87FC-FBD7588261C7}"/>
              </a:ext>
            </a:extLst>
          </p:cNvPr>
          <p:cNvSpPr>
            <a:spLocks noGrp="1"/>
          </p:cNvSpPr>
          <p:nvPr/>
        </p:nvSpPr>
        <p:spPr>
          <a:xfrm>
            <a:off x="4729163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 / 动态 Shape</a:t>
            </a:r>
          </a:p>
        </p:txBody>
      </p:sp>
      <p:sp>
        <p:nvSpPr>
          <p:cNvPr id="140" name="text_3702_与 PyTorch 对比、性能分析">
            <a:extLst>
              <a:ext uri="{FF2B5EF4-FFF2-40B4-BE49-F238E27FC236}">
                <a16:creationId xmlns:a16="http://schemas.microsoft.com/office/drawing/2014/main" id="{EA04630D-F5EA-49F6-9197-16ED1071AF67}"/>
              </a:ext>
            </a:extLst>
          </p:cNvPr>
          <p:cNvSpPr>
            <a:spLocks noGrp="1"/>
          </p:cNvSpPr>
          <p:nvPr/>
        </p:nvSpPr>
        <p:spPr>
          <a:xfrm>
            <a:off x="4729163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 PyTorch 对比、性能分析</a:t>
            </a:r>
          </a:p>
        </p:txBody>
      </p:sp>
      <p:sp>
        <p:nvSpPr>
          <p:cNvPr id="141" name="text_3704_Softmax">
            <a:extLst>
              <a:ext uri="{FF2B5EF4-FFF2-40B4-BE49-F238E27FC236}">
                <a16:creationId xmlns:a16="http://schemas.microsoft.com/office/drawing/2014/main" id="{D84928A7-D3AC-4DBF-8B70-ED083BE81818}"/>
              </a:ext>
            </a:extLst>
          </p:cNvPr>
          <p:cNvSpPr>
            <a:spLocks noGrp="1"/>
          </p:cNvSpPr>
          <p:nvPr/>
        </p:nvSpPr>
        <p:spPr>
          <a:xfrm>
            <a:off x="4722019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sp>
        <p:nvSpPr>
          <p:cNvPr id="142" name="text_3706_因果 / Mask、大规模 Shape">
            <a:extLst>
              <a:ext uri="{FF2B5EF4-FFF2-40B4-BE49-F238E27FC236}">
                <a16:creationId xmlns:a16="http://schemas.microsoft.com/office/drawing/2014/main" id="{CFD93105-E0A8-44CB-AE61-214A092AA057}"/>
              </a:ext>
            </a:extLst>
          </p:cNvPr>
          <p:cNvSpPr>
            <a:spLocks noGrp="1"/>
          </p:cNvSpPr>
          <p:nvPr/>
        </p:nvSpPr>
        <p:spPr>
          <a:xfrm>
            <a:off x="4729163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因果 / Mask、大规模 Shape</a:t>
            </a:r>
          </a:p>
        </p:txBody>
      </p:sp>
      <p:sp>
        <p:nvSpPr>
          <p:cNvPr id="143" name="text_3708_性能与显存占用对比">
            <a:extLst>
              <a:ext uri="{FF2B5EF4-FFF2-40B4-BE49-F238E27FC236}">
                <a16:creationId xmlns:a16="http://schemas.microsoft.com/office/drawing/2014/main" id="{3DE059FD-5809-4524-BAED-F3800248BB57}"/>
              </a:ext>
            </a:extLst>
          </p:cNvPr>
          <p:cNvSpPr>
            <a:spLocks noGrp="1"/>
          </p:cNvSpPr>
          <p:nvPr/>
        </p:nvSpPr>
        <p:spPr>
          <a:xfrm>
            <a:off x="4729163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性能与显存占用对比</a:t>
            </a:r>
          </a:p>
        </p:txBody>
      </p:sp>
      <p:sp>
        <p:nvSpPr>
          <p:cNvPr id="144" name="text_3710_MatMul">
            <a:extLst>
              <a:ext uri="{FF2B5EF4-FFF2-40B4-BE49-F238E27FC236}">
                <a16:creationId xmlns:a16="http://schemas.microsoft.com/office/drawing/2014/main" id="{F4887802-F933-41EB-8875-DB8A9FA55A99}"/>
              </a:ext>
            </a:extLst>
          </p:cNvPr>
          <p:cNvSpPr>
            <a:spLocks noGrp="1"/>
          </p:cNvSpPr>
          <p:nvPr/>
        </p:nvSpPr>
        <p:spPr>
          <a:xfrm>
            <a:off x="4722019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</a:p>
        </p:txBody>
      </p:sp>
      <p:sp>
        <p:nvSpPr>
          <p:cNvPr id="145" name="text_3712_不同矩阵规模与数值精度">
            <a:extLst>
              <a:ext uri="{FF2B5EF4-FFF2-40B4-BE49-F238E27FC236}">
                <a16:creationId xmlns:a16="http://schemas.microsoft.com/office/drawing/2014/main" id="{39A0BCA3-3942-4F83-B3A8-B82FF0D0005D}"/>
              </a:ext>
            </a:extLst>
          </p:cNvPr>
          <p:cNvSpPr>
            <a:spLocks noGrp="1"/>
          </p:cNvSpPr>
          <p:nvPr/>
        </p:nvSpPr>
        <p:spPr>
          <a:xfrm>
            <a:off x="4729163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不同矩阵规模与数值精度</a:t>
            </a:r>
          </a:p>
        </p:txBody>
      </p:sp>
      <p:sp>
        <p:nvSpPr>
          <p:cNvPr id="146" name="text_3714_性能及并行策略对比">
            <a:extLst>
              <a:ext uri="{FF2B5EF4-FFF2-40B4-BE49-F238E27FC236}">
                <a16:creationId xmlns:a16="http://schemas.microsoft.com/office/drawing/2014/main" id="{BF39D5E8-05B4-45F0-B95C-EC419CFD76D3}"/>
              </a:ext>
            </a:extLst>
          </p:cNvPr>
          <p:cNvSpPr>
            <a:spLocks noGrp="1"/>
          </p:cNvSpPr>
          <p:nvPr/>
        </p:nvSpPr>
        <p:spPr>
          <a:xfrm>
            <a:off x="4729163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性能及并行策略对比</a:t>
            </a:r>
          </a:p>
        </p:txBody>
      </p:sp>
      <p:sp>
        <p:nvSpPr>
          <p:cNvPr id="147" name="text_3716_环境 / 工具问题">
            <a:extLst>
              <a:ext uri="{FF2B5EF4-FFF2-40B4-BE49-F238E27FC236}">
                <a16:creationId xmlns:a16="http://schemas.microsoft.com/office/drawing/2014/main" id="{A8A72FA5-5684-4528-AAC4-ACFB58E1A282}"/>
              </a:ext>
            </a:extLst>
          </p:cNvPr>
          <p:cNvSpPr>
            <a:spLocks noGrp="1"/>
          </p:cNvSpPr>
          <p:nvPr/>
        </p:nvSpPr>
        <p:spPr>
          <a:xfrm>
            <a:off x="6800850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 / 工具问题</a:t>
            </a:r>
          </a:p>
        </p:txBody>
      </p:sp>
      <p:sp>
        <p:nvSpPr>
          <p:cNvPr id="148" name="text_3718_驱动版本、依赖与硬件可用性">
            <a:extLst>
              <a:ext uri="{FF2B5EF4-FFF2-40B4-BE49-F238E27FC236}">
                <a16:creationId xmlns:a16="http://schemas.microsoft.com/office/drawing/2014/main" id="{2E600E36-6217-4394-B6ED-A0BFAECFA4BC}"/>
              </a:ext>
            </a:extLst>
          </p:cNvPr>
          <p:cNvSpPr>
            <a:spLocks noGrp="1"/>
          </p:cNvSpPr>
          <p:nvPr/>
        </p:nvSpPr>
        <p:spPr>
          <a:xfrm>
            <a:off x="6807994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驱动版本、依赖与硬件可用性</a:t>
            </a:r>
          </a:p>
        </p:txBody>
      </p:sp>
      <p:sp>
        <p:nvSpPr>
          <p:cNvPr id="149" name="text_3720_编译 / 运行错误 → 修复环境">
            <a:extLst>
              <a:ext uri="{FF2B5EF4-FFF2-40B4-BE49-F238E27FC236}">
                <a16:creationId xmlns:a16="http://schemas.microsoft.com/office/drawing/2014/main" id="{27CCA632-75E7-4CD8-A57E-6F3A172E003E}"/>
              </a:ext>
            </a:extLst>
          </p:cNvPr>
          <p:cNvSpPr>
            <a:spLocks noGrp="1"/>
          </p:cNvSpPr>
          <p:nvPr/>
        </p:nvSpPr>
        <p:spPr>
          <a:xfrm>
            <a:off x="6807994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 / 运行错误 → 修复环境</a:t>
            </a:r>
          </a:p>
        </p:txBody>
      </p:sp>
      <p:sp>
        <p:nvSpPr>
          <p:cNvPr id="150" name="text_3722_平台知识问题">
            <a:extLst>
              <a:ext uri="{FF2B5EF4-FFF2-40B4-BE49-F238E27FC236}">
                <a16:creationId xmlns:a16="http://schemas.microsoft.com/office/drawing/2014/main" id="{A8F4BF02-35E0-4B39-96C3-D17DFD20F19C}"/>
              </a:ext>
            </a:extLst>
          </p:cNvPr>
          <p:cNvSpPr>
            <a:spLocks noGrp="1"/>
          </p:cNvSpPr>
          <p:nvPr/>
        </p:nvSpPr>
        <p:spPr>
          <a:xfrm>
            <a:off x="6800850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平台知识问题</a:t>
            </a:r>
          </a:p>
        </p:txBody>
      </p:sp>
      <p:sp>
        <p:nvSpPr>
          <p:cNvPr id="151" name="text_3724_API、访存 / 计算理解偏差">
            <a:extLst>
              <a:ext uri="{FF2B5EF4-FFF2-40B4-BE49-F238E27FC236}">
                <a16:creationId xmlns:a16="http://schemas.microsoft.com/office/drawing/2014/main" id="{F99F32DA-B8A4-46EC-85B8-83DF8B984434}"/>
              </a:ext>
            </a:extLst>
          </p:cNvPr>
          <p:cNvSpPr>
            <a:spLocks noGrp="1"/>
          </p:cNvSpPr>
          <p:nvPr/>
        </p:nvSpPr>
        <p:spPr>
          <a:xfrm>
            <a:off x="6807994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API、访存 / 计算理解偏差</a:t>
            </a:r>
          </a:p>
        </p:txBody>
      </p:sp>
      <p:sp>
        <p:nvSpPr>
          <p:cNvPr id="152" name="text_3726_硬件与 Profiler → 补充知识">
            <a:extLst>
              <a:ext uri="{FF2B5EF4-FFF2-40B4-BE49-F238E27FC236}">
                <a16:creationId xmlns:a16="http://schemas.microsoft.com/office/drawing/2014/main" id="{2F0B7710-5C69-427B-96D7-8DCD9221A405}"/>
              </a:ext>
            </a:extLst>
          </p:cNvPr>
          <p:cNvSpPr>
            <a:spLocks noGrp="1"/>
          </p:cNvSpPr>
          <p:nvPr/>
        </p:nvSpPr>
        <p:spPr>
          <a:xfrm>
            <a:off x="6807994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硬件与 Profiler → 补充知识</a:t>
            </a:r>
          </a:p>
        </p:txBody>
      </p:sp>
      <p:sp>
        <p:nvSpPr>
          <p:cNvPr id="153" name="text_3728_其他问题">
            <a:extLst>
              <a:ext uri="{FF2B5EF4-FFF2-40B4-BE49-F238E27FC236}">
                <a16:creationId xmlns:a16="http://schemas.microsoft.com/office/drawing/2014/main" id="{47F41597-274F-48AA-AA27-4E85DFEFEA6F}"/>
              </a:ext>
            </a:extLst>
          </p:cNvPr>
          <p:cNvSpPr>
            <a:spLocks noGrp="1"/>
          </p:cNvSpPr>
          <p:nvPr/>
        </p:nvSpPr>
        <p:spPr>
          <a:xfrm>
            <a:off x="6800850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其他问题</a:t>
            </a:r>
          </a:p>
        </p:txBody>
      </p:sp>
      <p:sp>
        <p:nvSpPr>
          <p:cNvPr id="154" name="text_3730_用例不充分、性能评估不准">
            <a:extLst>
              <a:ext uri="{FF2B5EF4-FFF2-40B4-BE49-F238E27FC236}">
                <a16:creationId xmlns:a16="http://schemas.microsoft.com/office/drawing/2014/main" id="{3A038E2F-5E71-4545-A7C2-C44A55B3B9A8}"/>
              </a:ext>
            </a:extLst>
          </p:cNvPr>
          <p:cNvSpPr>
            <a:spLocks noGrp="1"/>
          </p:cNvSpPr>
          <p:nvPr/>
        </p:nvSpPr>
        <p:spPr>
          <a:xfrm>
            <a:off x="6807994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用例不充分、性能评估不准</a:t>
            </a:r>
          </a:p>
        </p:txBody>
      </p:sp>
      <p:sp>
        <p:nvSpPr>
          <p:cNvPr id="155" name="text_3732_完善测试用例与评估规则">
            <a:extLst>
              <a:ext uri="{FF2B5EF4-FFF2-40B4-BE49-F238E27FC236}">
                <a16:creationId xmlns:a16="http://schemas.microsoft.com/office/drawing/2014/main" id="{85152BB6-B72F-4CC6-AC38-6F04EA703F36}"/>
              </a:ext>
            </a:extLst>
          </p:cNvPr>
          <p:cNvSpPr>
            <a:spLocks noGrp="1"/>
          </p:cNvSpPr>
          <p:nvPr/>
        </p:nvSpPr>
        <p:spPr>
          <a:xfrm>
            <a:off x="6807994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完善测试用例与评估规则</a:t>
            </a:r>
          </a:p>
        </p:txBody>
      </p:sp>
      <p:sp>
        <p:nvSpPr>
          <p:cNvPr id="168" name="object_3753">
            <a:extLst>
              <a:ext uri="{FF2B5EF4-FFF2-40B4-BE49-F238E27FC236}">
                <a16:creationId xmlns:a16="http://schemas.microsoft.com/office/drawing/2014/main" id="{D185D4A6-0393-4172-A6E9-36F6E52CD3D1}"/>
              </a:ext>
            </a:extLst>
          </p:cNvPr>
          <p:cNvSpPr>
            <a:spLocks noGrp="1"/>
          </p:cNvSpPr>
          <p:nvPr/>
        </p:nvSpPr>
        <p:spPr>
          <a:xfrm>
            <a:off x="596908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9" name="text_3755_问题修正">
            <a:extLst>
              <a:ext uri="{FF2B5EF4-FFF2-40B4-BE49-F238E27FC236}">
                <a16:creationId xmlns:a16="http://schemas.microsoft.com/office/drawing/2014/main" id="{3429EF91-42BE-4A6A-A450-987939884AE6}"/>
              </a:ext>
            </a:extLst>
          </p:cNvPr>
          <p:cNvSpPr>
            <a:spLocks noGrp="1"/>
          </p:cNvSpPr>
          <p:nvPr/>
        </p:nvSpPr>
        <p:spPr>
          <a:xfrm>
            <a:off x="646914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问题修正</a:t>
            </a:r>
          </a:p>
        </p:txBody>
      </p:sp>
      <p:sp>
        <p:nvSpPr>
          <p:cNvPr id="170" name="text_3757_根据定位结果修改">
            <a:extLst>
              <a:ext uri="{FF2B5EF4-FFF2-40B4-BE49-F238E27FC236}">
                <a16:creationId xmlns:a16="http://schemas.microsoft.com/office/drawing/2014/main" id="{811BD107-D39C-45D2-96DC-D5CF0D7FC196}"/>
              </a:ext>
            </a:extLst>
          </p:cNvPr>
          <p:cNvSpPr>
            <a:spLocks noGrp="1"/>
          </p:cNvSpPr>
          <p:nvPr/>
        </p:nvSpPr>
        <p:spPr>
          <a:xfrm>
            <a:off x="654058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根据定位结果修改</a:t>
            </a:r>
          </a:p>
        </p:txBody>
      </p:sp>
      <p:sp>
        <p:nvSpPr>
          <p:cNvPr id="171" name="connector_3758">
            <a:extLst>
              <a:ext uri="{FF2B5EF4-FFF2-40B4-BE49-F238E27FC236}">
                <a16:creationId xmlns:a16="http://schemas.microsoft.com/office/drawing/2014/main" id="{114BE0A2-5C8C-4E86-88E1-B4AED314B7EF}"/>
              </a:ext>
            </a:extLst>
          </p:cNvPr>
          <p:cNvSpPr>
            <a:spLocks noGrp="1"/>
          </p:cNvSpPr>
          <p:nvPr/>
        </p:nvSpPr>
        <p:spPr>
          <a:xfrm>
            <a:off x="2089951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2" name="connector_3759">
            <a:extLst>
              <a:ext uri="{FF2B5EF4-FFF2-40B4-BE49-F238E27FC236}">
                <a16:creationId xmlns:a16="http://schemas.microsoft.com/office/drawing/2014/main" id="{1130BC92-D98A-49D6-8C72-AB5CD5AB3AEC}"/>
              </a:ext>
            </a:extLst>
          </p:cNvPr>
          <p:cNvSpPr>
            <a:spLocks noGrp="1"/>
          </p:cNvSpPr>
          <p:nvPr/>
        </p:nvSpPr>
        <p:spPr>
          <a:xfrm>
            <a:off x="2160367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3" name="object_3760">
            <a:extLst>
              <a:ext uri="{FF2B5EF4-FFF2-40B4-BE49-F238E27FC236}">
                <a16:creationId xmlns:a16="http://schemas.microsoft.com/office/drawing/2014/main" id="{186EA47B-EE69-4FAF-A584-2D4446BA45DA}"/>
              </a:ext>
            </a:extLst>
          </p:cNvPr>
          <p:cNvSpPr>
            <a:spLocks noGrp="1"/>
          </p:cNvSpPr>
          <p:nvPr/>
        </p:nvSpPr>
        <p:spPr>
          <a:xfrm>
            <a:off x="2239971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74" name="text_3762_更新代码与资源">
            <a:extLst>
              <a:ext uri="{FF2B5EF4-FFF2-40B4-BE49-F238E27FC236}">
                <a16:creationId xmlns:a16="http://schemas.microsoft.com/office/drawing/2014/main" id="{ACCA6EFA-D907-4B48-8E91-83A321BD63C0}"/>
              </a:ext>
            </a:extLst>
          </p:cNvPr>
          <p:cNvSpPr>
            <a:spLocks noGrp="1"/>
          </p:cNvSpPr>
          <p:nvPr/>
        </p:nvSpPr>
        <p:spPr>
          <a:xfrm>
            <a:off x="2289977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更新代码与资源</a:t>
            </a:r>
          </a:p>
        </p:txBody>
      </p:sp>
      <p:sp>
        <p:nvSpPr>
          <p:cNvPr id="175" name="text_3764_补充知识 / 调整实现">
            <a:extLst>
              <a:ext uri="{FF2B5EF4-FFF2-40B4-BE49-F238E27FC236}">
                <a16:creationId xmlns:a16="http://schemas.microsoft.com/office/drawing/2014/main" id="{6308A8B9-5915-45AA-B148-BF925DE82B93}"/>
              </a:ext>
            </a:extLst>
          </p:cNvPr>
          <p:cNvSpPr>
            <a:spLocks noGrp="1"/>
          </p:cNvSpPr>
          <p:nvPr/>
        </p:nvSpPr>
        <p:spPr>
          <a:xfrm>
            <a:off x="2297121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补充知识 / 调整实现</a:t>
            </a:r>
          </a:p>
        </p:txBody>
      </p:sp>
      <p:sp>
        <p:nvSpPr>
          <p:cNvPr id="176" name="connector_3765">
            <a:extLst>
              <a:ext uri="{FF2B5EF4-FFF2-40B4-BE49-F238E27FC236}">
                <a16:creationId xmlns:a16="http://schemas.microsoft.com/office/drawing/2014/main" id="{BE261CEB-E638-4C08-B8A3-A6DD9A5C6390}"/>
              </a:ext>
            </a:extLst>
          </p:cNvPr>
          <p:cNvSpPr>
            <a:spLocks noGrp="1"/>
          </p:cNvSpPr>
          <p:nvPr/>
        </p:nvSpPr>
        <p:spPr>
          <a:xfrm>
            <a:off x="3733014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7" name="connector_3766">
            <a:extLst>
              <a:ext uri="{FF2B5EF4-FFF2-40B4-BE49-F238E27FC236}">
                <a16:creationId xmlns:a16="http://schemas.microsoft.com/office/drawing/2014/main" id="{08EFCAC1-2146-40C1-8B7F-B1AAE4EC66ED}"/>
              </a:ext>
            </a:extLst>
          </p:cNvPr>
          <p:cNvSpPr>
            <a:spLocks noGrp="1"/>
          </p:cNvSpPr>
          <p:nvPr/>
        </p:nvSpPr>
        <p:spPr>
          <a:xfrm>
            <a:off x="3803430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8" name="object_3767">
            <a:extLst>
              <a:ext uri="{FF2B5EF4-FFF2-40B4-BE49-F238E27FC236}">
                <a16:creationId xmlns:a16="http://schemas.microsoft.com/office/drawing/2014/main" id="{37E6D591-E706-4AF5-87B8-8B5FA6EF6F7A}"/>
              </a:ext>
            </a:extLst>
          </p:cNvPr>
          <p:cNvSpPr>
            <a:spLocks noGrp="1"/>
          </p:cNvSpPr>
          <p:nvPr/>
        </p:nvSpPr>
        <p:spPr>
          <a:xfrm>
            <a:off x="3883033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79" name="text_3769_Re-test">
            <a:extLst>
              <a:ext uri="{FF2B5EF4-FFF2-40B4-BE49-F238E27FC236}">
                <a16:creationId xmlns:a16="http://schemas.microsoft.com/office/drawing/2014/main" id="{112E136F-B869-4326-8671-3696234E33AA}"/>
              </a:ext>
            </a:extLst>
          </p:cNvPr>
          <p:cNvSpPr>
            <a:spLocks noGrp="1"/>
          </p:cNvSpPr>
          <p:nvPr/>
        </p:nvSpPr>
        <p:spPr>
          <a:xfrm>
            <a:off x="3933039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Re-test</a:t>
            </a:r>
          </a:p>
        </p:txBody>
      </p:sp>
      <p:sp>
        <p:nvSpPr>
          <p:cNvPr id="180" name="text_3771_重新验证 L1 / L2 / L3">
            <a:extLst>
              <a:ext uri="{FF2B5EF4-FFF2-40B4-BE49-F238E27FC236}">
                <a16:creationId xmlns:a16="http://schemas.microsoft.com/office/drawing/2014/main" id="{07AC74F0-2796-41BB-87B6-0E20CDCFCF5D}"/>
              </a:ext>
            </a:extLst>
          </p:cNvPr>
          <p:cNvSpPr>
            <a:spLocks noGrp="1"/>
          </p:cNvSpPr>
          <p:nvPr/>
        </p:nvSpPr>
        <p:spPr>
          <a:xfrm>
            <a:off x="3940183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重新验证 L1 / L2 / L3</a:t>
            </a:r>
          </a:p>
        </p:txBody>
      </p:sp>
      <p:sp>
        <p:nvSpPr>
          <p:cNvPr id="181" name="connector_3772">
            <a:extLst>
              <a:ext uri="{FF2B5EF4-FFF2-40B4-BE49-F238E27FC236}">
                <a16:creationId xmlns:a16="http://schemas.microsoft.com/office/drawing/2014/main" id="{3FBAB297-3A11-4D68-A2A4-254543A56AC3}"/>
              </a:ext>
            </a:extLst>
          </p:cNvPr>
          <p:cNvSpPr>
            <a:spLocks noGrp="1"/>
          </p:cNvSpPr>
          <p:nvPr/>
        </p:nvSpPr>
        <p:spPr>
          <a:xfrm>
            <a:off x="5376076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2" name="connector_3773">
            <a:extLst>
              <a:ext uri="{FF2B5EF4-FFF2-40B4-BE49-F238E27FC236}">
                <a16:creationId xmlns:a16="http://schemas.microsoft.com/office/drawing/2014/main" id="{E6A36DA5-7ABC-408B-ADB9-EEE214246006}"/>
              </a:ext>
            </a:extLst>
          </p:cNvPr>
          <p:cNvSpPr>
            <a:spLocks noGrp="1"/>
          </p:cNvSpPr>
          <p:nvPr/>
        </p:nvSpPr>
        <p:spPr>
          <a:xfrm>
            <a:off x="5446492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3" name="object_3774">
            <a:extLst>
              <a:ext uri="{FF2B5EF4-FFF2-40B4-BE49-F238E27FC236}">
                <a16:creationId xmlns:a16="http://schemas.microsoft.com/office/drawing/2014/main" id="{816E5A5F-3603-4DAC-85B5-B5CD146C4221}"/>
              </a:ext>
            </a:extLst>
          </p:cNvPr>
          <p:cNvSpPr>
            <a:spLocks noGrp="1"/>
          </p:cNvSpPr>
          <p:nvPr/>
        </p:nvSpPr>
        <p:spPr>
          <a:xfrm>
            <a:off x="5526096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4" name="text_3776_检查结果">
            <a:extLst>
              <a:ext uri="{FF2B5EF4-FFF2-40B4-BE49-F238E27FC236}">
                <a16:creationId xmlns:a16="http://schemas.microsoft.com/office/drawing/2014/main" id="{DF5AEAFE-5DE4-4430-8AB6-D36DC09E02A8}"/>
              </a:ext>
            </a:extLst>
          </p:cNvPr>
          <p:cNvSpPr>
            <a:spLocks noGrp="1"/>
          </p:cNvSpPr>
          <p:nvPr/>
        </p:nvSpPr>
        <p:spPr>
          <a:xfrm>
            <a:off x="5576102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检查结果</a:t>
            </a:r>
          </a:p>
        </p:txBody>
      </p:sp>
      <p:sp>
        <p:nvSpPr>
          <p:cNvPr id="185" name="text_3778_FAIL 继续修正">
            <a:extLst>
              <a:ext uri="{FF2B5EF4-FFF2-40B4-BE49-F238E27FC236}">
                <a16:creationId xmlns:a16="http://schemas.microsoft.com/office/drawing/2014/main" id="{BCBAC129-FB1F-4086-85A4-1E53086B2211}"/>
              </a:ext>
            </a:extLst>
          </p:cNvPr>
          <p:cNvSpPr>
            <a:spLocks noGrp="1"/>
          </p:cNvSpPr>
          <p:nvPr/>
        </p:nvSpPr>
        <p:spPr>
          <a:xfrm>
            <a:off x="5583246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 继续修正</a:t>
            </a:r>
          </a:p>
        </p:txBody>
      </p:sp>
      <p:sp>
        <p:nvSpPr>
          <p:cNvPr id="186" name="connector_3779">
            <a:extLst>
              <a:ext uri="{FF2B5EF4-FFF2-40B4-BE49-F238E27FC236}">
                <a16:creationId xmlns:a16="http://schemas.microsoft.com/office/drawing/2014/main" id="{FC7B43E3-49E5-4EA7-8C8A-02BFEFD29C97}"/>
              </a:ext>
            </a:extLst>
          </p:cNvPr>
          <p:cNvSpPr>
            <a:spLocks noGrp="1"/>
          </p:cNvSpPr>
          <p:nvPr/>
        </p:nvSpPr>
        <p:spPr>
          <a:xfrm>
            <a:off x="7019139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7" name="connector_3780">
            <a:extLst>
              <a:ext uri="{FF2B5EF4-FFF2-40B4-BE49-F238E27FC236}">
                <a16:creationId xmlns:a16="http://schemas.microsoft.com/office/drawing/2014/main" id="{17829A96-2F40-4CDC-8915-EF4D72D8BDF3}"/>
              </a:ext>
            </a:extLst>
          </p:cNvPr>
          <p:cNvSpPr>
            <a:spLocks noGrp="1"/>
          </p:cNvSpPr>
          <p:nvPr/>
        </p:nvSpPr>
        <p:spPr>
          <a:xfrm>
            <a:off x="7089555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8" name="object_3781">
            <a:extLst>
              <a:ext uri="{FF2B5EF4-FFF2-40B4-BE49-F238E27FC236}">
                <a16:creationId xmlns:a16="http://schemas.microsoft.com/office/drawing/2014/main" id="{72154ABB-21D5-4412-8F20-B1FF5B627828}"/>
              </a:ext>
            </a:extLst>
          </p:cNvPr>
          <p:cNvSpPr>
            <a:spLocks noGrp="1"/>
          </p:cNvSpPr>
          <p:nvPr/>
        </p:nvSpPr>
        <p:spPr>
          <a:xfrm>
            <a:off x="7169158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9" name="text_3783_稳定可用的 Skill">
            <a:extLst>
              <a:ext uri="{FF2B5EF4-FFF2-40B4-BE49-F238E27FC236}">
                <a16:creationId xmlns:a16="http://schemas.microsoft.com/office/drawing/2014/main" id="{9228AFBE-FA40-4BFD-A8F1-D2DCA3378833}"/>
              </a:ext>
            </a:extLst>
          </p:cNvPr>
          <p:cNvSpPr>
            <a:spLocks noGrp="1"/>
          </p:cNvSpPr>
          <p:nvPr/>
        </p:nvSpPr>
        <p:spPr>
          <a:xfrm>
            <a:off x="7219164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稳定可用的 Skill</a:t>
            </a:r>
          </a:p>
        </p:txBody>
      </p:sp>
      <p:sp>
        <p:nvSpPr>
          <p:cNvPr id="190" name="text_3785_PASS 后复用与扩展">
            <a:extLst>
              <a:ext uri="{FF2B5EF4-FFF2-40B4-BE49-F238E27FC236}">
                <a16:creationId xmlns:a16="http://schemas.microsoft.com/office/drawing/2014/main" id="{1B88B5C0-4338-4CEA-BA0B-B9F21AD0AF58}"/>
              </a:ext>
            </a:extLst>
          </p:cNvPr>
          <p:cNvSpPr>
            <a:spLocks noGrp="1"/>
          </p:cNvSpPr>
          <p:nvPr/>
        </p:nvSpPr>
        <p:spPr>
          <a:xfrm>
            <a:off x="7226308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后复用与扩展</a:t>
            </a:r>
          </a:p>
        </p:txBody>
      </p:sp>
      <p:sp>
        <p:nvSpPr>
          <p:cNvPr id="191" name="text_3787_逐层验证环境、平台行为和算子开发能力，定位问题后">
            <a:extLst>
              <a:ext uri="{FF2B5EF4-FFF2-40B4-BE49-F238E27FC236}">
                <a16:creationId xmlns:a16="http://schemas.microsoft.com/office/drawing/2014/main" id="{BF9F8DD8-9BAF-4C46-8515-573EEF04AD59}"/>
              </a:ext>
            </a:extLst>
          </p:cNvPr>
          <p:cNvSpPr>
            <a:spLocks noGrp="1"/>
          </p:cNvSpPr>
          <p:nvPr/>
        </p:nvSpPr>
        <p:spPr>
          <a:xfrm>
            <a:off x="542925" y="6136480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逐层验证环境、平台行为和算子开发能力，定位问题后更新并重新测试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8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7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044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8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528762"/>
            <a:ext cx="271463" cy="271463"/>
          </a:xfrm>
          <a:prstGeom prst="rect">
            <a:avLst/>
          </a:prstGeom>
        </p:spPr>
      </p:pic>
      <p:pic>
        <p:nvPicPr>
          <p:cNvPr id="389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706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2" name="矩形 191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</p:spTree>
    <p:extLst>
      <p:ext uri="{BB962C8B-B14F-4D97-AF65-F5344CB8AC3E}">
        <p14:creationId xmlns:p14="http://schemas.microsoft.com/office/powerpoint/2010/main" val="94031840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 smtClean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四类算子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的实践验证结果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790_相对 PyTorch 加速比">
            <a:extLst>
              <a:ext uri="{FF2B5EF4-FFF2-40B4-BE49-F238E27FC236}">
                <a16:creationId xmlns:a16="http://schemas.microsoft.com/office/drawing/2014/main" id="{3D0503E4-4F1E-48F3-A232-4930459B91D7}"/>
              </a:ext>
            </a:extLst>
          </p:cNvPr>
          <p:cNvSpPr>
            <a:spLocks noGrp="1"/>
          </p:cNvSpPr>
          <p:nvPr/>
        </p:nvSpPr>
        <p:spPr>
          <a:xfrm>
            <a:off x="894665" y="1412776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相对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PyTorch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3791">
            <a:extLst>
              <a:ext uri="{FF2B5EF4-FFF2-40B4-BE49-F238E27FC236}">
                <a16:creationId xmlns:a16="http://schemas.microsoft.com/office/drawing/2014/main" id="{FB478AE8-3107-4D0F-B9D2-05AFEA5AB677}"/>
              </a:ext>
            </a:extLst>
          </p:cNvPr>
          <p:cNvSpPr>
            <a:spLocks noGrp="1"/>
          </p:cNvSpPr>
          <p:nvPr/>
        </p:nvSpPr>
        <p:spPr>
          <a:xfrm>
            <a:off x="544621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794_实验设置与结果分析">
            <a:extLst>
              <a:ext uri="{FF2B5EF4-FFF2-40B4-BE49-F238E27FC236}">
                <a16:creationId xmlns:a16="http://schemas.microsoft.com/office/drawing/2014/main" id="{F0A626C2-B49A-4B4A-858E-D972705AA006}"/>
              </a:ext>
            </a:extLst>
          </p:cNvPr>
          <p:cNvSpPr>
            <a:spLocks noGrp="1"/>
          </p:cNvSpPr>
          <p:nvPr/>
        </p:nvSpPr>
        <p:spPr>
          <a:xfrm>
            <a:off x="6466790" y="1412776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实验设置与结果分析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795">
            <a:extLst>
              <a:ext uri="{FF2B5EF4-FFF2-40B4-BE49-F238E27FC236}">
                <a16:creationId xmlns:a16="http://schemas.microsoft.com/office/drawing/2014/main" id="{DF94E079-CFE8-4F12-B7E7-E2129E467E31}"/>
              </a:ext>
            </a:extLst>
          </p:cNvPr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3796">
            <a:extLst>
              <a:ext uri="{FF2B5EF4-FFF2-40B4-BE49-F238E27FC236}">
                <a16:creationId xmlns:a16="http://schemas.microsoft.com/office/drawing/2014/main" id="{3C80B647-6E97-43D1-ACBB-F991390ACF64}"/>
              </a:ext>
            </a:extLst>
          </p:cNvPr>
          <p:cNvSpPr>
            <a:spLocks noGrp="1"/>
          </p:cNvSpPr>
          <p:nvPr/>
        </p:nvSpPr>
        <p:spPr>
          <a:xfrm>
            <a:off x="5945296" y="15127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3797">
            <a:extLst>
              <a:ext uri="{FF2B5EF4-FFF2-40B4-BE49-F238E27FC236}">
                <a16:creationId xmlns:a16="http://schemas.microsoft.com/office/drawing/2014/main" id="{940992B7-2124-4CFC-8078-5E485D03B86F}"/>
              </a:ext>
            </a:extLst>
          </p:cNvPr>
          <p:cNvSpPr>
            <a:spLocks noGrp="1"/>
          </p:cNvSpPr>
          <p:nvPr/>
        </p:nvSpPr>
        <p:spPr>
          <a:xfrm>
            <a:off x="5945296" y="16056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3798">
            <a:extLst>
              <a:ext uri="{FF2B5EF4-FFF2-40B4-BE49-F238E27FC236}">
                <a16:creationId xmlns:a16="http://schemas.microsoft.com/office/drawing/2014/main" id="{8208C304-6CF5-477F-BF4F-2EA5B2F96A32}"/>
              </a:ext>
            </a:extLst>
          </p:cNvPr>
          <p:cNvSpPr>
            <a:spLocks noGrp="1"/>
          </p:cNvSpPr>
          <p:nvPr/>
        </p:nvSpPr>
        <p:spPr>
          <a:xfrm>
            <a:off x="5945296" y="16985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3799">
            <a:extLst>
              <a:ext uri="{FF2B5EF4-FFF2-40B4-BE49-F238E27FC236}">
                <a16:creationId xmlns:a16="http://schemas.microsoft.com/office/drawing/2014/main" id="{400AA290-D706-423F-8F01-34613C91E2E0}"/>
              </a:ext>
            </a:extLst>
          </p:cNvPr>
          <p:cNvSpPr>
            <a:spLocks noGrp="1"/>
          </p:cNvSpPr>
          <p:nvPr/>
        </p:nvSpPr>
        <p:spPr>
          <a:xfrm>
            <a:off x="5945296" y="17913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3800">
            <a:extLst>
              <a:ext uri="{FF2B5EF4-FFF2-40B4-BE49-F238E27FC236}">
                <a16:creationId xmlns:a16="http://schemas.microsoft.com/office/drawing/2014/main" id="{99DAD57B-142F-40F4-B809-F247EC5F8CA4}"/>
              </a:ext>
            </a:extLst>
          </p:cNvPr>
          <p:cNvSpPr>
            <a:spLocks noGrp="1"/>
          </p:cNvSpPr>
          <p:nvPr/>
        </p:nvSpPr>
        <p:spPr>
          <a:xfrm>
            <a:off x="5945296" y="18842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801">
            <a:extLst>
              <a:ext uri="{FF2B5EF4-FFF2-40B4-BE49-F238E27FC236}">
                <a16:creationId xmlns:a16="http://schemas.microsoft.com/office/drawing/2014/main" id="{6BB6DE7F-D6D7-4F06-8FC8-B31A8D74B875}"/>
              </a:ext>
            </a:extLst>
          </p:cNvPr>
          <p:cNvSpPr>
            <a:spLocks noGrp="1"/>
          </p:cNvSpPr>
          <p:nvPr/>
        </p:nvSpPr>
        <p:spPr>
          <a:xfrm>
            <a:off x="5945296" y="19771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802">
            <a:extLst>
              <a:ext uri="{FF2B5EF4-FFF2-40B4-BE49-F238E27FC236}">
                <a16:creationId xmlns:a16="http://schemas.microsoft.com/office/drawing/2014/main" id="{181FB81E-C43A-437B-AC50-43BED1941831}"/>
              </a:ext>
            </a:extLst>
          </p:cNvPr>
          <p:cNvSpPr>
            <a:spLocks noGrp="1"/>
          </p:cNvSpPr>
          <p:nvPr/>
        </p:nvSpPr>
        <p:spPr>
          <a:xfrm>
            <a:off x="5945296" y="20700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803">
            <a:extLst>
              <a:ext uri="{FF2B5EF4-FFF2-40B4-BE49-F238E27FC236}">
                <a16:creationId xmlns:a16="http://schemas.microsoft.com/office/drawing/2014/main" id="{EF321EE8-567E-488A-833A-C4BB693ED3B4}"/>
              </a:ext>
            </a:extLst>
          </p:cNvPr>
          <p:cNvSpPr>
            <a:spLocks noGrp="1"/>
          </p:cNvSpPr>
          <p:nvPr/>
        </p:nvSpPr>
        <p:spPr>
          <a:xfrm>
            <a:off x="5945296" y="21628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804">
            <a:extLst>
              <a:ext uri="{FF2B5EF4-FFF2-40B4-BE49-F238E27FC236}">
                <a16:creationId xmlns:a16="http://schemas.microsoft.com/office/drawing/2014/main" id="{F9A3C6F6-EB41-4ADE-9BA2-455A8A931898}"/>
              </a:ext>
            </a:extLst>
          </p:cNvPr>
          <p:cNvSpPr>
            <a:spLocks noGrp="1"/>
          </p:cNvSpPr>
          <p:nvPr/>
        </p:nvSpPr>
        <p:spPr>
          <a:xfrm>
            <a:off x="5945296" y="22557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805">
            <a:extLst>
              <a:ext uri="{FF2B5EF4-FFF2-40B4-BE49-F238E27FC236}">
                <a16:creationId xmlns:a16="http://schemas.microsoft.com/office/drawing/2014/main" id="{BC08678F-5ADF-4BAC-A6E7-9A4F91F07811}"/>
              </a:ext>
            </a:extLst>
          </p:cNvPr>
          <p:cNvSpPr>
            <a:spLocks noGrp="1"/>
          </p:cNvSpPr>
          <p:nvPr/>
        </p:nvSpPr>
        <p:spPr>
          <a:xfrm>
            <a:off x="5945296" y="23486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806">
            <a:extLst>
              <a:ext uri="{FF2B5EF4-FFF2-40B4-BE49-F238E27FC236}">
                <a16:creationId xmlns:a16="http://schemas.microsoft.com/office/drawing/2014/main" id="{29EE29CE-CDC2-4084-9DAA-18A5C5994279}"/>
              </a:ext>
            </a:extLst>
          </p:cNvPr>
          <p:cNvSpPr>
            <a:spLocks noGrp="1"/>
          </p:cNvSpPr>
          <p:nvPr/>
        </p:nvSpPr>
        <p:spPr>
          <a:xfrm>
            <a:off x="5945296" y="24414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807">
            <a:extLst>
              <a:ext uri="{FF2B5EF4-FFF2-40B4-BE49-F238E27FC236}">
                <a16:creationId xmlns:a16="http://schemas.microsoft.com/office/drawing/2014/main" id="{3F5CB2F9-0A94-4280-BB03-C2C1070014A1}"/>
              </a:ext>
            </a:extLst>
          </p:cNvPr>
          <p:cNvSpPr>
            <a:spLocks noGrp="1"/>
          </p:cNvSpPr>
          <p:nvPr/>
        </p:nvSpPr>
        <p:spPr>
          <a:xfrm>
            <a:off x="5945296" y="253434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808">
            <a:extLst>
              <a:ext uri="{FF2B5EF4-FFF2-40B4-BE49-F238E27FC236}">
                <a16:creationId xmlns:a16="http://schemas.microsoft.com/office/drawing/2014/main" id="{55A46FF2-71E2-4E19-99EA-C21BE2891137}"/>
              </a:ext>
            </a:extLst>
          </p:cNvPr>
          <p:cNvSpPr>
            <a:spLocks noGrp="1"/>
          </p:cNvSpPr>
          <p:nvPr/>
        </p:nvSpPr>
        <p:spPr>
          <a:xfrm>
            <a:off x="5945296" y="26272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809">
            <a:extLst>
              <a:ext uri="{FF2B5EF4-FFF2-40B4-BE49-F238E27FC236}">
                <a16:creationId xmlns:a16="http://schemas.microsoft.com/office/drawing/2014/main" id="{9FB736A5-E352-44E2-B5F4-0F12D5DA1FC3}"/>
              </a:ext>
            </a:extLst>
          </p:cNvPr>
          <p:cNvSpPr>
            <a:spLocks noGrp="1"/>
          </p:cNvSpPr>
          <p:nvPr/>
        </p:nvSpPr>
        <p:spPr>
          <a:xfrm>
            <a:off x="5945296" y="27200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810">
            <a:extLst>
              <a:ext uri="{FF2B5EF4-FFF2-40B4-BE49-F238E27FC236}">
                <a16:creationId xmlns:a16="http://schemas.microsoft.com/office/drawing/2014/main" id="{0B7108D5-7EEA-4C5D-BB99-C6DE2279A091}"/>
              </a:ext>
            </a:extLst>
          </p:cNvPr>
          <p:cNvSpPr>
            <a:spLocks noGrp="1"/>
          </p:cNvSpPr>
          <p:nvPr/>
        </p:nvSpPr>
        <p:spPr>
          <a:xfrm>
            <a:off x="5945296" y="28129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811">
            <a:extLst>
              <a:ext uri="{FF2B5EF4-FFF2-40B4-BE49-F238E27FC236}">
                <a16:creationId xmlns:a16="http://schemas.microsoft.com/office/drawing/2014/main" id="{A905316D-7651-405F-8D1E-0F6C9DB12BF0}"/>
              </a:ext>
            </a:extLst>
          </p:cNvPr>
          <p:cNvSpPr>
            <a:spLocks noGrp="1"/>
          </p:cNvSpPr>
          <p:nvPr/>
        </p:nvSpPr>
        <p:spPr>
          <a:xfrm>
            <a:off x="5945296" y="290582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812">
            <a:extLst>
              <a:ext uri="{FF2B5EF4-FFF2-40B4-BE49-F238E27FC236}">
                <a16:creationId xmlns:a16="http://schemas.microsoft.com/office/drawing/2014/main" id="{2FF2EA83-068E-498A-B241-E667A08EBDBE}"/>
              </a:ext>
            </a:extLst>
          </p:cNvPr>
          <p:cNvSpPr>
            <a:spLocks noGrp="1"/>
          </p:cNvSpPr>
          <p:nvPr/>
        </p:nvSpPr>
        <p:spPr>
          <a:xfrm>
            <a:off x="5945296" y="29986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813">
            <a:extLst>
              <a:ext uri="{FF2B5EF4-FFF2-40B4-BE49-F238E27FC236}">
                <a16:creationId xmlns:a16="http://schemas.microsoft.com/office/drawing/2014/main" id="{9C2A9C14-5C23-4CC1-866F-124EC24B7222}"/>
              </a:ext>
            </a:extLst>
          </p:cNvPr>
          <p:cNvSpPr>
            <a:spLocks noGrp="1"/>
          </p:cNvSpPr>
          <p:nvPr/>
        </p:nvSpPr>
        <p:spPr>
          <a:xfrm>
            <a:off x="5945296" y="30915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814">
            <a:extLst>
              <a:ext uri="{FF2B5EF4-FFF2-40B4-BE49-F238E27FC236}">
                <a16:creationId xmlns:a16="http://schemas.microsoft.com/office/drawing/2014/main" id="{BCEA88D4-DC83-4538-8C95-7972241CE68A}"/>
              </a:ext>
            </a:extLst>
          </p:cNvPr>
          <p:cNvSpPr>
            <a:spLocks noGrp="1"/>
          </p:cNvSpPr>
          <p:nvPr/>
        </p:nvSpPr>
        <p:spPr>
          <a:xfrm>
            <a:off x="5945296" y="31844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815">
            <a:extLst>
              <a:ext uri="{FF2B5EF4-FFF2-40B4-BE49-F238E27FC236}">
                <a16:creationId xmlns:a16="http://schemas.microsoft.com/office/drawing/2014/main" id="{825DFDA5-78DE-449E-BE75-628226159CC0}"/>
              </a:ext>
            </a:extLst>
          </p:cNvPr>
          <p:cNvSpPr>
            <a:spLocks noGrp="1"/>
          </p:cNvSpPr>
          <p:nvPr/>
        </p:nvSpPr>
        <p:spPr>
          <a:xfrm>
            <a:off x="5945296" y="32772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816">
            <a:extLst>
              <a:ext uri="{FF2B5EF4-FFF2-40B4-BE49-F238E27FC236}">
                <a16:creationId xmlns:a16="http://schemas.microsoft.com/office/drawing/2014/main" id="{6020AA79-2DC1-4E16-A5D4-BD0857E89EB6}"/>
              </a:ext>
            </a:extLst>
          </p:cNvPr>
          <p:cNvSpPr>
            <a:spLocks noGrp="1"/>
          </p:cNvSpPr>
          <p:nvPr/>
        </p:nvSpPr>
        <p:spPr>
          <a:xfrm>
            <a:off x="5945296" y="33701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817">
            <a:extLst>
              <a:ext uri="{FF2B5EF4-FFF2-40B4-BE49-F238E27FC236}">
                <a16:creationId xmlns:a16="http://schemas.microsoft.com/office/drawing/2014/main" id="{715883B3-B1C6-413E-B8F9-9C067AAB4F05}"/>
              </a:ext>
            </a:extLst>
          </p:cNvPr>
          <p:cNvSpPr>
            <a:spLocks noGrp="1"/>
          </p:cNvSpPr>
          <p:nvPr/>
        </p:nvSpPr>
        <p:spPr>
          <a:xfrm>
            <a:off x="5945296" y="34630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818">
            <a:extLst>
              <a:ext uri="{FF2B5EF4-FFF2-40B4-BE49-F238E27FC236}">
                <a16:creationId xmlns:a16="http://schemas.microsoft.com/office/drawing/2014/main" id="{95753E88-62B1-4075-B0F3-11392C904997}"/>
              </a:ext>
            </a:extLst>
          </p:cNvPr>
          <p:cNvSpPr>
            <a:spLocks noGrp="1"/>
          </p:cNvSpPr>
          <p:nvPr/>
        </p:nvSpPr>
        <p:spPr>
          <a:xfrm>
            <a:off x="5945296" y="35559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819">
            <a:extLst>
              <a:ext uri="{FF2B5EF4-FFF2-40B4-BE49-F238E27FC236}">
                <a16:creationId xmlns:a16="http://schemas.microsoft.com/office/drawing/2014/main" id="{6FCC6299-5096-4DED-8A81-755789435FF2}"/>
              </a:ext>
            </a:extLst>
          </p:cNvPr>
          <p:cNvSpPr>
            <a:spLocks noGrp="1"/>
          </p:cNvSpPr>
          <p:nvPr/>
        </p:nvSpPr>
        <p:spPr>
          <a:xfrm>
            <a:off x="5945296" y="36487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820">
            <a:extLst>
              <a:ext uri="{FF2B5EF4-FFF2-40B4-BE49-F238E27FC236}">
                <a16:creationId xmlns:a16="http://schemas.microsoft.com/office/drawing/2014/main" id="{DD1178DF-9747-4B7B-90ED-CB9120B0920E}"/>
              </a:ext>
            </a:extLst>
          </p:cNvPr>
          <p:cNvSpPr>
            <a:spLocks noGrp="1"/>
          </p:cNvSpPr>
          <p:nvPr/>
        </p:nvSpPr>
        <p:spPr>
          <a:xfrm>
            <a:off x="5945296" y="37416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821">
            <a:extLst>
              <a:ext uri="{FF2B5EF4-FFF2-40B4-BE49-F238E27FC236}">
                <a16:creationId xmlns:a16="http://schemas.microsoft.com/office/drawing/2014/main" id="{91959CF5-3509-4C95-86B0-BE598DF6EC65}"/>
              </a:ext>
            </a:extLst>
          </p:cNvPr>
          <p:cNvSpPr>
            <a:spLocks noGrp="1"/>
          </p:cNvSpPr>
          <p:nvPr/>
        </p:nvSpPr>
        <p:spPr>
          <a:xfrm>
            <a:off x="5945296" y="38345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822">
            <a:extLst>
              <a:ext uri="{FF2B5EF4-FFF2-40B4-BE49-F238E27FC236}">
                <a16:creationId xmlns:a16="http://schemas.microsoft.com/office/drawing/2014/main" id="{35523191-33F3-423C-9AA7-EF8E225ACC71}"/>
              </a:ext>
            </a:extLst>
          </p:cNvPr>
          <p:cNvSpPr>
            <a:spLocks noGrp="1"/>
          </p:cNvSpPr>
          <p:nvPr/>
        </p:nvSpPr>
        <p:spPr>
          <a:xfrm>
            <a:off x="5945296" y="39273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823">
            <a:extLst>
              <a:ext uri="{FF2B5EF4-FFF2-40B4-BE49-F238E27FC236}">
                <a16:creationId xmlns:a16="http://schemas.microsoft.com/office/drawing/2014/main" id="{2C49ADC6-527A-4AF6-8E12-CA57D8B0D96A}"/>
              </a:ext>
            </a:extLst>
          </p:cNvPr>
          <p:cNvSpPr>
            <a:spLocks noGrp="1"/>
          </p:cNvSpPr>
          <p:nvPr/>
        </p:nvSpPr>
        <p:spPr>
          <a:xfrm>
            <a:off x="5945296" y="402024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824">
            <a:extLst>
              <a:ext uri="{FF2B5EF4-FFF2-40B4-BE49-F238E27FC236}">
                <a16:creationId xmlns:a16="http://schemas.microsoft.com/office/drawing/2014/main" id="{A42B2D71-BF99-4CD4-900B-82A28F7B29FF}"/>
              </a:ext>
            </a:extLst>
          </p:cNvPr>
          <p:cNvSpPr>
            <a:spLocks noGrp="1"/>
          </p:cNvSpPr>
          <p:nvPr/>
        </p:nvSpPr>
        <p:spPr>
          <a:xfrm>
            <a:off x="5945296" y="41131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825">
            <a:extLst>
              <a:ext uri="{FF2B5EF4-FFF2-40B4-BE49-F238E27FC236}">
                <a16:creationId xmlns:a16="http://schemas.microsoft.com/office/drawing/2014/main" id="{55712117-1ADA-4460-9B3C-27D9C0AEC906}"/>
              </a:ext>
            </a:extLst>
          </p:cNvPr>
          <p:cNvSpPr>
            <a:spLocks noGrp="1"/>
          </p:cNvSpPr>
          <p:nvPr/>
        </p:nvSpPr>
        <p:spPr>
          <a:xfrm>
            <a:off x="5945296" y="42059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826">
            <a:extLst>
              <a:ext uri="{FF2B5EF4-FFF2-40B4-BE49-F238E27FC236}">
                <a16:creationId xmlns:a16="http://schemas.microsoft.com/office/drawing/2014/main" id="{B7792CB2-6CCB-43D1-ABF2-493A5C4A0945}"/>
              </a:ext>
            </a:extLst>
          </p:cNvPr>
          <p:cNvSpPr>
            <a:spLocks noGrp="1"/>
          </p:cNvSpPr>
          <p:nvPr/>
        </p:nvSpPr>
        <p:spPr>
          <a:xfrm>
            <a:off x="5945296" y="42988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827">
            <a:extLst>
              <a:ext uri="{FF2B5EF4-FFF2-40B4-BE49-F238E27FC236}">
                <a16:creationId xmlns:a16="http://schemas.microsoft.com/office/drawing/2014/main" id="{057997DB-DD39-4184-9337-30D5142E62C9}"/>
              </a:ext>
            </a:extLst>
          </p:cNvPr>
          <p:cNvSpPr>
            <a:spLocks noGrp="1"/>
          </p:cNvSpPr>
          <p:nvPr/>
        </p:nvSpPr>
        <p:spPr>
          <a:xfrm>
            <a:off x="5945296" y="439172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828">
            <a:extLst>
              <a:ext uri="{FF2B5EF4-FFF2-40B4-BE49-F238E27FC236}">
                <a16:creationId xmlns:a16="http://schemas.microsoft.com/office/drawing/2014/main" id="{530FF3DF-15AA-4B5F-90FC-CD1E3C08BD0D}"/>
              </a:ext>
            </a:extLst>
          </p:cNvPr>
          <p:cNvSpPr>
            <a:spLocks noGrp="1"/>
          </p:cNvSpPr>
          <p:nvPr/>
        </p:nvSpPr>
        <p:spPr>
          <a:xfrm>
            <a:off x="5945296" y="44845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829">
            <a:extLst>
              <a:ext uri="{FF2B5EF4-FFF2-40B4-BE49-F238E27FC236}">
                <a16:creationId xmlns:a16="http://schemas.microsoft.com/office/drawing/2014/main" id="{16349E89-AAC0-417A-BA1A-0ED8B56AF565}"/>
              </a:ext>
            </a:extLst>
          </p:cNvPr>
          <p:cNvSpPr>
            <a:spLocks noGrp="1"/>
          </p:cNvSpPr>
          <p:nvPr/>
        </p:nvSpPr>
        <p:spPr>
          <a:xfrm>
            <a:off x="5945296" y="45774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830">
            <a:extLst>
              <a:ext uri="{FF2B5EF4-FFF2-40B4-BE49-F238E27FC236}">
                <a16:creationId xmlns:a16="http://schemas.microsoft.com/office/drawing/2014/main" id="{1E5670AC-F9E7-41DC-8A46-B6150D0E994C}"/>
              </a:ext>
            </a:extLst>
          </p:cNvPr>
          <p:cNvSpPr>
            <a:spLocks noGrp="1"/>
          </p:cNvSpPr>
          <p:nvPr/>
        </p:nvSpPr>
        <p:spPr>
          <a:xfrm>
            <a:off x="5945296" y="46703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831">
            <a:extLst>
              <a:ext uri="{FF2B5EF4-FFF2-40B4-BE49-F238E27FC236}">
                <a16:creationId xmlns:a16="http://schemas.microsoft.com/office/drawing/2014/main" id="{6E4B9FFD-61F6-4953-B978-06528AA4B869}"/>
              </a:ext>
            </a:extLst>
          </p:cNvPr>
          <p:cNvSpPr>
            <a:spLocks noGrp="1"/>
          </p:cNvSpPr>
          <p:nvPr/>
        </p:nvSpPr>
        <p:spPr>
          <a:xfrm>
            <a:off x="5945296" y="47631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832">
            <a:extLst>
              <a:ext uri="{FF2B5EF4-FFF2-40B4-BE49-F238E27FC236}">
                <a16:creationId xmlns:a16="http://schemas.microsoft.com/office/drawing/2014/main" id="{2B117B75-8FE5-481E-9749-72B1A6C849B3}"/>
              </a:ext>
            </a:extLst>
          </p:cNvPr>
          <p:cNvSpPr>
            <a:spLocks noGrp="1"/>
          </p:cNvSpPr>
          <p:nvPr/>
        </p:nvSpPr>
        <p:spPr>
          <a:xfrm>
            <a:off x="5945296" y="48560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833">
            <a:extLst>
              <a:ext uri="{FF2B5EF4-FFF2-40B4-BE49-F238E27FC236}">
                <a16:creationId xmlns:a16="http://schemas.microsoft.com/office/drawing/2014/main" id="{C4DA1EAB-FFFC-431A-8E67-90C226A49413}"/>
              </a:ext>
            </a:extLst>
          </p:cNvPr>
          <p:cNvSpPr>
            <a:spLocks noGrp="1"/>
          </p:cNvSpPr>
          <p:nvPr/>
        </p:nvSpPr>
        <p:spPr>
          <a:xfrm>
            <a:off x="5945296" y="49489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834">
            <a:extLst>
              <a:ext uri="{FF2B5EF4-FFF2-40B4-BE49-F238E27FC236}">
                <a16:creationId xmlns:a16="http://schemas.microsoft.com/office/drawing/2014/main" id="{B26A920E-2B23-4DD1-B39A-85B64FD37031}"/>
              </a:ext>
            </a:extLst>
          </p:cNvPr>
          <p:cNvSpPr>
            <a:spLocks noGrp="1"/>
          </p:cNvSpPr>
          <p:nvPr/>
        </p:nvSpPr>
        <p:spPr>
          <a:xfrm>
            <a:off x="5945296" y="50418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835">
            <a:extLst>
              <a:ext uri="{FF2B5EF4-FFF2-40B4-BE49-F238E27FC236}">
                <a16:creationId xmlns:a16="http://schemas.microsoft.com/office/drawing/2014/main" id="{1C148A15-3B36-49DD-9550-CF441C20BD7C}"/>
              </a:ext>
            </a:extLst>
          </p:cNvPr>
          <p:cNvSpPr>
            <a:spLocks noGrp="1"/>
          </p:cNvSpPr>
          <p:nvPr/>
        </p:nvSpPr>
        <p:spPr>
          <a:xfrm>
            <a:off x="5945296" y="51346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836">
            <a:extLst>
              <a:ext uri="{FF2B5EF4-FFF2-40B4-BE49-F238E27FC236}">
                <a16:creationId xmlns:a16="http://schemas.microsoft.com/office/drawing/2014/main" id="{808DC46E-FF9E-4CCF-93B5-4ACB7270F451}"/>
              </a:ext>
            </a:extLst>
          </p:cNvPr>
          <p:cNvSpPr>
            <a:spLocks noGrp="1"/>
          </p:cNvSpPr>
          <p:nvPr/>
        </p:nvSpPr>
        <p:spPr>
          <a:xfrm>
            <a:off x="5945296" y="52275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837">
            <a:extLst>
              <a:ext uri="{FF2B5EF4-FFF2-40B4-BE49-F238E27FC236}">
                <a16:creationId xmlns:a16="http://schemas.microsoft.com/office/drawing/2014/main" id="{CEF7A3B2-0449-4685-BDBB-61A1AF89199C}"/>
              </a:ext>
            </a:extLst>
          </p:cNvPr>
          <p:cNvSpPr>
            <a:spLocks noGrp="1"/>
          </p:cNvSpPr>
          <p:nvPr/>
        </p:nvSpPr>
        <p:spPr>
          <a:xfrm>
            <a:off x="5945296" y="53204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graphicFrame>
        <p:nvGraphicFramePr>
          <p:cNvPr id="122" name="表格 121"/>
          <p:cNvGraphicFramePr/>
          <p:nvPr>
            <p:extLst>
              <p:ext uri="{D42A27DB-BD31-4B8C-83A1-F6EECF244321}">
                <p14:modId xmlns:p14="http://schemas.microsoft.com/office/powerpoint/2010/main" val="2663545401"/>
              </p:ext>
            </p:extLst>
          </p:nvPr>
        </p:nvGraphicFramePr>
        <p:xfrm>
          <a:off x="566053" y="1848545"/>
          <a:ext cx="5236370" cy="1164430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Skill / 算子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MLU </a:t>
                      </a:r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Triton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（新版）</a:t>
                      </a:r>
                      <a:endParaRPr sz="11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0.53×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" name="Chart"/>
          <p:cNvGraphicFramePr/>
          <p:nvPr>
            <p:extLst>
              <p:ext uri="{D42A27DB-BD31-4B8C-83A1-F6EECF244321}">
                <p14:modId xmlns:p14="http://schemas.microsoft.com/office/powerpoint/2010/main" val="2091361026"/>
              </p:ext>
            </p:extLst>
          </p:nvPr>
        </p:nvGraphicFramePr>
        <p:xfrm>
          <a:off x="551765" y="3084413"/>
          <a:ext cx="1721644" cy="139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4" name="Chart"/>
          <p:cNvGraphicFramePr/>
          <p:nvPr>
            <p:extLst>
              <p:ext uri="{D42A27DB-BD31-4B8C-83A1-F6EECF244321}">
                <p14:modId xmlns:p14="http://schemas.microsoft.com/office/powerpoint/2010/main" val="4123023477"/>
              </p:ext>
            </p:extLst>
          </p:nvPr>
        </p:nvGraphicFramePr>
        <p:xfrm>
          <a:off x="2316272" y="3084414"/>
          <a:ext cx="1721644" cy="1413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5" name="Chart"/>
          <p:cNvGraphicFramePr/>
          <p:nvPr>
            <p:extLst>
              <p:ext uri="{D42A27DB-BD31-4B8C-83A1-F6EECF244321}">
                <p14:modId xmlns:p14="http://schemas.microsoft.com/office/powerpoint/2010/main" val="4018937349"/>
              </p:ext>
            </p:extLst>
          </p:nvPr>
        </p:nvGraphicFramePr>
        <p:xfrm>
          <a:off x="4080778" y="3084414"/>
          <a:ext cx="1721644" cy="1450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" name="text_3839_开发耗时（小时，从需求输入到通过验证）">
            <a:extLst>
              <a:ext uri="{FF2B5EF4-FFF2-40B4-BE49-F238E27FC236}">
                <a16:creationId xmlns:a16="http://schemas.microsoft.com/office/drawing/2014/main" id="{84094D75-E3FD-484F-BC75-337402FC4795}"/>
              </a:ext>
            </a:extLst>
          </p:cNvPr>
          <p:cNvSpPr>
            <a:spLocks noGrp="1"/>
          </p:cNvSpPr>
          <p:nvPr/>
        </p:nvSpPr>
        <p:spPr>
          <a:xfrm>
            <a:off x="566053" y="4484138"/>
            <a:ext cx="5229225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开发耗时（小时，从需求输入到通过验证</a:t>
            </a: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>
            <p:extLst>
              <p:ext uri="{D42A27DB-BD31-4B8C-83A1-F6EECF244321}">
                <p14:modId xmlns:p14="http://schemas.microsoft.com/office/powerpoint/2010/main" val="222135617"/>
              </p:ext>
            </p:extLst>
          </p:nvPr>
        </p:nvGraphicFramePr>
        <p:xfrm>
          <a:off x="551765" y="4788198"/>
          <a:ext cx="5264944" cy="1266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5" name="text_3841_统一测试设置">
            <a:extLst>
              <a:ext uri="{FF2B5EF4-FFF2-40B4-BE49-F238E27FC236}">
                <a16:creationId xmlns:a16="http://schemas.microsoft.com/office/drawing/2014/main" id="{8CFF1FB7-994E-4DFD-AC68-3922EDE2D53A}"/>
              </a:ext>
            </a:extLst>
          </p:cNvPr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56" name="text_3843_平台：寒武纪 MLU、NVIDIA GPU">
            <a:extLst>
              <a:ext uri="{FF2B5EF4-FFF2-40B4-BE49-F238E27FC236}">
                <a16:creationId xmlns:a16="http://schemas.microsoft.com/office/drawing/2014/main" id="{AC1F755E-1ADB-4AC1-92C2-BF93571B9DB4}"/>
              </a:ext>
            </a:extLst>
          </p:cNvPr>
          <p:cNvSpPr>
            <a:spLocks noGrp="1"/>
          </p:cNvSpPr>
          <p:nvPr/>
        </p:nvSpPr>
        <p:spPr>
          <a:xfrm>
            <a:off x="6145322" y="2112864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 MLU、NVIDIA GPU</a:t>
            </a:r>
          </a:p>
        </p:txBody>
      </p:sp>
      <p:sp>
        <p:nvSpPr>
          <p:cNvPr id="57" name="text_3845_编程模型：Triton、BANG C、CUDA ">
            <a:extLst>
              <a:ext uri="{FF2B5EF4-FFF2-40B4-BE49-F238E27FC236}">
                <a16:creationId xmlns:a16="http://schemas.microsoft.com/office/drawing/2014/main" id="{30F32B31-2E9A-4460-B16C-AED21CE50150}"/>
              </a:ext>
            </a:extLst>
          </p:cNvPr>
          <p:cNvSpPr>
            <a:spLocks noGrp="1"/>
          </p:cNvSpPr>
          <p:nvPr/>
        </p:nvSpPr>
        <p:spPr>
          <a:xfrm>
            <a:off x="6145322" y="2305745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编程模型：Triton、BANG C、CUDA C</a:t>
            </a:r>
          </a:p>
        </p:txBody>
      </p:sp>
      <p:sp>
        <p:nvSpPr>
          <p:cNvPr id="58" name="text_3847_算子：LayerNorm、Softmax、Mat">
            <a:extLst>
              <a:ext uri="{FF2B5EF4-FFF2-40B4-BE49-F238E27FC236}">
                <a16:creationId xmlns:a16="http://schemas.microsoft.com/office/drawing/2014/main" id="{50EB3160-8F64-4982-A242-AAA536DB3F5C}"/>
              </a:ext>
            </a:extLst>
          </p:cNvPr>
          <p:cNvSpPr>
            <a:spLocks noGrp="1"/>
          </p:cNvSpPr>
          <p:nvPr/>
        </p:nvSpPr>
        <p:spPr>
          <a:xfrm>
            <a:off x="6145322" y="2498627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算子：LayerNorm、Softmax、MatMul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_3849_Shape：典型静态 / 动态 Shape">
            <a:extLst>
              <a:ext uri="{FF2B5EF4-FFF2-40B4-BE49-F238E27FC236}">
                <a16:creationId xmlns:a16="http://schemas.microsoft.com/office/drawing/2014/main" id="{71AF0B44-7FCA-406B-BA04-F12025A0EF68}"/>
              </a:ext>
            </a:extLst>
          </p:cNvPr>
          <p:cNvSpPr>
            <a:spLocks noGrp="1"/>
          </p:cNvSpPr>
          <p:nvPr/>
        </p:nvSpPr>
        <p:spPr>
          <a:xfrm>
            <a:off x="6145322" y="2691508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Shape：典型静态 / 动态 Shape</a:t>
            </a:r>
          </a:p>
        </p:txBody>
      </p:sp>
      <p:sp>
        <p:nvSpPr>
          <p:cNvPr id="60" name="text_3851_精度：FP16 计算，FP32 累加">
            <a:extLst>
              <a:ext uri="{FF2B5EF4-FFF2-40B4-BE49-F238E27FC236}">
                <a16:creationId xmlns:a16="http://schemas.microsoft.com/office/drawing/2014/main" id="{857E47FF-E328-43B8-ABA9-255F95897ABA}"/>
              </a:ext>
            </a:extLst>
          </p:cNvPr>
          <p:cNvSpPr>
            <a:spLocks noGrp="1"/>
          </p:cNvSpPr>
          <p:nvPr/>
        </p:nvSpPr>
        <p:spPr>
          <a:xfrm>
            <a:off x="6145322" y="2884389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精度：FP16 计算，FP32 累加</a:t>
            </a:r>
          </a:p>
        </p:txBody>
      </p:sp>
      <p:sp>
        <p:nvSpPr>
          <p:cNvPr id="61" name="connector_3852">
            <a:extLst>
              <a:ext uri="{FF2B5EF4-FFF2-40B4-BE49-F238E27FC236}">
                <a16:creationId xmlns:a16="http://schemas.microsoft.com/office/drawing/2014/main" id="{CEEE67E7-7874-4603-A89F-62DBE00BECA4}"/>
              </a:ext>
            </a:extLst>
          </p:cNvPr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3854_方法具备跨平台复用性">
            <a:extLst>
              <a:ext uri="{FF2B5EF4-FFF2-40B4-BE49-F238E27FC236}">
                <a16:creationId xmlns:a16="http://schemas.microsoft.com/office/drawing/2014/main" id="{10FBF139-8AE0-404B-9444-FFAF30C7837D}"/>
              </a:ext>
            </a:extLst>
          </p:cNvPr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63" name="text_3856_四类 Skill 均完成算子开发与验证。">
            <a:extLst>
              <a:ext uri="{FF2B5EF4-FFF2-40B4-BE49-F238E27FC236}">
                <a16:creationId xmlns:a16="http://schemas.microsoft.com/office/drawing/2014/main" id="{BAE0D7AF-B4E2-4789-A092-03D0552A4111}"/>
              </a:ext>
            </a:extLst>
          </p:cNvPr>
          <p:cNvSpPr>
            <a:spLocks noGrp="1"/>
          </p:cNvSpPr>
          <p:nvPr/>
        </p:nvSpPr>
        <p:spPr>
          <a:xfrm>
            <a:off x="6145322" y="3491608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 Skill 均完成算子开发与验证。</a:t>
            </a:r>
          </a:p>
        </p:txBody>
      </p:sp>
      <p:sp>
        <p:nvSpPr>
          <p:cNvPr id="64" name="text_3858_部分 LayerNorm / Softmax 达">
            <a:extLst>
              <a:ext uri="{FF2B5EF4-FFF2-40B4-BE49-F238E27FC236}">
                <a16:creationId xmlns:a16="http://schemas.microsoft.com/office/drawing/2014/main" id="{EEB188A4-3DD4-45BE-A5B5-770B227CD9B4}"/>
              </a:ext>
            </a:extLst>
          </p:cNvPr>
          <p:cNvSpPr>
            <a:spLocks noGrp="1"/>
          </p:cNvSpPr>
          <p:nvPr/>
        </p:nvSpPr>
        <p:spPr>
          <a:xfrm>
            <a:off x="6145322" y="3684489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LayerNorm / Softmax 达到</a:t>
            </a:r>
          </a:p>
        </p:txBody>
      </p:sp>
      <p:sp>
        <p:nvSpPr>
          <p:cNvPr id="65" name="text_3860_或超过 PyTorch 基线性能。">
            <a:extLst>
              <a:ext uri="{FF2B5EF4-FFF2-40B4-BE49-F238E27FC236}">
                <a16:creationId xmlns:a16="http://schemas.microsoft.com/office/drawing/2014/main" id="{CA7BB4A4-2E78-4658-8E65-0492B8DA9FD5}"/>
              </a:ext>
            </a:extLst>
          </p:cNvPr>
          <p:cNvSpPr>
            <a:spLocks noGrp="1"/>
          </p:cNvSpPr>
          <p:nvPr/>
        </p:nvSpPr>
        <p:spPr>
          <a:xfrm>
            <a:off x="6145322" y="3877370"/>
            <a:ext cx="250745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PyTorch 基线性能。</a:t>
            </a:r>
          </a:p>
        </p:txBody>
      </p:sp>
      <p:sp>
        <p:nvSpPr>
          <p:cNvPr id="66" name="text_3862_性能差距仍需补足">
            <a:extLst>
              <a:ext uri="{FF2B5EF4-FFF2-40B4-BE49-F238E27FC236}">
                <a16:creationId xmlns:a16="http://schemas.microsoft.com/office/drawing/2014/main" id="{B6B28731-BF9B-4A3F-A272-C7D390E07228}"/>
              </a:ext>
            </a:extLst>
          </p:cNvPr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_3864_MatMul 加速比均低于 1×。">
            <a:extLst>
              <a:ext uri="{FF2B5EF4-FFF2-40B4-BE49-F238E27FC236}">
                <a16:creationId xmlns:a16="http://schemas.microsoft.com/office/drawing/2014/main" id="{F8DBC509-C153-4A58-88AE-AC70045DDD8B}"/>
              </a:ext>
            </a:extLst>
          </p:cNvPr>
          <p:cNvSpPr>
            <a:spLocks noGrp="1"/>
          </p:cNvSpPr>
          <p:nvPr/>
        </p:nvSpPr>
        <p:spPr>
          <a:xfrm>
            <a:off x="6145322" y="4413151"/>
            <a:ext cx="2507456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 加速比均低于 1×。</a:t>
            </a:r>
          </a:p>
        </p:txBody>
      </p:sp>
      <p:sp>
        <p:nvSpPr>
          <p:cNvPr id="68" name="text_3866_BANG C 的三类算子均低于基线。">
            <a:extLst>
              <a:ext uri="{FF2B5EF4-FFF2-40B4-BE49-F238E27FC236}">
                <a16:creationId xmlns:a16="http://schemas.microsoft.com/office/drawing/2014/main" id="{CD03F00A-F8AD-43E7-A194-0DEDB3CA7A3A}"/>
              </a:ext>
            </a:extLst>
          </p:cNvPr>
          <p:cNvSpPr>
            <a:spLocks noGrp="1"/>
          </p:cNvSpPr>
          <p:nvPr/>
        </p:nvSpPr>
        <p:spPr>
          <a:xfrm>
            <a:off x="6145322" y="4613176"/>
            <a:ext cx="2507456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的三类算子均低于基线。</a:t>
            </a:r>
          </a:p>
        </p:txBody>
      </p:sp>
      <p:sp>
        <p:nvSpPr>
          <p:cNvPr id="69" name="text_3868_继续补充 Tiling / Memory / C">
            <a:extLst>
              <a:ext uri="{FF2B5EF4-FFF2-40B4-BE49-F238E27FC236}">
                <a16:creationId xmlns:a16="http://schemas.microsoft.com/office/drawing/2014/main" id="{59425E81-9C31-4EF7-B4FB-4ED3DB4A6E6E}"/>
              </a:ext>
            </a:extLst>
          </p:cNvPr>
          <p:cNvSpPr>
            <a:spLocks noGrp="1"/>
          </p:cNvSpPr>
          <p:nvPr/>
        </p:nvSpPr>
        <p:spPr>
          <a:xfrm>
            <a:off x="6145322" y="4813201"/>
            <a:ext cx="2507456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Tiling / Memory / Compute</a:t>
            </a:r>
          </a:p>
        </p:txBody>
      </p:sp>
      <p:sp>
        <p:nvSpPr>
          <p:cNvPr id="70" name="text_3870_知识与高性能 Reference。">
            <a:extLst>
              <a:ext uri="{FF2B5EF4-FFF2-40B4-BE49-F238E27FC236}">
                <a16:creationId xmlns:a16="http://schemas.microsoft.com/office/drawing/2014/main" id="{53406455-5A85-4B95-A510-626FAEA6B53E}"/>
              </a:ext>
            </a:extLst>
          </p:cNvPr>
          <p:cNvSpPr>
            <a:spLocks noGrp="1"/>
          </p:cNvSpPr>
          <p:nvPr/>
        </p:nvSpPr>
        <p:spPr>
          <a:xfrm>
            <a:off x="6145322" y="5013226"/>
            <a:ext cx="2507456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Reference。</a:t>
            </a:r>
          </a:p>
        </p:txBody>
      </p:sp>
      <p:sp>
        <p:nvSpPr>
          <p:cNvPr id="71" name="text_3872_以实验反馈完善 Platform Profile">
            <a:extLst>
              <a:ext uri="{FF2B5EF4-FFF2-40B4-BE49-F238E27FC236}">
                <a16:creationId xmlns:a16="http://schemas.microsoft.com/office/drawing/2014/main" id="{E38CF88B-6E14-4AAB-BB17-6C0E07C1A393}"/>
              </a:ext>
            </a:extLst>
          </p:cNvPr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sp>
        <p:nvSpPr>
          <p:cNvPr id="72" name="text_3874_通用方法已支持四类 Skill 开发，性能优化仍">
            <a:extLst>
              <a:ext uri="{FF2B5EF4-FFF2-40B4-BE49-F238E27FC236}">
                <a16:creationId xmlns:a16="http://schemas.microsoft.com/office/drawing/2014/main" id="{18070612-ECA8-4589-9E6C-44AA457C7D7B}"/>
              </a:ext>
            </a:extLst>
          </p:cNvPr>
          <p:cNvSpPr>
            <a:spLocks noGrp="1"/>
          </p:cNvSpPr>
          <p:nvPr/>
        </p:nvSpPr>
        <p:spPr>
          <a:xfrm>
            <a:off x="568813" y="6321318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通用方法已支持四类 Skill 开发，性能优化仍需结合平台知识与实验反馈。</a:t>
            </a:r>
          </a:p>
        </p:txBody>
      </p:sp>
      <p:pic>
        <p:nvPicPr>
          <p:cNvPr id="146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765" y="1427063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7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3890" y="1427063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5" name="矩形 74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</p:spTree>
    <p:extLst>
      <p:ext uri="{BB962C8B-B14F-4D97-AF65-F5344CB8AC3E}">
        <p14:creationId xmlns:p14="http://schemas.microsoft.com/office/powerpoint/2010/main" val="248119597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实习期间工作总结和个人发展计划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4364" y="1687831"/>
            <a:ext cx="7961948" cy="4076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工作总结：</a:t>
            </a:r>
          </a:p>
          <a:p>
            <a:pPr>
              <a:lnSpc>
                <a:spcPct val="150000"/>
              </a:lnSpc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围绕算子开发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的工程化、动态化与跨平台化开展工作：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完成现有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的流程优化与知识解耦；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构建动态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算子从基础支持、自动选参到多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的演进方案；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总结形成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+ Platform Profile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的跨平台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开发方法，并在多种编程模型下完成实践验证。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个人发展计划：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完善动态算子能力 继续验证和优化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Multi-Kernel Family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Dispatch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与自动搜索机制，提升不同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下的性能稳定性</a:t>
            </a:r>
          </a:p>
          <a:p>
            <a:pPr>
              <a:lnSpc>
                <a:spcPct val="150000"/>
              </a:lnSpc>
            </a:pP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Profiler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和实际算子开发结果，持续补充高性能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、优化规则和硬件经验，提升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自动优化能力。 </a:t>
            </a:r>
          </a:p>
          <a:p>
            <a:pPr>
              <a:lnSpc>
                <a:spcPct val="150000"/>
              </a:lnSpc>
            </a:pP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4364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 smtClean="0"/>
              <a:t>谢谢！</a:t>
            </a:r>
            <a:endParaRPr lang="en-US" altLang="zh-CN" sz="9600" kern="0" smtClea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13743</TotalTime>
  <Words>3772</Words>
  <Application>Microsoft Office PowerPoint</Application>
  <PresentationFormat>全屏显示(4:3)</PresentationFormat>
  <Paragraphs>881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黑体</vt:lpstr>
      <vt:lpstr>楷体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转正答辩</vt:lpstr>
      <vt:lpstr>目录</vt:lpstr>
      <vt:lpstr>自我介绍</vt:lpstr>
      <vt:lpstr>实习任务一：寒武纪算子开发SKILL优化</vt:lpstr>
      <vt:lpstr>优化①：资料统一管理与按需加载</vt:lpstr>
      <vt:lpstr>优化②：上下文优化</vt:lpstr>
      <vt:lpstr>优化③：Profile 驱动的按需优化</vt:lpstr>
      <vt:lpstr>优化④：按修改范围选择验证深度</vt:lpstr>
      <vt:lpstr>优化⑤：中间产物复用与断点续跑</vt:lpstr>
      <vt:lpstr>实习任务二：从静态到动态</vt:lpstr>
      <vt:lpstr>实习任务二：现有方法与解决思路</vt:lpstr>
      <vt:lpstr>实习任务二： V1 动态支持与 V2 自动选参</vt:lpstr>
      <vt:lpstr>实习任务二： V3 多 Kernel 结构适配</vt:lpstr>
      <vt:lpstr>实习任务二： V3实际开发结构</vt:lpstr>
      <vt:lpstr>实习任务二：最终 Skill 架构与能力总结</vt:lpstr>
      <vt:lpstr>实习任务三： 算子开发 Skill 指南</vt:lpstr>
      <vt:lpstr>实习任务三：新平台算子 Skill 开发流程</vt:lpstr>
      <vt:lpstr>实习任务三：分层验证与问题定位</vt:lpstr>
      <vt:lpstr>实习任务三： 四类算子 Skill 的实践验证结果</vt:lpstr>
      <vt:lpstr>实习期间工作总结和个人发展计划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632</cp:revision>
  <dcterms:created xsi:type="dcterms:W3CDTF">2015-03-26T10:14:00Z</dcterms:created>
  <dcterms:modified xsi:type="dcterms:W3CDTF">2026-09-17T02:02:36Z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  <property fmtid="{D5CDD505-2E9C-101B-9397-08002B2CF9AE}" pid="3" name="KSORubyTemplateID">
    <vt:lpwstr>8</vt:lpwstr>
  </property>
</Properties>
</file>